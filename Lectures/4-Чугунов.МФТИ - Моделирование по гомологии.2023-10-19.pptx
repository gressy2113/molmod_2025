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sldIdLst>
    <p:sldId id="256" r:id="rId3"/>
    <p:sldId id="345" r:id="rId4"/>
    <p:sldId id="259" r:id="rId5"/>
    <p:sldId id="294" r:id="rId6"/>
    <p:sldId id="288" r:id="rId7"/>
    <p:sldId id="307" r:id="rId8"/>
    <p:sldId id="309" r:id="rId9"/>
    <p:sldId id="338" r:id="rId10"/>
    <p:sldId id="339" r:id="rId11"/>
    <p:sldId id="343" r:id="rId12"/>
    <p:sldId id="295" r:id="rId13"/>
    <p:sldId id="296" r:id="rId14"/>
    <p:sldId id="34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261" r:id="rId23"/>
    <p:sldId id="262" r:id="rId24"/>
    <p:sldId id="263" r:id="rId25"/>
    <p:sldId id="264" r:id="rId26"/>
    <p:sldId id="265" r:id="rId27"/>
    <p:sldId id="267" r:id="rId28"/>
    <p:sldId id="268" r:id="rId29"/>
    <p:sldId id="304" r:id="rId30"/>
    <p:sldId id="305" r:id="rId31"/>
    <p:sldId id="306" r:id="rId32"/>
    <p:sldId id="344" r:id="rId33"/>
    <p:sldId id="348" r:id="rId34"/>
    <p:sldId id="347" r:id="rId35"/>
    <p:sldId id="415" r:id="rId36"/>
    <p:sldId id="269" r:id="rId37"/>
    <p:sldId id="293" r:id="rId38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CCFFFF"/>
    <a:srgbClr val="66FFFF"/>
    <a:srgbClr val="9966FF"/>
    <a:srgbClr val="FF6699"/>
    <a:srgbClr val="336699"/>
    <a:srgbClr val="99FF99"/>
    <a:srgbClr val="00CCFF"/>
    <a:srgbClr val="CC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84" autoAdjust="0"/>
  </p:normalViewPr>
  <p:slideViewPr>
    <p:cSldViewPr>
      <p:cViewPr>
        <p:scale>
          <a:sx n="73" d="100"/>
          <a:sy n="73" d="100"/>
        </p:scale>
        <p:origin x="970" y="72"/>
      </p:cViewPr>
      <p:guideLst>
        <p:guide orient="horz" pos="527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view3D>
      <c:rotX val="50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1-0DB4-4DD8-9000-0FF49DB9A05A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3-0DB4-4DD8-9000-0FF49DB9A05A}"/>
              </c:ext>
            </c:extLst>
          </c:dPt>
          <c:dPt>
            <c:idx val="2"/>
            <c:bubble3D val="0"/>
            <c:spPr>
              <a:solidFill>
                <a:schemeClr val="accent5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0DB4-4DD8-9000-0FF49DB9A05A}"/>
              </c:ext>
            </c:extLst>
          </c:dPt>
          <c:cat>
            <c:strRef>
              <c:f>Лист1!$A$2:$A$4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B4-4DD8-9000-0FF49DB9A0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 w="25370">
          <a:noFill/>
        </a:ln>
      </c:spPr>
    </c:plotArea>
    <c:plotVisOnly val="1"/>
    <c:dispBlanksAs val="gap"/>
    <c:showDLblsOverMax val="0"/>
  </c:chart>
  <c:spPr>
    <a:effectLst/>
    <a:scene3d>
      <a:camera prst="orthographicFront"/>
      <a:lightRig rig="threePt" dir="t"/>
    </a:scene3d>
    <a:sp3d>
      <a:bevelB w="165100" prst="coolSlant"/>
    </a:sp3d>
  </c:spPr>
  <c:txPr>
    <a:bodyPr/>
    <a:lstStyle/>
    <a:p>
      <a:pPr>
        <a:defRPr sz="1797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9FEDD-999F-47A2-A756-F22FDC506388}" type="datetimeFigureOut">
              <a:rPr lang="ru-RU" smtClean="0"/>
              <a:t>17.10.2023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1AD7A-F326-4B51-9B52-0655649B0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66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1AD7A-F326-4B51-9B52-0655649B01B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455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A1C32A-10EA-40C8-A190-47B9D4785B9A}" type="slidenum">
              <a:rPr lang="ru-RU" altLang="ru-RU"/>
              <a:pPr/>
              <a:t>6</a:t>
            </a:fld>
            <a:endParaRPr lang="ru-RU" altLang="ru-RU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02029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7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55736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8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0500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9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332816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10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832045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1AD7A-F326-4B51-9B52-0655649B01B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134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1AD7A-F326-4B51-9B52-0655649B01B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761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768CB-FF07-4957-8F04-A857B66DD236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AA814-C8C6-4217-9B40-C128ACB5CB2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00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43063-D736-4C25-89EB-EE556E6AA182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5332-9822-4525-B28C-0D3AE9DC822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6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EAC2B-B556-456E-ADA4-6EB0A095807D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88B0B-BD04-43CF-A720-C389A7D242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3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AF90F-C566-4417-9397-CEF163D55471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EB065-2079-4EC1-921E-C4A6A0C5B8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54F8-1BF9-4683-B656-3A88547DEDDE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8F9C9-72FC-41FC-A357-AEA1B4347E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5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2470F-1283-492B-ADF6-0406CB2F5430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D29DB-B74D-4A92-AC71-9130648E2B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21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A9BB1-E405-4268-A388-837F2ACCC321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66F14-DF8B-4696-A9C2-69B5A7727B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7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0B905-C717-4E97-BA8F-9A744BB62A78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620EE-A8E9-4686-8872-F08E9DBBBB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6DEE9-572C-4908-B72C-3364F6E8C73C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3597B-C3A2-4CE4-8A55-6F8E245C88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87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E90D9-3113-4E7C-9883-E686B5E48018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50A90-16EF-40C4-A67F-9280774242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3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C8F8D-1EBD-460C-B956-DA6611AF4057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D602C-32E3-47D6-AAF3-670D142816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745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7483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00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0182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53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77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8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81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4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14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80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8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52E8F3-F39E-491A-B87C-B33B40487753}" type="datetimeFigureOut">
              <a:rPr lang="ru-RU"/>
              <a:pPr>
                <a:defRPr/>
              </a:pPr>
              <a:t>17.10.2023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877C75-F312-49DC-AA1A-6D44C2C87A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8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wmf"/><Relationship Id="rId4" Type="http://schemas.openxmlformats.org/officeDocument/2006/relationships/hyperlink" Target="https://www.ibch.ru/structure/groups/giamp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nnualreviews.org/doi/full/10.1146/annurev-biophys-083012-130432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3dmoleculardesigns.com/product/amino-acid-starter-kit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pasy.ch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bs.dtu.dk/services" TargetMode="External"/><Relationship Id="rId4" Type="http://schemas.openxmlformats.org/officeDocument/2006/relationships/hyperlink" Target="https://www.ebi.ac.uk/service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bi.ac.uk/InterProSca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its.isb-sib.ch/cgi-bin/PFSCAN" TargetMode="External"/><Relationship Id="rId4" Type="http://schemas.openxmlformats.org/officeDocument/2006/relationships/hyperlink" Target="http://www.ncbi.nlm.nih.gov/Structure/cdd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odbase.compbio.ucsf.edu/" TargetMode="External"/><Relationship Id="rId2" Type="http://schemas.openxmlformats.org/officeDocument/2006/relationships/hyperlink" Target="https://swissmodel.expasy.org/repository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hyperlink" Target="https://alphafold.ebi.ac.uk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eepmind.com/blog/alphafold-reveals-the-structure-of-the-protein-universe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38/s41586-021-03819-2" TargetMode="External"/><Relationship Id="rId4" Type="http://schemas.openxmlformats.org/officeDocument/2006/relationships/image" Target="../media/image5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mind.com/blog/alphafold-reveals-the-structure-of-the-protein-universe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alexknapp/2022/09/22/2023-breakthrough-prizes-announced-deepminds-protein-folders-awarded-3-million/?sh=67de2c514fcb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4" y="360538"/>
            <a:ext cx="12035483" cy="558874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19736" y="1700808"/>
            <a:ext cx="6336158" cy="1470025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Предсказание структуры белков на основе гомологии</a:t>
            </a:r>
            <a:endParaRPr lang="ru-RU" sz="26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042AE-76F0-4DC6-AE2D-C2BBFE44F9C0}"/>
              </a:ext>
            </a:extLst>
          </p:cNvPr>
          <p:cNvSpPr txBox="1"/>
          <p:nvPr/>
        </p:nvSpPr>
        <p:spPr>
          <a:xfrm>
            <a:off x="4871864" y="3356992"/>
            <a:ext cx="6552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i="1" dirty="0">
                <a:solidFill>
                  <a:srgbClr val="C00000"/>
                </a:solidFill>
              </a:rPr>
              <a:t>Чугунов Антон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Группа анализа структуры </a:t>
            </a:r>
            <a:b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мембранных белков </a:t>
            </a:r>
            <a:r>
              <a:rPr lang="en-US" sz="18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 silico</a:t>
            </a:r>
            <a:endParaRPr lang="ru-RU" sz="1800" i="1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https://www.ibch.ru/structure/groups/giamps</a:t>
            </a:r>
            <a:r>
              <a:rPr lang="ru-RU" sz="1600" dirty="0">
                <a:solidFill>
                  <a:srgbClr val="C00000"/>
                </a:solidFill>
              </a:rPr>
              <a:t> </a:t>
            </a:r>
            <a:endParaRPr lang="en-US" sz="1600" dirty="0">
              <a:solidFill>
                <a:srgbClr val="C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Georgia" pitchFamily="18" charset="0"/>
                <a:ea typeface="+mn-ea"/>
                <a:cs typeface="Arial" charset="0"/>
              </a:rPr>
              <a:t>Долгопрудный, МФТИ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Georgia" pitchFamily="18" charset="0"/>
                <a:ea typeface="+mn-ea"/>
                <a:cs typeface="Arial" charset="0"/>
              </a:rPr>
              <a:t>19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Georgia" pitchFamily="18" charset="0"/>
                <a:ea typeface="+mn-ea"/>
                <a:cs typeface="Arial" charset="0"/>
              </a:rPr>
              <a:t> 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Georgia" pitchFamily="18" charset="0"/>
                <a:ea typeface="+mn-ea"/>
                <a:cs typeface="Arial" charset="0"/>
              </a:rPr>
              <a:t>октября 2023 г.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DB8611-B823-439A-A3C1-A1020D817D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127" y="3356993"/>
            <a:ext cx="526722" cy="103323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89B33E-489C-337B-6799-FD0700C44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61" y="1761907"/>
            <a:ext cx="2756249" cy="3687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129CEC-675C-B55E-81DB-934359C4EB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23" y="260648"/>
            <a:ext cx="1466564" cy="438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>
            <a:extLst>
              <a:ext uri="{FF2B5EF4-FFF2-40B4-BE49-F238E27FC236}">
                <a16:creationId xmlns:a16="http://schemas.microsoft.com/office/drawing/2014/main" id="{8E0CEE1A-5D40-CBC8-8F6D-88FA39B42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97" y="287339"/>
            <a:ext cx="77771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вопросу о «белковой вселенной»</a:t>
            </a:r>
            <a:endParaRPr lang="en-US" sz="3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186717-B4B7-DB5A-13EF-7BCC96601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2" y="871654"/>
            <a:ext cx="8884654" cy="5986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AC67E0-C73D-6A69-BF79-6D01592A6E1F}"/>
              </a:ext>
            </a:extLst>
          </p:cNvPr>
          <p:cNvSpPr txBox="1"/>
          <p:nvPr/>
        </p:nvSpPr>
        <p:spPr>
          <a:xfrm rot="16200000">
            <a:off x="8141124" y="5643019"/>
            <a:ext cx="21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Kolodny</a:t>
            </a:r>
            <a:r>
              <a:rPr lang="en-US" sz="140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, …, Levitt, 2013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3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2712" y="-638966"/>
            <a:ext cx="13017702" cy="7819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1384" y="908050"/>
            <a:ext cx="8229600" cy="2808288"/>
          </a:xfrm>
        </p:spPr>
        <p:txBody>
          <a:bodyPr/>
          <a:lstStyle/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Введение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Что можно извлечь из последовательности белка?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Вторичная структура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«Шаблоны» для моделирования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Структурные мотивы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Вариабельность, </a:t>
            </a:r>
            <a:r>
              <a:rPr lang="ru-RU" sz="1800" dirty="0" err="1">
                <a:solidFill>
                  <a:schemeClr val="accent6">
                    <a:lumMod val="50000"/>
                  </a:schemeClr>
                </a:solidFill>
              </a:rPr>
              <a:t>амфифильность</a:t>
            </a:r>
            <a:endParaRPr lang="en-US" sz="1800" dirty="0">
              <a:solidFill>
                <a:schemeClr val="accent6">
                  <a:lumMod val="50000"/>
                </a:schemeClr>
              </a:solidFill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Что такое </a:t>
            </a:r>
            <a:r>
              <a:rPr lang="ru-RU" sz="2400" dirty="0" err="1">
                <a:solidFill>
                  <a:schemeClr val="accent6">
                    <a:lumMod val="50000"/>
                  </a:schemeClr>
                </a:solidFill>
              </a:rPr>
              <a:t>фолдинг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 и как его моделировать?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Физические подходы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Моделирование на основе гомологии</a:t>
            </a:r>
          </a:p>
          <a:p>
            <a:pPr lvl="1" eaLnBrk="1" hangingPunct="1">
              <a:buFont typeface="+mj-lt"/>
              <a:buAutoNum type="arabicPeriod"/>
              <a:defRPr/>
            </a:pPr>
            <a:r>
              <a:rPr lang="ru-RU" sz="1800" dirty="0">
                <a:solidFill>
                  <a:schemeClr val="accent6">
                    <a:lumMod val="50000"/>
                  </a:schemeClr>
                </a:solidFill>
              </a:rPr>
              <a:t>Методики и типичные ошибки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Оценка качества получаемых моделей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Применение пространственных моделей белков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</a:rPr>
              <a:t>Выводы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62497" y="287339"/>
            <a:ext cx="77771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План доклада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1384" y="908050"/>
            <a:ext cx="8229600" cy="2808288"/>
          </a:xfrm>
        </p:spPr>
        <p:txBody>
          <a:bodyPr/>
          <a:lstStyle/>
          <a:p>
            <a:pPr eaLnBrk="1" hangingPunct="1">
              <a:buFont typeface="+mj-lt"/>
              <a:buAutoNum type="arabicPeriod"/>
              <a:defRPr/>
            </a:pPr>
            <a:r>
              <a:rPr lang="ru-RU" sz="2400" dirty="0"/>
              <a:t>«Догма» молекулярной биофизики: </a:t>
            </a:r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endParaRPr lang="ru-RU" sz="2400" dirty="0"/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/>
              <a:t>Дизайн новых лекарственных препаратов </a:t>
            </a:r>
            <a:br>
              <a:rPr lang="ru-RU" sz="2400" dirty="0"/>
            </a:br>
            <a:r>
              <a:rPr lang="ru-RU" sz="2400" dirty="0"/>
              <a:t>с учётом структуры белка-«мишени»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/>
              <a:t>Биотехнология: химическая, пищевая, энергетическая отрасли — «потребители» информации о структуре белков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62497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Для чего нужна структура белков?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5" name="Shape 89"/>
          <p:cNvSpPr/>
          <p:nvPr/>
        </p:nvSpPr>
        <p:spPr>
          <a:xfrm>
            <a:off x="1055440" y="1445900"/>
            <a:ext cx="3600400" cy="33843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3FEC8D-E523-793C-CC3D-81D39AFE5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0"/>
            <a:ext cx="9048328" cy="647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88688E-B125-F080-2DC4-1043E7378659}"/>
              </a:ext>
            </a:extLst>
          </p:cNvPr>
          <p:cNvSpPr txBox="1"/>
          <p:nvPr/>
        </p:nvSpPr>
        <p:spPr>
          <a:xfrm rot="16200000">
            <a:off x="11047771" y="3135585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3D Molecular designs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6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62497" y="277179"/>
            <a:ext cx="849617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Структурные исследования белков: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фундаментальный и прикладной интерес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51383" y="1474624"/>
            <a:ext cx="9659415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5113" indent="-265113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kern="0" dirty="0">
                <a:solidFill>
                  <a:srgbClr val="C00000"/>
                </a:solidFill>
                <a:latin typeface="+mn-lt"/>
              </a:rPr>
              <a:t>Структуру определить намного сложнее, чем последовательность</a:t>
            </a:r>
            <a:br>
              <a:rPr lang="ru-RU" kern="0" dirty="0">
                <a:solidFill>
                  <a:srgbClr val="C00000"/>
                </a:solidFill>
                <a:latin typeface="+mn-lt"/>
              </a:rPr>
            </a:br>
            <a:r>
              <a:rPr lang="ru-RU" sz="1600" i="1" kern="0" dirty="0">
                <a:solidFill>
                  <a:srgbClr val="0070C0"/>
                </a:solidFill>
                <a:latin typeface="+mn-lt"/>
              </a:rPr>
              <a:t>Число </a:t>
            </a:r>
            <a:r>
              <a:rPr lang="ru-RU" sz="1600" i="1" kern="0" dirty="0">
                <a:solidFill>
                  <a:srgbClr val="0070C0"/>
                </a:solidFill>
              </a:rPr>
              <a:t>последовательностей:</a:t>
            </a:r>
            <a:r>
              <a:rPr lang="ru-RU" sz="1600" kern="0" dirty="0"/>
              <a:t> </a:t>
            </a:r>
            <a:r>
              <a:rPr lang="en-US" sz="1600" kern="0" dirty="0">
                <a:latin typeface="+mn-lt"/>
              </a:rPr>
              <a:t>570K</a:t>
            </a:r>
            <a:r>
              <a:rPr lang="ru-RU" sz="1600" kern="0" dirty="0">
                <a:latin typeface="+mn-lt"/>
              </a:rPr>
              <a:t> </a:t>
            </a:r>
            <a:r>
              <a:rPr lang="en-US" sz="1600" kern="0" dirty="0">
                <a:latin typeface="+mn-lt"/>
              </a:rPr>
              <a:t>/ 251M</a:t>
            </a:r>
            <a:r>
              <a:rPr 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(</a:t>
            </a:r>
            <a:r>
              <a:rPr lang="en-US" sz="1600" i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Swiss-</a:t>
            </a:r>
            <a:r>
              <a:rPr lang="en-US" sz="1600" i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Prot</a:t>
            </a:r>
            <a:r>
              <a:rPr lang="en-US" sz="1600" i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</a:t>
            </a:r>
            <a:r>
              <a:rPr lang="en-US" sz="1600" i="1" kern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TrEMBL</a:t>
            </a:r>
            <a:r>
              <a:rPr 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)</a:t>
            </a:r>
            <a:br>
              <a:rPr lang="en-US" sz="1600" kern="0" dirty="0">
                <a:latin typeface="+mn-lt"/>
              </a:rPr>
            </a:br>
            <a:r>
              <a:rPr lang="ru-RU" sz="1600" i="1" kern="0" dirty="0">
                <a:solidFill>
                  <a:srgbClr val="0070C0"/>
                </a:solidFill>
                <a:latin typeface="+mn-lt"/>
              </a:rPr>
              <a:t>Число </a:t>
            </a:r>
            <a:r>
              <a:rPr lang="en-US" sz="1600" i="1" kern="0" dirty="0">
                <a:solidFill>
                  <a:srgbClr val="0070C0"/>
                </a:solidFill>
                <a:latin typeface="+mn-lt"/>
              </a:rPr>
              <a:t>3D-</a:t>
            </a:r>
            <a:r>
              <a:rPr lang="ru-RU" sz="1600" i="1" kern="0" dirty="0">
                <a:solidFill>
                  <a:srgbClr val="0070C0"/>
                </a:solidFill>
              </a:rPr>
              <a:t>структур:</a:t>
            </a:r>
            <a:r>
              <a:rPr lang="ru-RU" sz="1600" kern="0" dirty="0"/>
              <a:t> </a:t>
            </a:r>
            <a:r>
              <a:rPr lang="ru-RU" sz="1600" kern="0" dirty="0">
                <a:latin typeface="+mn-lt"/>
              </a:rPr>
              <a:t>210</a:t>
            </a:r>
            <a:r>
              <a:rPr lang="en-US" sz="1600" kern="0" dirty="0">
                <a:latin typeface="+mn-lt"/>
              </a:rPr>
              <a:t>K</a:t>
            </a:r>
            <a:r>
              <a:rPr lang="ru-RU" sz="1600" kern="0" dirty="0">
                <a:latin typeface="+mn-lt"/>
              </a:rPr>
              <a:t> </a:t>
            </a:r>
            <a:r>
              <a:rPr lang="ru-RU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(</a:t>
            </a:r>
            <a:r>
              <a:rPr lang="en-US" sz="1600" i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PDB</a:t>
            </a:r>
            <a:r>
              <a:rPr lang="ru-RU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)</a:t>
            </a:r>
          </a:p>
          <a:p>
            <a:pPr marL="265113" indent="-265113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kern="0" dirty="0">
                <a:solidFill>
                  <a:srgbClr val="C00000"/>
                </a:solidFill>
                <a:latin typeface="+mn-lt"/>
              </a:rPr>
              <a:t>Возможности методов экспериментального определения структуры ограничены</a:t>
            </a:r>
            <a:endParaRPr lang="en-US" sz="2000" kern="0" dirty="0">
              <a:latin typeface="+mn-lt"/>
            </a:endParaRPr>
          </a:p>
          <a:p>
            <a:pPr marL="722313" lvl="1" indent="-265113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i="1" kern="0" dirty="0">
                <a:solidFill>
                  <a:srgbClr val="0070C0"/>
                </a:solidFill>
                <a:latin typeface="+mn-lt"/>
              </a:rPr>
              <a:t>РСА:</a:t>
            </a:r>
            <a:r>
              <a:rPr lang="ru-RU" sz="1600" kern="0" dirty="0">
                <a:latin typeface="+mn-lt"/>
              </a:rPr>
              <a:t> сложность получения кристалла</a:t>
            </a:r>
            <a:endParaRPr lang="en-US" sz="1600" kern="0" dirty="0">
              <a:latin typeface="+mn-lt"/>
            </a:endParaRPr>
          </a:p>
          <a:p>
            <a:pPr marL="722313" lvl="1" indent="-265113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i="1" kern="0" dirty="0">
                <a:solidFill>
                  <a:srgbClr val="0070C0"/>
                </a:solidFill>
                <a:latin typeface="+mn-lt"/>
              </a:rPr>
              <a:t>ЯМР:</a:t>
            </a:r>
            <a:r>
              <a:rPr lang="ru-RU" sz="1600" kern="0" dirty="0">
                <a:latin typeface="+mn-lt"/>
              </a:rPr>
              <a:t> ограниченный размер молекулы, проблемы анализа спектров</a:t>
            </a:r>
            <a:endParaRPr lang="en-US" sz="1600" kern="0" dirty="0">
              <a:latin typeface="+mn-lt"/>
            </a:endParaRPr>
          </a:p>
          <a:p>
            <a:pPr marL="722313" lvl="1" indent="-265113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i="1" kern="0" dirty="0">
                <a:solidFill>
                  <a:srgbClr val="0070C0"/>
                </a:solidFill>
                <a:latin typeface="+mn-lt"/>
              </a:rPr>
              <a:t>Крио-ЭМ:</a:t>
            </a:r>
            <a:r>
              <a:rPr lang="ru-RU" sz="1600" kern="0" dirty="0">
                <a:latin typeface="+mn-lt"/>
              </a:rPr>
              <a:t> новый, дорогой метод</a:t>
            </a:r>
          </a:p>
          <a:p>
            <a:pPr marL="265113" indent="-265113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kern="0" dirty="0">
                <a:solidFill>
                  <a:srgbClr val="0070C0"/>
                </a:solidFill>
                <a:latin typeface="+mn-lt"/>
              </a:rPr>
              <a:t>Структурные исследования:</a:t>
            </a:r>
            <a:r>
              <a:rPr lang="ru-RU" kern="0" dirty="0">
                <a:latin typeface="+mn-lt"/>
              </a:rPr>
              <a:t> высокие затраты денег и ресурсов</a:t>
            </a:r>
            <a:endParaRPr lang="en-US" sz="2000" kern="0" dirty="0">
              <a:latin typeface="+mn-lt"/>
            </a:endParaRPr>
          </a:p>
          <a:p>
            <a:pPr>
              <a:spcBef>
                <a:spcPct val="20000"/>
              </a:spcBef>
              <a:defRPr/>
            </a:pPr>
            <a:endParaRPr lang="ru-RU" sz="1000" kern="0" dirty="0">
              <a:solidFill>
                <a:srgbClr val="FFE091"/>
              </a:solidFill>
              <a:latin typeface="+mn-lt"/>
            </a:endParaRPr>
          </a:p>
          <a:p>
            <a:pPr>
              <a:spcBef>
                <a:spcPct val="20000"/>
              </a:spcBef>
              <a:defRPr/>
            </a:pPr>
            <a:r>
              <a:rPr lang="ru-RU" sz="2000" i="1" kern="0" dirty="0">
                <a:solidFill>
                  <a:srgbClr val="C00000"/>
                </a:solidFill>
                <a:latin typeface="+mn-lt"/>
              </a:rPr>
              <a:t>Возможный выход:</a:t>
            </a:r>
            <a:r>
              <a:rPr lang="ru-RU" sz="2000" kern="0" dirty="0">
                <a:latin typeface="+mn-lt"/>
              </a:rPr>
              <a:t> </a:t>
            </a:r>
            <a:r>
              <a:rPr lang="ru-RU" sz="1900" kern="0" dirty="0">
                <a:latin typeface="+mn-lt"/>
              </a:rPr>
              <a:t>теоретическое предсказание структуры</a:t>
            </a:r>
          </a:p>
          <a:p>
            <a:pPr marL="265113">
              <a:spcBef>
                <a:spcPct val="20000"/>
              </a:spcBef>
              <a:defRPr/>
            </a:pPr>
            <a:r>
              <a:rPr lang="ru-RU" sz="1900" kern="0" dirty="0">
                <a:solidFill>
                  <a:srgbClr val="0B592E"/>
                </a:solidFill>
                <a:latin typeface="+mn-lt"/>
                <a:sym typeface="Wingdings"/>
              </a:rPr>
              <a:t></a:t>
            </a:r>
            <a:r>
              <a:rPr lang="en-US" sz="1900" kern="0" dirty="0">
                <a:solidFill>
                  <a:srgbClr val="0B592E"/>
                </a:solidFill>
                <a:latin typeface="+mn-lt"/>
                <a:sym typeface="Wingdings"/>
              </a:rPr>
              <a:t> </a:t>
            </a:r>
            <a:r>
              <a:rPr lang="ru-RU" sz="1900" kern="0" dirty="0">
                <a:solidFill>
                  <a:srgbClr val="0B592E"/>
                </a:solidFill>
                <a:latin typeface="+mn-lt"/>
                <a:sym typeface="Wingdings"/>
              </a:rPr>
              <a:t>Высокая скорость, низкая трудоёмкость</a:t>
            </a:r>
          </a:p>
          <a:p>
            <a:pPr marL="265113">
              <a:spcBef>
                <a:spcPct val="20000"/>
              </a:spcBef>
              <a:defRPr/>
            </a:pPr>
            <a:r>
              <a:rPr lang="ru-RU" sz="1900" kern="0" dirty="0">
                <a:solidFill>
                  <a:srgbClr val="C00000"/>
                </a:solidFill>
                <a:latin typeface="+mn-lt"/>
                <a:sym typeface="Wingdings"/>
              </a:rPr>
              <a:t> Не всегда удовлетворительное «качество» моделей</a:t>
            </a:r>
            <a:endParaRPr lang="ru-RU" sz="1900" kern="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992314" y="6367309"/>
            <a:ext cx="8136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992313" y="6367309"/>
            <a:ext cx="1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807969" y="6367309"/>
            <a:ext cx="1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0128449" y="6367309"/>
            <a:ext cx="1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0034" y="6522285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10 атомов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5920" y="6566983"/>
            <a:ext cx="1056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10</a:t>
            </a:r>
            <a:r>
              <a:rPr lang="en-US" sz="1200" baseline="30000" dirty="0">
                <a:latin typeface="+mj-lt"/>
              </a:rPr>
              <a:t>3÷4</a:t>
            </a:r>
            <a:r>
              <a:rPr lang="ru-RU" sz="1200" dirty="0">
                <a:latin typeface="+mj-lt"/>
              </a:rPr>
              <a:t> атомов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4403" y="6566983"/>
            <a:ext cx="1056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10</a:t>
            </a:r>
            <a:r>
              <a:rPr lang="en-US" sz="1200" baseline="30000" dirty="0">
                <a:latin typeface="+mj-lt"/>
              </a:rPr>
              <a:t>4</a:t>
            </a:r>
            <a:r>
              <a:rPr lang="ru-RU" sz="1200" baseline="30000" dirty="0">
                <a:latin typeface="+mj-lt"/>
              </a:rPr>
              <a:t>÷</a:t>
            </a:r>
            <a:r>
              <a:rPr lang="en-US" sz="1200" baseline="30000" dirty="0">
                <a:latin typeface="+mj-lt"/>
              </a:rPr>
              <a:t>5</a:t>
            </a:r>
            <a:r>
              <a:rPr lang="ru-RU" sz="1200" dirty="0">
                <a:latin typeface="+mj-lt"/>
              </a:rPr>
              <a:t> атомов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1" y="5905645"/>
            <a:ext cx="2279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i="1" dirty="0">
                <a:solidFill>
                  <a:srgbClr val="7030A0"/>
                </a:solidFill>
                <a:latin typeface="+mj-lt"/>
              </a:rPr>
              <a:t>Полуэмпирические методы</a:t>
            </a:r>
            <a:endParaRPr lang="en-US" sz="1200" b="1" i="1" dirty="0">
              <a:solidFill>
                <a:srgbClr val="7030A0"/>
              </a:solidFill>
              <a:latin typeface="+mj-lt"/>
            </a:endParaRPr>
          </a:p>
          <a:p>
            <a:r>
              <a:rPr lang="en-US" sz="1200" b="1" i="1" dirty="0">
                <a:solidFill>
                  <a:srgbClr val="7030A0"/>
                </a:solidFill>
                <a:latin typeface="+mj-lt"/>
              </a:rPr>
              <a:t>(</a:t>
            </a:r>
            <a:r>
              <a:rPr lang="en-US" sz="1200" b="1" i="1" dirty="0" err="1">
                <a:solidFill>
                  <a:srgbClr val="7030A0"/>
                </a:solidFill>
                <a:latin typeface="+mj-lt"/>
              </a:rPr>
              <a:t>ab</a:t>
            </a:r>
            <a:r>
              <a:rPr lang="en-US" sz="1200" b="1" i="1" dirty="0">
                <a:solidFill>
                  <a:srgbClr val="7030A0"/>
                </a:solidFill>
                <a:latin typeface="+mj-lt"/>
              </a:rPr>
              <a:t> initio)</a:t>
            </a:r>
            <a:endParaRPr lang="ru-RU" sz="1200" b="1" i="1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31904" y="5905645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i="1" dirty="0">
                <a:solidFill>
                  <a:srgbClr val="00B050"/>
                </a:solidFill>
                <a:latin typeface="+mj-lt"/>
              </a:rPr>
              <a:t>Молекулярная</a:t>
            </a:r>
          </a:p>
          <a:p>
            <a:pPr algn="ctr"/>
            <a:r>
              <a:rPr lang="ru-RU" sz="1200" b="1" i="1" dirty="0">
                <a:solidFill>
                  <a:srgbClr val="00B050"/>
                </a:solidFill>
                <a:latin typeface="+mj-lt"/>
              </a:rPr>
              <a:t>динамика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5905645"/>
            <a:ext cx="1664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i="1" dirty="0">
                <a:solidFill>
                  <a:srgbClr val="C00000"/>
                </a:solidFill>
                <a:latin typeface="+mj-lt"/>
              </a:rPr>
              <a:t>Сопоставительное</a:t>
            </a:r>
          </a:p>
          <a:p>
            <a:pPr algn="r"/>
            <a:r>
              <a:rPr lang="ru-RU" sz="1200" b="1" i="1" dirty="0">
                <a:solidFill>
                  <a:srgbClr val="C00000"/>
                </a:solidFill>
                <a:latin typeface="+mj-lt"/>
              </a:rPr>
              <a:t>моделирование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E71BE478-A54F-105D-906F-7E3EEAC38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798" y="4652135"/>
            <a:ext cx="1868140" cy="148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DDD8B1-2CD9-7B6C-E829-33A224D4F3F2}"/>
              </a:ext>
            </a:extLst>
          </p:cNvPr>
          <p:cNvSpPr txBox="1"/>
          <p:nvPr/>
        </p:nvSpPr>
        <p:spPr>
          <a:xfrm>
            <a:off x="10509313" y="4252216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AlphaFold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9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384" y="1341439"/>
            <a:ext cx="9145016" cy="5400675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ru-RU" altLang="ru-RU" sz="2400" dirty="0"/>
              <a:t>Анализируют только а</a:t>
            </a:r>
            <a:r>
              <a:rPr lang="en-US" altLang="ru-RU" sz="2400" dirty="0"/>
              <a:t>/</a:t>
            </a:r>
            <a:r>
              <a:rPr lang="ru-RU" altLang="ru-RU" sz="2400" dirty="0"/>
              <a:t>к последовательность белка, пренебрегают взаимодействием между боковыми группами</a:t>
            </a:r>
            <a:endParaRPr lang="en-US" altLang="ru-RU" sz="2400" dirty="0"/>
          </a:p>
          <a:p>
            <a:pPr marL="0" indent="0">
              <a:lnSpc>
                <a:spcPct val="90000"/>
              </a:lnSpc>
              <a:buNone/>
            </a:pPr>
            <a:endParaRPr lang="ru-RU" altLang="ru-RU" sz="1200" dirty="0"/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1800" i="1" dirty="0"/>
              <a:t>Что можно делать</a:t>
            </a:r>
            <a:r>
              <a:rPr lang="en-US" altLang="ru-RU" sz="1800" i="1" dirty="0"/>
              <a:t>:</a:t>
            </a:r>
            <a:endParaRPr lang="ru-RU" altLang="ru-RU" sz="1800" i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800" dirty="0"/>
              <a:t>Вычислять физико-химические параметры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800" dirty="0"/>
              <a:t>Предсказывать продукты расщепления протеазами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800" dirty="0"/>
              <a:t>Гидрофобные, гидрофильные участки</a:t>
            </a:r>
            <a:r>
              <a:rPr lang="en-US" altLang="ru-RU" sz="1800" dirty="0"/>
              <a:t>: </a:t>
            </a:r>
            <a:r>
              <a:rPr lang="ru-RU" altLang="ru-RU" sz="1800" dirty="0"/>
              <a:t>например, трансмембранные сегменты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800" dirty="0"/>
              <a:t>Пост-трансляционные модификации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800" dirty="0"/>
              <a:t>Функциональные домены, принадлежность к функциональным семействам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ru-RU" altLang="ru-RU" sz="1600" dirty="0"/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1600" i="1" dirty="0"/>
              <a:t>…и где: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ru-RU" sz="1600" dirty="0" err="1"/>
              <a:t>ExPASy</a:t>
            </a:r>
            <a:r>
              <a:rPr lang="en-US" altLang="ru-RU" sz="1600" dirty="0"/>
              <a:t> – </a:t>
            </a:r>
            <a:r>
              <a:rPr lang="ru-RU" altLang="ru-RU" sz="1600" dirty="0" err="1"/>
              <a:t>протеомика</a:t>
            </a:r>
            <a:br>
              <a:rPr lang="ru-RU" altLang="ru-RU" sz="1600" dirty="0"/>
            </a:br>
            <a:r>
              <a:rPr lang="en-US" altLang="ru-RU" sz="1600" dirty="0">
                <a:hlinkClick r:id="rId3"/>
              </a:rPr>
              <a:t>http://www.expasy.ch</a:t>
            </a:r>
            <a:endParaRPr lang="en-US" altLang="ru-RU" sz="16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ru-RU" sz="1600" dirty="0"/>
              <a:t>European Bioinformatic Institute (EBI) –</a:t>
            </a:r>
            <a:r>
              <a:rPr lang="ru-RU" altLang="ru-RU" sz="1600" dirty="0"/>
              <a:t> многочисленные базы и инструменты</a:t>
            </a:r>
            <a:br>
              <a:rPr lang="en-US" altLang="ru-RU" sz="1600" dirty="0"/>
            </a:br>
            <a:r>
              <a:rPr lang="en-US" altLang="ru-RU" sz="1600" dirty="0">
                <a:hlinkClick r:id="rId4"/>
              </a:rPr>
              <a:t>https://www.ebi.ac.uk/services</a:t>
            </a:r>
            <a:r>
              <a:rPr lang="en-US" altLang="ru-RU" sz="1600" dirty="0"/>
              <a:t>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ru-RU" sz="1600" dirty="0"/>
              <a:t>CBS Prediction Servers – </a:t>
            </a:r>
            <a:r>
              <a:rPr lang="ru-RU" altLang="ru-RU" sz="1600" dirty="0"/>
              <a:t>локализация, пост-трансляционные модификации…</a:t>
            </a:r>
            <a:br>
              <a:rPr lang="ru-RU" altLang="ru-RU" sz="1600" dirty="0"/>
            </a:br>
            <a:r>
              <a:rPr lang="en-US" altLang="ru-RU" sz="1600" dirty="0">
                <a:hlinkClick r:id="rId5"/>
              </a:rPr>
              <a:t>http://www.cbs.dtu.dk/services</a:t>
            </a:r>
            <a:r>
              <a:rPr lang="ru-RU" altLang="ru-RU" sz="1600" dirty="0"/>
              <a:t> </a:t>
            </a:r>
            <a:endParaRPr lang="en-US" altLang="ru-RU" sz="16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ru-RU" altLang="ru-RU" sz="1600" dirty="0"/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87339"/>
            <a:ext cx="77771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Компьютерный анализ а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последовательностей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24759" y="0"/>
            <a:ext cx="32672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Анализ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1258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9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631106"/>
              </p:ext>
            </p:extLst>
          </p:nvPr>
        </p:nvGraphicFramePr>
        <p:xfrm>
          <a:off x="695400" y="980728"/>
          <a:ext cx="3837432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1533333" imgH="6276190" progId="Paint.Picture">
                  <p:embed/>
                </p:oleObj>
              </mc:Choice>
              <mc:Fallback>
                <p:oleObj name="Bitmap Image" r:id="rId3" imgW="11533333" imgH="6276190" progId="Paint.Picture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00" y="980728"/>
                        <a:ext cx="3837432" cy="208823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23392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Предсказание свойств белка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95399" y="3231150"/>
            <a:ext cx="3633623" cy="1782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ProtParam</a:t>
            </a:r>
            <a:endParaRPr lang="ru-RU" altLang="ru-RU" sz="2400" i="1" dirty="0">
              <a:latin typeface="+mn-lt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Молекулярная масса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Аминокислотный состав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Теоретическая </a:t>
            </a:r>
            <a:r>
              <a:rPr lang="en-US" altLang="ru-RU" sz="1400" dirty="0" err="1">
                <a:latin typeface="+mj-lt"/>
              </a:rPr>
              <a:t>pI</a:t>
            </a:r>
            <a:endParaRPr lang="en-US" altLang="ru-RU" sz="1400" dirty="0">
              <a:latin typeface="+mj-lt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Коэффициент экстинкции при 280 </a:t>
            </a:r>
            <a:r>
              <a:rPr lang="ru-RU" altLang="ru-RU" sz="1400" dirty="0" err="1">
                <a:latin typeface="+mj-lt"/>
              </a:rPr>
              <a:t>нм</a:t>
            </a:r>
            <a:endParaRPr lang="en-US" altLang="ru-RU" sz="1400" dirty="0">
              <a:latin typeface="+mj-lt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Период полураспада в организме</a:t>
            </a:r>
            <a:endParaRPr lang="en-US" altLang="ru-RU" sz="1400" dirty="0">
              <a:latin typeface="+mj-lt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Алифатический индекс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Гидрофильность </a:t>
            </a:r>
            <a:r>
              <a:rPr lang="en-US" altLang="ru-RU" sz="1400" dirty="0">
                <a:latin typeface="+mj-lt"/>
              </a:rPr>
              <a:t>/</a:t>
            </a:r>
            <a:r>
              <a:rPr lang="ru-RU" altLang="ru-RU" sz="1400" dirty="0">
                <a:latin typeface="+mj-lt"/>
              </a:rPr>
              <a:t> гидрофобность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5" y="980729"/>
            <a:ext cx="3158071" cy="2088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99856" y="3231150"/>
            <a:ext cx="309682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2400" i="1" dirty="0" err="1">
                <a:solidFill>
                  <a:srgbClr val="CF543F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</a:rPr>
              <a:t>PeptideMass</a:t>
            </a:r>
            <a:endParaRPr lang="en-US" altLang="ru-RU" sz="1400" dirty="0">
              <a:latin typeface="+mj-lt"/>
            </a:endParaRPr>
          </a:p>
          <a:p>
            <a:r>
              <a:rPr lang="ru-RU" altLang="ru-RU" sz="1400" dirty="0">
                <a:latin typeface="+mj-lt"/>
              </a:rPr>
              <a:t>Можно учитывать или не учитывать </a:t>
            </a:r>
            <a:r>
              <a:rPr lang="ru-RU" altLang="ru-RU" sz="1400" dirty="0" err="1">
                <a:latin typeface="+mj-lt"/>
              </a:rPr>
              <a:t>посттрансляционные</a:t>
            </a:r>
            <a:r>
              <a:rPr lang="ru-RU" altLang="ru-RU" sz="1400" dirty="0">
                <a:latin typeface="+mj-lt"/>
              </a:rPr>
              <a:t> модификации для белков из </a:t>
            </a:r>
            <a:r>
              <a:rPr lang="en-US" altLang="ru-RU" sz="1400" dirty="0">
                <a:latin typeface="+mj-lt"/>
              </a:rPr>
              <a:t>Swiss-</a:t>
            </a:r>
            <a:r>
              <a:rPr lang="en-US" altLang="ru-RU" sz="1400" dirty="0" err="1">
                <a:latin typeface="+mj-lt"/>
              </a:rPr>
              <a:t>Prot</a:t>
            </a:r>
            <a:r>
              <a:rPr lang="en-US" altLang="ru-RU" sz="1400" dirty="0">
                <a:latin typeface="+mj-lt"/>
              </a:rPr>
              <a:t>, </a:t>
            </a:r>
            <a:r>
              <a:rPr lang="ru-RU" altLang="ru-RU" sz="1400" dirty="0">
                <a:latin typeface="+mj-lt"/>
              </a:rPr>
              <a:t>а также полиморфизмы</a:t>
            </a:r>
            <a:r>
              <a:rPr lang="en-US" altLang="ru-RU" sz="1400" dirty="0">
                <a:latin typeface="+mj-lt"/>
              </a:rPr>
              <a:t> </a:t>
            </a:r>
            <a:r>
              <a:rPr lang="ru-RU" altLang="ru-RU" sz="1400" dirty="0">
                <a:latin typeface="+mj-lt"/>
              </a:rPr>
              <a:t>и </a:t>
            </a:r>
            <a:r>
              <a:rPr lang="ru-RU" altLang="ru-RU" sz="1400" dirty="0" err="1">
                <a:latin typeface="+mj-lt"/>
              </a:rPr>
              <a:t>изоформы</a:t>
            </a:r>
            <a:endParaRPr lang="ru-RU" altLang="ru-RU" sz="1400" dirty="0">
              <a:latin typeface="+mj-lt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65851"/>
              </p:ext>
            </p:extLst>
          </p:nvPr>
        </p:nvGraphicFramePr>
        <p:xfrm>
          <a:off x="8435831" y="980728"/>
          <a:ext cx="3096820" cy="2088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11228571" imgH="7571429" progId="Paint.Picture">
                  <p:embed/>
                </p:oleObj>
              </mc:Choice>
              <mc:Fallback>
                <p:oleObj name="Bitmap Image" r:id="rId6" imgW="11228571" imgH="7571429" progId="Paint.Picture">
                  <p:embed/>
                  <p:pic>
                    <p:nvPicPr>
                      <p:cNvPr id="15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5831" y="980728"/>
                        <a:ext cx="3096820" cy="2088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07269" y="3231150"/>
            <a:ext cx="3096820" cy="2049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2400" i="1" dirty="0">
                <a:solidFill>
                  <a:srgbClr val="CF543F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</a:rPr>
              <a:t>Предсказание ТМ-сегментов</a:t>
            </a:r>
            <a:endParaRPr lang="en-US" altLang="ru-RU" sz="14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Десятки а</a:t>
            </a:r>
            <a:r>
              <a:rPr lang="en-US" altLang="ru-RU" sz="1400" dirty="0">
                <a:latin typeface="+mj-lt"/>
              </a:rPr>
              <a:t>/</a:t>
            </a:r>
            <a:r>
              <a:rPr lang="ru-RU" altLang="ru-RU" sz="1400" dirty="0">
                <a:latin typeface="+mj-lt"/>
              </a:rPr>
              <a:t>к шкал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Топология межсегментных участков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Различные алгоритмы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Десятки серверов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altLang="ru-RU" sz="1400" dirty="0">
              <a:latin typeface="+mj-lt"/>
            </a:endParaRPr>
          </a:p>
        </p:txBody>
      </p:sp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8710829" y="5383088"/>
            <a:ext cx="1810881" cy="1358280"/>
            <a:chOff x="979" y="1008"/>
            <a:chExt cx="3801" cy="2851"/>
          </a:xfrm>
        </p:grpSpPr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" y="1008"/>
              <a:ext cx="3801" cy="28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4337" y="3574"/>
              <a:ext cx="154" cy="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V="1">
              <a:off x="4127" y="3576"/>
              <a:ext cx="163" cy="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3160" y="3577"/>
              <a:ext cx="183" cy="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3802" y="3581"/>
              <a:ext cx="176" cy="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3546" y="3573"/>
              <a:ext cx="155" cy="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2907" y="3581"/>
              <a:ext cx="156" cy="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2386" y="3581"/>
              <a:ext cx="156" cy="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2025" y="3581"/>
              <a:ext cx="156" cy="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1705" y="3581"/>
              <a:ext cx="156" cy="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1610" y="1706"/>
              <a:ext cx="29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4AF5A8B-3D37-46A8-8011-347BB1FA1C77}"/>
              </a:ext>
            </a:extLst>
          </p:cNvPr>
          <p:cNvSpPr txBox="1"/>
          <p:nvPr/>
        </p:nvSpPr>
        <p:spPr>
          <a:xfrm>
            <a:off x="8924759" y="0"/>
            <a:ext cx="32672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Анализ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118938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62497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доменов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51384" y="980729"/>
            <a:ext cx="10225136" cy="514543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ru-RU" altLang="ru-RU" sz="2400" dirty="0"/>
              <a:t>Домен – независимая единица в белке: </a:t>
            </a:r>
            <a:br>
              <a:rPr lang="ru-RU" altLang="ru-RU" sz="2400" dirty="0"/>
            </a:br>
            <a:r>
              <a:rPr lang="ru-RU" altLang="ru-RU" sz="2400" dirty="0"/>
              <a:t>структурно, функционально, эволюционно</a:t>
            </a:r>
          </a:p>
          <a:p>
            <a:pPr>
              <a:lnSpc>
                <a:spcPct val="80000"/>
              </a:lnSpc>
            </a:pPr>
            <a:r>
              <a:rPr lang="ru-RU" altLang="ru-RU" sz="2000" dirty="0"/>
              <a:t>Как правило, каждый домен играет свою роль в функции белка (связывает ион или ДНК, содержит активный сайт и т.п.)</a:t>
            </a:r>
          </a:p>
          <a:p>
            <a:pPr>
              <a:lnSpc>
                <a:spcPct val="80000"/>
              </a:lnSpc>
            </a:pPr>
            <a:r>
              <a:rPr lang="ru-RU" altLang="ru-RU" sz="2000" dirty="0"/>
              <a:t>Только небольшая часть известных доменов была изучена экспериментально, остальные описаны как сходные части гомологичных белков</a:t>
            </a:r>
          </a:p>
          <a:p>
            <a:pPr>
              <a:lnSpc>
                <a:spcPct val="80000"/>
              </a:lnSpc>
            </a:pPr>
            <a:r>
              <a:rPr lang="ru-RU" altLang="ru-RU" sz="2000" dirty="0"/>
              <a:t>Очень сложно четко определить домен и его границы =</a:t>
            </a:r>
            <a:r>
              <a:rPr lang="en-US" altLang="ru-RU" sz="2000" dirty="0"/>
              <a:t>&gt; </a:t>
            </a:r>
            <a:r>
              <a:rPr lang="ru-RU" altLang="ru-RU" sz="2000" dirty="0"/>
              <a:t>существует много подходов и различных доменных коллекций</a:t>
            </a:r>
            <a:r>
              <a:rPr lang="en-US" altLang="ru-RU" sz="2000" dirty="0"/>
              <a:t>:</a:t>
            </a:r>
          </a:p>
          <a:p>
            <a:pPr lvl="1">
              <a:lnSpc>
                <a:spcPct val="80000"/>
              </a:lnSpc>
            </a:pPr>
            <a:r>
              <a:rPr lang="ru-RU" altLang="ru-RU" sz="1800" dirty="0"/>
              <a:t>1980</a:t>
            </a:r>
            <a:r>
              <a:rPr lang="en-US" altLang="ru-RU" sz="1800" dirty="0"/>
              <a:t>-</a:t>
            </a:r>
            <a:r>
              <a:rPr lang="ru-RU" altLang="ru-RU" sz="1800" dirty="0"/>
              <a:t>е</a:t>
            </a:r>
            <a:r>
              <a:rPr lang="en-US" altLang="ru-RU" sz="1800" dirty="0"/>
              <a:t>:</a:t>
            </a:r>
            <a:r>
              <a:rPr lang="ru-RU" altLang="ru-RU" sz="1800" dirty="0"/>
              <a:t> PROSITE: ручная выборка паттернов в белках, определяющих функцию</a:t>
            </a:r>
          </a:p>
          <a:p>
            <a:pPr lvl="1">
              <a:lnSpc>
                <a:spcPct val="80000"/>
              </a:lnSpc>
            </a:pPr>
            <a:r>
              <a:rPr lang="ru-RU" altLang="ru-RU" sz="1800" dirty="0"/>
              <a:t>1987</a:t>
            </a:r>
            <a:r>
              <a:rPr lang="en-US" altLang="ru-RU" sz="1800" dirty="0"/>
              <a:t>:</a:t>
            </a:r>
            <a:r>
              <a:rPr lang="ru-RU" altLang="ru-RU" sz="1800" dirty="0"/>
              <a:t> доменный </a:t>
            </a:r>
            <a:r>
              <a:rPr lang="ru-RU" altLang="ru-RU" sz="1800" dirty="0" err="1"/>
              <a:t>профайл</a:t>
            </a:r>
            <a:r>
              <a:rPr lang="ru-RU" altLang="ru-RU" sz="1800" dirty="0"/>
              <a:t> (</a:t>
            </a:r>
            <a:r>
              <a:rPr lang="ru-RU" altLang="ru-RU" sz="1800" dirty="0" err="1"/>
              <a:t>Gribskov</a:t>
            </a:r>
            <a:r>
              <a:rPr lang="ru-RU" altLang="ru-RU" sz="1800" dirty="0"/>
              <a:t>):</a:t>
            </a:r>
          </a:p>
          <a:p>
            <a:pPr lvl="1">
              <a:lnSpc>
                <a:spcPct val="80000"/>
              </a:lnSpc>
            </a:pPr>
            <a:r>
              <a:rPr lang="ru-RU" altLang="ru-RU" sz="1800" dirty="0" err="1"/>
              <a:t>position</a:t>
            </a:r>
            <a:r>
              <a:rPr lang="ru-RU" altLang="ru-RU" sz="1800" dirty="0"/>
              <a:t> </a:t>
            </a:r>
            <a:r>
              <a:rPr lang="ru-RU" altLang="ru-RU" sz="1800" dirty="0" err="1"/>
              <a:t>specific</a:t>
            </a:r>
            <a:r>
              <a:rPr lang="ru-RU" altLang="ru-RU" sz="1800" dirty="0"/>
              <a:t> </a:t>
            </a:r>
            <a:r>
              <a:rPr lang="ru-RU" altLang="ru-RU" sz="1800" dirty="0" err="1"/>
              <a:t>scoring</a:t>
            </a:r>
            <a:r>
              <a:rPr lang="ru-RU" altLang="ru-RU" sz="1800" dirty="0"/>
              <a:t> </a:t>
            </a:r>
            <a:r>
              <a:rPr lang="ru-RU" altLang="ru-RU" sz="1800" dirty="0" err="1"/>
              <a:t>schema</a:t>
            </a:r>
            <a:r>
              <a:rPr lang="ru-RU" altLang="ru-RU" sz="1800" dirty="0"/>
              <a:t> – это вероятность для каждой аминокислоты находиться в данной позиции домена</a:t>
            </a:r>
          </a:p>
          <a:p>
            <a:pPr lvl="1">
              <a:lnSpc>
                <a:spcPct val="80000"/>
              </a:lnSpc>
            </a:pPr>
            <a:r>
              <a:rPr lang="ru-RU" altLang="ru-RU" sz="1800" dirty="0"/>
              <a:t>начало 1990</a:t>
            </a:r>
            <a:r>
              <a:rPr lang="en-US" altLang="ru-RU" sz="1800" dirty="0"/>
              <a:t>-</a:t>
            </a:r>
            <a:r>
              <a:rPr lang="ru-RU" altLang="ru-RU" sz="1800" dirty="0"/>
              <a:t>х</a:t>
            </a:r>
            <a:r>
              <a:rPr lang="en-US" altLang="ru-RU" sz="1800" dirty="0"/>
              <a:t>:</a:t>
            </a:r>
            <a:r>
              <a:rPr lang="ru-RU" altLang="ru-RU" sz="1800" dirty="0"/>
              <a:t> </a:t>
            </a:r>
            <a:r>
              <a:rPr lang="ru-RU" altLang="ru-RU" sz="1800" dirty="0" err="1"/>
              <a:t>BLOCKs</a:t>
            </a:r>
            <a:r>
              <a:rPr lang="ru-RU" altLang="ru-RU" sz="1800" dirty="0"/>
              <a:t>, </a:t>
            </a:r>
            <a:r>
              <a:rPr lang="ru-RU" altLang="ru-RU" sz="1800" dirty="0" err="1"/>
              <a:t>PRINTs</a:t>
            </a:r>
            <a:r>
              <a:rPr lang="ru-RU" altLang="ru-RU" sz="1800" dirty="0"/>
              <a:t>, </a:t>
            </a:r>
            <a:r>
              <a:rPr lang="ru-RU" altLang="ru-RU" sz="1800" dirty="0" err="1"/>
              <a:t>Prodom</a:t>
            </a:r>
            <a:r>
              <a:rPr lang="ru-RU" altLang="ru-RU" sz="1800" dirty="0"/>
              <a:t>…</a:t>
            </a:r>
          </a:p>
          <a:p>
            <a:pPr lvl="1">
              <a:lnSpc>
                <a:spcPct val="80000"/>
              </a:lnSpc>
            </a:pPr>
            <a:r>
              <a:rPr lang="ru-RU" altLang="ru-RU" sz="1800" dirty="0" err="1"/>
              <a:t>PfamA</a:t>
            </a:r>
            <a:r>
              <a:rPr lang="en-US" altLang="ru-RU" sz="1800" dirty="0"/>
              <a:t>:</a:t>
            </a:r>
            <a:r>
              <a:rPr lang="ru-RU" altLang="ru-RU" sz="1800" dirty="0"/>
              <a:t> коллекция </a:t>
            </a:r>
            <a:r>
              <a:rPr lang="ru-RU" altLang="ru-RU" sz="1800" dirty="0" err="1"/>
              <a:t>профайлов</a:t>
            </a:r>
            <a:r>
              <a:rPr lang="ru-RU" altLang="ru-RU" sz="1800" dirty="0"/>
              <a:t>, курированная вручную (сейчас также использует HMM)</a:t>
            </a:r>
            <a:endParaRPr lang="en-US" altLang="ru-RU" sz="1800" dirty="0"/>
          </a:p>
          <a:p>
            <a:pPr>
              <a:lnSpc>
                <a:spcPct val="80000"/>
              </a:lnSpc>
            </a:pPr>
            <a:r>
              <a:rPr lang="ru-RU" altLang="ru-RU" sz="2400" dirty="0"/>
              <a:t>Сервера:</a:t>
            </a:r>
          </a:p>
          <a:p>
            <a:pPr lvl="1">
              <a:lnSpc>
                <a:spcPct val="80000"/>
              </a:lnSpc>
            </a:pPr>
            <a:r>
              <a:rPr lang="en-US" altLang="ru-RU" sz="1800" dirty="0" err="1"/>
              <a:t>InterProScan</a:t>
            </a:r>
            <a:r>
              <a:rPr lang="ru-RU" altLang="ru-RU" sz="1800" dirty="0"/>
              <a:t>: </a:t>
            </a:r>
            <a:r>
              <a:rPr lang="en-US" altLang="ru-RU" sz="1800" dirty="0">
                <a:hlinkClick r:id="rId3"/>
              </a:rPr>
              <a:t>http://www.ebi.ac.uk/InterProScan</a:t>
            </a:r>
            <a:endParaRPr lang="en-US" altLang="ru-RU" sz="1800" dirty="0"/>
          </a:p>
          <a:p>
            <a:pPr lvl="1">
              <a:lnSpc>
                <a:spcPct val="80000"/>
              </a:lnSpc>
            </a:pPr>
            <a:r>
              <a:rPr lang="en-US" altLang="ru-RU" sz="1800" dirty="0"/>
              <a:t>CD (Conserved Domain) server (NCBI)</a:t>
            </a:r>
            <a:r>
              <a:rPr lang="ru-RU" altLang="ru-RU" sz="1800" dirty="0"/>
              <a:t>: </a:t>
            </a:r>
            <a:r>
              <a:rPr lang="en-US" altLang="ru-RU" sz="1800" dirty="0">
                <a:hlinkClick r:id="rId4"/>
              </a:rPr>
              <a:t>http://www.ncbi.nlm.nih.gov/Structure/cdd</a:t>
            </a:r>
            <a:r>
              <a:rPr lang="ru-RU" altLang="ru-RU" sz="1800" dirty="0"/>
              <a:t> </a:t>
            </a:r>
            <a:endParaRPr lang="en-US" altLang="ru-RU" sz="1800" dirty="0"/>
          </a:p>
          <a:p>
            <a:pPr lvl="1">
              <a:lnSpc>
                <a:spcPct val="80000"/>
              </a:lnSpc>
            </a:pPr>
            <a:r>
              <a:rPr lang="en-US" altLang="ru-RU" sz="1800" dirty="0" err="1"/>
              <a:t>Pfscan</a:t>
            </a:r>
            <a:r>
              <a:rPr lang="ru-RU" altLang="ru-RU" sz="1800" dirty="0"/>
              <a:t>: </a:t>
            </a:r>
            <a:r>
              <a:rPr lang="en-US" altLang="ru-RU" sz="1800" dirty="0">
                <a:hlinkClick r:id="rId5"/>
              </a:rPr>
              <a:t>http://hits.isb-sib.ch/cgi-bin/PFSCAN</a:t>
            </a:r>
            <a:endParaRPr lang="en-US" altLang="ru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4BECB-E71B-41DA-AC8A-8209A1AAB2C6}"/>
              </a:ext>
            </a:extLst>
          </p:cNvPr>
          <p:cNvSpPr txBox="1"/>
          <p:nvPr/>
        </p:nvSpPr>
        <p:spPr>
          <a:xfrm>
            <a:off x="8924759" y="0"/>
            <a:ext cx="32672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Анализ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359915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1621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доменов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925429"/>
              </p:ext>
            </p:extLst>
          </p:nvPr>
        </p:nvGraphicFramePr>
        <p:xfrm>
          <a:off x="622624" y="905599"/>
          <a:ext cx="6317881" cy="453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1031490" imgH="7602011" progId="Paint.Picture">
                  <p:embed/>
                </p:oleObj>
              </mc:Choice>
              <mc:Fallback>
                <p:oleObj name="Bitmap Image" r:id="rId3" imgW="11031490" imgH="7602011" progId="Paint.Picture">
                  <p:embed/>
                  <p:pic>
                    <p:nvPicPr>
                      <p:cNvPr id="358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24" y="905599"/>
                        <a:ext cx="6317881" cy="453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326536"/>
              </p:ext>
            </p:extLst>
          </p:nvPr>
        </p:nvGraphicFramePr>
        <p:xfrm>
          <a:off x="1271464" y="1268759"/>
          <a:ext cx="6048672" cy="529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7342857" imgH="7523810" progId="Paint.Picture">
                  <p:embed/>
                </p:oleObj>
              </mc:Choice>
              <mc:Fallback>
                <p:oleObj name="Bitmap Image" r:id="rId5" imgW="7342857" imgH="7523810" progId="Paint.Picture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268759"/>
                        <a:ext cx="6048672" cy="529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437688"/>
              </p:ext>
            </p:extLst>
          </p:nvPr>
        </p:nvGraphicFramePr>
        <p:xfrm>
          <a:off x="2324607" y="1428842"/>
          <a:ext cx="5669809" cy="5280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8066667" imgH="7516274" progId="Paint.Picture">
                  <p:embed/>
                </p:oleObj>
              </mc:Choice>
              <mc:Fallback>
                <p:oleObj name="Bitmap Image" r:id="rId7" imgW="8066667" imgH="7516274" progId="Paint.Picture">
                  <p:embed/>
                  <p:pic>
                    <p:nvPicPr>
                      <p:cNvPr id="706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607" y="1428842"/>
                        <a:ext cx="5669809" cy="5280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72029"/>
              </p:ext>
            </p:extLst>
          </p:nvPr>
        </p:nvGraphicFramePr>
        <p:xfrm>
          <a:off x="4972552" y="1368138"/>
          <a:ext cx="5585827" cy="548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6687483" imgH="7849696" progId="Paint.Picture">
                  <p:embed/>
                </p:oleObj>
              </mc:Choice>
              <mc:Fallback>
                <p:oleObj name="Bitmap Image" r:id="rId9" imgW="6687483" imgH="7849696" progId="Paint.Picture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552" y="1368138"/>
                        <a:ext cx="5585827" cy="548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F7808B5-5195-4F84-B709-5480AA2125DF}"/>
              </a:ext>
            </a:extLst>
          </p:cNvPr>
          <p:cNvSpPr txBox="1"/>
          <p:nvPr/>
        </p:nvSpPr>
        <p:spPr>
          <a:xfrm>
            <a:off x="8924759" y="0"/>
            <a:ext cx="32672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Анализ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644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34505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Предсказание вторичной структуры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23392" y="908721"/>
            <a:ext cx="9145016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altLang="ru-RU" sz="2400" dirty="0"/>
              <a:t>Начало 1990</a:t>
            </a:r>
            <a:r>
              <a:rPr lang="en-US" altLang="ru-RU" sz="2400" dirty="0"/>
              <a:t>-</a:t>
            </a:r>
            <a:r>
              <a:rPr lang="ru-RU" altLang="ru-RU" sz="2400" dirty="0"/>
              <a:t>х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altLang="ru-RU" sz="2400" dirty="0"/>
              <a:t>На </a:t>
            </a:r>
            <a:r>
              <a:rPr lang="en-US" altLang="ru-RU" sz="2400" dirty="0"/>
              <a:t>Web – </a:t>
            </a:r>
            <a:r>
              <a:rPr lang="ru-RU" altLang="ru-RU" sz="2400" dirty="0"/>
              <a:t>очень много программ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altLang="ru-RU" sz="2400" dirty="0">
                <a:cs typeface="Arial" panose="020B0604020202020204" pitchFamily="34" charset="0"/>
              </a:rPr>
              <a:t>α</a:t>
            </a:r>
            <a:r>
              <a:rPr lang="en-US" altLang="ru-RU" sz="2400" dirty="0">
                <a:cs typeface="Arial" panose="020B0604020202020204" pitchFamily="34" charset="0"/>
              </a:rPr>
              <a:t>-</a:t>
            </a:r>
            <a:r>
              <a:rPr lang="ru-RU" altLang="ru-RU" sz="2400" dirty="0"/>
              <a:t>спиральные участки, </a:t>
            </a:r>
            <a:r>
              <a:rPr lang="el-GR" altLang="ru-RU" sz="2400" dirty="0">
                <a:cs typeface="Arial" panose="020B0604020202020204" pitchFamily="34" charset="0"/>
              </a:rPr>
              <a:t>β</a:t>
            </a:r>
            <a:r>
              <a:rPr lang="ru-RU" altLang="ru-RU" sz="2400" dirty="0">
                <a:cs typeface="Arial" panose="020B0604020202020204" pitchFamily="34" charset="0"/>
              </a:rPr>
              <a:t>-листы, неупорядоченные участки</a:t>
            </a:r>
            <a:endParaRPr lang="el-GR" altLang="ru-RU" sz="2400" dirty="0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ru-RU" altLang="ru-RU" sz="2400" dirty="0"/>
              <a:t>Точность предсказания </a:t>
            </a:r>
            <a:r>
              <a:rPr lang="en-US" altLang="ru-RU" sz="2400" dirty="0"/>
              <a:t>~75%</a:t>
            </a:r>
            <a:endParaRPr lang="ru-RU" altLang="ru-RU" sz="2400" dirty="0"/>
          </a:p>
        </p:txBody>
      </p:sp>
      <p:graphicFrame>
        <p:nvGraphicFramePr>
          <p:cNvPr id="11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77474"/>
              </p:ext>
            </p:extLst>
          </p:nvPr>
        </p:nvGraphicFramePr>
        <p:xfrm>
          <a:off x="655048" y="2708920"/>
          <a:ext cx="4523052" cy="414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780952" imgH="6219048" progId="Paint.Picture">
                  <p:embed/>
                </p:oleObj>
              </mc:Choice>
              <mc:Fallback>
                <p:oleObj name="Bitmap Image" r:id="rId3" imgW="6780952" imgH="6219048" progId="Paint.Picture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48" y="2708920"/>
                        <a:ext cx="4523052" cy="4149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442" y="2708920"/>
            <a:ext cx="3955873" cy="414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DD5A-C225-4AAC-AECD-D2876EAE7179}"/>
              </a:ext>
            </a:extLst>
          </p:cNvPr>
          <p:cNvSpPr txBox="1"/>
          <p:nvPr/>
        </p:nvSpPr>
        <p:spPr>
          <a:xfrm>
            <a:off x="8949439" y="0"/>
            <a:ext cx="32672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Анализ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332518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62497" y="282260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Как промоделировать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фолдинг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?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069526"/>
              </p:ext>
            </p:extLst>
          </p:nvPr>
        </p:nvGraphicFramePr>
        <p:xfrm>
          <a:off x="6631831" y="3444230"/>
          <a:ext cx="277653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651000" imgH="419100" progId="Equation.3">
                  <p:embed/>
                </p:oleObj>
              </mc:Choice>
              <mc:Fallback>
                <p:oleObj name="Формула" r:id="rId2" imgW="1651000" imgH="41910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1831" y="3444230"/>
                        <a:ext cx="2776537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4"/>
          <a:srcRect l="54647" t="63812"/>
          <a:stretch>
            <a:fillRect/>
          </a:stretch>
        </p:blipFill>
        <p:spPr bwMode="auto">
          <a:xfrm>
            <a:off x="7810512" y="4714885"/>
            <a:ext cx="2643206" cy="19108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648" y="2286001"/>
            <a:ext cx="34290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551384" y="923610"/>
            <a:ext cx="9289032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ru-RU" sz="2000" dirty="0" err="1">
                <a:latin typeface="+mn-lt"/>
              </a:rPr>
              <a:t>Фолдинг</a:t>
            </a:r>
            <a:r>
              <a:rPr lang="ru-RU" sz="2000" dirty="0">
                <a:latin typeface="+mn-lt"/>
              </a:rPr>
              <a:t> — это сворачивание </a:t>
            </a:r>
            <a:r>
              <a:rPr lang="ru-RU" sz="2000" dirty="0" err="1">
                <a:latin typeface="+mn-lt"/>
              </a:rPr>
              <a:t>биомакромолекул</a:t>
            </a:r>
            <a:r>
              <a:rPr lang="ru-RU" sz="2000" dirty="0">
                <a:latin typeface="+mn-lt"/>
              </a:rPr>
              <a:t> из развёрнутой конформации в «</a:t>
            </a:r>
            <a:r>
              <a:rPr lang="ru-RU" sz="2000" dirty="0" err="1">
                <a:latin typeface="+mn-lt"/>
              </a:rPr>
              <a:t>нативную</a:t>
            </a:r>
            <a:r>
              <a:rPr lang="ru-RU" sz="2000" dirty="0">
                <a:latin typeface="+mn-lt"/>
              </a:rPr>
              <a:t>» (естественную) форму</a:t>
            </a:r>
            <a:r>
              <a:rPr lang="en-US" sz="2000" dirty="0">
                <a:latin typeface="+mn-lt"/>
              </a:rPr>
              <a:t>.</a:t>
            </a:r>
            <a:endParaRPr lang="ru-RU" sz="2000" dirty="0">
              <a:latin typeface="+mn-lt"/>
            </a:endParaRPr>
          </a:p>
          <a:p>
            <a:pPr marL="355600" indent="2667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b="0" i="1" kern="0" dirty="0">
                <a:latin typeface="+mn-lt"/>
              </a:rPr>
              <a:t>Термодинамика </a:t>
            </a:r>
            <a:r>
              <a:rPr lang="ru-RU" b="0" i="1" kern="0" dirty="0" err="1">
                <a:latin typeface="+mn-lt"/>
              </a:rPr>
              <a:t>фолдинга</a:t>
            </a:r>
            <a:r>
              <a:rPr lang="ru-RU" b="0" i="1" kern="0" dirty="0">
                <a:latin typeface="+mn-lt"/>
              </a:rPr>
              <a:t>:</a:t>
            </a:r>
            <a:r>
              <a:rPr lang="ru-RU" b="0" kern="0" dirty="0">
                <a:latin typeface="+mn-lt"/>
              </a:rPr>
              <a:t> уникальность </a:t>
            </a:r>
            <a:r>
              <a:rPr lang="ru-RU" b="0" kern="0" dirty="0" err="1">
                <a:latin typeface="+mn-lt"/>
              </a:rPr>
              <a:t>нативной</a:t>
            </a:r>
            <a:r>
              <a:rPr lang="ru-RU" b="0" kern="0" dirty="0">
                <a:latin typeface="+mn-lt"/>
              </a:rPr>
              <a:t> структуры</a:t>
            </a:r>
            <a:r>
              <a:rPr lang="en-US" b="0" kern="0" dirty="0">
                <a:latin typeface="+mn-lt"/>
              </a:rPr>
              <a:t>.</a:t>
            </a:r>
            <a:endParaRPr lang="ru-RU" b="0" kern="0" dirty="0">
              <a:latin typeface="+mn-lt"/>
            </a:endParaRPr>
          </a:p>
          <a:p>
            <a:pPr marL="355600" indent="2667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b="0" i="1" kern="0" dirty="0">
                <a:latin typeface="+mn-lt"/>
              </a:rPr>
              <a:t>Кинетика </a:t>
            </a:r>
            <a:r>
              <a:rPr lang="ru-RU" b="0" i="1" kern="0" dirty="0" err="1">
                <a:latin typeface="+mn-lt"/>
              </a:rPr>
              <a:t>фолдинга</a:t>
            </a:r>
            <a:r>
              <a:rPr lang="ru-RU" b="0" i="1" kern="0" dirty="0">
                <a:latin typeface="+mn-lt"/>
              </a:rPr>
              <a:t>:</a:t>
            </a:r>
            <a:r>
              <a:rPr lang="ru-RU" b="0" kern="0" dirty="0">
                <a:latin typeface="+mn-lt"/>
              </a:rPr>
              <a:t> парадокс </a:t>
            </a:r>
            <a:r>
              <a:rPr lang="ru-RU" b="0" kern="0" dirty="0" err="1">
                <a:latin typeface="+mn-lt"/>
              </a:rPr>
              <a:t>Левинталя</a:t>
            </a:r>
            <a:r>
              <a:rPr lang="ru-RU" b="0" kern="0" dirty="0">
                <a:latin typeface="+mn-lt"/>
              </a:rPr>
              <a:t>, </a:t>
            </a:r>
            <a:r>
              <a:rPr lang="en-US" b="0" kern="0" dirty="0">
                <a:latin typeface="+mn-lt"/>
              </a:rPr>
              <a:t>~</a:t>
            </a:r>
            <a:r>
              <a:rPr lang="ru-RU" b="0" kern="0" dirty="0">
                <a:latin typeface="+mn-lt"/>
              </a:rPr>
              <a:t>10</a:t>
            </a:r>
            <a:r>
              <a:rPr lang="ru-RU" b="0" kern="0" baseline="30000" dirty="0">
                <a:latin typeface="+mn-lt"/>
              </a:rPr>
              <a:t>143</a:t>
            </a:r>
            <a:r>
              <a:rPr lang="ru-RU" b="0" kern="0" dirty="0">
                <a:latin typeface="+mn-lt"/>
              </a:rPr>
              <a:t> возможных конформаций!</a:t>
            </a:r>
          </a:p>
          <a:p>
            <a:pPr>
              <a:spcBef>
                <a:spcPct val="20000"/>
              </a:spcBef>
              <a:defRPr/>
            </a:pPr>
            <a:endParaRPr lang="ru-RU" sz="2000" kern="0" dirty="0">
              <a:latin typeface="+mn-lt"/>
            </a:endParaRPr>
          </a:p>
          <a:p>
            <a:pPr>
              <a:spcBef>
                <a:spcPct val="20000"/>
              </a:spcBef>
              <a:defRPr/>
            </a:pPr>
            <a:r>
              <a:rPr lang="ru-RU" sz="2000" kern="0" dirty="0">
                <a:solidFill>
                  <a:srgbClr val="C00000"/>
                </a:solidFill>
                <a:latin typeface="+mn-lt"/>
              </a:rPr>
              <a:t>Моделирование «пути» </a:t>
            </a:r>
            <a:r>
              <a:rPr lang="ru-RU" sz="2000" kern="0" dirty="0" err="1">
                <a:solidFill>
                  <a:srgbClr val="C00000"/>
                </a:solidFill>
                <a:latin typeface="+mn-lt"/>
              </a:rPr>
              <a:t>фолдинга</a:t>
            </a:r>
            <a:r>
              <a:rPr lang="ru-RU" sz="2000" kern="0" dirty="0">
                <a:solidFill>
                  <a:srgbClr val="C00000"/>
                </a:solidFill>
                <a:latin typeface="+mn-lt"/>
              </a:rPr>
              <a:t> — одна из важнейших</a:t>
            </a:r>
            <a:br>
              <a:rPr lang="ru-RU" sz="2000" kern="0" dirty="0">
                <a:solidFill>
                  <a:srgbClr val="C00000"/>
                </a:solidFill>
                <a:latin typeface="+mn-lt"/>
              </a:rPr>
            </a:br>
            <a:r>
              <a:rPr lang="ru-RU" sz="2000" kern="0" dirty="0">
                <a:solidFill>
                  <a:srgbClr val="C00000"/>
                </a:solidFill>
                <a:latin typeface="+mn-lt"/>
              </a:rPr>
              <a:t>неразрешённых задач молекулярной биофизики!</a:t>
            </a:r>
          </a:p>
          <a:p>
            <a:pPr>
              <a:spcBef>
                <a:spcPct val="20000"/>
              </a:spcBef>
              <a:defRPr/>
            </a:pPr>
            <a:endParaRPr lang="ru-RU" sz="2000" kern="0" dirty="0">
              <a:solidFill>
                <a:srgbClr val="FFE091"/>
              </a:solidFill>
              <a:latin typeface="+mn-lt"/>
            </a:endParaRPr>
          </a:p>
          <a:p>
            <a:pPr>
              <a:spcBef>
                <a:spcPct val="20000"/>
              </a:spcBef>
              <a:defRPr/>
            </a:pPr>
            <a:r>
              <a:rPr lang="ru-RU" sz="2000" kern="0" dirty="0">
                <a:latin typeface="+mn-lt"/>
              </a:rPr>
              <a:t>Варианты моделирования структуры молекул:</a:t>
            </a:r>
          </a:p>
          <a:p>
            <a:pPr marL="355600" indent="2667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2000" kern="0" dirty="0">
                <a:latin typeface="+mn-lt"/>
              </a:rPr>
              <a:t>Квантовая химия;</a:t>
            </a:r>
          </a:p>
          <a:p>
            <a:pPr marL="355600" indent="2667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2000" kern="0" dirty="0">
                <a:latin typeface="+mn-lt"/>
              </a:rPr>
              <a:t>Эмпирические «физические» подходы («силовые поля»);</a:t>
            </a:r>
          </a:p>
          <a:p>
            <a:pPr marL="355600" indent="2667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2000" kern="0" dirty="0">
                <a:latin typeface="+mn-lt"/>
              </a:rPr>
              <a:t>Учёт эволюционного родства</a:t>
            </a:r>
            <a:br>
              <a:rPr lang="en-US" sz="2000" kern="0" dirty="0">
                <a:latin typeface="+mn-lt"/>
              </a:rPr>
            </a:br>
            <a:r>
              <a:rPr lang="ru-RU" sz="2000" kern="0" dirty="0">
                <a:latin typeface="+mn-lt"/>
              </a:rPr>
              <a:t>(моделирование по гомологии)</a:t>
            </a:r>
          </a:p>
          <a:p>
            <a:pPr marL="355600" indent="266700">
              <a:spcBef>
                <a:spcPct val="20000"/>
              </a:spcBef>
              <a:defRPr/>
            </a:pPr>
            <a:endParaRPr lang="ru-RU" sz="2000" kern="0" dirty="0">
              <a:latin typeface="+mn-lt"/>
            </a:endParaRPr>
          </a:p>
        </p:txBody>
      </p:sp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09938" y="5429251"/>
            <a:ext cx="2952750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0"/>
          </a:effectLst>
        </p:spPr>
      </p:pic>
      <p:sp>
        <p:nvSpPr>
          <p:cNvPr id="22" name="TextBox 21"/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414641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702569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Эмпирические «физические» подходы</a:t>
            </a:r>
            <a:b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(“</a:t>
            </a:r>
            <a:r>
              <a:rPr lang="ru-RU" sz="2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ab</a:t>
            </a:r>
            <a:r>
              <a:rPr lang="ru-RU" sz="2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2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initio</a:t>
            </a:r>
            <a:r>
              <a:rPr lang="ru-RU" sz="2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” предсказания)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91456" y="1214438"/>
            <a:ext cx="10013056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ru-RU" i="1" dirty="0">
                <a:latin typeface="+mn-lt"/>
              </a:rPr>
              <a:t>“Ab initio”</a:t>
            </a:r>
            <a:r>
              <a:rPr lang="en-US" altLang="ru-RU" dirty="0">
                <a:latin typeface="+mn-lt"/>
              </a:rPr>
              <a:t> — </a:t>
            </a:r>
            <a:r>
              <a:rPr lang="ru-RU" altLang="ru-RU" dirty="0">
                <a:latin typeface="+mn-lt"/>
              </a:rPr>
              <a:t>«из первых принципов»</a:t>
            </a:r>
            <a:r>
              <a:rPr lang="en-US" altLang="ru-RU" dirty="0">
                <a:latin typeface="+mn-lt"/>
              </a:rPr>
              <a:t> — </a:t>
            </a:r>
            <a:r>
              <a:rPr lang="ru-RU" altLang="ru-RU" b="0" dirty="0">
                <a:latin typeface="+mn-lt"/>
              </a:rPr>
              <a:t>в предсказании не используются априорные знания о структуре </a:t>
            </a:r>
            <a:r>
              <a:rPr lang="ru-RU" altLang="ru-RU" b="0" dirty="0" err="1">
                <a:latin typeface="+mn-lt"/>
              </a:rPr>
              <a:t>белк</a:t>
            </a:r>
            <a:r>
              <a:rPr lang="en-US" altLang="ru-RU" b="0" dirty="0">
                <a:latin typeface="+mn-lt"/>
              </a:rPr>
              <a:t>á</a:t>
            </a:r>
            <a:r>
              <a:rPr lang="ru-RU" altLang="ru-RU" b="0" dirty="0">
                <a:latin typeface="+mn-lt"/>
              </a:rPr>
              <a:t>, а только физические модели, основанные на эмпирических «силовых полях».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43970" y="2302604"/>
            <a:ext cx="704046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Wingdings" pitchFamily="2" charset="2"/>
              <a:buChar char="§"/>
            </a:pPr>
            <a:r>
              <a:rPr lang="ru-RU" sz="1600" b="0" dirty="0">
                <a:latin typeface="+mn-lt"/>
              </a:rPr>
              <a:t>Миллисекундная МД (10</a:t>
            </a:r>
            <a:r>
              <a:rPr lang="ru-RU" sz="1600" b="0" baseline="30000" dirty="0">
                <a:latin typeface="+mn-lt"/>
              </a:rPr>
              <a:t>−3</a:t>
            </a:r>
            <a:r>
              <a:rPr lang="ru-RU" sz="1600" b="0" dirty="0">
                <a:latin typeface="+mn-lt"/>
              </a:rPr>
              <a:t> с): </a:t>
            </a:r>
            <a:r>
              <a:rPr lang="ru-RU" sz="1600" b="0" dirty="0" err="1">
                <a:latin typeface="+mn-lt"/>
              </a:rPr>
              <a:t>виллин</a:t>
            </a:r>
            <a:r>
              <a:rPr lang="ru-RU" sz="1600" b="0" dirty="0">
                <a:latin typeface="+mn-lt"/>
              </a:rPr>
              <a:t>, </a:t>
            </a:r>
            <a:r>
              <a:rPr lang="en-US" sz="1600" b="0" dirty="0">
                <a:latin typeface="+mn-lt"/>
              </a:rPr>
              <a:t>FiP35 </a:t>
            </a:r>
            <a:r>
              <a:rPr lang="ru-RU" sz="1600" b="0" dirty="0">
                <a:latin typeface="+mn-lt"/>
              </a:rPr>
              <a:t>— несколько актов сворачивания </a:t>
            </a:r>
            <a:r>
              <a:rPr lang="en-US" sz="1600" b="0" dirty="0">
                <a:latin typeface="+mn-lt"/>
              </a:rPr>
              <a:t>/ </a:t>
            </a:r>
            <a:r>
              <a:rPr lang="ru-RU" sz="1600" b="0" dirty="0">
                <a:latin typeface="+mn-lt"/>
              </a:rPr>
              <a:t>разворачивания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ru-RU" sz="1600" b="0" dirty="0">
                <a:latin typeface="+mn-lt"/>
              </a:rPr>
              <a:t>Более крупный белок БПТИ: </a:t>
            </a:r>
            <a:r>
              <a:rPr lang="ru-RU" sz="1600" b="0" dirty="0" err="1">
                <a:latin typeface="+mn-lt"/>
              </a:rPr>
              <a:t>фолдинга</a:t>
            </a:r>
            <a:r>
              <a:rPr lang="ru-RU" sz="1600" b="0" dirty="0">
                <a:latin typeface="+mn-lt"/>
              </a:rPr>
              <a:t> в МД достичь не удалось, но конформационные переходы вблизи </a:t>
            </a:r>
            <a:r>
              <a:rPr lang="ru-RU" sz="1600" b="0" dirty="0" err="1">
                <a:latin typeface="+mn-lt"/>
              </a:rPr>
              <a:t>нативной</a:t>
            </a:r>
            <a:r>
              <a:rPr lang="ru-RU" sz="1600" b="0" dirty="0">
                <a:latin typeface="+mn-lt"/>
              </a:rPr>
              <a:t> структуры соответствуют данным ЯМР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ru-RU" sz="1600" b="0" dirty="0">
                <a:latin typeface="+mn-lt"/>
              </a:rPr>
              <a:t>Первая МД БПТИ: несколько </a:t>
            </a:r>
            <a:r>
              <a:rPr lang="ru-RU" sz="1600" b="0" i="1" dirty="0">
                <a:latin typeface="+mn-lt"/>
              </a:rPr>
              <a:t>пико</a:t>
            </a:r>
            <a:r>
              <a:rPr lang="ru-RU" sz="1600" b="0" dirty="0">
                <a:latin typeface="+mn-lt"/>
              </a:rPr>
              <a:t>секунд</a:t>
            </a:r>
            <a:r>
              <a:rPr lang="en-US" sz="1600" b="0" dirty="0">
                <a:latin typeface="+mn-lt"/>
              </a:rPr>
              <a:t> (10</a:t>
            </a:r>
            <a:r>
              <a:rPr lang="en-US" sz="1600" b="0" baseline="30000" dirty="0">
                <a:latin typeface="+mn-lt"/>
              </a:rPr>
              <a:t>−12</a:t>
            </a:r>
            <a:r>
              <a:rPr lang="en-US" sz="1600" b="0" dirty="0">
                <a:latin typeface="+mn-lt"/>
              </a:rPr>
              <a:t> </a:t>
            </a:r>
            <a:r>
              <a:rPr lang="ru-RU" sz="1600" b="0" dirty="0">
                <a:latin typeface="+mn-lt"/>
              </a:rPr>
              <a:t>с</a:t>
            </a:r>
            <a:r>
              <a:rPr lang="en-US" sz="1600" b="0" dirty="0">
                <a:latin typeface="+mn-lt"/>
              </a:rPr>
              <a:t>)</a:t>
            </a:r>
            <a:br>
              <a:rPr lang="ru-RU" sz="1600" b="0" dirty="0">
                <a:latin typeface="+mn-lt"/>
              </a:rPr>
            </a:br>
            <a:r>
              <a:rPr lang="en-US" sz="1200" b="0" dirty="0" err="1">
                <a:solidFill>
                  <a:prstClr val="black"/>
                </a:solidFill>
                <a:latin typeface="+mn-lt"/>
              </a:rPr>
              <a:t>McCammon</a:t>
            </a:r>
            <a:r>
              <a:rPr lang="ru-RU" sz="1200" b="0" dirty="0">
                <a:solidFill>
                  <a:prstClr val="black"/>
                </a:solidFill>
                <a:latin typeface="+mn-lt"/>
              </a:rPr>
              <a:t> </a:t>
            </a:r>
            <a:r>
              <a:rPr lang="en-US" sz="1200" b="0" dirty="0">
                <a:solidFill>
                  <a:prstClr val="black"/>
                </a:solidFill>
                <a:latin typeface="+mn-lt"/>
              </a:rPr>
              <a:t>&amp; </a:t>
            </a:r>
            <a:r>
              <a:rPr lang="en-US" sz="1200" b="0" dirty="0" err="1">
                <a:solidFill>
                  <a:prstClr val="black"/>
                </a:solidFill>
                <a:latin typeface="+mn-lt"/>
              </a:rPr>
              <a:t>Karplus</a:t>
            </a:r>
            <a:r>
              <a:rPr lang="ru-RU" sz="1200" b="0" dirty="0">
                <a:solidFill>
                  <a:prstClr val="black"/>
                </a:solidFill>
                <a:latin typeface="+mn-lt"/>
              </a:rPr>
              <a:t> </a:t>
            </a:r>
            <a:r>
              <a:rPr lang="en-US" sz="1200" b="0" dirty="0">
                <a:solidFill>
                  <a:prstClr val="black"/>
                </a:solidFill>
                <a:latin typeface="+mn-lt"/>
              </a:rPr>
              <a:t>(1977). </a:t>
            </a:r>
            <a:r>
              <a:rPr lang="en-US" sz="1200" b="0" i="1" dirty="0">
                <a:solidFill>
                  <a:prstClr val="black"/>
                </a:solidFill>
                <a:latin typeface="+mn-lt"/>
              </a:rPr>
              <a:t>Nature</a:t>
            </a:r>
            <a:r>
              <a:rPr lang="en-US" sz="1200" b="0" dirty="0">
                <a:solidFill>
                  <a:prstClr val="black"/>
                </a:solidFill>
                <a:latin typeface="+mn-lt"/>
              </a:rPr>
              <a:t> 267, 585</a:t>
            </a:r>
            <a:endParaRPr lang="ru-RU" sz="1200" b="0" dirty="0">
              <a:latin typeface="+mn-lt"/>
            </a:endParaRPr>
          </a:p>
        </p:txBody>
      </p:sp>
      <p:pic>
        <p:nvPicPr>
          <p:cNvPr id="11" name="Рисунок 10" descr="Fig.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833" y="4241064"/>
            <a:ext cx="4277655" cy="2436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094805" y="5138860"/>
            <a:ext cx="4929187" cy="153888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b="0" dirty="0">
                <a:latin typeface="+mn-lt"/>
              </a:rPr>
              <a:t>Дальнейшие упрощения:</a:t>
            </a:r>
          </a:p>
          <a:p>
            <a:pPr indent="266700">
              <a:buFont typeface="Wingdings" pitchFamily="2" charset="2"/>
              <a:buChar char="§"/>
              <a:defRPr/>
            </a:pPr>
            <a:r>
              <a:rPr lang="ru-RU" sz="1600" dirty="0">
                <a:latin typeface="+mn-lt"/>
              </a:rPr>
              <a:t>Упрощённые энергетические функции</a:t>
            </a:r>
          </a:p>
          <a:p>
            <a:pPr indent="266700">
              <a:buFont typeface="Wingdings" pitchFamily="2" charset="2"/>
              <a:buChar char="§"/>
              <a:defRPr/>
            </a:pPr>
            <a:r>
              <a:rPr lang="ru-RU" sz="1600" dirty="0">
                <a:latin typeface="+mn-lt"/>
              </a:rPr>
              <a:t>Упрощённое представление молекул</a:t>
            </a:r>
          </a:p>
          <a:p>
            <a:pPr indent="266700">
              <a:buFont typeface="Wingdings" pitchFamily="2" charset="2"/>
              <a:buChar char="§"/>
              <a:defRPr/>
            </a:pPr>
            <a:r>
              <a:rPr lang="ru-RU" sz="1600" dirty="0">
                <a:latin typeface="+mn-lt"/>
              </a:rPr>
              <a:t>Имитация «зародышей структуры» —</a:t>
            </a:r>
            <a:br>
              <a:rPr lang="en-US" sz="1600" dirty="0">
                <a:latin typeface="+mn-lt"/>
              </a:rPr>
            </a:br>
            <a:r>
              <a:rPr lang="ru-RU" sz="1600" dirty="0">
                <a:latin typeface="+mn-lt"/>
              </a:rPr>
              <a:t>«сборка мозаики»</a:t>
            </a:r>
          </a:p>
          <a:p>
            <a:pPr>
              <a:defRPr/>
            </a:pPr>
            <a:r>
              <a:rPr lang="en-US" sz="1200" dirty="0">
                <a:latin typeface="+mn-lt"/>
              </a:rPr>
              <a:t>Rosetta @ Home — </a:t>
            </a:r>
            <a:r>
              <a:rPr lang="ru-RU" sz="1200" dirty="0">
                <a:latin typeface="+mn-lt"/>
              </a:rPr>
              <a:t>предсказание белков длиной </a:t>
            </a:r>
            <a:r>
              <a:rPr lang="en-US" sz="1200" dirty="0">
                <a:latin typeface="+mn-lt"/>
              </a:rPr>
              <a:t>&lt;150 </a:t>
            </a:r>
            <a:r>
              <a:rPr lang="ru-RU" sz="1200" dirty="0" err="1">
                <a:latin typeface="+mn-lt"/>
              </a:rPr>
              <a:t>а.к.о</a:t>
            </a:r>
            <a:r>
              <a:rPr lang="ru-RU" sz="1200" dirty="0">
                <a:latin typeface="+mn-lt"/>
              </a:rPr>
              <a:t>.</a:t>
            </a:r>
          </a:p>
        </p:txBody>
      </p:sp>
      <p:pic>
        <p:nvPicPr>
          <p:cNvPr id="13" name="Picture 2" descr="http://biomolecula.ru/img/content/732/Fig.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60" y="2304719"/>
            <a:ext cx="1985273" cy="2445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1943F6-6701-41A2-BDA2-95801131C63F}"/>
              </a:ext>
            </a:extLst>
          </p:cNvPr>
          <p:cNvSpPr txBox="1"/>
          <p:nvPr/>
        </p:nvSpPr>
        <p:spPr>
          <a:xfrm>
            <a:off x="908248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209074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FE49988-F72D-4FD7-5B2F-8DD6B8E2E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841336"/>
            <a:ext cx="11471725" cy="576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6">
            <a:extLst>
              <a:ext uri="{FF2B5EF4-FFF2-40B4-BE49-F238E27FC236}">
                <a16:creationId xmlns:a16="http://schemas.microsoft.com/office/drawing/2014/main" id="{532C1A66-6570-08FA-6AEB-87D69FDB8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96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Что такое гомология</a:t>
            </a:r>
            <a:endParaRPr lang="ru-RU" sz="2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119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62496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Сопоставительное моделирование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(моделирование на основе гомологии)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51384" y="1214438"/>
            <a:ext cx="7759179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6700" indent="-2667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 sz="2000" b="0" dirty="0">
                <a:latin typeface="+mn-lt"/>
              </a:rPr>
              <a:t>«Вселенная» белков ограничена: ≈3500 структурных семейств, ≈1000 типов укладки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 sz="2000" b="0" dirty="0">
                <a:latin typeface="+mn-lt"/>
              </a:rPr>
              <a:t>Белк</a:t>
            </a:r>
            <a:r>
              <a:rPr lang="ru-RU" altLang="ru-RU" sz="2000" b="0" i="1" dirty="0">
                <a:latin typeface="+mn-lt"/>
              </a:rPr>
              <a:t>и</a:t>
            </a:r>
            <a:r>
              <a:rPr lang="ru-RU" altLang="ru-RU" sz="2000" b="0" dirty="0">
                <a:latin typeface="+mn-lt"/>
              </a:rPr>
              <a:t> — продукт эволюции; предполагаемый механизм — дупликация генов и дивергенция функций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 sz="2000" b="0" dirty="0">
                <a:latin typeface="+mn-lt"/>
              </a:rPr>
              <a:t>Эмпирическое наблюдение: при идентичности последовательностей </a:t>
            </a:r>
            <a:r>
              <a:rPr lang="en-US" altLang="ru-RU" sz="2000" b="0" dirty="0">
                <a:latin typeface="+mn-lt"/>
              </a:rPr>
              <a:t>&gt;30% </a:t>
            </a:r>
            <a:r>
              <a:rPr lang="ru-RU" altLang="ru-RU" sz="2000" b="0" dirty="0">
                <a:latin typeface="+mn-lt"/>
              </a:rPr>
              <a:t>структуры белков весьма схожи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ru-RU" sz="2000" b="0" dirty="0">
              <a:latin typeface="+mn-lt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 sz="2000" b="0" dirty="0">
                <a:latin typeface="+mn-lt"/>
              </a:rPr>
              <a:t>Для каждого второго белка существует структурный гомолог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ru-RU" altLang="ru-RU" sz="2000" b="0" dirty="0">
                <a:latin typeface="+mn-lt"/>
              </a:rPr>
              <a:t>При оптимальной стратегии достаточно определить всего 16000 структур, чтобы </a:t>
            </a:r>
            <a:r>
              <a:rPr lang="en-US" altLang="ru-RU" sz="2000" b="0" dirty="0">
                <a:latin typeface="+mn-lt"/>
              </a:rPr>
              <a:t>&gt;90</a:t>
            </a:r>
            <a:r>
              <a:rPr lang="ru-RU" altLang="ru-RU" sz="2000" b="0" dirty="0">
                <a:latin typeface="+mn-lt"/>
              </a:rPr>
              <a:t>% белков можно было промоделировать по гомологии</a:t>
            </a:r>
          </a:p>
        </p:txBody>
      </p:sp>
      <p:pic>
        <p:nvPicPr>
          <p:cNvPr id="14" name="Рисунок 5" descr="gene_du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562" y="306118"/>
            <a:ext cx="2681982" cy="688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8D0ED-2655-47D3-93CE-A8B79548F868}"/>
              </a:ext>
            </a:extLst>
          </p:cNvPr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278315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Моделирование по гомологии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23392" y="1196975"/>
            <a:ext cx="2736850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b="0" i="1" dirty="0">
                <a:solidFill>
                  <a:srgbClr val="FF0000"/>
                </a:solidFill>
                <a:latin typeface="+mn-lt"/>
              </a:rPr>
              <a:t>Цель:</a:t>
            </a:r>
          </a:p>
          <a:p>
            <a:pPr eaLnBrk="1" hangingPunct="1"/>
            <a:r>
              <a:rPr lang="ru-RU" altLang="ru-RU" sz="1600" b="0" dirty="0">
                <a:latin typeface="+mn-lt"/>
              </a:rPr>
              <a:t>построить </a:t>
            </a:r>
            <a:r>
              <a:rPr lang="en-US" altLang="ru-RU" sz="1600" b="0" dirty="0">
                <a:latin typeface="+mn-lt"/>
              </a:rPr>
              <a:t>3D-</a:t>
            </a:r>
            <a:r>
              <a:rPr lang="ru-RU" altLang="ru-RU" sz="1600" b="0" dirty="0">
                <a:latin typeface="+mn-lt"/>
              </a:rPr>
              <a:t>модель белка</a:t>
            </a:r>
            <a:r>
              <a:rPr lang="en-US" altLang="ru-RU" sz="1600" b="0" dirty="0">
                <a:latin typeface="+mn-lt"/>
              </a:rPr>
              <a:t> </a:t>
            </a:r>
            <a:r>
              <a:rPr lang="ru-RU" altLang="ru-RU" sz="1600" b="0" dirty="0">
                <a:latin typeface="+mn-lt"/>
              </a:rPr>
              <a:t>с неизвестной структурой, на основе сходства последовательностей с белком, структура которого определена</a:t>
            </a:r>
            <a:endParaRPr lang="ru-RU" altLang="ru-RU" sz="1600" dirty="0">
              <a:solidFill>
                <a:srgbClr val="FFC32D"/>
              </a:solidFill>
              <a:latin typeface="+mn-lt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791744" y="1196975"/>
            <a:ext cx="3528392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i="1" dirty="0">
                <a:solidFill>
                  <a:srgbClr val="FF0000"/>
                </a:solidFill>
                <a:latin typeface="+mn-lt"/>
              </a:rPr>
              <a:t>Почему это возможно?</a:t>
            </a:r>
          </a:p>
          <a:p>
            <a:pPr marL="177800" indent="-177800">
              <a:buFontTx/>
              <a:buAutoNum type="arabicPeriod"/>
              <a:defRPr/>
            </a:pPr>
            <a:r>
              <a:rPr lang="ru-RU" sz="1600" dirty="0">
                <a:latin typeface="+mn-lt"/>
              </a:rPr>
              <a:t>Небольшие изменения в а</a:t>
            </a:r>
            <a:r>
              <a:rPr lang="en-US" sz="1600" dirty="0">
                <a:latin typeface="+mn-lt"/>
              </a:rPr>
              <a:t>/</a:t>
            </a:r>
            <a:r>
              <a:rPr lang="ru-RU" sz="1600" dirty="0">
                <a:latin typeface="+mn-lt"/>
              </a:rPr>
              <a:t>к последовательности белка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приводят к небольшим изменениям в 3</a:t>
            </a:r>
            <a:r>
              <a:rPr lang="en-US" sz="1600" dirty="0">
                <a:latin typeface="+mn-lt"/>
              </a:rPr>
              <a:t>D-</a:t>
            </a:r>
            <a:r>
              <a:rPr lang="ru-RU" sz="1600" dirty="0">
                <a:latin typeface="+mn-lt"/>
              </a:rPr>
              <a:t>структуре</a:t>
            </a:r>
          </a:p>
          <a:p>
            <a:pPr marL="177800" indent="-177800">
              <a:buFontTx/>
              <a:buAutoNum type="arabicPeriod"/>
              <a:defRPr/>
            </a:pPr>
            <a:r>
              <a:rPr lang="en-US" sz="1600" dirty="0">
                <a:latin typeface="+mn-lt"/>
              </a:rPr>
              <a:t>3D-</a:t>
            </a:r>
            <a:r>
              <a:rPr lang="ru-RU" sz="1600" dirty="0">
                <a:latin typeface="+mn-lt"/>
              </a:rPr>
              <a:t>структура более консервативна в семействе белков, чем а</a:t>
            </a:r>
            <a:r>
              <a:rPr lang="en-US" sz="1600" dirty="0">
                <a:latin typeface="+mn-lt"/>
              </a:rPr>
              <a:t>/</a:t>
            </a:r>
            <a:r>
              <a:rPr lang="ru-RU" sz="1600" dirty="0">
                <a:latin typeface="+mn-lt"/>
              </a:rPr>
              <a:t>к последовательность</a:t>
            </a:r>
          </a:p>
          <a:p>
            <a:pPr marL="177800" indent="-177800">
              <a:buFontTx/>
              <a:buAutoNum type="arabicPeriod"/>
              <a:defRPr/>
            </a:pPr>
            <a:r>
              <a:rPr lang="ru-RU" sz="1600" dirty="0">
                <a:latin typeface="+mn-lt"/>
              </a:rPr>
              <a:t>Гомология по крайней мере с одним белком, структура которого известна,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определяется для </a:t>
            </a:r>
            <a:r>
              <a:rPr lang="en-US" sz="1600" dirty="0">
                <a:latin typeface="+mn-lt"/>
              </a:rPr>
              <a:t>&gt;50%</a:t>
            </a:r>
            <a:r>
              <a:rPr lang="ru-RU" sz="1600" dirty="0">
                <a:latin typeface="+mn-lt"/>
              </a:rPr>
              <a:t> всех известных а</a:t>
            </a:r>
            <a:r>
              <a:rPr lang="en-US" sz="1600" dirty="0">
                <a:latin typeface="+mn-lt"/>
              </a:rPr>
              <a:t>/</a:t>
            </a:r>
            <a:r>
              <a:rPr lang="ru-RU" sz="1600" dirty="0">
                <a:latin typeface="+mn-lt"/>
              </a:rPr>
              <a:t>к последовательностей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751762" y="1196975"/>
            <a:ext cx="3528391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b="0" i="1" dirty="0">
                <a:solidFill>
                  <a:srgbClr val="FF0000"/>
                </a:solidFill>
                <a:latin typeface="+mn-lt"/>
              </a:rPr>
              <a:t>Зачем это нужно?</a:t>
            </a:r>
          </a:p>
          <a:p>
            <a:pPr eaLnBrk="1" hangingPunct="1"/>
            <a:r>
              <a:rPr lang="ru-RU" altLang="ru-RU" sz="1600" b="0" dirty="0">
                <a:latin typeface="+mn-lt"/>
              </a:rPr>
              <a:t>Число известных а</a:t>
            </a:r>
            <a:r>
              <a:rPr lang="en-US" altLang="ru-RU" sz="1600" b="0" dirty="0">
                <a:latin typeface="+mn-lt"/>
              </a:rPr>
              <a:t>/</a:t>
            </a:r>
            <a:r>
              <a:rPr lang="ru-RU" altLang="ru-RU" sz="1600" b="0" dirty="0">
                <a:latin typeface="+mn-lt"/>
              </a:rPr>
              <a:t>к последовательностей </a:t>
            </a:r>
            <a:r>
              <a:rPr lang="en-US" altLang="ru-RU" sz="1600" b="0" dirty="0">
                <a:latin typeface="+mn-lt"/>
              </a:rPr>
              <a:t>~</a:t>
            </a:r>
            <a:r>
              <a:rPr lang="ru-RU" altLang="ru-RU" sz="1600" b="0" dirty="0">
                <a:latin typeface="+mn-lt"/>
              </a:rPr>
              <a:t>100 млн.</a:t>
            </a:r>
          </a:p>
          <a:p>
            <a:pPr eaLnBrk="1" hangingPunct="1"/>
            <a:endParaRPr lang="ru-RU" altLang="ru-RU" sz="1600" b="0" dirty="0">
              <a:latin typeface="+mn-lt"/>
            </a:endParaRPr>
          </a:p>
          <a:p>
            <a:pPr eaLnBrk="1" hangingPunct="1"/>
            <a:r>
              <a:rPr lang="ru-RU" altLang="ru-RU" sz="1600" b="0" dirty="0">
                <a:latin typeface="+mn-lt"/>
              </a:rPr>
              <a:t>Моделирование по гомологии может быть применено к миллионам.</a:t>
            </a:r>
          </a:p>
          <a:p>
            <a:pPr eaLnBrk="1" hangingPunct="1"/>
            <a:r>
              <a:rPr lang="ru-RU" altLang="ru-RU" sz="1600" b="0" dirty="0">
                <a:latin typeface="+mn-lt"/>
              </a:rPr>
              <a:t>Экспериментально пространственная структура определена только для </a:t>
            </a:r>
            <a:r>
              <a:rPr lang="en-US" altLang="ru-RU" sz="1600" b="0" dirty="0">
                <a:latin typeface="+mn-lt"/>
              </a:rPr>
              <a:t>&lt;100K </a:t>
            </a:r>
            <a:r>
              <a:rPr lang="ru-RU" altLang="ru-RU" sz="1600" b="0" dirty="0">
                <a:latin typeface="+mn-lt"/>
              </a:rPr>
              <a:t>белков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B6BCA-85F8-4115-BC88-181A1EEC6930}"/>
              </a:ext>
            </a:extLst>
          </p:cNvPr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356166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8076712" y="287338"/>
            <a:ext cx="3995952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Моделирование по гомологии: общая схема</a:t>
            </a:r>
          </a:p>
        </p:txBody>
      </p:sp>
      <p:pic>
        <p:nvPicPr>
          <p:cNvPr id="8" name="Рисунок 3" descr="Fig.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0470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CBF50D-582D-4646-86BF-DE58F010F0DA}"/>
              </a:ext>
            </a:extLst>
          </p:cNvPr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1695259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4669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Выбор шаблона для моделирования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51385" y="1071564"/>
            <a:ext cx="4464495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000" i="1" dirty="0">
                <a:latin typeface="+mn-lt"/>
              </a:rPr>
              <a:t>Работа с последовательностями:</a:t>
            </a:r>
          </a:p>
          <a:p>
            <a:pPr marL="177800" indent="-177800">
              <a:buFontTx/>
              <a:buAutoNum type="arabicPeriod"/>
              <a:defRPr/>
            </a:pPr>
            <a:r>
              <a:rPr lang="ru-RU" sz="1600" dirty="0">
                <a:latin typeface="+mn-lt"/>
              </a:rPr>
              <a:t>Парное сравнивание моделируемой последовательности с каждой последовательностью из базы данных</a:t>
            </a:r>
            <a:r>
              <a:rPr lang="en-US" sz="1600" dirty="0">
                <a:latin typeface="+mn-lt"/>
              </a:rPr>
              <a:t> —</a:t>
            </a:r>
            <a:r>
              <a:rPr lang="ru-RU" sz="16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FASTA, BLAST</a:t>
            </a:r>
          </a:p>
          <a:p>
            <a:pPr marL="177800" indent="-177800">
              <a:buFontTx/>
              <a:buAutoNum type="arabicPeriod"/>
              <a:defRPr/>
            </a:pPr>
            <a:endParaRPr lang="en-US" sz="1600" dirty="0">
              <a:latin typeface="+mn-lt"/>
            </a:endParaRPr>
          </a:p>
          <a:p>
            <a:pPr marL="177800" indent="-177800">
              <a:buFontTx/>
              <a:buAutoNum type="arabicPeriod"/>
              <a:defRPr/>
            </a:pPr>
            <a:r>
              <a:rPr lang="ru-RU" sz="1600" dirty="0">
                <a:latin typeface="+mn-lt"/>
              </a:rPr>
              <a:t>Сравнение сразу нескольких последовательностей</a:t>
            </a:r>
            <a:r>
              <a:rPr lang="en-US" sz="1600" dirty="0">
                <a:latin typeface="+mn-lt"/>
              </a:rPr>
              <a:t> —</a:t>
            </a:r>
            <a:br>
              <a:rPr lang="ru-RU" sz="1600" dirty="0">
                <a:latin typeface="+mn-lt"/>
              </a:rPr>
            </a:br>
            <a:r>
              <a:rPr lang="en-US" sz="1600" dirty="0">
                <a:latin typeface="+mn-lt"/>
              </a:rPr>
              <a:t>PSI-BLAST, CLUSTAL</a:t>
            </a:r>
          </a:p>
          <a:p>
            <a:pPr marL="177800" indent="-177800">
              <a:buFontTx/>
              <a:buAutoNum type="arabicPeriod"/>
              <a:defRPr/>
            </a:pPr>
            <a:endParaRPr lang="en-US" sz="1600" dirty="0">
              <a:latin typeface="+mn-lt"/>
            </a:endParaRPr>
          </a:p>
          <a:p>
            <a:pPr marL="177800" indent="-177800">
              <a:buFontTx/>
              <a:buAutoNum type="arabicPeriod"/>
              <a:defRPr/>
            </a:pPr>
            <a:r>
              <a:rPr lang="ru-RU" sz="1600" dirty="0">
                <a:latin typeface="+mn-lt"/>
              </a:rPr>
              <a:t>«Протягивание» последовательности через библиотеку «профилей» </a:t>
            </a:r>
            <a:br>
              <a:rPr lang="ru-RU" sz="1600" dirty="0">
                <a:latin typeface="+mn-lt"/>
              </a:rPr>
            </a:br>
            <a:r>
              <a:rPr lang="en-US" sz="1600" dirty="0">
                <a:latin typeface="+mn-lt"/>
              </a:rPr>
              <a:t>3D-</a:t>
            </a:r>
            <a:r>
              <a:rPr lang="ru-RU" sz="1600" dirty="0">
                <a:latin typeface="+mn-lt"/>
              </a:rPr>
              <a:t>структур (идентификация отдалённых гомологов)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160590" y="1071564"/>
            <a:ext cx="5831954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ru-RU" altLang="ru-RU" sz="2000" b="0" i="1" dirty="0">
                <a:latin typeface="+mn-lt"/>
              </a:rPr>
              <a:t>Факторы, влияющие на выбор шаблона: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ru-RU" altLang="ru-RU" sz="1600" dirty="0">
                <a:latin typeface="+mn-lt"/>
              </a:rPr>
              <a:t>Высокая идентичность последовательностей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ru-RU" altLang="ru-RU" sz="1600" b="0" dirty="0">
                <a:latin typeface="+mn-lt"/>
              </a:rPr>
              <a:t>Белки принадлежат к одному подсемейству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ru-RU" altLang="ru-RU" sz="1600" b="0" dirty="0">
                <a:latin typeface="+mn-lt"/>
              </a:rPr>
              <a:t>Качество экспериментальной структуры (разрешение или  количество ограничений на аминокислотный остаток)</a:t>
            </a:r>
          </a:p>
        </p:txBody>
      </p:sp>
      <p:graphicFrame>
        <p:nvGraphicFramePr>
          <p:cNvPr id="7" name="Group 1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8494311"/>
              </p:ext>
            </p:extLst>
          </p:nvPr>
        </p:nvGraphicFramePr>
        <p:xfrm>
          <a:off x="5304606" y="3179833"/>
          <a:ext cx="4895850" cy="1728788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4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</a:rPr>
                        <a:t>%</a:t>
                      </a: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</a:rPr>
                        <a:t> идентичности</a:t>
                      </a: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28" marB="45728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</a:rPr>
                        <a:t>Качество выравнивания</a:t>
                      </a: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28" marB="45728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4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&gt;40%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8" marB="45728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Почти всегда высокое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8" marB="45728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2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30–</a:t>
                      </a:r>
                      <a:r>
                        <a:rPr kumimoji="0" lang="ru-RU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40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%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8" marB="45728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Ошибочно выровненные участки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8" marB="45728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&lt;30%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8" marB="45728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«Сумеречная зона»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8" marB="45728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9002EE4-2749-48AF-91C3-67CE471080BA}"/>
              </a:ext>
            </a:extLst>
          </p:cNvPr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198955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62497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Методы построения моделей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51384" y="100012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5600" indent="-355600" eaLnBrk="0" hangingPunct="0">
              <a:spcBef>
                <a:spcPct val="20000"/>
              </a:spcBef>
              <a:defRPr/>
            </a:pPr>
            <a:r>
              <a:rPr lang="ru-RU" sz="24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ПО для моделирования</a:t>
            </a: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kern="0" dirty="0">
                <a:latin typeface="+mn-lt"/>
              </a:rPr>
              <a:t>Сборка модели из «твердых тел» — </a:t>
            </a:r>
            <a:r>
              <a:rPr lang="en-US" sz="1600" kern="0" dirty="0">
                <a:solidFill>
                  <a:srgbClr val="000099"/>
                </a:solidFill>
                <a:latin typeface="+mn-lt"/>
              </a:rPr>
              <a:t>COMPOSER</a:t>
            </a:r>
            <a:endParaRPr lang="ru-RU" sz="1600" kern="0" dirty="0">
              <a:solidFill>
                <a:srgbClr val="000099"/>
              </a:solidFill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kern="0" dirty="0">
                <a:latin typeface="+mn-lt"/>
              </a:rPr>
              <a:t>Моделирование путем сопоставления сегментов — </a:t>
            </a:r>
            <a:r>
              <a:rPr lang="en-US" sz="1600" kern="0" dirty="0">
                <a:solidFill>
                  <a:srgbClr val="000099"/>
                </a:solidFill>
                <a:latin typeface="+mn-lt"/>
              </a:rPr>
              <a:t>SEGMOD</a:t>
            </a:r>
            <a:endParaRPr lang="ru-RU" sz="1600" kern="0" dirty="0"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kern="0" dirty="0">
                <a:latin typeface="+mn-lt"/>
              </a:rPr>
              <a:t>Моделирование на основе </a:t>
            </a:r>
            <a:br>
              <a:rPr lang="ru-RU" sz="1600" kern="0" dirty="0">
                <a:latin typeface="+mn-lt"/>
              </a:rPr>
            </a:br>
            <a:r>
              <a:rPr lang="ru-RU" sz="1600" kern="0" dirty="0">
                <a:latin typeface="+mn-lt"/>
              </a:rPr>
              <a:t>пространственных ограничений — </a:t>
            </a:r>
            <a:r>
              <a:rPr lang="en-US" sz="1600" kern="0" dirty="0">
                <a:solidFill>
                  <a:srgbClr val="000099"/>
                </a:solidFill>
                <a:latin typeface="+mn-lt"/>
              </a:rPr>
              <a:t>MODELLER</a:t>
            </a:r>
            <a:endParaRPr lang="ru-RU" sz="1600" kern="0" dirty="0">
              <a:solidFill>
                <a:srgbClr val="000099"/>
              </a:solidFill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defRPr/>
            </a:pPr>
            <a:r>
              <a:rPr lang="ru-RU" sz="2400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Интернет-серверы</a:t>
            </a:r>
            <a:r>
              <a:rPr lang="ru-RU" sz="24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и базы</a:t>
            </a: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1600" kern="0" dirty="0">
                <a:latin typeface="+mn-lt"/>
                <a:hlinkClick r:id="rId2"/>
              </a:rPr>
              <a:t>Swiss-Model</a:t>
            </a:r>
            <a:endParaRPr lang="en-US" sz="1600" kern="0" dirty="0"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1600" kern="0" dirty="0">
                <a:latin typeface="+mn-lt"/>
                <a:hlinkClick r:id="rId2"/>
              </a:rPr>
              <a:t>Swiss-Model Repository</a:t>
            </a:r>
            <a:endParaRPr lang="en-US" sz="1600" kern="0" dirty="0"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1600" kern="0" dirty="0" err="1">
                <a:latin typeface="+mn-lt"/>
                <a:hlinkClick r:id="rId3"/>
              </a:rPr>
              <a:t>ModBase</a:t>
            </a:r>
            <a:endParaRPr lang="en-US" sz="1600" kern="0" dirty="0"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1600" kern="0" dirty="0" err="1">
                <a:latin typeface="+mn-lt"/>
              </a:rPr>
              <a:t>AlphaFold</a:t>
            </a:r>
            <a:r>
              <a:rPr lang="en-US" sz="1600" kern="0" dirty="0">
                <a:latin typeface="+mn-lt"/>
              </a:rPr>
              <a:t> </a:t>
            </a:r>
            <a:r>
              <a:rPr lang="en-US" sz="1600" kern="0" dirty="0">
                <a:latin typeface="+mn-lt"/>
                <a:hlinkClick r:id="rId4"/>
              </a:rPr>
              <a:t>Protein Structure Database</a:t>
            </a:r>
            <a:endParaRPr lang="ru-RU" sz="1600" kern="0" dirty="0"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defRPr/>
            </a:pPr>
            <a:r>
              <a:rPr lang="ru-RU" sz="24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Моделирование петель</a:t>
            </a: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1600" i="1" kern="0" dirty="0">
                <a:latin typeface="+mn-lt"/>
              </a:rPr>
              <a:t>ab initio</a:t>
            </a:r>
            <a:endParaRPr lang="en-US" sz="1600" kern="0" dirty="0">
              <a:latin typeface="+mn-lt"/>
            </a:endParaRPr>
          </a:p>
          <a:p>
            <a:pPr marL="355600" indent="-3556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ru-RU" sz="1600" kern="0" dirty="0">
                <a:latin typeface="+mn-lt"/>
              </a:rPr>
              <a:t>Поиск в базах данных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5"/>
          <a:srcRect l="1071" r="1522"/>
          <a:stretch/>
        </p:blipFill>
        <p:spPr>
          <a:xfrm>
            <a:off x="5735960" y="2060848"/>
            <a:ext cx="5352812" cy="4509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7CC56-3F18-433F-A5D4-9C662A1412A1}"/>
              </a:ext>
            </a:extLst>
          </p:cNvPr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54554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pp.userapi.com/c630617/v630617429/3b4c5/_cpxfqGas5o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106" y="5648007"/>
            <a:ext cx="1807899" cy="11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831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Типичные ошибки построения моделей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58341" y="1054046"/>
            <a:ext cx="24479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b="0" i="1" dirty="0">
                <a:latin typeface="+mn-lt"/>
              </a:rPr>
              <a:t>1. Ошибки в структуре боковых цепей</a:t>
            </a:r>
          </a:p>
          <a:p>
            <a:pPr eaLnBrk="1" hangingPunct="1"/>
            <a:r>
              <a:rPr lang="ru-RU" altLang="ru-RU" sz="1200" b="0" dirty="0">
                <a:latin typeface="+mj-lt"/>
              </a:rPr>
              <a:t>Мышиный белок, связывающий </a:t>
            </a:r>
          </a:p>
          <a:p>
            <a:pPr eaLnBrk="1" hangingPunct="1"/>
            <a:r>
              <a:rPr lang="ru-RU" altLang="ru-RU" sz="1200" b="0" dirty="0" err="1">
                <a:latin typeface="+mj-lt"/>
              </a:rPr>
              <a:t>ретиноевую</a:t>
            </a:r>
            <a:r>
              <a:rPr lang="ru-RU" altLang="ru-RU" sz="1200" b="0" dirty="0">
                <a:latin typeface="+mj-lt"/>
              </a:rPr>
              <a:t> кислоту.</a:t>
            </a:r>
          </a:p>
          <a:p>
            <a:pPr eaLnBrk="1" hangingPunct="1"/>
            <a:br>
              <a:rPr lang="en-US" altLang="ru-RU" sz="1200" b="0" dirty="0">
                <a:latin typeface="+mj-lt"/>
              </a:rPr>
            </a:br>
            <a:r>
              <a:rPr lang="ru-RU" altLang="ru-RU" sz="12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Тонкая линия — кристалл, толстая линия </a:t>
            </a:r>
            <a:r>
              <a:rPr lang="ru-RU" altLang="ru-RU" sz="1200" b="0" dirty="0">
                <a:solidFill>
                  <a:schemeClr val="bg1">
                    <a:lumMod val="50000"/>
                  </a:schemeClr>
                </a:solidFill>
              </a:rPr>
              <a:t>—</a:t>
            </a:r>
            <a:r>
              <a:rPr lang="ru-RU" altLang="ru-RU" sz="12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модель, пунктир </a:t>
            </a:r>
            <a:r>
              <a:rPr lang="ru-RU" altLang="ru-RU" sz="1200" b="0" dirty="0">
                <a:solidFill>
                  <a:schemeClr val="bg1">
                    <a:lumMod val="50000"/>
                  </a:schemeClr>
                </a:solidFill>
              </a:rPr>
              <a:t>—</a:t>
            </a:r>
            <a:r>
              <a:rPr lang="ru-RU" altLang="ru-RU" sz="1200" b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шаблон</a:t>
            </a: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990" y="1058049"/>
            <a:ext cx="1807898" cy="28212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911479" y="1054046"/>
            <a:ext cx="3513113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b="0" i="1" dirty="0">
                <a:latin typeface="+mn-lt"/>
              </a:rPr>
              <a:t>2. Сдвиги в корректно выровненных участках</a:t>
            </a:r>
          </a:p>
          <a:p>
            <a:pPr eaLnBrk="1" hangingPunct="1"/>
            <a:r>
              <a:rPr lang="ru-RU" altLang="ru-RU" sz="1200" b="0" dirty="0">
                <a:latin typeface="+mj-lt"/>
              </a:rPr>
              <a:t>Сравнение участка кристаллической структуры мышиного белка, связывающего </a:t>
            </a:r>
            <a:r>
              <a:rPr lang="ru-RU" altLang="ru-RU" sz="1200" b="0" dirty="0" err="1">
                <a:latin typeface="+mj-lt"/>
              </a:rPr>
              <a:t>ретиноевую</a:t>
            </a:r>
            <a:r>
              <a:rPr lang="ru-RU" altLang="ru-RU" sz="1200" b="0" dirty="0">
                <a:latin typeface="+mj-lt"/>
              </a:rPr>
              <a:t> кислоту с его моделью и с шаблоном.</a:t>
            </a: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569" y="1060699"/>
            <a:ext cx="2160536" cy="2818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959958" y="4103007"/>
            <a:ext cx="2447925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b="0" i="1" dirty="0">
                <a:latin typeface="+mn-lt"/>
              </a:rPr>
              <a:t>3. Ошибки в участках, для которых отсутствует шаблон</a:t>
            </a:r>
          </a:p>
          <a:p>
            <a:pPr eaLnBrk="1" hangingPunct="1"/>
            <a:r>
              <a:rPr lang="ru-RU" altLang="ru-RU" sz="1200" b="0" dirty="0">
                <a:latin typeface="+mj-lt"/>
              </a:rPr>
              <a:t>Показан контур С</a:t>
            </a:r>
            <a:r>
              <a:rPr lang="el-GR" altLang="ru-RU" sz="1200" b="0" dirty="0">
                <a:latin typeface="+mj-lt"/>
              </a:rPr>
              <a:t>α</a:t>
            </a:r>
            <a:r>
              <a:rPr lang="ru-RU" altLang="ru-RU" sz="1200" b="0" dirty="0">
                <a:latin typeface="+mj-lt"/>
              </a:rPr>
              <a:t> атомов остатков 112-117 кристаллографической  структуры человеческого </a:t>
            </a:r>
          </a:p>
          <a:p>
            <a:pPr eaLnBrk="1" hangingPunct="1"/>
            <a:r>
              <a:rPr lang="ru-RU" altLang="ru-RU" sz="1200" b="0" dirty="0">
                <a:latin typeface="+mj-lt"/>
              </a:rPr>
              <a:t>эозинофильного </a:t>
            </a:r>
            <a:r>
              <a:rPr lang="ru-RU" altLang="ru-RU" sz="1200" b="0" dirty="0" err="1">
                <a:latin typeface="+mj-lt"/>
              </a:rPr>
              <a:t>нейротоксина</a:t>
            </a:r>
            <a:r>
              <a:rPr lang="ru-RU" altLang="ru-RU" sz="1200" b="0" dirty="0">
                <a:latin typeface="+mj-lt"/>
              </a:rPr>
              <a:t> (тонкая линия), его модели (толстая линия), и шаблона – </a:t>
            </a:r>
            <a:r>
              <a:rPr lang="ru-RU" altLang="ru-RU" sz="1200" b="0" dirty="0" err="1">
                <a:latin typeface="+mj-lt"/>
              </a:rPr>
              <a:t>рибонуклеаза</a:t>
            </a:r>
            <a:r>
              <a:rPr lang="ru-RU" altLang="ru-RU" sz="1200" b="0" dirty="0">
                <a:latin typeface="+mj-lt"/>
              </a:rPr>
              <a:t> А (пунктир).</a:t>
            </a:r>
          </a:p>
        </p:txBody>
      </p:sp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40" y="3102150"/>
            <a:ext cx="2036391" cy="3265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897974" y="5498822"/>
            <a:ext cx="417468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b="0" i="1" dirty="0">
                <a:latin typeface="+mn-lt"/>
              </a:rPr>
              <a:t>4. Ошибки из-за неправильного выравнивания</a:t>
            </a:r>
          </a:p>
          <a:p>
            <a:pPr eaLnBrk="1" hangingPunct="1"/>
            <a:r>
              <a:rPr lang="en-US" altLang="ru-RU" sz="1200" b="0" dirty="0">
                <a:latin typeface="+mj-lt"/>
              </a:rPr>
              <a:t>N</a:t>
            </a:r>
            <a:r>
              <a:rPr lang="ru-RU" altLang="ru-RU" sz="1200" b="0" dirty="0">
                <a:latin typeface="+mj-lt"/>
              </a:rPr>
              <a:t>-концевой участок токсина сравнивается с его моделью. Показан соответствующий участок выравнивания, линии показывают эквивалентные остатки</a:t>
            </a:r>
          </a:p>
        </p:txBody>
      </p:sp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479" y="2441385"/>
            <a:ext cx="3941863" cy="29319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682357" y="5077844"/>
            <a:ext cx="24479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b="0" i="1" dirty="0">
                <a:latin typeface="+mn-lt"/>
              </a:rPr>
              <a:t>5. Неправильно выбранный шаблон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C9212-F327-4C51-BB99-2F735A50A8AA}"/>
              </a:ext>
            </a:extLst>
          </p:cNvPr>
          <p:cNvSpPr txBox="1"/>
          <p:nvPr/>
        </p:nvSpPr>
        <p:spPr>
          <a:xfrm>
            <a:off x="9057808" y="0"/>
            <a:ext cx="3134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Предсказание 3</a:t>
            </a: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162403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62497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Оценка качества моделей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51384" y="1000126"/>
            <a:ext cx="1116124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  <a:defRPr/>
            </a:pPr>
            <a:r>
              <a:rPr lang="ru-RU" sz="2400" kern="0" dirty="0">
                <a:latin typeface="+mn-lt"/>
              </a:rPr>
              <a:t>«Качество» модели (близость к нативной структуре) определяет ее пользу</a:t>
            </a:r>
          </a:p>
          <a:p>
            <a:pPr marL="266700" indent="-266700" eaLnBrk="0" hangingPunct="0">
              <a:spcBef>
                <a:spcPct val="20000"/>
              </a:spcBef>
              <a:buFont typeface="Wingdings" pitchFamily="2" charset="2"/>
              <a:buChar char="§"/>
              <a:tabLst>
                <a:tab pos="266700" algn="l"/>
              </a:tabLst>
              <a:defRPr/>
            </a:pPr>
            <a:r>
              <a:rPr lang="ru-RU" sz="1600" kern="0" dirty="0">
                <a:latin typeface="+mn-lt"/>
              </a:rPr>
              <a:t>Качество выравнивания: функционально и структурно консервативные остатки</a:t>
            </a:r>
          </a:p>
          <a:p>
            <a:pPr marL="266700" indent="-266700" eaLnBrk="0" hangingPunct="0">
              <a:spcBef>
                <a:spcPct val="20000"/>
              </a:spcBef>
              <a:buFont typeface="Wingdings" pitchFamily="2" charset="2"/>
              <a:buChar char="§"/>
              <a:tabLst>
                <a:tab pos="266700" algn="l"/>
              </a:tabLst>
              <a:defRPr/>
            </a:pPr>
            <a:r>
              <a:rPr lang="ru-RU" sz="1600" kern="0" dirty="0">
                <a:latin typeface="+mn-lt"/>
              </a:rPr>
              <a:t>Проверка стереохимии аминокислотных остатков модели</a:t>
            </a:r>
            <a:br>
              <a:rPr lang="ru-RU" sz="1600" kern="0" dirty="0">
                <a:latin typeface="+mn-lt"/>
              </a:rPr>
            </a:br>
            <a:r>
              <a:rPr lang="ru-RU" sz="1600" kern="0" dirty="0">
                <a:latin typeface="+mn-lt"/>
              </a:rPr>
              <a:t>(≈карты </a:t>
            </a:r>
            <a:r>
              <a:rPr lang="ru-RU" sz="1600" kern="0" dirty="0" err="1">
                <a:latin typeface="+mn-lt"/>
              </a:rPr>
              <a:t>Рамачандрана</a:t>
            </a:r>
            <a:r>
              <a:rPr lang="ru-RU" sz="1600" kern="0" dirty="0">
                <a:latin typeface="+mn-lt"/>
              </a:rPr>
              <a:t>) — </a:t>
            </a:r>
            <a:r>
              <a:rPr lang="en-US" sz="1600" kern="0" dirty="0">
                <a:latin typeface="+mn-lt"/>
              </a:rPr>
              <a:t>PROCHECK, WHATCHECK</a:t>
            </a:r>
            <a:endParaRPr lang="ru-RU" sz="1600" kern="0" dirty="0">
              <a:latin typeface="+mn-lt"/>
            </a:endParaRPr>
          </a:p>
          <a:p>
            <a:pPr marL="266700" indent="-266700" eaLnBrk="0" hangingPunct="0">
              <a:spcBef>
                <a:spcPct val="20000"/>
              </a:spcBef>
              <a:buFont typeface="Wingdings" pitchFamily="2" charset="2"/>
              <a:buChar char="§"/>
              <a:tabLst>
                <a:tab pos="266700" algn="l"/>
              </a:tabLst>
              <a:defRPr/>
            </a:pPr>
            <a:r>
              <a:rPr lang="ru-RU" sz="1600" kern="0" dirty="0">
                <a:latin typeface="+mn-lt"/>
              </a:rPr>
              <a:t>Оценка параметров «пространственного окружения» остатков и сравнение их с полученными на наборе экспериментальных структур — </a:t>
            </a:r>
            <a:r>
              <a:rPr lang="en-US" sz="1600" kern="0" dirty="0">
                <a:latin typeface="+mn-lt"/>
              </a:rPr>
              <a:t>VERIFY3D, </a:t>
            </a:r>
            <a:r>
              <a:rPr lang="en-US" sz="1600" kern="0" dirty="0" err="1">
                <a:latin typeface="+mn-lt"/>
              </a:rPr>
              <a:t>ProsaII</a:t>
            </a:r>
            <a:endParaRPr lang="ru-RU" sz="1600" kern="0" dirty="0">
              <a:latin typeface="+mn-lt"/>
            </a:endParaRPr>
          </a:p>
        </p:txBody>
      </p:sp>
      <p:pic>
        <p:nvPicPr>
          <p:cNvPr id="16" name="Picture 26" descr="squ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60" y="2996952"/>
            <a:ext cx="4737398" cy="286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1127448" y="5977829"/>
            <a:ext cx="45416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b="0" dirty="0">
                <a:latin typeface="+mj-lt"/>
              </a:rPr>
              <a:t>Характеристики молекулярной поверхности остатка</a:t>
            </a:r>
          </a:p>
        </p:txBody>
      </p:sp>
      <p:pic>
        <p:nvPicPr>
          <p:cNvPr id="18" name="Picture 7" descr="02-theo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2824161"/>
            <a:ext cx="4320480" cy="387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7036695" y="5297667"/>
            <a:ext cx="238241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200" dirty="0">
                <a:latin typeface="+mj-lt"/>
              </a:rPr>
              <a:t>Классы окружения: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ru-RU" sz="1200" b="0" dirty="0">
                <a:latin typeface="+mj-lt"/>
              </a:rPr>
              <a:t>E — </a:t>
            </a:r>
            <a:r>
              <a:rPr lang="ru-RU" altLang="ru-RU" sz="1200" b="0" dirty="0">
                <a:latin typeface="+mj-lt"/>
              </a:rPr>
              <a:t>экспонированный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ru-RU" sz="1200" b="0" dirty="0">
                <a:latin typeface="+mj-lt"/>
              </a:rPr>
              <a:t>P — </a:t>
            </a:r>
            <a:r>
              <a:rPr lang="ru-RU" altLang="ru-RU" sz="1200" b="0" dirty="0">
                <a:latin typeface="+mj-lt"/>
              </a:rPr>
              <a:t>частично заглубленный </a:t>
            </a:r>
            <a:r>
              <a:rPr lang="ru-RU" altLang="ru-RU" sz="1000" b="0" dirty="0">
                <a:latin typeface="+mj-lt"/>
              </a:rPr>
              <a:t>(1</a:t>
            </a:r>
            <a:r>
              <a:rPr lang="en-US" altLang="ru-RU" sz="1000" b="0" dirty="0">
                <a:latin typeface="+mj-lt"/>
              </a:rPr>
              <a:t> </a:t>
            </a:r>
            <a:r>
              <a:rPr lang="ru-RU" altLang="ru-RU" sz="1000" b="0" dirty="0">
                <a:latin typeface="+mj-lt"/>
              </a:rPr>
              <a:t>— неполярный, 2</a:t>
            </a:r>
            <a:r>
              <a:rPr lang="en-US" altLang="ru-RU" sz="1000" b="0" dirty="0">
                <a:latin typeface="+mj-lt"/>
              </a:rPr>
              <a:t> </a:t>
            </a:r>
            <a:r>
              <a:rPr lang="ru-RU" altLang="ru-RU" sz="1000" b="0" dirty="0">
                <a:latin typeface="+mj-lt"/>
              </a:rPr>
              <a:t>— полярный)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ru-RU" sz="1200" b="0" dirty="0">
                <a:latin typeface="+mj-lt"/>
              </a:rPr>
              <a:t>B — </a:t>
            </a:r>
            <a:r>
              <a:rPr lang="ru-RU" altLang="ru-RU" sz="1200" b="0" dirty="0">
                <a:latin typeface="+mj-lt"/>
              </a:rPr>
              <a:t>полностью заглубленный.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427988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35183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Мембранные белки устроены по-особенному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51384" y="836613"/>
            <a:ext cx="979308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ru-RU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Растворимые глобулярные белки имеют гидрофобное «ядро» и полярную поверхность. МБ устроены почти наоборот.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ru-RU" sz="1600" dirty="0">
                <a:solidFill>
                  <a:srgbClr val="0070C0"/>
                </a:solidFill>
                <a:latin typeface="+mn-lt"/>
              </a:rPr>
              <a:t>Поэтому для них требуется специальный подход</a:t>
            </a:r>
            <a:endParaRPr lang="en-US" sz="1600" dirty="0">
              <a:solidFill>
                <a:srgbClr val="0070C0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ru-RU" sz="16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Анализ «качества» МБ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: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нужно выявить характерные для МБ особенности упаковки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385" y="2565401"/>
            <a:ext cx="9505055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База структур МБ</a:t>
            </a:r>
            <a:r>
              <a:rPr lang="ru-RU" sz="2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(«обучающий набор»)</a:t>
            </a:r>
            <a:endParaRPr lang="en-US" sz="2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indent="-285750">
              <a:buFont typeface="Wingdings" pitchFamily="2" charset="2"/>
              <a:buChar char="§"/>
              <a:defRPr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Общее число структур МБ</a:t>
            </a:r>
            <a:r>
              <a:rPr lang="ru-RU" sz="1600" dirty="0">
                <a:solidFill>
                  <a:srgbClr val="9966FF"/>
                </a:solidFill>
                <a:latin typeface="+mn-lt"/>
              </a:rPr>
              <a:t>*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: 617 (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234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уникальных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).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Это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~1%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от всех известных структур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</a:t>
            </a:r>
          </a:p>
          <a:p>
            <a:pPr marL="285750" indent="-285750">
              <a:buFont typeface="Wingdings" pitchFamily="2" charset="2"/>
              <a:buChar char="§"/>
              <a:defRPr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Структуры высокого разрешения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(&lt;3.5 Å</a:t>
            </a: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РСА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 </a:t>
            </a:r>
            <a:r>
              <a:rPr lang="el-GR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α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</a:t>
            </a: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спиральных негомологичных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(&lt;40% </a:t>
            </a: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идентичности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 </a:t>
            </a: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МБ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: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85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 </a:t>
            </a:r>
            <a:r>
              <a:rPr lang="ru-RU" sz="1600" i="1" dirty="0">
                <a:solidFill>
                  <a:srgbClr val="0070C0"/>
                </a:solidFill>
                <a:latin typeface="+mn-lt"/>
              </a:rPr>
              <a:t>Среди них</a:t>
            </a:r>
            <a:r>
              <a:rPr lang="en-US" sz="1600" i="1" dirty="0">
                <a:solidFill>
                  <a:srgbClr val="0070C0"/>
                </a:solidFill>
                <a:latin typeface="+mn-lt"/>
              </a:rPr>
              <a:t>: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«Дыхательные» белки</a:t>
            </a:r>
            <a:r>
              <a:rPr lang="en-U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14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—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Белки дыхательной цепи: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Комплекс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I  (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НАД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·H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дегидрогеназа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),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комплекс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II (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</a:rPr>
              <a:t>фумарат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</a:rPr>
              <a:t>редуктаза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 /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</a:rPr>
              <a:t>сукцинат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</a:rPr>
              <a:t>дегидрогеназа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),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комплекс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III (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</a:rPr>
              <a:t>комплекс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</a:rPr>
              <a:t>цитохрома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bc1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),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комплекс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IV (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</a:rPr>
              <a:t>цитохром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-</a:t>
            </a:r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</a:rPr>
              <a:t>оксидаза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),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убихинол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-оксидаза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нитрат-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редуктаза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и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т.д</a:t>
            </a:r>
            <a:r>
              <a:rPr lang="en-US" sz="1200" i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Бактериальные </a:t>
            </a:r>
            <a:r>
              <a:rPr lang="ru-RU" sz="140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опсины</a:t>
            </a:r>
            <a:r>
              <a:rPr lang="en-US" sz="1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5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—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бактериородопсин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сенсорный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бР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галородопсин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ксантородопсин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en-US" sz="1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GPCR’</a:t>
            </a:r>
            <a:r>
              <a:rPr lang="ru-RU" sz="1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ы</a:t>
            </a:r>
            <a:r>
              <a:rPr lang="en-US" sz="1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4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—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родопсин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l-GR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β</a:t>
            </a:r>
            <a:r>
              <a:rPr lang="en-US" sz="1200" baseline="-25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2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адренорецептор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A2A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аденозиновый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рецептор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родопсин кальмара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Ионные каналы</a:t>
            </a:r>
            <a:r>
              <a:rPr lang="en-US" sz="1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18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— </a:t>
            </a: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KvAP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KcsA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KirBac3.1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и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Kir3.1 K</a:t>
            </a:r>
            <a:r>
              <a:rPr lang="en-US" sz="1200" baseline="30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+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каналы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H</a:t>
            </a:r>
            <a:r>
              <a:rPr lang="en-US" sz="1200" baseline="30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+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/</a:t>
            </a: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Cl</a:t>
            </a:r>
            <a:r>
              <a:rPr lang="en-US" sz="1200" baseline="30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−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обменники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Mg</a:t>
            </a:r>
            <a:r>
              <a:rPr lang="en-US" sz="1200" baseline="30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2+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транспортеры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ru-RU" sz="12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механочувствительные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каналы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ASIC, M2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-канал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P</a:t>
            </a:r>
            <a:r>
              <a:rPr lang="en-US" sz="1200" baseline="-25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2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X</a:t>
            </a:r>
            <a:r>
              <a:rPr lang="en-US" sz="1200" baseline="-25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4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-канал и т.д.</a:t>
            </a:r>
            <a:endParaRPr lang="en-US" sz="1200" i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Прочие каналы</a:t>
            </a:r>
            <a:r>
              <a:rPr lang="en-US" sz="14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17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rgbClr val="33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Аква- и </a:t>
            </a:r>
            <a:r>
              <a:rPr lang="ru-RU" sz="1400" dirty="0" err="1">
                <a:solidFill>
                  <a:srgbClr val="33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глицеропорины</a:t>
            </a:r>
            <a:r>
              <a:rPr lang="en-US" sz="1400" dirty="0">
                <a:solidFill>
                  <a:srgbClr val="33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6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en-US" sz="1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Multi-drug efflux pumps </a:t>
            </a:r>
            <a:r>
              <a:rPr lang="ru-RU" sz="1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и </a:t>
            </a:r>
            <a:r>
              <a:rPr lang="en-US" sz="1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Major facilitator proteins: 4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Фотосинтетические белки</a:t>
            </a:r>
            <a:r>
              <a:rPr lang="en-US" sz="1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(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здесь не перечислены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ABC-</a:t>
            </a:r>
            <a:r>
              <a:rPr lang="ru-RU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транспортеры</a:t>
            </a:r>
            <a:r>
              <a:rPr 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6</a:t>
            </a:r>
          </a:p>
          <a:p>
            <a:pPr marL="542925" indent="-276225">
              <a:buFont typeface="Wingdings" pitchFamily="2" charset="2"/>
              <a:buChar char="§"/>
              <a:defRPr/>
            </a:pPr>
            <a:r>
              <a:rPr lang="ru-RU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АТФазы</a:t>
            </a: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: 4</a:t>
            </a:r>
            <a:br>
              <a:rPr lang="en-US" sz="1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ru-RU" sz="1200" i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и другие</a:t>
            </a:r>
            <a:endParaRPr lang="en-US" sz="1200" i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 rot="16200000">
            <a:off x="10858400" y="5651375"/>
            <a:ext cx="1872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rgbClr val="9966FF"/>
                </a:solidFill>
              </a:rPr>
              <a:t>*</a:t>
            </a:r>
            <a:r>
              <a:rPr lang="ru-RU" sz="1400" i="1" dirty="0"/>
              <a:t> — на март 2010 г.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75F85-61EA-4725-8682-7E607AD6E1A7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571501"/>
            <a:ext cx="12288688" cy="12858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</a:schemeClr>
              </a:gs>
              <a:gs pos="15000">
                <a:srgbClr val="FFFF00">
                  <a:alpha val="65000"/>
                </a:srgbClr>
              </a:gs>
              <a:gs pos="30000">
                <a:srgbClr val="FFD13F">
                  <a:alpha val="75000"/>
                </a:srgbClr>
              </a:gs>
              <a:gs pos="70000">
                <a:srgbClr val="FFD13F">
                  <a:alpha val="75000"/>
                </a:srgbClr>
              </a:gs>
              <a:gs pos="85000">
                <a:srgbClr val="FFFF00">
                  <a:alpha val="65000"/>
                </a:srgbClr>
              </a:gs>
              <a:gs pos="85000">
                <a:srgbClr val="FFFF0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783446" y="287339"/>
            <a:ext cx="77771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Оценивающая функция для МБ</a:t>
            </a:r>
            <a:endParaRPr lang="en-US" sz="24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85821" y="928689"/>
            <a:ext cx="442912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i="1" dirty="0" err="1">
                <a:solidFill>
                  <a:srgbClr val="002060"/>
                </a:solidFill>
                <a:latin typeface="+mj-lt"/>
              </a:rPr>
              <a:t>E</a:t>
            </a:r>
            <a:r>
              <a:rPr lang="en-US" sz="1200" baseline="-25000" dirty="0" err="1">
                <a:solidFill>
                  <a:srgbClr val="002060"/>
                </a:solidFill>
                <a:latin typeface="+mj-lt"/>
              </a:rPr>
              <a:t>solv</a:t>
            </a:r>
            <a:endParaRPr lang="ru-RU" sz="1200" baseline="-250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6246" y="1268414"/>
            <a:ext cx="126206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002060"/>
                </a:solidFill>
                <a:latin typeface="+mj-lt"/>
              </a:rPr>
              <a:t>“</a:t>
            </a:r>
            <a:r>
              <a:rPr lang="ru-RU" sz="1200" b="1" dirty="0">
                <a:solidFill>
                  <a:srgbClr val="002060"/>
                </a:solidFill>
                <a:latin typeface="+mj-lt"/>
              </a:rPr>
              <a:t>Виртуальная мембрана</a:t>
            </a:r>
            <a:r>
              <a:rPr lang="en-US" sz="1200" b="1" dirty="0">
                <a:solidFill>
                  <a:srgbClr val="002060"/>
                </a:solidFill>
                <a:latin typeface="+mj-lt"/>
              </a:rPr>
              <a:t>”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085697" y="1214439"/>
            <a:ext cx="1285875" cy="1587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6373033" y="571501"/>
            <a:ext cx="0" cy="128587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5697" y="509589"/>
            <a:ext cx="2698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002060"/>
                </a:solidFill>
                <a:latin typeface="+mj-lt"/>
              </a:rPr>
              <a:t>Z</a:t>
            </a:r>
            <a:endParaRPr lang="ru-RU" sz="1200" baseline="-250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8" name="Полилиния 7"/>
          <p:cNvSpPr/>
          <p:nvPr/>
        </p:nvSpPr>
        <p:spPr>
          <a:xfrm flipV="1">
            <a:off x="6157133" y="571501"/>
            <a:ext cx="541338" cy="1285875"/>
          </a:xfrm>
          <a:custGeom>
            <a:avLst/>
            <a:gdLst>
              <a:gd name="connsiteX0" fmla="*/ 431800 w 541337"/>
              <a:gd name="connsiteY0" fmla="*/ 0 h 1457325"/>
              <a:gd name="connsiteX1" fmla="*/ 431800 w 541337"/>
              <a:gd name="connsiteY1" fmla="*/ 276225 h 1457325"/>
              <a:gd name="connsiteX2" fmla="*/ 3175 w 541337"/>
              <a:gd name="connsiteY2" fmla="*/ 609600 h 1457325"/>
              <a:gd name="connsiteX3" fmla="*/ 450850 w 541337"/>
              <a:gd name="connsiteY3" fmla="*/ 962025 h 1457325"/>
              <a:gd name="connsiteX4" fmla="*/ 527050 w 541337"/>
              <a:gd name="connsiteY4" fmla="*/ 1362075 h 1457325"/>
              <a:gd name="connsiteX5" fmla="*/ 536575 w 541337"/>
              <a:gd name="connsiteY5" fmla="*/ 1457325 h 145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337" h="1457325">
                <a:moveTo>
                  <a:pt x="431800" y="0"/>
                </a:moveTo>
                <a:cubicBezTo>
                  <a:pt x="467519" y="87312"/>
                  <a:pt x="503238" y="174625"/>
                  <a:pt x="431800" y="276225"/>
                </a:cubicBezTo>
                <a:cubicBezTo>
                  <a:pt x="360363" y="377825"/>
                  <a:pt x="0" y="495300"/>
                  <a:pt x="3175" y="609600"/>
                </a:cubicBezTo>
                <a:cubicBezTo>
                  <a:pt x="6350" y="723900"/>
                  <a:pt x="363538" y="836613"/>
                  <a:pt x="450850" y="962025"/>
                </a:cubicBezTo>
                <a:cubicBezTo>
                  <a:pt x="538163" y="1087438"/>
                  <a:pt x="512763" y="1279525"/>
                  <a:pt x="527050" y="1362075"/>
                </a:cubicBezTo>
                <a:cubicBezTo>
                  <a:pt x="541337" y="1444625"/>
                  <a:pt x="538956" y="1450975"/>
                  <a:pt x="536575" y="1457325"/>
                </a:cubicBez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83446" y="836614"/>
            <a:ext cx="8424862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r>
              <a:rPr lang="ru-RU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Оптимальное расположение ТМ-доменов</a:t>
            </a:r>
            <a:br>
              <a:rPr lang="ru-RU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r>
              <a:rPr lang="ru-RU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в мембране</a:t>
            </a:r>
            <a:r>
              <a:rPr lang="en-US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Границы ТМ-домена.</a:t>
            </a: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Статистика по контактам остаток–остаток и</a:t>
            </a:r>
            <a:b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остаток–мембрана</a:t>
            </a: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00050" indent="-400050" eaLnBrk="1" hangingPunct="1">
              <a:spcBef>
                <a:spcPct val="50000"/>
              </a:spcBef>
              <a:buFontTx/>
              <a:buAutoNum type="romanUcPeriod"/>
              <a:defRPr/>
            </a:pP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Классы 3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D-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окружения белок–мембрана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 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«Предпочтения» остатков</a:t>
            </a:r>
            <a:endParaRPr lang="en-US" sz="16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graphicFrame>
        <p:nvGraphicFramePr>
          <p:cNvPr id="15" name="Диаграмма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1610186"/>
              </p:ext>
            </p:extLst>
          </p:nvPr>
        </p:nvGraphicFramePr>
        <p:xfrm>
          <a:off x="2697972" y="1755775"/>
          <a:ext cx="2746375" cy="25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47" y="2098675"/>
            <a:ext cx="1800225" cy="12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999347" y="3332164"/>
            <a:ext cx="18002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Свойства поверхности</a:t>
            </a:r>
          </a:p>
          <a:p>
            <a:pPr>
              <a:defRPr/>
            </a:pP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а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/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к остатков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flipH="1">
            <a:off x="2253115" y="2019870"/>
            <a:ext cx="1828800" cy="156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 flipV="1">
            <a:off x="2184877" y="3173104"/>
            <a:ext cx="1228299" cy="661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39433" y="2474914"/>
            <a:ext cx="1223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Поверхность, доступная мембране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0704" y="5157193"/>
            <a:ext cx="1708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dirty="0">
                <a:solidFill>
                  <a:srgbClr val="0070C0"/>
                </a:solidFill>
                <a:latin typeface="+mj-lt"/>
              </a:rPr>
              <a:t>Остатки в </a:t>
            </a:r>
            <a:r>
              <a:rPr lang="ru-RU" sz="1200" b="1" dirty="0">
                <a:solidFill>
                  <a:srgbClr val="0070C0"/>
                </a:solidFill>
                <a:latin typeface="+mj-lt"/>
              </a:rPr>
              <a:t>полярном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 окружении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109" y="2060576"/>
            <a:ext cx="165576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u-RU" sz="12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Доля неполярных контактов</a:t>
            </a:r>
          </a:p>
        </p:txBody>
      </p:sp>
      <p:pic>
        <p:nvPicPr>
          <p:cNvPr id="28" name="Рисунок 27" descr="1su4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2" r="27547"/>
          <a:stretch>
            <a:fillRect/>
          </a:stretch>
        </p:blipFill>
        <p:spPr bwMode="auto">
          <a:xfrm>
            <a:off x="8201026" y="-679450"/>
            <a:ext cx="3000375" cy="507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58" y="1989138"/>
            <a:ext cx="28082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3798109" y="3213100"/>
            <a:ext cx="40957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i="1" dirty="0" err="1">
                <a:solidFill>
                  <a:srgbClr val="0070C0"/>
                </a:solidFill>
                <a:latin typeface="+mj-lt"/>
              </a:rPr>
              <a:t>F</a:t>
            </a:r>
            <a:r>
              <a:rPr lang="en-US" b="1" baseline="-25000" dirty="0" err="1">
                <a:solidFill>
                  <a:srgbClr val="0070C0"/>
                </a:solidFill>
                <a:latin typeface="+mj-lt"/>
              </a:rPr>
              <a:t>p</a:t>
            </a:r>
            <a:endParaRPr lang="ru-RU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91746" y="2411414"/>
            <a:ext cx="5000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F</a:t>
            </a:r>
            <a:r>
              <a:rPr lang="en-US" b="1" baseline="-25000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np</a:t>
            </a:r>
            <a:endParaRPr lang="ru-RU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70910" y="4005065"/>
            <a:ext cx="2376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b="1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Параметры упаковки белка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51229" y="3933826"/>
            <a:ext cx="33123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b="1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Упаковка</a:t>
            </a:r>
            <a:r>
              <a:rPr lang="en-US" sz="1200" b="1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“</a:t>
            </a:r>
            <a:r>
              <a:rPr lang="ru-RU" sz="1200" b="1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обучающего набора</a:t>
            </a:r>
            <a:r>
              <a:rPr lang="en-US" sz="1200" b="1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”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1200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F</a:t>
            </a:r>
            <a:r>
              <a:rPr lang="en-US" sz="1200" baseline="-250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p</a:t>
            </a: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×</a:t>
            </a:r>
            <a:r>
              <a:rPr lang="en-US" sz="1200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F</a:t>
            </a:r>
            <a:r>
              <a:rPr lang="en-US" sz="1200" baseline="-250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np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)</a:t>
            </a:r>
            <a:r>
              <a:rPr lang="en-US" sz="1200" b="1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endParaRPr lang="ru-RU" sz="1200" b="1" i="1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21" y="4561852"/>
            <a:ext cx="2183242" cy="21893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5471" y="6505600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F</a:t>
            </a:r>
            <a:r>
              <a:rPr lang="en-US" sz="1400" b="1" baseline="-250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p</a:t>
            </a:r>
            <a:endParaRPr lang="ru-RU" sz="1400" b="1" baseline="-250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 rot="16200000">
            <a:off x="345493" y="5363085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F</a:t>
            </a:r>
            <a:r>
              <a:rPr lang="en-US" sz="1400" b="1" baseline="-250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np</a:t>
            </a:r>
            <a:endParaRPr lang="ru-RU" sz="1400" b="1" baseline="-250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9457" y="659735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0</a:t>
            </a:r>
            <a:endParaRPr lang="ru-RU" sz="1400" baseline="-250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07689" y="659735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1</a:t>
            </a:r>
            <a:endParaRPr lang="ru-RU" sz="1400" baseline="-250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449" y="450912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1</a:t>
            </a:r>
            <a:endParaRPr lang="ru-RU" sz="1400" baseline="-250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 flipV="1">
            <a:off x="1430749" y="5373216"/>
            <a:ext cx="935434" cy="64807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1899459" y="5373216"/>
            <a:ext cx="466725" cy="50405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70909" y="2895031"/>
            <a:ext cx="13843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u-RU" sz="1200" dirty="0">
                <a:solidFill>
                  <a:srgbClr val="0070C0"/>
                </a:solidFill>
                <a:latin typeface="+mj-lt"/>
              </a:rPr>
              <a:t>Доля полярных контактов</a:t>
            </a:r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1214726" y="4869161"/>
            <a:ext cx="683741" cy="934363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V="1">
            <a:off x="1358742" y="4869160"/>
            <a:ext cx="540717" cy="288032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62797" y="4653137"/>
            <a:ext cx="252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Остатки в </a:t>
            </a:r>
            <a:r>
              <a:rPr lang="ru-RU" sz="12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неполярном</a:t>
            </a:r>
            <a:r>
              <a:rPr lang="ru-RU"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 окружении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18595" y="5735536"/>
            <a:ext cx="1573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Остатки, экспонированные в мембрану</a:t>
            </a:r>
          </a:p>
        </p:txBody>
      </p:sp>
      <p:cxnSp>
        <p:nvCxnSpPr>
          <p:cNvPr id="44" name="Прямая соединительная линия 43"/>
          <p:cNvCxnSpPr>
            <a:stCxn id="43" idx="1"/>
          </p:cNvCxnSpPr>
          <p:nvPr/>
        </p:nvCxnSpPr>
        <p:spPr>
          <a:xfrm flipH="1">
            <a:off x="999348" y="6058701"/>
            <a:ext cx="1619246" cy="446898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489598" y="4627904"/>
                <a:ext cx="4718711" cy="1093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“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Совместимость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” 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остатка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1200" i="1" dirty="0">
                    <a:solidFill>
                      <a:schemeClr val="accent6">
                        <a:lumMod val="50000"/>
                      </a:schemeClr>
                    </a:solidFill>
                  </a:rPr>
                  <a:t>i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с классом окружения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1200" i="1" dirty="0">
                    <a:solidFill>
                      <a:schemeClr val="accent6">
                        <a:lumMod val="50000"/>
                      </a:schemeClr>
                    </a:solidFill>
                  </a:rPr>
                  <a:t>j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:</a:t>
                </a:r>
                <a:endParaRPr lang="ru-RU" sz="12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ОФМБ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2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1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ln</m:t>
                        </m:r>
                      </m:fName>
                      <m:e>
                        <m:f>
                          <m:fPr>
                            <m:type m:val="skw"/>
                            <m:ctrlPr>
                              <a:rPr lang="en-US" sz="12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2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2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,</a:t>
                </a:r>
                <a:endParaRPr lang="en-US" sz="12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где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1200" i="1" dirty="0" err="1">
                    <a:solidFill>
                      <a:schemeClr val="accent6">
                        <a:lumMod val="50000"/>
                      </a:schemeClr>
                    </a:solidFill>
                  </a:rPr>
                  <a:t>P</a:t>
                </a:r>
                <a:r>
                  <a:rPr lang="en-US" sz="1200" baseline="-25000" dirty="0" err="1">
                    <a:solidFill>
                      <a:schemeClr val="accent6">
                        <a:lumMod val="50000"/>
                      </a:schemeClr>
                    </a:solidFill>
                  </a:rPr>
                  <a:t>ij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—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 частота остатков </a:t>
                </a:r>
                <a:r>
                  <a:rPr lang="en-US" sz="1200" i="1" dirty="0">
                    <a:solidFill>
                      <a:schemeClr val="accent6">
                        <a:lumMod val="50000"/>
                      </a:schemeClr>
                    </a:solidFill>
                  </a:rPr>
                  <a:t>i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в классе </a:t>
                </a:r>
                <a:r>
                  <a:rPr lang="en-US" sz="1200" i="1" dirty="0">
                    <a:solidFill>
                      <a:schemeClr val="accent6">
                        <a:lumMod val="50000"/>
                      </a:schemeClr>
                    </a:solidFill>
                  </a:rPr>
                  <a:t>j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а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1200" i="1" dirty="0" err="1">
                    <a:solidFill>
                      <a:schemeClr val="accent6">
                        <a:lumMod val="50000"/>
                      </a:schemeClr>
                    </a:solidFill>
                  </a:rPr>
                  <a:t>P</a:t>
                </a:r>
                <a:r>
                  <a:rPr lang="en-US" sz="1200" baseline="-25000" dirty="0" err="1">
                    <a:solidFill>
                      <a:schemeClr val="accent6">
                        <a:lumMod val="50000"/>
                      </a:schemeClr>
                    </a:solidFill>
                  </a:rPr>
                  <a:t>j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 – </a:t>
                </a:r>
                <a:r>
                  <a:rPr lang="ru-RU" sz="1200" dirty="0">
                    <a:solidFill>
                      <a:schemeClr val="accent6">
                        <a:lumMod val="50000"/>
                      </a:schemeClr>
                    </a:solidFill>
                  </a:rPr>
                  <a:t>«заселённость» класса </a:t>
                </a:r>
                <a:r>
                  <a:rPr lang="en-US" sz="1200" i="1" dirty="0">
                    <a:solidFill>
                      <a:schemeClr val="accent6">
                        <a:lumMod val="50000"/>
                      </a:schemeClr>
                    </a:solidFill>
                  </a:rPr>
                  <a:t>j</a:t>
                </a:r>
                <a:r>
                  <a:rPr lang="en-US" sz="12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  <a:endParaRPr lang="ru-RU" sz="12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ru-RU" sz="1200" b="1" dirty="0" err="1">
                    <a:solidFill>
                      <a:schemeClr val="accent2">
                        <a:lumMod val="75000"/>
                      </a:schemeClr>
                    </a:solidFill>
                  </a:rPr>
                  <a:t>Протабулированная</a:t>
                </a:r>
                <a:r>
                  <a:rPr lang="ru-RU" sz="12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1200" b="1" dirty="0">
                    <a:solidFill>
                      <a:schemeClr val="accent2">
                        <a:lumMod val="75000"/>
                      </a:schemeClr>
                    </a:solidFill>
                  </a:rPr>
                  <a:t>“</a:t>
                </a:r>
                <a:r>
                  <a:rPr lang="ru-RU" sz="1200" b="1" dirty="0">
                    <a:solidFill>
                      <a:schemeClr val="accent2">
                        <a:lumMod val="75000"/>
                      </a:schemeClr>
                    </a:solidFill>
                  </a:rPr>
                  <a:t>ОФМБ</a:t>
                </a:r>
                <a:r>
                  <a:rPr lang="en-US" sz="1200" b="1" dirty="0">
                    <a:solidFill>
                      <a:schemeClr val="accent2">
                        <a:lumMod val="75000"/>
                      </a:schemeClr>
                    </a:solidFill>
                  </a:rPr>
                  <a:t>”: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598" y="4627904"/>
                <a:ext cx="4718711" cy="1093248"/>
              </a:xfrm>
              <a:prstGeom prst="rect">
                <a:avLst/>
              </a:prstGeom>
              <a:blipFill>
                <a:blip r:embed="rId7"/>
                <a:stretch>
                  <a:fillRect t="-13333" b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835899"/>
              </p:ext>
            </p:extLst>
          </p:nvPr>
        </p:nvGraphicFramePr>
        <p:xfrm>
          <a:off x="4587096" y="5733257"/>
          <a:ext cx="4124325" cy="858839"/>
        </p:xfrm>
        <a:graphic>
          <a:graphicData uri="http://schemas.openxmlformats.org/drawingml/2006/table">
            <a:tbl>
              <a:tblPr/>
              <a:tblGrid>
                <a:gridCol w="52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Класс окружения</a:t>
                      </a: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2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3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4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5</a:t>
                      </a:r>
                      <a:endParaRPr kumimoji="0" 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ALA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0.05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−1.20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−0.91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0.93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0.82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ARG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−1.79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−1.58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−0.74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−0.01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1.90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ASN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−1.21</a:t>
                      </a:r>
                      <a:endParaRPr kumimoji="0" lang="ru-RU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−0.71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0.93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−1.22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0.60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68580" marR="68580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6542524" y="65160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ru-RU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8624C0-A454-4FCE-B9D2-E49F40696A0D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Graphic spid="15" grpId="0">
        <p:bldAsOne/>
      </p:bldGraphic>
      <p:bldP spid="18" grpId="0"/>
      <p:bldP spid="25" grpId="0"/>
      <p:bldP spid="26" grpId="0"/>
      <p:bldP spid="27" grpId="0"/>
      <p:bldP spid="38" grpId="0"/>
      <p:bldP spid="39" grpId="0"/>
      <p:bldP spid="40" grpId="0"/>
      <p:bldP spid="41" grpId="0"/>
      <p:bldP spid="3" grpId="0"/>
      <p:bldP spid="29" grpId="0"/>
      <p:bldP spid="30" grpId="0"/>
      <p:bldP spid="31" grpId="0"/>
      <p:bldP spid="32" grpId="0"/>
      <p:bldP spid="36" grpId="0"/>
      <p:bldP spid="42" grpId="0"/>
      <p:bldP spid="43" grpId="0"/>
      <p:bldP spid="45" grpId="0"/>
      <p:bldP spid="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Прямоугольник 693"/>
          <p:cNvSpPr/>
          <p:nvPr/>
        </p:nvSpPr>
        <p:spPr>
          <a:xfrm>
            <a:off x="-132183" y="1160723"/>
            <a:ext cx="4713163" cy="207829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</a:schemeClr>
              </a:gs>
              <a:gs pos="15000">
                <a:srgbClr val="FFFF00"/>
              </a:gs>
              <a:gs pos="30000">
                <a:srgbClr val="FFD13F"/>
              </a:gs>
              <a:gs pos="70000">
                <a:srgbClr val="FFD13F"/>
              </a:gs>
              <a:gs pos="85000">
                <a:srgbClr val="FFFF00"/>
              </a:gs>
              <a:gs pos="85000">
                <a:srgbClr val="FFFF0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215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ОФМБ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2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оптимизация моделей</a:t>
            </a:r>
            <a:endParaRPr lang="en-US" sz="22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738933" y="4437113"/>
            <a:ext cx="43175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65113" indent="-265113" eaLnBrk="1" hangingPunct="1">
              <a:spcBef>
                <a:spcPct val="50000"/>
              </a:spcBef>
              <a:defRPr/>
            </a:pPr>
            <a:r>
              <a:rPr lang="en-US" sz="1600" i="0" dirty="0">
                <a:solidFill>
                  <a:srgbClr val="0070C0"/>
                </a:solidFill>
                <a:latin typeface="+mn-lt"/>
                <a:sym typeface="Wingdings"/>
              </a:rPr>
              <a:t> </a:t>
            </a:r>
            <a:r>
              <a:rPr lang="ru-RU" sz="1600" i="0" dirty="0">
                <a:solidFill>
                  <a:srgbClr val="0070C0"/>
                </a:solidFill>
                <a:latin typeface="+mn-lt"/>
              </a:rPr>
              <a:t>Идентификация ошибок в выравнивании при построении моделей</a:t>
            </a:r>
            <a:endParaRPr lang="en-US" sz="1600" i="0" dirty="0">
              <a:solidFill>
                <a:srgbClr val="0070C0"/>
              </a:solidFill>
              <a:latin typeface="+mn-lt"/>
            </a:endParaRPr>
          </a:p>
        </p:txBody>
      </p:sp>
      <p:grpSp>
        <p:nvGrpSpPr>
          <p:cNvPr id="18" name="Group 4"/>
          <p:cNvGrpSpPr>
            <a:grpSpLocks noChangeAspect="1"/>
          </p:cNvGrpSpPr>
          <p:nvPr/>
        </p:nvGrpSpPr>
        <p:grpSpPr bwMode="auto">
          <a:xfrm>
            <a:off x="1086382" y="982806"/>
            <a:ext cx="1289205" cy="2171026"/>
            <a:chOff x="315" y="1440"/>
            <a:chExt cx="1233" cy="2076"/>
          </a:xfrm>
        </p:grpSpPr>
        <p:sp>
          <p:nvSpPr>
            <p:cNvPr id="19" name="AutoShape 3"/>
            <p:cNvSpPr>
              <a:spLocks noChangeAspect="1" noChangeArrowheads="1" noTextEdit="1"/>
            </p:cNvSpPr>
            <p:nvPr/>
          </p:nvSpPr>
          <p:spPr bwMode="auto">
            <a:xfrm>
              <a:off x="315" y="1440"/>
              <a:ext cx="1233" cy="2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20" name="Group 205"/>
            <p:cNvGrpSpPr>
              <a:grpSpLocks/>
            </p:cNvGrpSpPr>
            <p:nvPr/>
          </p:nvGrpSpPr>
          <p:grpSpPr bwMode="auto">
            <a:xfrm>
              <a:off x="367" y="1453"/>
              <a:ext cx="1171" cy="2016"/>
              <a:chOff x="367" y="1453"/>
              <a:chExt cx="1171" cy="2016"/>
            </a:xfrm>
          </p:grpSpPr>
          <p:sp>
            <p:nvSpPr>
              <p:cNvPr id="164" name="Freeform 5"/>
              <p:cNvSpPr>
                <a:spLocks/>
              </p:cNvSpPr>
              <p:nvPr/>
            </p:nvSpPr>
            <p:spPr bwMode="auto">
              <a:xfrm>
                <a:off x="367" y="2612"/>
                <a:ext cx="104" cy="120"/>
              </a:xfrm>
              <a:custGeom>
                <a:avLst/>
                <a:gdLst>
                  <a:gd name="T0" fmla="*/ 9 w 833"/>
                  <a:gd name="T1" fmla="*/ 0 h 966"/>
                  <a:gd name="T2" fmla="*/ 10 w 833"/>
                  <a:gd name="T3" fmla="*/ 0 h 966"/>
                  <a:gd name="T4" fmla="*/ 11 w 833"/>
                  <a:gd name="T5" fmla="*/ 1 h 966"/>
                  <a:gd name="T6" fmla="*/ 11 w 833"/>
                  <a:gd name="T7" fmla="*/ 1 h 966"/>
                  <a:gd name="T8" fmla="*/ 12 w 833"/>
                  <a:gd name="T9" fmla="*/ 1 h 966"/>
                  <a:gd name="T10" fmla="*/ 12 w 833"/>
                  <a:gd name="T11" fmla="*/ 2 h 966"/>
                  <a:gd name="T12" fmla="*/ 12 w 833"/>
                  <a:gd name="T13" fmla="*/ 2 h 966"/>
                  <a:gd name="T14" fmla="*/ 13 w 833"/>
                  <a:gd name="T15" fmla="*/ 3 h 966"/>
                  <a:gd name="T16" fmla="*/ 13 w 833"/>
                  <a:gd name="T17" fmla="*/ 4 h 966"/>
                  <a:gd name="T18" fmla="*/ 13 w 833"/>
                  <a:gd name="T19" fmla="*/ 4 h 966"/>
                  <a:gd name="T20" fmla="*/ 13 w 833"/>
                  <a:gd name="T21" fmla="*/ 5 h 966"/>
                  <a:gd name="T22" fmla="*/ 13 w 833"/>
                  <a:gd name="T23" fmla="*/ 6 h 966"/>
                  <a:gd name="T24" fmla="*/ 13 w 833"/>
                  <a:gd name="T25" fmla="*/ 6 h 966"/>
                  <a:gd name="T26" fmla="*/ 13 w 833"/>
                  <a:gd name="T27" fmla="*/ 7 h 966"/>
                  <a:gd name="T28" fmla="*/ 13 w 833"/>
                  <a:gd name="T29" fmla="*/ 8 h 966"/>
                  <a:gd name="T30" fmla="*/ 12 w 833"/>
                  <a:gd name="T31" fmla="*/ 9 h 966"/>
                  <a:gd name="T32" fmla="*/ 12 w 833"/>
                  <a:gd name="T33" fmla="*/ 11 h 966"/>
                  <a:gd name="T34" fmla="*/ 11 w 833"/>
                  <a:gd name="T35" fmla="*/ 13 h 966"/>
                  <a:gd name="T36" fmla="*/ 10 w 833"/>
                  <a:gd name="T37" fmla="*/ 13 h 966"/>
                  <a:gd name="T38" fmla="*/ 10 w 833"/>
                  <a:gd name="T39" fmla="*/ 14 h 966"/>
                  <a:gd name="T40" fmla="*/ 10 w 833"/>
                  <a:gd name="T41" fmla="*/ 14 h 966"/>
                  <a:gd name="T42" fmla="*/ 10 w 833"/>
                  <a:gd name="T43" fmla="*/ 14 h 966"/>
                  <a:gd name="T44" fmla="*/ 9 w 833"/>
                  <a:gd name="T45" fmla="*/ 15 h 966"/>
                  <a:gd name="T46" fmla="*/ 9 w 833"/>
                  <a:gd name="T47" fmla="*/ 15 h 966"/>
                  <a:gd name="T48" fmla="*/ 8 w 833"/>
                  <a:gd name="T49" fmla="*/ 15 h 966"/>
                  <a:gd name="T50" fmla="*/ 8 w 833"/>
                  <a:gd name="T51" fmla="*/ 15 h 966"/>
                  <a:gd name="T52" fmla="*/ 7 w 833"/>
                  <a:gd name="T53" fmla="*/ 15 h 966"/>
                  <a:gd name="T54" fmla="*/ 7 w 833"/>
                  <a:gd name="T55" fmla="*/ 15 h 966"/>
                  <a:gd name="T56" fmla="*/ 6 w 833"/>
                  <a:gd name="T57" fmla="*/ 15 h 966"/>
                  <a:gd name="T58" fmla="*/ 5 w 833"/>
                  <a:gd name="T59" fmla="*/ 14 h 966"/>
                  <a:gd name="T60" fmla="*/ 4 w 833"/>
                  <a:gd name="T61" fmla="*/ 14 h 966"/>
                  <a:gd name="T62" fmla="*/ 4 w 833"/>
                  <a:gd name="T63" fmla="*/ 14 h 966"/>
                  <a:gd name="T64" fmla="*/ 3 w 833"/>
                  <a:gd name="T65" fmla="*/ 13 h 966"/>
                  <a:gd name="T66" fmla="*/ 2 w 833"/>
                  <a:gd name="T67" fmla="*/ 13 h 966"/>
                  <a:gd name="T68" fmla="*/ 2 w 833"/>
                  <a:gd name="T69" fmla="*/ 13 h 966"/>
                  <a:gd name="T70" fmla="*/ 1 w 833"/>
                  <a:gd name="T71" fmla="*/ 12 h 966"/>
                  <a:gd name="T72" fmla="*/ 1 w 833"/>
                  <a:gd name="T73" fmla="*/ 11 h 966"/>
                  <a:gd name="T74" fmla="*/ 1 w 833"/>
                  <a:gd name="T75" fmla="*/ 11 h 966"/>
                  <a:gd name="T76" fmla="*/ 0 w 833"/>
                  <a:gd name="T77" fmla="*/ 10 h 966"/>
                  <a:gd name="T78" fmla="*/ 0 w 833"/>
                  <a:gd name="T79" fmla="*/ 9 h 966"/>
                  <a:gd name="T80" fmla="*/ 0 w 833"/>
                  <a:gd name="T81" fmla="*/ 9 h 966"/>
                  <a:gd name="T82" fmla="*/ 0 w 833"/>
                  <a:gd name="T83" fmla="*/ 8 h 966"/>
                  <a:gd name="T84" fmla="*/ 0 w 833"/>
                  <a:gd name="T85" fmla="*/ 7 h 966"/>
                  <a:gd name="T86" fmla="*/ 0 w 833"/>
                  <a:gd name="T87" fmla="*/ 6 h 966"/>
                  <a:gd name="T88" fmla="*/ 0 w 833"/>
                  <a:gd name="T89" fmla="*/ 6 h 966"/>
                  <a:gd name="T90" fmla="*/ 0 w 833"/>
                  <a:gd name="T91" fmla="*/ 5 h 966"/>
                  <a:gd name="T92" fmla="*/ 1 w 833"/>
                  <a:gd name="T93" fmla="*/ 4 h 966"/>
                  <a:gd name="T94" fmla="*/ 1 w 833"/>
                  <a:gd name="T95" fmla="*/ 4 h 966"/>
                  <a:gd name="T96" fmla="*/ 1 w 833"/>
                  <a:gd name="T97" fmla="*/ 3 h 966"/>
                  <a:gd name="T98" fmla="*/ 2 w 833"/>
                  <a:gd name="T99" fmla="*/ 2 h 966"/>
                  <a:gd name="T100" fmla="*/ 2 w 833"/>
                  <a:gd name="T101" fmla="*/ 2 h 966"/>
                  <a:gd name="T102" fmla="*/ 3 w 833"/>
                  <a:gd name="T103" fmla="*/ 1 h 966"/>
                  <a:gd name="T104" fmla="*/ 3 w 833"/>
                  <a:gd name="T105" fmla="*/ 1 h 966"/>
                  <a:gd name="T106" fmla="*/ 4 w 833"/>
                  <a:gd name="T107" fmla="*/ 1 h 966"/>
                  <a:gd name="T108" fmla="*/ 5 w 833"/>
                  <a:gd name="T109" fmla="*/ 0 h 966"/>
                  <a:gd name="T110" fmla="*/ 5 w 833"/>
                  <a:gd name="T111" fmla="*/ 0 h 966"/>
                  <a:gd name="T112" fmla="*/ 6 w 833"/>
                  <a:gd name="T113" fmla="*/ 0 h 966"/>
                  <a:gd name="T114" fmla="*/ 7 w 833"/>
                  <a:gd name="T115" fmla="*/ 0 h 966"/>
                  <a:gd name="T116" fmla="*/ 8 w 833"/>
                  <a:gd name="T117" fmla="*/ 0 h 966"/>
                  <a:gd name="T118" fmla="*/ 8 w 833"/>
                  <a:gd name="T119" fmla="*/ 0 h 96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833"/>
                  <a:gd name="T181" fmla="*/ 0 h 966"/>
                  <a:gd name="T182" fmla="*/ 833 w 833"/>
                  <a:gd name="T183" fmla="*/ 966 h 96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833" h="966">
                    <a:moveTo>
                      <a:pt x="569" y="8"/>
                    </a:moveTo>
                    <a:lnTo>
                      <a:pt x="593" y="14"/>
                    </a:lnTo>
                    <a:lnTo>
                      <a:pt x="616" y="20"/>
                    </a:lnTo>
                    <a:lnTo>
                      <a:pt x="637" y="27"/>
                    </a:lnTo>
                    <a:lnTo>
                      <a:pt x="658" y="35"/>
                    </a:lnTo>
                    <a:lnTo>
                      <a:pt x="677" y="45"/>
                    </a:lnTo>
                    <a:lnTo>
                      <a:pt x="694" y="55"/>
                    </a:lnTo>
                    <a:lnTo>
                      <a:pt x="712" y="67"/>
                    </a:lnTo>
                    <a:lnTo>
                      <a:pt x="728" y="79"/>
                    </a:lnTo>
                    <a:lnTo>
                      <a:pt x="742" y="92"/>
                    </a:lnTo>
                    <a:lnTo>
                      <a:pt x="756" y="107"/>
                    </a:lnTo>
                    <a:lnTo>
                      <a:pt x="768" y="123"/>
                    </a:lnTo>
                    <a:lnTo>
                      <a:pt x="780" y="138"/>
                    </a:lnTo>
                    <a:lnTo>
                      <a:pt x="790" y="156"/>
                    </a:lnTo>
                    <a:lnTo>
                      <a:pt x="798" y="173"/>
                    </a:lnTo>
                    <a:lnTo>
                      <a:pt x="807" y="192"/>
                    </a:lnTo>
                    <a:lnTo>
                      <a:pt x="814" y="211"/>
                    </a:lnTo>
                    <a:lnTo>
                      <a:pt x="819" y="231"/>
                    </a:lnTo>
                    <a:lnTo>
                      <a:pt x="824" y="251"/>
                    </a:lnTo>
                    <a:lnTo>
                      <a:pt x="828" y="273"/>
                    </a:lnTo>
                    <a:lnTo>
                      <a:pt x="830" y="295"/>
                    </a:lnTo>
                    <a:lnTo>
                      <a:pt x="833" y="317"/>
                    </a:lnTo>
                    <a:lnTo>
                      <a:pt x="833" y="340"/>
                    </a:lnTo>
                    <a:lnTo>
                      <a:pt x="833" y="363"/>
                    </a:lnTo>
                    <a:lnTo>
                      <a:pt x="830" y="387"/>
                    </a:lnTo>
                    <a:lnTo>
                      <a:pt x="828" y="412"/>
                    </a:lnTo>
                    <a:lnTo>
                      <a:pt x="825" y="437"/>
                    </a:lnTo>
                    <a:lnTo>
                      <a:pt x="820" y="462"/>
                    </a:lnTo>
                    <a:lnTo>
                      <a:pt x="815" y="488"/>
                    </a:lnTo>
                    <a:lnTo>
                      <a:pt x="809" y="514"/>
                    </a:lnTo>
                    <a:lnTo>
                      <a:pt x="801" y="540"/>
                    </a:lnTo>
                    <a:lnTo>
                      <a:pt x="793" y="567"/>
                    </a:lnTo>
                    <a:lnTo>
                      <a:pt x="784" y="594"/>
                    </a:lnTo>
                    <a:lnTo>
                      <a:pt x="747" y="693"/>
                    </a:lnTo>
                    <a:lnTo>
                      <a:pt x="715" y="778"/>
                    </a:lnTo>
                    <a:lnTo>
                      <a:pt x="700" y="815"/>
                    </a:lnTo>
                    <a:lnTo>
                      <a:pt x="684" y="847"/>
                    </a:lnTo>
                    <a:lnTo>
                      <a:pt x="676" y="862"/>
                    </a:lnTo>
                    <a:lnTo>
                      <a:pt x="668" y="876"/>
                    </a:lnTo>
                    <a:lnTo>
                      <a:pt x="658" y="889"/>
                    </a:lnTo>
                    <a:lnTo>
                      <a:pt x="649" y="900"/>
                    </a:lnTo>
                    <a:lnTo>
                      <a:pt x="638" y="911"/>
                    </a:lnTo>
                    <a:lnTo>
                      <a:pt x="629" y="922"/>
                    </a:lnTo>
                    <a:lnTo>
                      <a:pt x="618" y="930"/>
                    </a:lnTo>
                    <a:lnTo>
                      <a:pt x="606" y="938"/>
                    </a:lnTo>
                    <a:lnTo>
                      <a:pt x="594" y="946"/>
                    </a:lnTo>
                    <a:lnTo>
                      <a:pt x="581" y="951"/>
                    </a:lnTo>
                    <a:lnTo>
                      <a:pt x="567" y="956"/>
                    </a:lnTo>
                    <a:lnTo>
                      <a:pt x="552" y="960"/>
                    </a:lnTo>
                    <a:lnTo>
                      <a:pt x="537" y="963"/>
                    </a:lnTo>
                    <a:lnTo>
                      <a:pt x="520" y="965"/>
                    </a:lnTo>
                    <a:lnTo>
                      <a:pt x="503" y="966"/>
                    </a:lnTo>
                    <a:lnTo>
                      <a:pt x="484" y="966"/>
                    </a:lnTo>
                    <a:lnTo>
                      <a:pt x="464" y="965"/>
                    </a:lnTo>
                    <a:lnTo>
                      <a:pt x="442" y="963"/>
                    </a:lnTo>
                    <a:lnTo>
                      <a:pt x="421" y="960"/>
                    </a:lnTo>
                    <a:lnTo>
                      <a:pt x="397" y="956"/>
                    </a:lnTo>
                    <a:lnTo>
                      <a:pt x="372" y="951"/>
                    </a:lnTo>
                    <a:lnTo>
                      <a:pt x="348" y="945"/>
                    </a:lnTo>
                    <a:lnTo>
                      <a:pt x="325" y="937"/>
                    </a:lnTo>
                    <a:lnTo>
                      <a:pt x="302" y="929"/>
                    </a:lnTo>
                    <a:lnTo>
                      <a:pt x="280" y="920"/>
                    </a:lnTo>
                    <a:lnTo>
                      <a:pt x="259" y="909"/>
                    </a:lnTo>
                    <a:lnTo>
                      <a:pt x="239" y="898"/>
                    </a:lnTo>
                    <a:lnTo>
                      <a:pt x="218" y="886"/>
                    </a:lnTo>
                    <a:lnTo>
                      <a:pt x="199" y="872"/>
                    </a:lnTo>
                    <a:lnTo>
                      <a:pt x="181" y="857"/>
                    </a:lnTo>
                    <a:lnTo>
                      <a:pt x="163" y="843"/>
                    </a:lnTo>
                    <a:lnTo>
                      <a:pt x="146" y="827"/>
                    </a:lnTo>
                    <a:lnTo>
                      <a:pt x="130" y="811"/>
                    </a:lnTo>
                    <a:lnTo>
                      <a:pt x="114" y="793"/>
                    </a:lnTo>
                    <a:lnTo>
                      <a:pt x="100" y="775"/>
                    </a:lnTo>
                    <a:lnTo>
                      <a:pt x="86" y="757"/>
                    </a:lnTo>
                    <a:lnTo>
                      <a:pt x="74" y="737"/>
                    </a:lnTo>
                    <a:lnTo>
                      <a:pt x="61" y="717"/>
                    </a:lnTo>
                    <a:lnTo>
                      <a:pt x="51" y="697"/>
                    </a:lnTo>
                    <a:lnTo>
                      <a:pt x="41" y="676"/>
                    </a:lnTo>
                    <a:lnTo>
                      <a:pt x="32" y="654"/>
                    </a:lnTo>
                    <a:lnTo>
                      <a:pt x="24" y="632"/>
                    </a:lnTo>
                    <a:lnTo>
                      <a:pt x="18" y="609"/>
                    </a:lnTo>
                    <a:lnTo>
                      <a:pt x="12" y="588"/>
                    </a:lnTo>
                    <a:lnTo>
                      <a:pt x="7" y="564"/>
                    </a:lnTo>
                    <a:lnTo>
                      <a:pt x="4" y="541"/>
                    </a:lnTo>
                    <a:lnTo>
                      <a:pt x="2" y="517"/>
                    </a:lnTo>
                    <a:lnTo>
                      <a:pt x="0" y="493"/>
                    </a:lnTo>
                    <a:lnTo>
                      <a:pt x="1" y="469"/>
                    </a:lnTo>
                    <a:lnTo>
                      <a:pt x="2" y="444"/>
                    </a:lnTo>
                    <a:lnTo>
                      <a:pt x="4" y="420"/>
                    </a:lnTo>
                    <a:lnTo>
                      <a:pt x="9" y="396"/>
                    </a:lnTo>
                    <a:lnTo>
                      <a:pt x="14" y="372"/>
                    </a:lnTo>
                    <a:lnTo>
                      <a:pt x="20" y="348"/>
                    </a:lnTo>
                    <a:lnTo>
                      <a:pt x="27" y="325"/>
                    </a:lnTo>
                    <a:lnTo>
                      <a:pt x="36" y="302"/>
                    </a:lnTo>
                    <a:lnTo>
                      <a:pt x="45" y="280"/>
                    </a:lnTo>
                    <a:lnTo>
                      <a:pt x="55" y="259"/>
                    </a:lnTo>
                    <a:lnTo>
                      <a:pt x="67" y="238"/>
                    </a:lnTo>
                    <a:lnTo>
                      <a:pt x="79" y="218"/>
                    </a:lnTo>
                    <a:lnTo>
                      <a:pt x="93" y="198"/>
                    </a:lnTo>
                    <a:lnTo>
                      <a:pt x="107" y="181"/>
                    </a:lnTo>
                    <a:lnTo>
                      <a:pt x="122" y="162"/>
                    </a:lnTo>
                    <a:lnTo>
                      <a:pt x="138" y="145"/>
                    </a:lnTo>
                    <a:lnTo>
                      <a:pt x="155" y="129"/>
                    </a:lnTo>
                    <a:lnTo>
                      <a:pt x="171" y="114"/>
                    </a:lnTo>
                    <a:lnTo>
                      <a:pt x="190" y="100"/>
                    </a:lnTo>
                    <a:lnTo>
                      <a:pt x="209" y="86"/>
                    </a:lnTo>
                    <a:lnTo>
                      <a:pt x="227" y="73"/>
                    </a:lnTo>
                    <a:lnTo>
                      <a:pt x="248" y="61"/>
                    </a:lnTo>
                    <a:lnTo>
                      <a:pt x="268" y="51"/>
                    </a:lnTo>
                    <a:lnTo>
                      <a:pt x="289" y="41"/>
                    </a:lnTo>
                    <a:lnTo>
                      <a:pt x="311" y="32"/>
                    </a:lnTo>
                    <a:lnTo>
                      <a:pt x="332" y="24"/>
                    </a:lnTo>
                    <a:lnTo>
                      <a:pt x="355" y="18"/>
                    </a:lnTo>
                    <a:lnTo>
                      <a:pt x="378" y="12"/>
                    </a:lnTo>
                    <a:lnTo>
                      <a:pt x="401" y="7"/>
                    </a:lnTo>
                    <a:lnTo>
                      <a:pt x="425" y="3"/>
                    </a:lnTo>
                    <a:lnTo>
                      <a:pt x="447" y="1"/>
                    </a:lnTo>
                    <a:lnTo>
                      <a:pt x="471" y="0"/>
                    </a:lnTo>
                    <a:lnTo>
                      <a:pt x="496" y="0"/>
                    </a:lnTo>
                    <a:lnTo>
                      <a:pt x="520" y="2"/>
                    </a:lnTo>
                    <a:lnTo>
                      <a:pt x="545" y="4"/>
                    </a:lnTo>
                    <a:lnTo>
                      <a:pt x="569" y="8"/>
                    </a:lnTo>
                    <a:close/>
                  </a:path>
                </a:pathLst>
              </a:custGeom>
              <a:solidFill>
                <a:srgbClr val="E3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" name="Freeform 6"/>
              <p:cNvSpPr>
                <a:spLocks/>
              </p:cNvSpPr>
              <p:nvPr/>
            </p:nvSpPr>
            <p:spPr bwMode="auto">
              <a:xfrm>
                <a:off x="367" y="2612"/>
                <a:ext cx="104" cy="120"/>
              </a:xfrm>
              <a:custGeom>
                <a:avLst/>
                <a:gdLst>
                  <a:gd name="T0" fmla="*/ 9 w 833"/>
                  <a:gd name="T1" fmla="*/ 0 h 966"/>
                  <a:gd name="T2" fmla="*/ 10 w 833"/>
                  <a:gd name="T3" fmla="*/ 0 h 966"/>
                  <a:gd name="T4" fmla="*/ 11 w 833"/>
                  <a:gd name="T5" fmla="*/ 1 h 966"/>
                  <a:gd name="T6" fmla="*/ 11 w 833"/>
                  <a:gd name="T7" fmla="*/ 1 h 966"/>
                  <a:gd name="T8" fmla="*/ 12 w 833"/>
                  <a:gd name="T9" fmla="*/ 1 h 966"/>
                  <a:gd name="T10" fmla="*/ 12 w 833"/>
                  <a:gd name="T11" fmla="*/ 2 h 966"/>
                  <a:gd name="T12" fmla="*/ 12 w 833"/>
                  <a:gd name="T13" fmla="*/ 2 h 966"/>
                  <a:gd name="T14" fmla="*/ 13 w 833"/>
                  <a:gd name="T15" fmla="*/ 3 h 966"/>
                  <a:gd name="T16" fmla="*/ 13 w 833"/>
                  <a:gd name="T17" fmla="*/ 4 h 966"/>
                  <a:gd name="T18" fmla="*/ 13 w 833"/>
                  <a:gd name="T19" fmla="*/ 4 h 966"/>
                  <a:gd name="T20" fmla="*/ 13 w 833"/>
                  <a:gd name="T21" fmla="*/ 5 h 966"/>
                  <a:gd name="T22" fmla="*/ 13 w 833"/>
                  <a:gd name="T23" fmla="*/ 6 h 966"/>
                  <a:gd name="T24" fmla="*/ 13 w 833"/>
                  <a:gd name="T25" fmla="*/ 6 h 966"/>
                  <a:gd name="T26" fmla="*/ 13 w 833"/>
                  <a:gd name="T27" fmla="*/ 7 h 966"/>
                  <a:gd name="T28" fmla="*/ 13 w 833"/>
                  <a:gd name="T29" fmla="*/ 8 h 966"/>
                  <a:gd name="T30" fmla="*/ 12 w 833"/>
                  <a:gd name="T31" fmla="*/ 9 h 966"/>
                  <a:gd name="T32" fmla="*/ 12 w 833"/>
                  <a:gd name="T33" fmla="*/ 11 h 966"/>
                  <a:gd name="T34" fmla="*/ 11 w 833"/>
                  <a:gd name="T35" fmla="*/ 13 h 966"/>
                  <a:gd name="T36" fmla="*/ 10 w 833"/>
                  <a:gd name="T37" fmla="*/ 13 h 966"/>
                  <a:gd name="T38" fmla="*/ 10 w 833"/>
                  <a:gd name="T39" fmla="*/ 14 h 966"/>
                  <a:gd name="T40" fmla="*/ 10 w 833"/>
                  <a:gd name="T41" fmla="*/ 14 h 966"/>
                  <a:gd name="T42" fmla="*/ 10 w 833"/>
                  <a:gd name="T43" fmla="*/ 14 h 966"/>
                  <a:gd name="T44" fmla="*/ 9 w 833"/>
                  <a:gd name="T45" fmla="*/ 15 h 966"/>
                  <a:gd name="T46" fmla="*/ 9 w 833"/>
                  <a:gd name="T47" fmla="*/ 15 h 966"/>
                  <a:gd name="T48" fmla="*/ 8 w 833"/>
                  <a:gd name="T49" fmla="*/ 15 h 966"/>
                  <a:gd name="T50" fmla="*/ 8 w 833"/>
                  <a:gd name="T51" fmla="*/ 15 h 966"/>
                  <a:gd name="T52" fmla="*/ 7 w 833"/>
                  <a:gd name="T53" fmla="*/ 15 h 966"/>
                  <a:gd name="T54" fmla="*/ 7 w 833"/>
                  <a:gd name="T55" fmla="*/ 15 h 966"/>
                  <a:gd name="T56" fmla="*/ 6 w 833"/>
                  <a:gd name="T57" fmla="*/ 15 h 966"/>
                  <a:gd name="T58" fmla="*/ 5 w 833"/>
                  <a:gd name="T59" fmla="*/ 14 h 966"/>
                  <a:gd name="T60" fmla="*/ 4 w 833"/>
                  <a:gd name="T61" fmla="*/ 14 h 966"/>
                  <a:gd name="T62" fmla="*/ 4 w 833"/>
                  <a:gd name="T63" fmla="*/ 14 h 966"/>
                  <a:gd name="T64" fmla="*/ 3 w 833"/>
                  <a:gd name="T65" fmla="*/ 13 h 966"/>
                  <a:gd name="T66" fmla="*/ 2 w 833"/>
                  <a:gd name="T67" fmla="*/ 13 h 966"/>
                  <a:gd name="T68" fmla="*/ 2 w 833"/>
                  <a:gd name="T69" fmla="*/ 13 h 966"/>
                  <a:gd name="T70" fmla="*/ 1 w 833"/>
                  <a:gd name="T71" fmla="*/ 12 h 966"/>
                  <a:gd name="T72" fmla="*/ 1 w 833"/>
                  <a:gd name="T73" fmla="*/ 11 h 966"/>
                  <a:gd name="T74" fmla="*/ 1 w 833"/>
                  <a:gd name="T75" fmla="*/ 11 h 966"/>
                  <a:gd name="T76" fmla="*/ 0 w 833"/>
                  <a:gd name="T77" fmla="*/ 10 h 966"/>
                  <a:gd name="T78" fmla="*/ 0 w 833"/>
                  <a:gd name="T79" fmla="*/ 9 h 966"/>
                  <a:gd name="T80" fmla="*/ 0 w 833"/>
                  <a:gd name="T81" fmla="*/ 9 h 966"/>
                  <a:gd name="T82" fmla="*/ 0 w 833"/>
                  <a:gd name="T83" fmla="*/ 8 h 966"/>
                  <a:gd name="T84" fmla="*/ 0 w 833"/>
                  <a:gd name="T85" fmla="*/ 7 h 966"/>
                  <a:gd name="T86" fmla="*/ 0 w 833"/>
                  <a:gd name="T87" fmla="*/ 6 h 966"/>
                  <a:gd name="T88" fmla="*/ 0 w 833"/>
                  <a:gd name="T89" fmla="*/ 6 h 966"/>
                  <a:gd name="T90" fmla="*/ 0 w 833"/>
                  <a:gd name="T91" fmla="*/ 5 h 966"/>
                  <a:gd name="T92" fmla="*/ 1 w 833"/>
                  <a:gd name="T93" fmla="*/ 4 h 966"/>
                  <a:gd name="T94" fmla="*/ 1 w 833"/>
                  <a:gd name="T95" fmla="*/ 4 h 966"/>
                  <a:gd name="T96" fmla="*/ 1 w 833"/>
                  <a:gd name="T97" fmla="*/ 3 h 966"/>
                  <a:gd name="T98" fmla="*/ 2 w 833"/>
                  <a:gd name="T99" fmla="*/ 2 h 966"/>
                  <a:gd name="T100" fmla="*/ 2 w 833"/>
                  <a:gd name="T101" fmla="*/ 2 h 966"/>
                  <a:gd name="T102" fmla="*/ 3 w 833"/>
                  <a:gd name="T103" fmla="*/ 1 h 966"/>
                  <a:gd name="T104" fmla="*/ 3 w 833"/>
                  <a:gd name="T105" fmla="*/ 1 h 966"/>
                  <a:gd name="T106" fmla="*/ 4 w 833"/>
                  <a:gd name="T107" fmla="*/ 1 h 966"/>
                  <a:gd name="T108" fmla="*/ 5 w 833"/>
                  <a:gd name="T109" fmla="*/ 0 h 966"/>
                  <a:gd name="T110" fmla="*/ 5 w 833"/>
                  <a:gd name="T111" fmla="*/ 0 h 966"/>
                  <a:gd name="T112" fmla="*/ 6 w 833"/>
                  <a:gd name="T113" fmla="*/ 0 h 966"/>
                  <a:gd name="T114" fmla="*/ 7 w 833"/>
                  <a:gd name="T115" fmla="*/ 0 h 966"/>
                  <a:gd name="T116" fmla="*/ 8 w 833"/>
                  <a:gd name="T117" fmla="*/ 0 h 966"/>
                  <a:gd name="T118" fmla="*/ 8 w 833"/>
                  <a:gd name="T119" fmla="*/ 0 h 96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833"/>
                  <a:gd name="T181" fmla="*/ 0 h 966"/>
                  <a:gd name="T182" fmla="*/ 833 w 833"/>
                  <a:gd name="T183" fmla="*/ 966 h 96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833" h="966">
                    <a:moveTo>
                      <a:pt x="569" y="8"/>
                    </a:moveTo>
                    <a:lnTo>
                      <a:pt x="593" y="14"/>
                    </a:lnTo>
                    <a:lnTo>
                      <a:pt x="616" y="20"/>
                    </a:lnTo>
                    <a:lnTo>
                      <a:pt x="637" y="27"/>
                    </a:lnTo>
                    <a:lnTo>
                      <a:pt x="658" y="35"/>
                    </a:lnTo>
                    <a:lnTo>
                      <a:pt x="677" y="45"/>
                    </a:lnTo>
                    <a:lnTo>
                      <a:pt x="694" y="55"/>
                    </a:lnTo>
                    <a:lnTo>
                      <a:pt x="712" y="67"/>
                    </a:lnTo>
                    <a:lnTo>
                      <a:pt x="728" y="79"/>
                    </a:lnTo>
                    <a:lnTo>
                      <a:pt x="742" y="92"/>
                    </a:lnTo>
                    <a:lnTo>
                      <a:pt x="756" y="107"/>
                    </a:lnTo>
                    <a:lnTo>
                      <a:pt x="768" y="123"/>
                    </a:lnTo>
                    <a:lnTo>
                      <a:pt x="780" y="138"/>
                    </a:lnTo>
                    <a:lnTo>
                      <a:pt x="790" y="156"/>
                    </a:lnTo>
                    <a:lnTo>
                      <a:pt x="798" y="173"/>
                    </a:lnTo>
                    <a:lnTo>
                      <a:pt x="807" y="192"/>
                    </a:lnTo>
                    <a:lnTo>
                      <a:pt x="814" y="211"/>
                    </a:lnTo>
                    <a:lnTo>
                      <a:pt x="819" y="231"/>
                    </a:lnTo>
                    <a:lnTo>
                      <a:pt x="824" y="251"/>
                    </a:lnTo>
                    <a:lnTo>
                      <a:pt x="828" y="273"/>
                    </a:lnTo>
                    <a:lnTo>
                      <a:pt x="830" y="295"/>
                    </a:lnTo>
                    <a:lnTo>
                      <a:pt x="833" y="317"/>
                    </a:lnTo>
                    <a:lnTo>
                      <a:pt x="833" y="340"/>
                    </a:lnTo>
                    <a:lnTo>
                      <a:pt x="833" y="363"/>
                    </a:lnTo>
                    <a:lnTo>
                      <a:pt x="830" y="387"/>
                    </a:lnTo>
                    <a:lnTo>
                      <a:pt x="828" y="412"/>
                    </a:lnTo>
                    <a:lnTo>
                      <a:pt x="825" y="437"/>
                    </a:lnTo>
                    <a:lnTo>
                      <a:pt x="820" y="462"/>
                    </a:lnTo>
                    <a:lnTo>
                      <a:pt x="815" y="488"/>
                    </a:lnTo>
                    <a:lnTo>
                      <a:pt x="809" y="514"/>
                    </a:lnTo>
                    <a:lnTo>
                      <a:pt x="801" y="540"/>
                    </a:lnTo>
                    <a:lnTo>
                      <a:pt x="793" y="567"/>
                    </a:lnTo>
                    <a:lnTo>
                      <a:pt x="784" y="594"/>
                    </a:lnTo>
                    <a:lnTo>
                      <a:pt x="747" y="693"/>
                    </a:lnTo>
                    <a:lnTo>
                      <a:pt x="715" y="778"/>
                    </a:lnTo>
                    <a:lnTo>
                      <a:pt x="700" y="815"/>
                    </a:lnTo>
                    <a:lnTo>
                      <a:pt x="684" y="847"/>
                    </a:lnTo>
                    <a:lnTo>
                      <a:pt x="676" y="862"/>
                    </a:lnTo>
                    <a:lnTo>
                      <a:pt x="668" y="876"/>
                    </a:lnTo>
                    <a:lnTo>
                      <a:pt x="658" y="889"/>
                    </a:lnTo>
                    <a:lnTo>
                      <a:pt x="649" y="900"/>
                    </a:lnTo>
                    <a:lnTo>
                      <a:pt x="638" y="911"/>
                    </a:lnTo>
                    <a:lnTo>
                      <a:pt x="629" y="922"/>
                    </a:lnTo>
                    <a:lnTo>
                      <a:pt x="618" y="930"/>
                    </a:lnTo>
                    <a:lnTo>
                      <a:pt x="606" y="938"/>
                    </a:lnTo>
                    <a:lnTo>
                      <a:pt x="594" y="946"/>
                    </a:lnTo>
                    <a:lnTo>
                      <a:pt x="581" y="951"/>
                    </a:lnTo>
                    <a:lnTo>
                      <a:pt x="567" y="956"/>
                    </a:lnTo>
                    <a:lnTo>
                      <a:pt x="552" y="960"/>
                    </a:lnTo>
                    <a:lnTo>
                      <a:pt x="537" y="963"/>
                    </a:lnTo>
                    <a:lnTo>
                      <a:pt x="520" y="965"/>
                    </a:lnTo>
                    <a:lnTo>
                      <a:pt x="503" y="966"/>
                    </a:lnTo>
                    <a:lnTo>
                      <a:pt x="484" y="966"/>
                    </a:lnTo>
                    <a:lnTo>
                      <a:pt x="464" y="965"/>
                    </a:lnTo>
                    <a:lnTo>
                      <a:pt x="442" y="963"/>
                    </a:lnTo>
                    <a:lnTo>
                      <a:pt x="421" y="960"/>
                    </a:lnTo>
                    <a:lnTo>
                      <a:pt x="397" y="956"/>
                    </a:lnTo>
                    <a:lnTo>
                      <a:pt x="372" y="951"/>
                    </a:lnTo>
                    <a:lnTo>
                      <a:pt x="348" y="945"/>
                    </a:lnTo>
                    <a:lnTo>
                      <a:pt x="325" y="937"/>
                    </a:lnTo>
                    <a:lnTo>
                      <a:pt x="302" y="929"/>
                    </a:lnTo>
                    <a:lnTo>
                      <a:pt x="280" y="920"/>
                    </a:lnTo>
                    <a:lnTo>
                      <a:pt x="259" y="909"/>
                    </a:lnTo>
                    <a:lnTo>
                      <a:pt x="239" y="898"/>
                    </a:lnTo>
                    <a:lnTo>
                      <a:pt x="218" y="886"/>
                    </a:lnTo>
                    <a:lnTo>
                      <a:pt x="199" y="872"/>
                    </a:lnTo>
                    <a:lnTo>
                      <a:pt x="181" y="857"/>
                    </a:lnTo>
                    <a:lnTo>
                      <a:pt x="163" y="843"/>
                    </a:lnTo>
                    <a:lnTo>
                      <a:pt x="146" y="827"/>
                    </a:lnTo>
                    <a:lnTo>
                      <a:pt x="130" y="811"/>
                    </a:lnTo>
                    <a:lnTo>
                      <a:pt x="114" y="793"/>
                    </a:lnTo>
                    <a:lnTo>
                      <a:pt x="100" y="775"/>
                    </a:lnTo>
                    <a:lnTo>
                      <a:pt x="86" y="757"/>
                    </a:lnTo>
                    <a:lnTo>
                      <a:pt x="74" y="737"/>
                    </a:lnTo>
                    <a:lnTo>
                      <a:pt x="61" y="717"/>
                    </a:lnTo>
                    <a:lnTo>
                      <a:pt x="51" y="697"/>
                    </a:lnTo>
                    <a:lnTo>
                      <a:pt x="41" y="676"/>
                    </a:lnTo>
                    <a:lnTo>
                      <a:pt x="32" y="654"/>
                    </a:lnTo>
                    <a:lnTo>
                      <a:pt x="24" y="632"/>
                    </a:lnTo>
                    <a:lnTo>
                      <a:pt x="18" y="609"/>
                    </a:lnTo>
                    <a:lnTo>
                      <a:pt x="12" y="588"/>
                    </a:lnTo>
                    <a:lnTo>
                      <a:pt x="7" y="564"/>
                    </a:lnTo>
                    <a:lnTo>
                      <a:pt x="4" y="541"/>
                    </a:lnTo>
                    <a:lnTo>
                      <a:pt x="2" y="517"/>
                    </a:lnTo>
                    <a:lnTo>
                      <a:pt x="0" y="493"/>
                    </a:lnTo>
                    <a:lnTo>
                      <a:pt x="1" y="469"/>
                    </a:lnTo>
                    <a:lnTo>
                      <a:pt x="2" y="444"/>
                    </a:lnTo>
                    <a:lnTo>
                      <a:pt x="4" y="420"/>
                    </a:lnTo>
                    <a:lnTo>
                      <a:pt x="9" y="396"/>
                    </a:lnTo>
                    <a:lnTo>
                      <a:pt x="14" y="372"/>
                    </a:lnTo>
                    <a:lnTo>
                      <a:pt x="20" y="348"/>
                    </a:lnTo>
                    <a:lnTo>
                      <a:pt x="27" y="325"/>
                    </a:lnTo>
                    <a:lnTo>
                      <a:pt x="36" y="302"/>
                    </a:lnTo>
                    <a:lnTo>
                      <a:pt x="45" y="280"/>
                    </a:lnTo>
                    <a:lnTo>
                      <a:pt x="55" y="259"/>
                    </a:lnTo>
                    <a:lnTo>
                      <a:pt x="67" y="238"/>
                    </a:lnTo>
                    <a:lnTo>
                      <a:pt x="79" y="218"/>
                    </a:lnTo>
                    <a:lnTo>
                      <a:pt x="93" y="198"/>
                    </a:lnTo>
                    <a:lnTo>
                      <a:pt x="107" y="181"/>
                    </a:lnTo>
                    <a:lnTo>
                      <a:pt x="122" y="162"/>
                    </a:lnTo>
                    <a:lnTo>
                      <a:pt x="138" y="145"/>
                    </a:lnTo>
                    <a:lnTo>
                      <a:pt x="155" y="129"/>
                    </a:lnTo>
                    <a:lnTo>
                      <a:pt x="171" y="114"/>
                    </a:lnTo>
                    <a:lnTo>
                      <a:pt x="190" y="100"/>
                    </a:lnTo>
                    <a:lnTo>
                      <a:pt x="209" y="86"/>
                    </a:lnTo>
                    <a:lnTo>
                      <a:pt x="227" y="73"/>
                    </a:lnTo>
                    <a:lnTo>
                      <a:pt x="248" y="61"/>
                    </a:lnTo>
                    <a:lnTo>
                      <a:pt x="268" y="51"/>
                    </a:lnTo>
                    <a:lnTo>
                      <a:pt x="289" y="41"/>
                    </a:lnTo>
                    <a:lnTo>
                      <a:pt x="311" y="32"/>
                    </a:lnTo>
                    <a:lnTo>
                      <a:pt x="332" y="24"/>
                    </a:lnTo>
                    <a:lnTo>
                      <a:pt x="355" y="18"/>
                    </a:lnTo>
                    <a:lnTo>
                      <a:pt x="378" y="12"/>
                    </a:lnTo>
                    <a:lnTo>
                      <a:pt x="401" y="7"/>
                    </a:lnTo>
                    <a:lnTo>
                      <a:pt x="425" y="3"/>
                    </a:lnTo>
                    <a:lnTo>
                      <a:pt x="447" y="1"/>
                    </a:lnTo>
                    <a:lnTo>
                      <a:pt x="471" y="0"/>
                    </a:lnTo>
                    <a:lnTo>
                      <a:pt x="496" y="0"/>
                    </a:lnTo>
                    <a:lnTo>
                      <a:pt x="520" y="2"/>
                    </a:lnTo>
                    <a:lnTo>
                      <a:pt x="545" y="4"/>
                    </a:lnTo>
                    <a:lnTo>
                      <a:pt x="569" y="8"/>
                    </a:lnTo>
                    <a:close/>
                  </a:path>
                </a:pathLst>
              </a:custGeom>
              <a:noFill/>
              <a:ln w="10">
                <a:solidFill>
                  <a:srgbClr val="EF7F1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6" name="Freeform 7"/>
              <p:cNvSpPr>
                <a:spLocks/>
              </p:cNvSpPr>
              <p:nvPr/>
            </p:nvSpPr>
            <p:spPr bwMode="auto">
              <a:xfrm>
                <a:off x="906" y="1708"/>
                <a:ext cx="9" cy="1599"/>
              </a:xfrm>
              <a:custGeom>
                <a:avLst/>
                <a:gdLst>
                  <a:gd name="T0" fmla="*/ 1 w 73"/>
                  <a:gd name="T1" fmla="*/ 6 h 12786"/>
                  <a:gd name="T2" fmla="*/ 1 w 73"/>
                  <a:gd name="T3" fmla="*/ 200 h 12786"/>
                  <a:gd name="T4" fmla="*/ 1 w 73"/>
                  <a:gd name="T5" fmla="*/ 200 h 12786"/>
                  <a:gd name="T6" fmla="*/ 1 w 73"/>
                  <a:gd name="T7" fmla="*/ 199 h 12786"/>
                  <a:gd name="T8" fmla="*/ 1 w 73"/>
                  <a:gd name="T9" fmla="*/ 199 h 12786"/>
                  <a:gd name="T10" fmla="*/ 1 w 73"/>
                  <a:gd name="T11" fmla="*/ 199 h 12786"/>
                  <a:gd name="T12" fmla="*/ 0 w 73"/>
                  <a:gd name="T13" fmla="*/ 198 h 12786"/>
                  <a:gd name="T14" fmla="*/ 0 w 73"/>
                  <a:gd name="T15" fmla="*/ 198 h 12786"/>
                  <a:gd name="T16" fmla="*/ 0 w 73"/>
                  <a:gd name="T17" fmla="*/ 198 h 12786"/>
                  <a:gd name="T18" fmla="*/ 0 w 73"/>
                  <a:gd name="T19" fmla="*/ 197 h 12786"/>
                  <a:gd name="T20" fmla="*/ 0 w 73"/>
                  <a:gd name="T21" fmla="*/ 197 h 12786"/>
                  <a:gd name="T22" fmla="*/ 0 w 73"/>
                  <a:gd name="T23" fmla="*/ 197 h 12786"/>
                  <a:gd name="T24" fmla="*/ 0 w 73"/>
                  <a:gd name="T25" fmla="*/ 196 h 12786"/>
                  <a:gd name="T26" fmla="*/ 0 w 73"/>
                  <a:gd name="T27" fmla="*/ 196 h 12786"/>
                  <a:gd name="T28" fmla="*/ 0 w 73"/>
                  <a:gd name="T29" fmla="*/ 196 h 12786"/>
                  <a:gd name="T30" fmla="*/ 0 w 73"/>
                  <a:gd name="T31" fmla="*/ 195 h 12786"/>
                  <a:gd name="T32" fmla="*/ 0 w 73"/>
                  <a:gd name="T33" fmla="*/ 195 h 12786"/>
                  <a:gd name="T34" fmla="*/ 0 w 73"/>
                  <a:gd name="T35" fmla="*/ 195 h 12786"/>
                  <a:gd name="T36" fmla="*/ 0 w 73"/>
                  <a:gd name="T37" fmla="*/ 194 h 12786"/>
                  <a:gd name="T38" fmla="*/ 0 w 73"/>
                  <a:gd name="T39" fmla="*/ 194 h 12786"/>
                  <a:gd name="T40" fmla="*/ 0 w 73"/>
                  <a:gd name="T41" fmla="*/ 193 h 12786"/>
                  <a:gd name="T42" fmla="*/ 0 w 73"/>
                  <a:gd name="T43" fmla="*/ 193 h 12786"/>
                  <a:gd name="T44" fmla="*/ 0 w 73"/>
                  <a:gd name="T45" fmla="*/ 0 h 12786"/>
                  <a:gd name="T46" fmla="*/ 0 w 73"/>
                  <a:gd name="T47" fmla="*/ 0 h 12786"/>
                  <a:gd name="T48" fmla="*/ 0 w 73"/>
                  <a:gd name="T49" fmla="*/ 1 h 12786"/>
                  <a:gd name="T50" fmla="*/ 0 w 73"/>
                  <a:gd name="T51" fmla="*/ 1 h 12786"/>
                  <a:gd name="T52" fmla="*/ 0 w 73"/>
                  <a:gd name="T53" fmla="*/ 2 h 12786"/>
                  <a:gd name="T54" fmla="*/ 0 w 73"/>
                  <a:gd name="T55" fmla="*/ 2 h 12786"/>
                  <a:gd name="T56" fmla="*/ 0 w 73"/>
                  <a:gd name="T57" fmla="*/ 2 h 12786"/>
                  <a:gd name="T58" fmla="*/ 0 w 73"/>
                  <a:gd name="T59" fmla="*/ 3 h 12786"/>
                  <a:gd name="T60" fmla="*/ 0 w 73"/>
                  <a:gd name="T61" fmla="*/ 3 h 12786"/>
                  <a:gd name="T62" fmla="*/ 0 w 73"/>
                  <a:gd name="T63" fmla="*/ 3 h 12786"/>
                  <a:gd name="T64" fmla="*/ 0 w 73"/>
                  <a:gd name="T65" fmla="*/ 4 h 12786"/>
                  <a:gd name="T66" fmla="*/ 0 w 73"/>
                  <a:gd name="T67" fmla="*/ 4 h 12786"/>
                  <a:gd name="T68" fmla="*/ 1 w 73"/>
                  <a:gd name="T69" fmla="*/ 4 h 12786"/>
                  <a:gd name="T70" fmla="*/ 1 w 73"/>
                  <a:gd name="T71" fmla="*/ 5 h 12786"/>
                  <a:gd name="T72" fmla="*/ 1 w 73"/>
                  <a:gd name="T73" fmla="*/ 5 h 12786"/>
                  <a:gd name="T74" fmla="*/ 1 w 73"/>
                  <a:gd name="T75" fmla="*/ 5 h 12786"/>
                  <a:gd name="T76" fmla="*/ 1 w 73"/>
                  <a:gd name="T77" fmla="*/ 6 h 1278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73"/>
                  <a:gd name="T118" fmla="*/ 0 h 12786"/>
                  <a:gd name="T119" fmla="*/ 73 w 73"/>
                  <a:gd name="T120" fmla="*/ 12786 h 1278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73" h="12786">
                    <a:moveTo>
                      <a:pt x="73" y="355"/>
                    </a:moveTo>
                    <a:lnTo>
                      <a:pt x="73" y="12786"/>
                    </a:lnTo>
                    <a:lnTo>
                      <a:pt x="64" y="12767"/>
                    </a:lnTo>
                    <a:lnTo>
                      <a:pt x="56" y="12747"/>
                    </a:lnTo>
                    <a:lnTo>
                      <a:pt x="49" y="12728"/>
                    </a:lnTo>
                    <a:lnTo>
                      <a:pt x="42" y="12708"/>
                    </a:lnTo>
                    <a:lnTo>
                      <a:pt x="35" y="12688"/>
                    </a:lnTo>
                    <a:lnTo>
                      <a:pt x="30" y="12667"/>
                    </a:lnTo>
                    <a:lnTo>
                      <a:pt x="24" y="12647"/>
                    </a:lnTo>
                    <a:lnTo>
                      <a:pt x="20" y="12626"/>
                    </a:lnTo>
                    <a:lnTo>
                      <a:pt x="16" y="12605"/>
                    </a:lnTo>
                    <a:lnTo>
                      <a:pt x="11" y="12583"/>
                    </a:lnTo>
                    <a:lnTo>
                      <a:pt x="8" y="12563"/>
                    </a:lnTo>
                    <a:lnTo>
                      <a:pt x="5" y="12541"/>
                    </a:lnTo>
                    <a:lnTo>
                      <a:pt x="3" y="12519"/>
                    </a:lnTo>
                    <a:lnTo>
                      <a:pt x="2" y="12496"/>
                    </a:lnTo>
                    <a:lnTo>
                      <a:pt x="1" y="12474"/>
                    </a:lnTo>
                    <a:lnTo>
                      <a:pt x="1" y="12451"/>
                    </a:lnTo>
                    <a:lnTo>
                      <a:pt x="0" y="12423"/>
                    </a:lnTo>
                    <a:lnTo>
                      <a:pt x="0" y="12395"/>
                    </a:lnTo>
                    <a:lnTo>
                      <a:pt x="0" y="12366"/>
                    </a:lnTo>
                    <a:lnTo>
                      <a:pt x="1" y="12338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1" y="46"/>
                    </a:lnTo>
                    <a:lnTo>
                      <a:pt x="2" y="69"/>
                    </a:lnTo>
                    <a:lnTo>
                      <a:pt x="4" y="92"/>
                    </a:lnTo>
                    <a:lnTo>
                      <a:pt x="7" y="114"/>
                    </a:lnTo>
                    <a:lnTo>
                      <a:pt x="10" y="137"/>
                    </a:lnTo>
                    <a:lnTo>
                      <a:pt x="15" y="159"/>
                    </a:lnTo>
                    <a:lnTo>
                      <a:pt x="19" y="181"/>
                    </a:lnTo>
                    <a:lnTo>
                      <a:pt x="23" y="203"/>
                    </a:lnTo>
                    <a:lnTo>
                      <a:pt x="29" y="226"/>
                    </a:lnTo>
                    <a:lnTo>
                      <a:pt x="34" y="248"/>
                    </a:lnTo>
                    <a:lnTo>
                      <a:pt x="42" y="270"/>
                    </a:lnTo>
                    <a:lnTo>
                      <a:pt x="48" y="291"/>
                    </a:lnTo>
                    <a:lnTo>
                      <a:pt x="56" y="312"/>
                    </a:lnTo>
                    <a:lnTo>
                      <a:pt x="64" y="334"/>
                    </a:lnTo>
                    <a:lnTo>
                      <a:pt x="73" y="355"/>
                    </a:lnTo>
                    <a:close/>
                  </a:path>
                </a:pathLst>
              </a:custGeom>
              <a:solidFill>
                <a:srgbClr val="E5E5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7" name="Freeform 8"/>
              <p:cNvSpPr>
                <a:spLocks/>
              </p:cNvSpPr>
              <p:nvPr/>
            </p:nvSpPr>
            <p:spPr bwMode="auto">
              <a:xfrm>
                <a:off x="906" y="1708"/>
                <a:ext cx="18" cy="1615"/>
              </a:xfrm>
              <a:custGeom>
                <a:avLst/>
                <a:gdLst>
                  <a:gd name="T0" fmla="*/ 2 w 145"/>
                  <a:gd name="T1" fmla="*/ 8 h 12916"/>
                  <a:gd name="T2" fmla="*/ 2 w 145"/>
                  <a:gd name="T3" fmla="*/ 202 h 12916"/>
                  <a:gd name="T4" fmla="*/ 2 w 145"/>
                  <a:gd name="T5" fmla="*/ 202 h 12916"/>
                  <a:gd name="T6" fmla="*/ 2 w 145"/>
                  <a:gd name="T7" fmla="*/ 201 h 12916"/>
                  <a:gd name="T8" fmla="*/ 1 w 145"/>
                  <a:gd name="T9" fmla="*/ 201 h 12916"/>
                  <a:gd name="T10" fmla="*/ 1 w 145"/>
                  <a:gd name="T11" fmla="*/ 200 h 12916"/>
                  <a:gd name="T12" fmla="*/ 1 w 145"/>
                  <a:gd name="T13" fmla="*/ 200 h 12916"/>
                  <a:gd name="T14" fmla="*/ 1 w 145"/>
                  <a:gd name="T15" fmla="*/ 199 h 12916"/>
                  <a:gd name="T16" fmla="*/ 1 w 145"/>
                  <a:gd name="T17" fmla="*/ 199 h 12916"/>
                  <a:gd name="T18" fmla="*/ 1 w 145"/>
                  <a:gd name="T19" fmla="*/ 199 h 12916"/>
                  <a:gd name="T20" fmla="*/ 0 w 145"/>
                  <a:gd name="T21" fmla="*/ 198 h 12916"/>
                  <a:gd name="T22" fmla="*/ 0 w 145"/>
                  <a:gd name="T23" fmla="*/ 198 h 12916"/>
                  <a:gd name="T24" fmla="*/ 0 w 145"/>
                  <a:gd name="T25" fmla="*/ 197 h 12916"/>
                  <a:gd name="T26" fmla="*/ 0 w 145"/>
                  <a:gd name="T27" fmla="*/ 197 h 12916"/>
                  <a:gd name="T28" fmla="*/ 0 w 145"/>
                  <a:gd name="T29" fmla="*/ 196 h 12916"/>
                  <a:gd name="T30" fmla="*/ 0 w 145"/>
                  <a:gd name="T31" fmla="*/ 196 h 12916"/>
                  <a:gd name="T32" fmla="*/ 0 w 145"/>
                  <a:gd name="T33" fmla="*/ 195 h 12916"/>
                  <a:gd name="T34" fmla="*/ 0 w 145"/>
                  <a:gd name="T35" fmla="*/ 195 h 12916"/>
                  <a:gd name="T36" fmla="*/ 0 w 145"/>
                  <a:gd name="T37" fmla="*/ 194 h 12916"/>
                  <a:gd name="T38" fmla="*/ 0 w 145"/>
                  <a:gd name="T39" fmla="*/ 194 h 12916"/>
                  <a:gd name="T40" fmla="*/ 0 w 145"/>
                  <a:gd name="T41" fmla="*/ 193 h 12916"/>
                  <a:gd name="T42" fmla="*/ 0 w 145"/>
                  <a:gd name="T43" fmla="*/ 193 h 12916"/>
                  <a:gd name="T44" fmla="*/ 0 w 145"/>
                  <a:gd name="T45" fmla="*/ 0 h 12916"/>
                  <a:gd name="T46" fmla="*/ 0 w 145"/>
                  <a:gd name="T47" fmla="*/ 1 h 12916"/>
                  <a:gd name="T48" fmla="*/ 0 w 145"/>
                  <a:gd name="T49" fmla="*/ 1 h 12916"/>
                  <a:gd name="T50" fmla="*/ 0 w 145"/>
                  <a:gd name="T51" fmla="*/ 2 h 12916"/>
                  <a:gd name="T52" fmla="*/ 0 w 145"/>
                  <a:gd name="T53" fmla="*/ 2 h 12916"/>
                  <a:gd name="T54" fmla="*/ 0 w 145"/>
                  <a:gd name="T55" fmla="*/ 3 h 12916"/>
                  <a:gd name="T56" fmla="*/ 0 w 145"/>
                  <a:gd name="T57" fmla="*/ 3 h 12916"/>
                  <a:gd name="T58" fmla="*/ 0 w 145"/>
                  <a:gd name="T59" fmla="*/ 4 h 12916"/>
                  <a:gd name="T60" fmla="*/ 1 w 145"/>
                  <a:gd name="T61" fmla="*/ 4 h 12916"/>
                  <a:gd name="T62" fmla="*/ 1 w 145"/>
                  <a:gd name="T63" fmla="*/ 5 h 12916"/>
                  <a:gd name="T64" fmla="*/ 1 w 145"/>
                  <a:gd name="T65" fmla="*/ 5 h 12916"/>
                  <a:gd name="T66" fmla="*/ 1 w 145"/>
                  <a:gd name="T67" fmla="*/ 6 h 12916"/>
                  <a:gd name="T68" fmla="*/ 1 w 145"/>
                  <a:gd name="T69" fmla="*/ 6 h 12916"/>
                  <a:gd name="T70" fmla="*/ 1 w 145"/>
                  <a:gd name="T71" fmla="*/ 6 h 12916"/>
                  <a:gd name="T72" fmla="*/ 2 w 145"/>
                  <a:gd name="T73" fmla="*/ 7 h 12916"/>
                  <a:gd name="T74" fmla="*/ 2 w 145"/>
                  <a:gd name="T75" fmla="*/ 7 h 12916"/>
                  <a:gd name="T76" fmla="*/ 2 w 145"/>
                  <a:gd name="T77" fmla="*/ 8 h 1291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45"/>
                  <a:gd name="T118" fmla="*/ 0 h 12916"/>
                  <a:gd name="T119" fmla="*/ 145 w 145"/>
                  <a:gd name="T120" fmla="*/ 12916 h 1291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45" h="12916">
                    <a:moveTo>
                      <a:pt x="145" y="497"/>
                    </a:moveTo>
                    <a:lnTo>
                      <a:pt x="145" y="12916"/>
                    </a:lnTo>
                    <a:lnTo>
                      <a:pt x="129" y="12892"/>
                    </a:lnTo>
                    <a:lnTo>
                      <a:pt x="113" y="12866"/>
                    </a:lnTo>
                    <a:lnTo>
                      <a:pt x="99" y="12839"/>
                    </a:lnTo>
                    <a:lnTo>
                      <a:pt x="85" y="12812"/>
                    </a:lnTo>
                    <a:lnTo>
                      <a:pt x="72" y="12785"/>
                    </a:lnTo>
                    <a:lnTo>
                      <a:pt x="60" y="12757"/>
                    </a:lnTo>
                    <a:lnTo>
                      <a:pt x="49" y="12729"/>
                    </a:lnTo>
                    <a:lnTo>
                      <a:pt x="39" y="12700"/>
                    </a:lnTo>
                    <a:lnTo>
                      <a:pt x="30" y="12670"/>
                    </a:lnTo>
                    <a:lnTo>
                      <a:pt x="23" y="12640"/>
                    </a:lnTo>
                    <a:lnTo>
                      <a:pt x="16" y="12610"/>
                    </a:lnTo>
                    <a:lnTo>
                      <a:pt x="10" y="12579"/>
                    </a:lnTo>
                    <a:lnTo>
                      <a:pt x="6" y="12548"/>
                    </a:lnTo>
                    <a:lnTo>
                      <a:pt x="3" y="12516"/>
                    </a:lnTo>
                    <a:lnTo>
                      <a:pt x="1" y="12484"/>
                    </a:lnTo>
                    <a:lnTo>
                      <a:pt x="1" y="12451"/>
                    </a:lnTo>
                    <a:lnTo>
                      <a:pt x="0" y="12423"/>
                    </a:lnTo>
                    <a:lnTo>
                      <a:pt x="0" y="12395"/>
                    </a:lnTo>
                    <a:lnTo>
                      <a:pt x="0" y="12366"/>
                    </a:lnTo>
                    <a:lnTo>
                      <a:pt x="1" y="12338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2" y="66"/>
                    </a:lnTo>
                    <a:lnTo>
                      <a:pt x="5" y="98"/>
                    </a:lnTo>
                    <a:lnTo>
                      <a:pt x="9" y="130"/>
                    </a:lnTo>
                    <a:lnTo>
                      <a:pt x="15" y="163"/>
                    </a:lnTo>
                    <a:lnTo>
                      <a:pt x="21" y="195"/>
                    </a:lnTo>
                    <a:lnTo>
                      <a:pt x="29" y="226"/>
                    </a:lnTo>
                    <a:lnTo>
                      <a:pt x="37" y="257"/>
                    </a:lnTo>
                    <a:lnTo>
                      <a:pt x="48" y="288"/>
                    </a:lnTo>
                    <a:lnTo>
                      <a:pt x="58" y="319"/>
                    </a:lnTo>
                    <a:lnTo>
                      <a:pt x="71" y="349"/>
                    </a:lnTo>
                    <a:lnTo>
                      <a:pt x="83" y="380"/>
                    </a:lnTo>
                    <a:lnTo>
                      <a:pt x="98" y="410"/>
                    </a:lnTo>
                    <a:lnTo>
                      <a:pt x="112" y="439"/>
                    </a:lnTo>
                    <a:lnTo>
                      <a:pt x="129" y="468"/>
                    </a:lnTo>
                    <a:lnTo>
                      <a:pt x="145" y="497"/>
                    </a:lnTo>
                    <a:close/>
                  </a:path>
                </a:pathLst>
              </a:custGeom>
              <a:solidFill>
                <a:srgbClr val="E5E5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8" name="Freeform 9"/>
              <p:cNvSpPr>
                <a:spLocks/>
              </p:cNvSpPr>
              <p:nvPr/>
            </p:nvSpPr>
            <p:spPr bwMode="auto">
              <a:xfrm>
                <a:off x="915" y="1753"/>
                <a:ext cx="18" cy="1582"/>
              </a:xfrm>
              <a:custGeom>
                <a:avLst/>
                <a:gdLst>
                  <a:gd name="T0" fmla="*/ 0 w 146"/>
                  <a:gd name="T1" fmla="*/ 194 h 12657"/>
                  <a:gd name="T2" fmla="*/ 0 w 146"/>
                  <a:gd name="T3" fmla="*/ 0 h 12657"/>
                  <a:gd name="T4" fmla="*/ 0 w 146"/>
                  <a:gd name="T5" fmla="*/ 0 h 12657"/>
                  <a:gd name="T6" fmla="*/ 0 w 146"/>
                  <a:gd name="T7" fmla="*/ 1 h 12657"/>
                  <a:gd name="T8" fmla="*/ 1 w 146"/>
                  <a:gd name="T9" fmla="*/ 1 h 12657"/>
                  <a:gd name="T10" fmla="*/ 1 w 146"/>
                  <a:gd name="T11" fmla="*/ 2 h 12657"/>
                  <a:gd name="T12" fmla="*/ 1 w 146"/>
                  <a:gd name="T13" fmla="*/ 2 h 12657"/>
                  <a:gd name="T14" fmla="*/ 2 w 146"/>
                  <a:gd name="T15" fmla="*/ 3 h 12657"/>
                  <a:gd name="T16" fmla="*/ 2 w 146"/>
                  <a:gd name="T17" fmla="*/ 3 h 12657"/>
                  <a:gd name="T18" fmla="*/ 2 w 146"/>
                  <a:gd name="T19" fmla="*/ 4 h 12657"/>
                  <a:gd name="T20" fmla="*/ 2 w 146"/>
                  <a:gd name="T21" fmla="*/ 198 h 12657"/>
                  <a:gd name="T22" fmla="*/ 2 w 146"/>
                  <a:gd name="T23" fmla="*/ 197 h 12657"/>
                  <a:gd name="T24" fmla="*/ 2 w 146"/>
                  <a:gd name="T25" fmla="*/ 197 h 12657"/>
                  <a:gd name="T26" fmla="*/ 1 w 146"/>
                  <a:gd name="T27" fmla="*/ 196 h 12657"/>
                  <a:gd name="T28" fmla="*/ 1 w 146"/>
                  <a:gd name="T29" fmla="*/ 196 h 12657"/>
                  <a:gd name="T30" fmla="*/ 1 w 146"/>
                  <a:gd name="T31" fmla="*/ 196 h 12657"/>
                  <a:gd name="T32" fmla="*/ 0 w 146"/>
                  <a:gd name="T33" fmla="*/ 195 h 12657"/>
                  <a:gd name="T34" fmla="*/ 0 w 146"/>
                  <a:gd name="T35" fmla="*/ 195 h 12657"/>
                  <a:gd name="T36" fmla="*/ 0 w 146"/>
                  <a:gd name="T37" fmla="*/ 194 h 1265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657"/>
                  <a:gd name="T59" fmla="*/ 146 w 146"/>
                  <a:gd name="T60" fmla="*/ 12657 h 1265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657">
                    <a:moveTo>
                      <a:pt x="0" y="12431"/>
                    </a:moveTo>
                    <a:lnTo>
                      <a:pt x="0" y="0"/>
                    </a:lnTo>
                    <a:lnTo>
                      <a:pt x="14" y="32"/>
                    </a:lnTo>
                    <a:lnTo>
                      <a:pt x="29" y="64"/>
                    </a:lnTo>
                    <a:lnTo>
                      <a:pt x="45" y="96"/>
                    </a:lnTo>
                    <a:lnTo>
                      <a:pt x="64" y="127"/>
                    </a:lnTo>
                    <a:lnTo>
                      <a:pt x="83" y="157"/>
                    </a:lnTo>
                    <a:lnTo>
                      <a:pt x="102" y="187"/>
                    </a:lnTo>
                    <a:lnTo>
                      <a:pt x="124" y="218"/>
                    </a:lnTo>
                    <a:lnTo>
                      <a:pt x="146" y="247"/>
                    </a:lnTo>
                    <a:lnTo>
                      <a:pt x="146" y="12657"/>
                    </a:lnTo>
                    <a:lnTo>
                      <a:pt x="124" y="12631"/>
                    </a:lnTo>
                    <a:lnTo>
                      <a:pt x="103" y="12604"/>
                    </a:lnTo>
                    <a:lnTo>
                      <a:pt x="83" y="12577"/>
                    </a:lnTo>
                    <a:lnTo>
                      <a:pt x="64" y="12549"/>
                    </a:lnTo>
                    <a:lnTo>
                      <a:pt x="46" y="12520"/>
                    </a:lnTo>
                    <a:lnTo>
                      <a:pt x="30" y="12491"/>
                    </a:lnTo>
                    <a:lnTo>
                      <a:pt x="14" y="12462"/>
                    </a:lnTo>
                    <a:lnTo>
                      <a:pt x="0" y="12431"/>
                    </a:lnTo>
                    <a:close/>
                  </a:path>
                </a:pathLst>
              </a:custGeom>
              <a:solidFill>
                <a:srgbClr val="D1D2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9" name="Freeform 10"/>
              <p:cNvSpPr>
                <a:spLocks/>
              </p:cNvSpPr>
              <p:nvPr/>
            </p:nvSpPr>
            <p:spPr bwMode="auto">
              <a:xfrm>
                <a:off x="924" y="1771"/>
                <a:ext cx="18" cy="1574"/>
              </a:xfrm>
              <a:custGeom>
                <a:avLst/>
                <a:gdLst>
                  <a:gd name="T0" fmla="*/ 0 w 148"/>
                  <a:gd name="T1" fmla="*/ 194 h 12593"/>
                  <a:gd name="T2" fmla="*/ 0 w 148"/>
                  <a:gd name="T3" fmla="*/ 0 h 12593"/>
                  <a:gd name="T4" fmla="*/ 0 w 148"/>
                  <a:gd name="T5" fmla="*/ 0 h 12593"/>
                  <a:gd name="T6" fmla="*/ 0 w 148"/>
                  <a:gd name="T7" fmla="*/ 1 h 12593"/>
                  <a:gd name="T8" fmla="*/ 1 w 148"/>
                  <a:gd name="T9" fmla="*/ 1 h 12593"/>
                  <a:gd name="T10" fmla="*/ 1 w 148"/>
                  <a:gd name="T11" fmla="*/ 1 h 12593"/>
                  <a:gd name="T12" fmla="*/ 1 w 148"/>
                  <a:gd name="T13" fmla="*/ 2 h 12593"/>
                  <a:gd name="T14" fmla="*/ 2 w 148"/>
                  <a:gd name="T15" fmla="*/ 2 h 12593"/>
                  <a:gd name="T16" fmla="*/ 2 w 148"/>
                  <a:gd name="T17" fmla="*/ 3 h 12593"/>
                  <a:gd name="T18" fmla="*/ 2 w 148"/>
                  <a:gd name="T19" fmla="*/ 3 h 12593"/>
                  <a:gd name="T20" fmla="*/ 2 w 148"/>
                  <a:gd name="T21" fmla="*/ 197 h 12593"/>
                  <a:gd name="T22" fmla="*/ 2 w 148"/>
                  <a:gd name="T23" fmla="*/ 196 h 12593"/>
                  <a:gd name="T24" fmla="*/ 2 w 148"/>
                  <a:gd name="T25" fmla="*/ 196 h 12593"/>
                  <a:gd name="T26" fmla="*/ 1 w 148"/>
                  <a:gd name="T27" fmla="*/ 196 h 12593"/>
                  <a:gd name="T28" fmla="*/ 1 w 148"/>
                  <a:gd name="T29" fmla="*/ 195 h 12593"/>
                  <a:gd name="T30" fmla="*/ 1 w 148"/>
                  <a:gd name="T31" fmla="*/ 195 h 12593"/>
                  <a:gd name="T32" fmla="*/ 0 w 148"/>
                  <a:gd name="T33" fmla="*/ 195 h 12593"/>
                  <a:gd name="T34" fmla="*/ 0 w 148"/>
                  <a:gd name="T35" fmla="*/ 194 h 12593"/>
                  <a:gd name="T36" fmla="*/ 0 w 148"/>
                  <a:gd name="T37" fmla="*/ 194 h 1259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8"/>
                  <a:gd name="T58" fmla="*/ 0 h 12593"/>
                  <a:gd name="T59" fmla="*/ 148 w 148"/>
                  <a:gd name="T60" fmla="*/ 12593 h 1259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8" h="12593">
                    <a:moveTo>
                      <a:pt x="0" y="12419"/>
                    </a:moveTo>
                    <a:lnTo>
                      <a:pt x="0" y="0"/>
                    </a:lnTo>
                    <a:lnTo>
                      <a:pt x="17" y="25"/>
                    </a:lnTo>
                    <a:lnTo>
                      <a:pt x="34" y="50"/>
                    </a:lnTo>
                    <a:lnTo>
                      <a:pt x="50" y="74"/>
                    </a:lnTo>
                    <a:lnTo>
                      <a:pt x="69" y="97"/>
                    </a:lnTo>
                    <a:lnTo>
                      <a:pt x="88" y="121"/>
                    </a:lnTo>
                    <a:lnTo>
                      <a:pt x="106" y="145"/>
                    </a:lnTo>
                    <a:lnTo>
                      <a:pt x="127" y="168"/>
                    </a:lnTo>
                    <a:lnTo>
                      <a:pt x="148" y="191"/>
                    </a:lnTo>
                    <a:lnTo>
                      <a:pt x="148" y="12593"/>
                    </a:lnTo>
                    <a:lnTo>
                      <a:pt x="127" y="12572"/>
                    </a:lnTo>
                    <a:lnTo>
                      <a:pt x="107" y="12551"/>
                    </a:lnTo>
                    <a:lnTo>
                      <a:pt x="88" y="12531"/>
                    </a:lnTo>
                    <a:lnTo>
                      <a:pt x="69" y="12509"/>
                    </a:lnTo>
                    <a:lnTo>
                      <a:pt x="51" y="12487"/>
                    </a:lnTo>
                    <a:lnTo>
                      <a:pt x="34" y="12465"/>
                    </a:lnTo>
                    <a:lnTo>
                      <a:pt x="17" y="12442"/>
                    </a:lnTo>
                    <a:lnTo>
                      <a:pt x="0" y="12419"/>
                    </a:lnTo>
                    <a:close/>
                  </a:path>
                </a:pathLst>
              </a:custGeom>
              <a:solidFill>
                <a:srgbClr val="BEB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0" name="Freeform 11"/>
              <p:cNvSpPr>
                <a:spLocks/>
              </p:cNvSpPr>
              <p:nvPr/>
            </p:nvSpPr>
            <p:spPr bwMode="auto">
              <a:xfrm>
                <a:off x="933" y="1784"/>
                <a:ext cx="19" cy="1569"/>
              </a:xfrm>
              <a:custGeom>
                <a:avLst/>
                <a:gdLst>
                  <a:gd name="T0" fmla="*/ 0 w 146"/>
                  <a:gd name="T1" fmla="*/ 194 h 12552"/>
                  <a:gd name="T2" fmla="*/ 0 w 146"/>
                  <a:gd name="T3" fmla="*/ 0 h 12552"/>
                  <a:gd name="T4" fmla="*/ 0 w 146"/>
                  <a:gd name="T5" fmla="*/ 0 h 12552"/>
                  <a:gd name="T6" fmla="*/ 1 w 146"/>
                  <a:gd name="T7" fmla="*/ 1 h 12552"/>
                  <a:gd name="T8" fmla="*/ 1 w 146"/>
                  <a:gd name="T9" fmla="*/ 1 h 12552"/>
                  <a:gd name="T10" fmla="*/ 1 w 146"/>
                  <a:gd name="T11" fmla="*/ 1 h 12552"/>
                  <a:gd name="T12" fmla="*/ 1 w 146"/>
                  <a:gd name="T13" fmla="*/ 2 h 12552"/>
                  <a:gd name="T14" fmla="*/ 2 w 146"/>
                  <a:gd name="T15" fmla="*/ 2 h 12552"/>
                  <a:gd name="T16" fmla="*/ 2 w 146"/>
                  <a:gd name="T17" fmla="*/ 2 h 12552"/>
                  <a:gd name="T18" fmla="*/ 2 w 146"/>
                  <a:gd name="T19" fmla="*/ 3 h 12552"/>
                  <a:gd name="T20" fmla="*/ 2 w 146"/>
                  <a:gd name="T21" fmla="*/ 196 h 12552"/>
                  <a:gd name="T22" fmla="*/ 2 w 146"/>
                  <a:gd name="T23" fmla="*/ 196 h 12552"/>
                  <a:gd name="T24" fmla="*/ 1 w 146"/>
                  <a:gd name="T25" fmla="*/ 195 h 12552"/>
                  <a:gd name="T26" fmla="*/ 1 w 146"/>
                  <a:gd name="T27" fmla="*/ 195 h 12552"/>
                  <a:gd name="T28" fmla="*/ 1 w 146"/>
                  <a:gd name="T29" fmla="*/ 195 h 12552"/>
                  <a:gd name="T30" fmla="*/ 0 w 146"/>
                  <a:gd name="T31" fmla="*/ 194 h 12552"/>
                  <a:gd name="T32" fmla="*/ 0 w 146"/>
                  <a:gd name="T33" fmla="*/ 194 h 125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6"/>
                  <a:gd name="T52" fmla="*/ 0 h 12552"/>
                  <a:gd name="T53" fmla="*/ 146 w 146"/>
                  <a:gd name="T54" fmla="*/ 12552 h 125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6" h="12552">
                    <a:moveTo>
                      <a:pt x="0" y="12410"/>
                    </a:moveTo>
                    <a:lnTo>
                      <a:pt x="0" y="0"/>
                    </a:lnTo>
                    <a:lnTo>
                      <a:pt x="17" y="20"/>
                    </a:lnTo>
                    <a:lnTo>
                      <a:pt x="33" y="41"/>
                    </a:lnTo>
                    <a:lnTo>
                      <a:pt x="51" y="61"/>
                    </a:lnTo>
                    <a:lnTo>
                      <a:pt x="70" y="82"/>
                    </a:lnTo>
                    <a:lnTo>
                      <a:pt x="88" y="101"/>
                    </a:lnTo>
                    <a:lnTo>
                      <a:pt x="107" y="120"/>
                    </a:lnTo>
                    <a:lnTo>
                      <a:pt x="127" y="140"/>
                    </a:lnTo>
                    <a:lnTo>
                      <a:pt x="146" y="158"/>
                    </a:lnTo>
                    <a:lnTo>
                      <a:pt x="146" y="12552"/>
                    </a:lnTo>
                    <a:lnTo>
                      <a:pt x="107" y="12519"/>
                    </a:lnTo>
                    <a:lnTo>
                      <a:pt x="70" y="12484"/>
                    </a:lnTo>
                    <a:lnTo>
                      <a:pt x="52" y="12466"/>
                    </a:lnTo>
                    <a:lnTo>
                      <a:pt x="34" y="12447"/>
                    </a:lnTo>
                    <a:lnTo>
                      <a:pt x="17" y="12430"/>
                    </a:lnTo>
                    <a:lnTo>
                      <a:pt x="0" y="12410"/>
                    </a:lnTo>
                    <a:close/>
                  </a:path>
                </a:pathLst>
              </a:custGeom>
              <a:solidFill>
                <a:srgbClr val="AAAD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1" name="Freeform 12"/>
              <p:cNvSpPr>
                <a:spLocks/>
              </p:cNvSpPr>
              <p:nvPr/>
            </p:nvSpPr>
            <p:spPr bwMode="auto">
              <a:xfrm>
                <a:off x="942" y="1794"/>
                <a:ext cx="19" cy="1566"/>
              </a:xfrm>
              <a:custGeom>
                <a:avLst/>
                <a:gdLst>
                  <a:gd name="T0" fmla="*/ 0 w 146"/>
                  <a:gd name="T1" fmla="*/ 194 h 12523"/>
                  <a:gd name="T2" fmla="*/ 0 w 146"/>
                  <a:gd name="T3" fmla="*/ 0 h 12523"/>
                  <a:gd name="T4" fmla="*/ 1 w 146"/>
                  <a:gd name="T5" fmla="*/ 1 h 12523"/>
                  <a:gd name="T6" fmla="*/ 1 w 146"/>
                  <a:gd name="T7" fmla="*/ 1 h 12523"/>
                  <a:gd name="T8" fmla="*/ 2 w 146"/>
                  <a:gd name="T9" fmla="*/ 2 h 12523"/>
                  <a:gd name="T10" fmla="*/ 2 w 146"/>
                  <a:gd name="T11" fmla="*/ 2 h 12523"/>
                  <a:gd name="T12" fmla="*/ 2 w 146"/>
                  <a:gd name="T13" fmla="*/ 196 h 12523"/>
                  <a:gd name="T14" fmla="*/ 2 w 146"/>
                  <a:gd name="T15" fmla="*/ 195 h 12523"/>
                  <a:gd name="T16" fmla="*/ 1 w 146"/>
                  <a:gd name="T17" fmla="*/ 195 h 12523"/>
                  <a:gd name="T18" fmla="*/ 1 w 146"/>
                  <a:gd name="T19" fmla="*/ 194 h 12523"/>
                  <a:gd name="T20" fmla="*/ 0 w 146"/>
                  <a:gd name="T21" fmla="*/ 194 h 125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523"/>
                  <a:gd name="T35" fmla="*/ 146 w 146"/>
                  <a:gd name="T36" fmla="*/ 12523 h 125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523">
                    <a:moveTo>
                      <a:pt x="0" y="12402"/>
                    </a:moveTo>
                    <a:lnTo>
                      <a:pt x="0" y="0"/>
                    </a:lnTo>
                    <a:lnTo>
                      <a:pt x="34" y="35"/>
                    </a:lnTo>
                    <a:lnTo>
                      <a:pt x="69" y="69"/>
                    </a:lnTo>
                    <a:lnTo>
                      <a:pt x="107" y="103"/>
                    </a:lnTo>
                    <a:lnTo>
                      <a:pt x="146" y="136"/>
                    </a:lnTo>
                    <a:lnTo>
                      <a:pt x="146" y="12523"/>
                    </a:lnTo>
                    <a:lnTo>
                      <a:pt x="108" y="12494"/>
                    </a:lnTo>
                    <a:lnTo>
                      <a:pt x="70" y="12464"/>
                    </a:lnTo>
                    <a:lnTo>
                      <a:pt x="34" y="12433"/>
                    </a:lnTo>
                    <a:lnTo>
                      <a:pt x="0" y="12402"/>
                    </a:lnTo>
                    <a:close/>
                  </a:path>
                </a:pathLst>
              </a:custGeom>
              <a:solidFill>
                <a:srgbClr val="989D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2" name="Freeform 13"/>
              <p:cNvSpPr>
                <a:spLocks/>
              </p:cNvSpPr>
              <p:nvPr/>
            </p:nvSpPr>
            <p:spPr bwMode="auto">
              <a:xfrm>
                <a:off x="952" y="1804"/>
                <a:ext cx="18" cy="1562"/>
              </a:xfrm>
              <a:custGeom>
                <a:avLst/>
                <a:gdLst>
                  <a:gd name="T0" fmla="*/ 0 w 147"/>
                  <a:gd name="T1" fmla="*/ 194 h 12502"/>
                  <a:gd name="T2" fmla="*/ 0 w 147"/>
                  <a:gd name="T3" fmla="*/ 0 h 12502"/>
                  <a:gd name="T4" fmla="*/ 0 w 147"/>
                  <a:gd name="T5" fmla="*/ 0 h 12502"/>
                  <a:gd name="T6" fmla="*/ 1 w 147"/>
                  <a:gd name="T7" fmla="*/ 1 h 12502"/>
                  <a:gd name="T8" fmla="*/ 2 w 147"/>
                  <a:gd name="T9" fmla="*/ 1 h 12502"/>
                  <a:gd name="T10" fmla="*/ 2 w 147"/>
                  <a:gd name="T11" fmla="*/ 2 h 12502"/>
                  <a:gd name="T12" fmla="*/ 2 w 147"/>
                  <a:gd name="T13" fmla="*/ 195 h 12502"/>
                  <a:gd name="T14" fmla="*/ 2 w 147"/>
                  <a:gd name="T15" fmla="*/ 195 h 12502"/>
                  <a:gd name="T16" fmla="*/ 1 w 147"/>
                  <a:gd name="T17" fmla="*/ 194 h 12502"/>
                  <a:gd name="T18" fmla="*/ 0 w 147"/>
                  <a:gd name="T19" fmla="*/ 194 h 12502"/>
                  <a:gd name="T20" fmla="*/ 0 w 147"/>
                  <a:gd name="T21" fmla="*/ 194 h 1250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502"/>
                  <a:gd name="T35" fmla="*/ 147 w 147"/>
                  <a:gd name="T36" fmla="*/ 12502 h 1250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502">
                    <a:moveTo>
                      <a:pt x="0" y="12394"/>
                    </a:moveTo>
                    <a:lnTo>
                      <a:pt x="0" y="0"/>
                    </a:lnTo>
                    <a:lnTo>
                      <a:pt x="36" y="32"/>
                    </a:lnTo>
                    <a:lnTo>
                      <a:pt x="71" y="62"/>
                    </a:lnTo>
                    <a:lnTo>
                      <a:pt x="108" y="91"/>
                    </a:lnTo>
                    <a:lnTo>
                      <a:pt x="147" y="120"/>
                    </a:lnTo>
                    <a:lnTo>
                      <a:pt x="147" y="12502"/>
                    </a:lnTo>
                    <a:lnTo>
                      <a:pt x="109" y="12476"/>
                    </a:lnTo>
                    <a:lnTo>
                      <a:pt x="72" y="12450"/>
                    </a:lnTo>
                    <a:lnTo>
                      <a:pt x="36" y="12422"/>
                    </a:lnTo>
                    <a:lnTo>
                      <a:pt x="0" y="12394"/>
                    </a:lnTo>
                    <a:close/>
                  </a:path>
                </a:pathLst>
              </a:custGeom>
              <a:solidFill>
                <a:srgbClr val="878D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3" name="Freeform 14"/>
              <p:cNvSpPr>
                <a:spLocks/>
              </p:cNvSpPr>
              <p:nvPr/>
            </p:nvSpPr>
            <p:spPr bwMode="auto">
              <a:xfrm>
                <a:off x="961" y="1811"/>
                <a:ext cx="18" cy="1561"/>
              </a:xfrm>
              <a:custGeom>
                <a:avLst/>
                <a:gdLst>
                  <a:gd name="T0" fmla="*/ 0 w 146"/>
                  <a:gd name="T1" fmla="*/ 194 h 12483"/>
                  <a:gd name="T2" fmla="*/ 0 w 146"/>
                  <a:gd name="T3" fmla="*/ 0 h 12483"/>
                  <a:gd name="T4" fmla="*/ 0 w 146"/>
                  <a:gd name="T5" fmla="*/ 0 h 12483"/>
                  <a:gd name="T6" fmla="*/ 1 w 146"/>
                  <a:gd name="T7" fmla="*/ 1 h 12483"/>
                  <a:gd name="T8" fmla="*/ 2 w 146"/>
                  <a:gd name="T9" fmla="*/ 1 h 12483"/>
                  <a:gd name="T10" fmla="*/ 2 w 146"/>
                  <a:gd name="T11" fmla="*/ 2 h 12483"/>
                  <a:gd name="T12" fmla="*/ 2 w 146"/>
                  <a:gd name="T13" fmla="*/ 195 h 12483"/>
                  <a:gd name="T14" fmla="*/ 2 w 146"/>
                  <a:gd name="T15" fmla="*/ 195 h 12483"/>
                  <a:gd name="T16" fmla="*/ 1 w 146"/>
                  <a:gd name="T17" fmla="*/ 194 h 12483"/>
                  <a:gd name="T18" fmla="*/ 0 w 146"/>
                  <a:gd name="T19" fmla="*/ 194 h 12483"/>
                  <a:gd name="T20" fmla="*/ 0 w 146"/>
                  <a:gd name="T21" fmla="*/ 194 h 1248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83"/>
                  <a:gd name="T35" fmla="*/ 146 w 146"/>
                  <a:gd name="T36" fmla="*/ 12483 h 1248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83">
                    <a:moveTo>
                      <a:pt x="0" y="12387"/>
                    </a:moveTo>
                    <a:lnTo>
                      <a:pt x="0" y="0"/>
                    </a:lnTo>
                    <a:lnTo>
                      <a:pt x="34" y="27"/>
                    </a:lnTo>
                    <a:lnTo>
                      <a:pt x="71" y="54"/>
                    </a:lnTo>
                    <a:lnTo>
                      <a:pt x="108" y="80"/>
                    </a:lnTo>
                    <a:lnTo>
                      <a:pt x="146" y="106"/>
                    </a:lnTo>
                    <a:lnTo>
                      <a:pt x="146" y="12483"/>
                    </a:lnTo>
                    <a:lnTo>
                      <a:pt x="108" y="12460"/>
                    </a:lnTo>
                    <a:lnTo>
                      <a:pt x="72" y="12436"/>
                    </a:lnTo>
                    <a:lnTo>
                      <a:pt x="35" y="12412"/>
                    </a:lnTo>
                    <a:lnTo>
                      <a:pt x="0" y="12387"/>
                    </a:lnTo>
                    <a:close/>
                  </a:path>
                </a:pathLst>
              </a:custGeom>
              <a:solidFill>
                <a:srgbClr val="757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4" name="Freeform 15"/>
              <p:cNvSpPr>
                <a:spLocks/>
              </p:cNvSpPr>
              <p:nvPr/>
            </p:nvSpPr>
            <p:spPr bwMode="auto">
              <a:xfrm>
                <a:off x="970" y="1818"/>
                <a:ext cx="18" cy="1559"/>
              </a:xfrm>
              <a:custGeom>
                <a:avLst/>
                <a:gdLst>
                  <a:gd name="T0" fmla="*/ 0 w 146"/>
                  <a:gd name="T1" fmla="*/ 194 h 12467"/>
                  <a:gd name="T2" fmla="*/ 0 w 146"/>
                  <a:gd name="T3" fmla="*/ 0 h 12467"/>
                  <a:gd name="T4" fmla="*/ 0 w 146"/>
                  <a:gd name="T5" fmla="*/ 0 h 12467"/>
                  <a:gd name="T6" fmla="*/ 1 w 146"/>
                  <a:gd name="T7" fmla="*/ 1 h 12467"/>
                  <a:gd name="T8" fmla="*/ 2 w 146"/>
                  <a:gd name="T9" fmla="*/ 1 h 12467"/>
                  <a:gd name="T10" fmla="*/ 2 w 146"/>
                  <a:gd name="T11" fmla="*/ 2 h 12467"/>
                  <a:gd name="T12" fmla="*/ 2 w 146"/>
                  <a:gd name="T13" fmla="*/ 195 h 12467"/>
                  <a:gd name="T14" fmla="*/ 2 w 146"/>
                  <a:gd name="T15" fmla="*/ 195 h 12467"/>
                  <a:gd name="T16" fmla="*/ 1 w 146"/>
                  <a:gd name="T17" fmla="*/ 194 h 12467"/>
                  <a:gd name="T18" fmla="*/ 0 w 146"/>
                  <a:gd name="T19" fmla="*/ 194 h 12467"/>
                  <a:gd name="T20" fmla="*/ 0 w 146"/>
                  <a:gd name="T21" fmla="*/ 194 h 124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67"/>
                  <a:gd name="T35" fmla="*/ 146 w 146"/>
                  <a:gd name="T36" fmla="*/ 12467 h 124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67">
                    <a:moveTo>
                      <a:pt x="0" y="12382"/>
                    </a:moveTo>
                    <a:lnTo>
                      <a:pt x="0" y="0"/>
                    </a:lnTo>
                    <a:lnTo>
                      <a:pt x="35" y="24"/>
                    </a:lnTo>
                    <a:lnTo>
                      <a:pt x="71" y="49"/>
                    </a:lnTo>
                    <a:lnTo>
                      <a:pt x="109" y="71"/>
                    </a:lnTo>
                    <a:lnTo>
                      <a:pt x="146" y="94"/>
                    </a:lnTo>
                    <a:lnTo>
                      <a:pt x="146" y="12467"/>
                    </a:lnTo>
                    <a:lnTo>
                      <a:pt x="109" y="12447"/>
                    </a:lnTo>
                    <a:lnTo>
                      <a:pt x="72" y="12426"/>
                    </a:lnTo>
                    <a:lnTo>
                      <a:pt x="36" y="12404"/>
                    </a:lnTo>
                    <a:lnTo>
                      <a:pt x="0" y="12382"/>
                    </a:lnTo>
                    <a:close/>
                  </a:path>
                </a:pathLst>
              </a:custGeom>
              <a:solidFill>
                <a:srgbClr val="798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5" name="Freeform 16"/>
              <p:cNvSpPr>
                <a:spLocks/>
              </p:cNvSpPr>
              <p:nvPr/>
            </p:nvSpPr>
            <p:spPr bwMode="auto">
              <a:xfrm>
                <a:off x="979" y="1825"/>
                <a:ext cx="18" cy="1556"/>
              </a:xfrm>
              <a:custGeom>
                <a:avLst/>
                <a:gdLst>
                  <a:gd name="T0" fmla="*/ 0 w 147"/>
                  <a:gd name="T1" fmla="*/ 193 h 12454"/>
                  <a:gd name="T2" fmla="*/ 0 w 147"/>
                  <a:gd name="T3" fmla="*/ 0 h 12454"/>
                  <a:gd name="T4" fmla="*/ 0 w 147"/>
                  <a:gd name="T5" fmla="*/ 0 h 12454"/>
                  <a:gd name="T6" fmla="*/ 1 w 147"/>
                  <a:gd name="T7" fmla="*/ 1 h 12454"/>
                  <a:gd name="T8" fmla="*/ 2 w 147"/>
                  <a:gd name="T9" fmla="*/ 1 h 12454"/>
                  <a:gd name="T10" fmla="*/ 2 w 147"/>
                  <a:gd name="T11" fmla="*/ 1 h 12454"/>
                  <a:gd name="T12" fmla="*/ 2 w 147"/>
                  <a:gd name="T13" fmla="*/ 194 h 12454"/>
                  <a:gd name="T14" fmla="*/ 2 w 147"/>
                  <a:gd name="T15" fmla="*/ 194 h 12454"/>
                  <a:gd name="T16" fmla="*/ 1 w 147"/>
                  <a:gd name="T17" fmla="*/ 194 h 12454"/>
                  <a:gd name="T18" fmla="*/ 0 w 147"/>
                  <a:gd name="T19" fmla="*/ 194 h 12454"/>
                  <a:gd name="T20" fmla="*/ 0 w 147"/>
                  <a:gd name="T21" fmla="*/ 193 h 124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54"/>
                  <a:gd name="T35" fmla="*/ 147 w 147"/>
                  <a:gd name="T36" fmla="*/ 12454 h 1245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54">
                    <a:moveTo>
                      <a:pt x="0" y="12377"/>
                    </a:moveTo>
                    <a:lnTo>
                      <a:pt x="0" y="0"/>
                    </a:lnTo>
                    <a:lnTo>
                      <a:pt x="36" y="21"/>
                    </a:lnTo>
                    <a:lnTo>
                      <a:pt x="72" y="43"/>
                    </a:lnTo>
                    <a:lnTo>
                      <a:pt x="109" y="64"/>
                    </a:lnTo>
                    <a:lnTo>
                      <a:pt x="147" y="84"/>
                    </a:lnTo>
                    <a:lnTo>
                      <a:pt x="147" y="12454"/>
                    </a:lnTo>
                    <a:lnTo>
                      <a:pt x="109" y="12436"/>
                    </a:lnTo>
                    <a:lnTo>
                      <a:pt x="72" y="12416"/>
                    </a:lnTo>
                    <a:lnTo>
                      <a:pt x="36" y="12397"/>
                    </a:lnTo>
                    <a:lnTo>
                      <a:pt x="0" y="12377"/>
                    </a:lnTo>
                    <a:close/>
                  </a:path>
                </a:pathLst>
              </a:custGeom>
              <a:solidFill>
                <a:srgbClr val="7C84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6" name="Freeform 17"/>
              <p:cNvSpPr>
                <a:spLocks/>
              </p:cNvSpPr>
              <p:nvPr/>
            </p:nvSpPr>
            <p:spPr bwMode="auto">
              <a:xfrm>
                <a:off x="988" y="1830"/>
                <a:ext cx="19" cy="1556"/>
              </a:xfrm>
              <a:custGeom>
                <a:avLst/>
                <a:gdLst>
                  <a:gd name="T0" fmla="*/ 0 w 147"/>
                  <a:gd name="T1" fmla="*/ 193 h 12444"/>
                  <a:gd name="T2" fmla="*/ 0 w 147"/>
                  <a:gd name="T3" fmla="*/ 0 h 12444"/>
                  <a:gd name="T4" fmla="*/ 1 w 147"/>
                  <a:gd name="T5" fmla="*/ 0 h 12444"/>
                  <a:gd name="T6" fmla="*/ 1 w 147"/>
                  <a:gd name="T7" fmla="*/ 1 h 12444"/>
                  <a:gd name="T8" fmla="*/ 2 w 147"/>
                  <a:gd name="T9" fmla="*/ 1 h 12444"/>
                  <a:gd name="T10" fmla="*/ 2 w 147"/>
                  <a:gd name="T11" fmla="*/ 1 h 12444"/>
                  <a:gd name="T12" fmla="*/ 2 w 147"/>
                  <a:gd name="T13" fmla="*/ 195 h 12444"/>
                  <a:gd name="T14" fmla="*/ 2 w 147"/>
                  <a:gd name="T15" fmla="*/ 194 h 12444"/>
                  <a:gd name="T16" fmla="*/ 1 w 147"/>
                  <a:gd name="T17" fmla="*/ 194 h 12444"/>
                  <a:gd name="T18" fmla="*/ 1 w 147"/>
                  <a:gd name="T19" fmla="*/ 194 h 12444"/>
                  <a:gd name="T20" fmla="*/ 0 w 147"/>
                  <a:gd name="T21" fmla="*/ 193 h 1244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44"/>
                  <a:gd name="T35" fmla="*/ 147 w 147"/>
                  <a:gd name="T36" fmla="*/ 12444 h 1244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44">
                    <a:moveTo>
                      <a:pt x="0" y="12373"/>
                    </a:moveTo>
                    <a:lnTo>
                      <a:pt x="0" y="0"/>
                    </a:lnTo>
                    <a:lnTo>
                      <a:pt x="36" y="20"/>
                    </a:lnTo>
                    <a:lnTo>
                      <a:pt x="73" y="40"/>
                    </a:lnTo>
                    <a:lnTo>
                      <a:pt x="109" y="58"/>
                    </a:lnTo>
                    <a:lnTo>
                      <a:pt x="147" y="76"/>
                    </a:lnTo>
                    <a:lnTo>
                      <a:pt x="147" y="12444"/>
                    </a:lnTo>
                    <a:lnTo>
                      <a:pt x="110" y="12427"/>
                    </a:lnTo>
                    <a:lnTo>
                      <a:pt x="73" y="12410"/>
                    </a:lnTo>
                    <a:lnTo>
                      <a:pt x="36" y="12392"/>
                    </a:lnTo>
                    <a:lnTo>
                      <a:pt x="0" y="12373"/>
                    </a:lnTo>
                    <a:close/>
                  </a:path>
                </a:pathLst>
              </a:custGeom>
              <a:solidFill>
                <a:srgbClr val="8088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7" name="Freeform 18"/>
              <p:cNvSpPr>
                <a:spLocks/>
              </p:cNvSpPr>
              <p:nvPr/>
            </p:nvSpPr>
            <p:spPr bwMode="auto">
              <a:xfrm>
                <a:off x="997" y="1835"/>
                <a:ext cx="19" cy="1554"/>
              </a:xfrm>
              <a:custGeom>
                <a:avLst/>
                <a:gdLst>
                  <a:gd name="T0" fmla="*/ 0 w 146"/>
                  <a:gd name="T1" fmla="*/ 193 h 12434"/>
                  <a:gd name="T2" fmla="*/ 0 w 146"/>
                  <a:gd name="T3" fmla="*/ 0 h 12434"/>
                  <a:gd name="T4" fmla="*/ 1 w 146"/>
                  <a:gd name="T5" fmla="*/ 0 h 12434"/>
                  <a:gd name="T6" fmla="*/ 1 w 146"/>
                  <a:gd name="T7" fmla="*/ 0 h 12434"/>
                  <a:gd name="T8" fmla="*/ 2 w 146"/>
                  <a:gd name="T9" fmla="*/ 1 h 12434"/>
                  <a:gd name="T10" fmla="*/ 2 w 146"/>
                  <a:gd name="T11" fmla="*/ 1 h 12434"/>
                  <a:gd name="T12" fmla="*/ 2 w 146"/>
                  <a:gd name="T13" fmla="*/ 194 h 12434"/>
                  <a:gd name="T14" fmla="*/ 2 w 146"/>
                  <a:gd name="T15" fmla="*/ 194 h 12434"/>
                  <a:gd name="T16" fmla="*/ 1 w 146"/>
                  <a:gd name="T17" fmla="*/ 194 h 12434"/>
                  <a:gd name="T18" fmla="*/ 1 w 146"/>
                  <a:gd name="T19" fmla="*/ 193 h 12434"/>
                  <a:gd name="T20" fmla="*/ 0 w 146"/>
                  <a:gd name="T21" fmla="*/ 193 h 124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34"/>
                  <a:gd name="T35" fmla="*/ 146 w 146"/>
                  <a:gd name="T36" fmla="*/ 12434 h 1243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34">
                    <a:moveTo>
                      <a:pt x="0" y="12370"/>
                    </a:moveTo>
                    <a:lnTo>
                      <a:pt x="0" y="0"/>
                    </a:lnTo>
                    <a:lnTo>
                      <a:pt x="35" y="18"/>
                    </a:lnTo>
                    <a:lnTo>
                      <a:pt x="71" y="36"/>
                    </a:lnTo>
                    <a:lnTo>
                      <a:pt x="109" y="53"/>
                    </a:lnTo>
                    <a:lnTo>
                      <a:pt x="146" y="69"/>
                    </a:lnTo>
                    <a:lnTo>
                      <a:pt x="146" y="12434"/>
                    </a:lnTo>
                    <a:lnTo>
                      <a:pt x="109" y="12419"/>
                    </a:lnTo>
                    <a:lnTo>
                      <a:pt x="72" y="12404"/>
                    </a:lnTo>
                    <a:lnTo>
                      <a:pt x="36" y="12387"/>
                    </a:lnTo>
                    <a:lnTo>
                      <a:pt x="0" y="12370"/>
                    </a:lnTo>
                    <a:close/>
                  </a:path>
                </a:pathLst>
              </a:custGeom>
              <a:solidFill>
                <a:srgbClr val="848B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8" name="Freeform 19"/>
              <p:cNvSpPr>
                <a:spLocks/>
              </p:cNvSpPr>
              <p:nvPr/>
            </p:nvSpPr>
            <p:spPr bwMode="auto">
              <a:xfrm>
                <a:off x="1007" y="1840"/>
                <a:ext cx="18" cy="1553"/>
              </a:xfrm>
              <a:custGeom>
                <a:avLst/>
                <a:gdLst>
                  <a:gd name="T0" fmla="*/ 0 w 147"/>
                  <a:gd name="T1" fmla="*/ 193 h 12426"/>
                  <a:gd name="T2" fmla="*/ 0 w 147"/>
                  <a:gd name="T3" fmla="*/ 0 h 12426"/>
                  <a:gd name="T4" fmla="*/ 0 w 147"/>
                  <a:gd name="T5" fmla="*/ 0 h 12426"/>
                  <a:gd name="T6" fmla="*/ 1 w 147"/>
                  <a:gd name="T7" fmla="*/ 0 h 12426"/>
                  <a:gd name="T8" fmla="*/ 2 w 147"/>
                  <a:gd name="T9" fmla="*/ 1 h 12426"/>
                  <a:gd name="T10" fmla="*/ 2 w 147"/>
                  <a:gd name="T11" fmla="*/ 1 h 12426"/>
                  <a:gd name="T12" fmla="*/ 2 w 147"/>
                  <a:gd name="T13" fmla="*/ 194 h 12426"/>
                  <a:gd name="T14" fmla="*/ 2 w 147"/>
                  <a:gd name="T15" fmla="*/ 194 h 12426"/>
                  <a:gd name="T16" fmla="*/ 1 w 147"/>
                  <a:gd name="T17" fmla="*/ 194 h 12426"/>
                  <a:gd name="T18" fmla="*/ 1 w 147"/>
                  <a:gd name="T19" fmla="*/ 193 h 12426"/>
                  <a:gd name="T20" fmla="*/ 0 w 147"/>
                  <a:gd name="T21" fmla="*/ 193 h 124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26"/>
                  <a:gd name="T35" fmla="*/ 147 w 147"/>
                  <a:gd name="T36" fmla="*/ 12426 h 1242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26">
                    <a:moveTo>
                      <a:pt x="0" y="12368"/>
                    </a:moveTo>
                    <a:lnTo>
                      <a:pt x="0" y="0"/>
                    </a:lnTo>
                    <a:lnTo>
                      <a:pt x="36" y="17"/>
                    </a:lnTo>
                    <a:lnTo>
                      <a:pt x="72" y="32"/>
                    </a:lnTo>
                    <a:lnTo>
                      <a:pt x="109" y="48"/>
                    </a:lnTo>
                    <a:lnTo>
                      <a:pt x="147" y="62"/>
                    </a:lnTo>
                    <a:lnTo>
                      <a:pt x="147" y="12426"/>
                    </a:lnTo>
                    <a:lnTo>
                      <a:pt x="109" y="12412"/>
                    </a:lnTo>
                    <a:lnTo>
                      <a:pt x="73" y="12398"/>
                    </a:lnTo>
                    <a:lnTo>
                      <a:pt x="37" y="12383"/>
                    </a:lnTo>
                    <a:lnTo>
                      <a:pt x="0" y="12368"/>
                    </a:lnTo>
                    <a:close/>
                  </a:path>
                </a:pathLst>
              </a:custGeom>
              <a:solidFill>
                <a:srgbClr val="878F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9" name="Freeform 20"/>
              <p:cNvSpPr>
                <a:spLocks/>
              </p:cNvSpPr>
              <p:nvPr/>
            </p:nvSpPr>
            <p:spPr bwMode="auto">
              <a:xfrm>
                <a:off x="1016" y="1844"/>
                <a:ext cx="18" cy="1552"/>
              </a:xfrm>
              <a:custGeom>
                <a:avLst/>
                <a:gdLst>
                  <a:gd name="T0" fmla="*/ 0 w 146"/>
                  <a:gd name="T1" fmla="*/ 193 h 12419"/>
                  <a:gd name="T2" fmla="*/ 0 w 146"/>
                  <a:gd name="T3" fmla="*/ 0 h 12419"/>
                  <a:gd name="T4" fmla="*/ 0 w 146"/>
                  <a:gd name="T5" fmla="*/ 0 h 12419"/>
                  <a:gd name="T6" fmla="*/ 1 w 146"/>
                  <a:gd name="T7" fmla="*/ 0 h 12419"/>
                  <a:gd name="T8" fmla="*/ 2 w 146"/>
                  <a:gd name="T9" fmla="*/ 1 h 12419"/>
                  <a:gd name="T10" fmla="*/ 2 w 146"/>
                  <a:gd name="T11" fmla="*/ 1 h 12419"/>
                  <a:gd name="T12" fmla="*/ 2 w 146"/>
                  <a:gd name="T13" fmla="*/ 194 h 12419"/>
                  <a:gd name="T14" fmla="*/ 2 w 146"/>
                  <a:gd name="T15" fmla="*/ 194 h 12419"/>
                  <a:gd name="T16" fmla="*/ 1 w 146"/>
                  <a:gd name="T17" fmla="*/ 194 h 12419"/>
                  <a:gd name="T18" fmla="*/ 0 w 146"/>
                  <a:gd name="T19" fmla="*/ 193 h 12419"/>
                  <a:gd name="T20" fmla="*/ 0 w 146"/>
                  <a:gd name="T21" fmla="*/ 193 h 1241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19"/>
                  <a:gd name="T35" fmla="*/ 146 w 146"/>
                  <a:gd name="T36" fmla="*/ 12419 h 1241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19">
                    <a:moveTo>
                      <a:pt x="0" y="12365"/>
                    </a:moveTo>
                    <a:lnTo>
                      <a:pt x="0" y="0"/>
                    </a:lnTo>
                    <a:lnTo>
                      <a:pt x="36" y="15"/>
                    </a:lnTo>
                    <a:lnTo>
                      <a:pt x="73" y="29"/>
                    </a:lnTo>
                    <a:lnTo>
                      <a:pt x="109" y="43"/>
                    </a:lnTo>
                    <a:lnTo>
                      <a:pt x="146" y="55"/>
                    </a:lnTo>
                    <a:lnTo>
                      <a:pt x="146" y="12419"/>
                    </a:lnTo>
                    <a:lnTo>
                      <a:pt x="110" y="12406"/>
                    </a:lnTo>
                    <a:lnTo>
                      <a:pt x="74" y="12393"/>
                    </a:lnTo>
                    <a:lnTo>
                      <a:pt x="36" y="12379"/>
                    </a:lnTo>
                    <a:lnTo>
                      <a:pt x="0" y="12365"/>
                    </a:lnTo>
                    <a:close/>
                  </a:path>
                </a:pathLst>
              </a:custGeom>
              <a:solidFill>
                <a:srgbClr val="8B93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0" name="Freeform 21"/>
              <p:cNvSpPr>
                <a:spLocks/>
              </p:cNvSpPr>
              <p:nvPr/>
            </p:nvSpPr>
            <p:spPr bwMode="auto">
              <a:xfrm>
                <a:off x="1025" y="1848"/>
                <a:ext cx="18" cy="1551"/>
              </a:xfrm>
              <a:custGeom>
                <a:avLst/>
                <a:gdLst>
                  <a:gd name="T0" fmla="*/ 0 w 146"/>
                  <a:gd name="T1" fmla="*/ 193 h 12413"/>
                  <a:gd name="T2" fmla="*/ 0 w 146"/>
                  <a:gd name="T3" fmla="*/ 0 h 12413"/>
                  <a:gd name="T4" fmla="*/ 0 w 146"/>
                  <a:gd name="T5" fmla="*/ 0 h 12413"/>
                  <a:gd name="T6" fmla="*/ 1 w 146"/>
                  <a:gd name="T7" fmla="*/ 0 h 12413"/>
                  <a:gd name="T8" fmla="*/ 2 w 146"/>
                  <a:gd name="T9" fmla="*/ 1 h 12413"/>
                  <a:gd name="T10" fmla="*/ 2 w 146"/>
                  <a:gd name="T11" fmla="*/ 1 h 12413"/>
                  <a:gd name="T12" fmla="*/ 2 w 146"/>
                  <a:gd name="T13" fmla="*/ 194 h 12413"/>
                  <a:gd name="T14" fmla="*/ 2 w 146"/>
                  <a:gd name="T15" fmla="*/ 194 h 12413"/>
                  <a:gd name="T16" fmla="*/ 1 w 146"/>
                  <a:gd name="T17" fmla="*/ 193 h 12413"/>
                  <a:gd name="T18" fmla="*/ 0 w 146"/>
                  <a:gd name="T19" fmla="*/ 193 h 12413"/>
                  <a:gd name="T20" fmla="*/ 0 w 146"/>
                  <a:gd name="T21" fmla="*/ 193 h 124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13"/>
                  <a:gd name="T35" fmla="*/ 146 w 146"/>
                  <a:gd name="T36" fmla="*/ 12413 h 1241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13">
                    <a:moveTo>
                      <a:pt x="0" y="12364"/>
                    </a:moveTo>
                    <a:lnTo>
                      <a:pt x="0" y="0"/>
                    </a:lnTo>
                    <a:lnTo>
                      <a:pt x="35" y="14"/>
                    </a:lnTo>
                    <a:lnTo>
                      <a:pt x="71" y="26"/>
                    </a:lnTo>
                    <a:lnTo>
                      <a:pt x="109" y="39"/>
                    </a:lnTo>
                    <a:lnTo>
                      <a:pt x="146" y="50"/>
                    </a:lnTo>
                    <a:lnTo>
                      <a:pt x="146" y="12413"/>
                    </a:lnTo>
                    <a:lnTo>
                      <a:pt x="110" y="12401"/>
                    </a:lnTo>
                    <a:lnTo>
                      <a:pt x="72" y="12390"/>
                    </a:lnTo>
                    <a:lnTo>
                      <a:pt x="36" y="12377"/>
                    </a:lnTo>
                    <a:lnTo>
                      <a:pt x="0" y="12364"/>
                    </a:lnTo>
                    <a:close/>
                  </a:path>
                </a:pathLst>
              </a:custGeom>
              <a:solidFill>
                <a:srgbClr val="8F9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1" name="Freeform 22"/>
              <p:cNvSpPr>
                <a:spLocks/>
              </p:cNvSpPr>
              <p:nvPr/>
            </p:nvSpPr>
            <p:spPr bwMode="auto">
              <a:xfrm>
                <a:off x="1034" y="1851"/>
                <a:ext cx="18" cy="1551"/>
              </a:xfrm>
              <a:custGeom>
                <a:avLst/>
                <a:gdLst>
                  <a:gd name="T0" fmla="*/ 0 w 147"/>
                  <a:gd name="T1" fmla="*/ 193 h 12409"/>
                  <a:gd name="T2" fmla="*/ 0 w 147"/>
                  <a:gd name="T3" fmla="*/ 0 h 12409"/>
                  <a:gd name="T4" fmla="*/ 1 w 147"/>
                  <a:gd name="T5" fmla="*/ 0 h 12409"/>
                  <a:gd name="T6" fmla="*/ 1 w 147"/>
                  <a:gd name="T7" fmla="*/ 0 h 12409"/>
                  <a:gd name="T8" fmla="*/ 2 w 147"/>
                  <a:gd name="T9" fmla="*/ 0 h 12409"/>
                  <a:gd name="T10" fmla="*/ 2 w 147"/>
                  <a:gd name="T11" fmla="*/ 1 h 12409"/>
                  <a:gd name="T12" fmla="*/ 2 w 147"/>
                  <a:gd name="T13" fmla="*/ 194 h 12409"/>
                  <a:gd name="T14" fmla="*/ 2 w 147"/>
                  <a:gd name="T15" fmla="*/ 194 h 12409"/>
                  <a:gd name="T16" fmla="*/ 1 w 147"/>
                  <a:gd name="T17" fmla="*/ 193 h 12409"/>
                  <a:gd name="T18" fmla="*/ 1 w 147"/>
                  <a:gd name="T19" fmla="*/ 193 h 12409"/>
                  <a:gd name="T20" fmla="*/ 0 w 147"/>
                  <a:gd name="T21" fmla="*/ 193 h 12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09"/>
                  <a:gd name="T35" fmla="*/ 147 w 147"/>
                  <a:gd name="T36" fmla="*/ 12409 h 12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09">
                    <a:moveTo>
                      <a:pt x="0" y="12364"/>
                    </a:moveTo>
                    <a:lnTo>
                      <a:pt x="0" y="0"/>
                    </a:lnTo>
                    <a:lnTo>
                      <a:pt x="37" y="13"/>
                    </a:lnTo>
                    <a:lnTo>
                      <a:pt x="73" y="24"/>
                    </a:lnTo>
                    <a:lnTo>
                      <a:pt x="110" y="35"/>
                    </a:lnTo>
                    <a:lnTo>
                      <a:pt x="147" y="45"/>
                    </a:lnTo>
                    <a:lnTo>
                      <a:pt x="147" y="12409"/>
                    </a:lnTo>
                    <a:lnTo>
                      <a:pt x="110" y="12398"/>
                    </a:lnTo>
                    <a:lnTo>
                      <a:pt x="74" y="12387"/>
                    </a:lnTo>
                    <a:lnTo>
                      <a:pt x="38" y="12375"/>
                    </a:lnTo>
                    <a:lnTo>
                      <a:pt x="0" y="12364"/>
                    </a:lnTo>
                    <a:close/>
                  </a:path>
                </a:pathLst>
              </a:custGeom>
              <a:solidFill>
                <a:srgbClr val="929B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2" name="Freeform 23"/>
              <p:cNvSpPr>
                <a:spLocks/>
              </p:cNvSpPr>
              <p:nvPr/>
            </p:nvSpPr>
            <p:spPr bwMode="auto">
              <a:xfrm>
                <a:off x="1043" y="1854"/>
                <a:ext cx="18" cy="1550"/>
              </a:xfrm>
              <a:custGeom>
                <a:avLst/>
                <a:gdLst>
                  <a:gd name="T0" fmla="*/ 0 w 146"/>
                  <a:gd name="T1" fmla="*/ 193 h 12403"/>
                  <a:gd name="T2" fmla="*/ 0 w 146"/>
                  <a:gd name="T3" fmla="*/ 0 h 12403"/>
                  <a:gd name="T4" fmla="*/ 0 w 146"/>
                  <a:gd name="T5" fmla="*/ 0 h 12403"/>
                  <a:gd name="T6" fmla="*/ 1 w 146"/>
                  <a:gd name="T7" fmla="*/ 0 h 12403"/>
                  <a:gd name="T8" fmla="*/ 2 w 146"/>
                  <a:gd name="T9" fmla="*/ 0 h 12403"/>
                  <a:gd name="T10" fmla="*/ 2 w 146"/>
                  <a:gd name="T11" fmla="*/ 1 h 12403"/>
                  <a:gd name="T12" fmla="*/ 2 w 146"/>
                  <a:gd name="T13" fmla="*/ 194 h 12403"/>
                  <a:gd name="T14" fmla="*/ 2 w 146"/>
                  <a:gd name="T15" fmla="*/ 194 h 12403"/>
                  <a:gd name="T16" fmla="*/ 1 w 146"/>
                  <a:gd name="T17" fmla="*/ 193 h 12403"/>
                  <a:gd name="T18" fmla="*/ 0 w 146"/>
                  <a:gd name="T19" fmla="*/ 193 h 12403"/>
                  <a:gd name="T20" fmla="*/ 0 w 146"/>
                  <a:gd name="T21" fmla="*/ 193 h 1240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03"/>
                  <a:gd name="T35" fmla="*/ 146 w 146"/>
                  <a:gd name="T36" fmla="*/ 12403 h 1240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03">
                    <a:moveTo>
                      <a:pt x="0" y="12363"/>
                    </a:moveTo>
                    <a:lnTo>
                      <a:pt x="0" y="0"/>
                    </a:lnTo>
                    <a:lnTo>
                      <a:pt x="36" y="11"/>
                    </a:lnTo>
                    <a:lnTo>
                      <a:pt x="73" y="21"/>
                    </a:lnTo>
                    <a:lnTo>
                      <a:pt x="109" y="30"/>
                    </a:lnTo>
                    <a:lnTo>
                      <a:pt x="146" y="40"/>
                    </a:lnTo>
                    <a:lnTo>
                      <a:pt x="146" y="12403"/>
                    </a:lnTo>
                    <a:lnTo>
                      <a:pt x="110" y="12394"/>
                    </a:lnTo>
                    <a:lnTo>
                      <a:pt x="74" y="12385"/>
                    </a:lnTo>
                    <a:lnTo>
                      <a:pt x="36" y="12374"/>
                    </a:lnTo>
                    <a:lnTo>
                      <a:pt x="0" y="12363"/>
                    </a:lnTo>
                    <a:close/>
                  </a:path>
                </a:pathLst>
              </a:custGeom>
              <a:solidFill>
                <a:srgbClr val="969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3" name="Freeform 24"/>
              <p:cNvSpPr>
                <a:spLocks/>
              </p:cNvSpPr>
              <p:nvPr/>
            </p:nvSpPr>
            <p:spPr bwMode="auto">
              <a:xfrm>
                <a:off x="1052" y="1856"/>
                <a:ext cx="19" cy="1550"/>
              </a:xfrm>
              <a:custGeom>
                <a:avLst/>
                <a:gdLst>
                  <a:gd name="T0" fmla="*/ 0 w 147"/>
                  <a:gd name="T1" fmla="*/ 193 h 12400"/>
                  <a:gd name="T2" fmla="*/ 0 w 147"/>
                  <a:gd name="T3" fmla="*/ 0 h 12400"/>
                  <a:gd name="T4" fmla="*/ 1 w 147"/>
                  <a:gd name="T5" fmla="*/ 0 h 12400"/>
                  <a:gd name="T6" fmla="*/ 1 w 147"/>
                  <a:gd name="T7" fmla="*/ 0 h 12400"/>
                  <a:gd name="T8" fmla="*/ 2 w 147"/>
                  <a:gd name="T9" fmla="*/ 0 h 12400"/>
                  <a:gd name="T10" fmla="*/ 2 w 147"/>
                  <a:gd name="T11" fmla="*/ 1 h 12400"/>
                  <a:gd name="T12" fmla="*/ 2 w 147"/>
                  <a:gd name="T13" fmla="*/ 194 h 12400"/>
                  <a:gd name="T14" fmla="*/ 2 w 147"/>
                  <a:gd name="T15" fmla="*/ 194 h 12400"/>
                  <a:gd name="T16" fmla="*/ 1 w 147"/>
                  <a:gd name="T17" fmla="*/ 194 h 12400"/>
                  <a:gd name="T18" fmla="*/ 1 w 147"/>
                  <a:gd name="T19" fmla="*/ 193 h 12400"/>
                  <a:gd name="T20" fmla="*/ 0 w 147"/>
                  <a:gd name="T21" fmla="*/ 193 h 124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00"/>
                  <a:gd name="T35" fmla="*/ 147 w 147"/>
                  <a:gd name="T36" fmla="*/ 12400 h 124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00">
                    <a:moveTo>
                      <a:pt x="0" y="12364"/>
                    </a:moveTo>
                    <a:lnTo>
                      <a:pt x="0" y="0"/>
                    </a:lnTo>
                    <a:lnTo>
                      <a:pt x="36" y="9"/>
                    </a:lnTo>
                    <a:lnTo>
                      <a:pt x="72" y="19"/>
                    </a:lnTo>
                    <a:lnTo>
                      <a:pt x="110" y="27"/>
                    </a:lnTo>
                    <a:lnTo>
                      <a:pt x="147" y="34"/>
                    </a:lnTo>
                    <a:lnTo>
                      <a:pt x="147" y="12400"/>
                    </a:lnTo>
                    <a:lnTo>
                      <a:pt x="111" y="12392"/>
                    </a:lnTo>
                    <a:lnTo>
                      <a:pt x="73" y="12382"/>
                    </a:lnTo>
                    <a:lnTo>
                      <a:pt x="37" y="12373"/>
                    </a:lnTo>
                    <a:lnTo>
                      <a:pt x="0" y="12364"/>
                    </a:lnTo>
                    <a:close/>
                  </a:path>
                </a:pathLst>
              </a:custGeom>
              <a:solidFill>
                <a:srgbClr val="9AA3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4" name="Freeform 25"/>
              <p:cNvSpPr>
                <a:spLocks/>
              </p:cNvSpPr>
              <p:nvPr/>
            </p:nvSpPr>
            <p:spPr bwMode="auto">
              <a:xfrm>
                <a:off x="1061" y="1859"/>
                <a:ext cx="19" cy="1549"/>
              </a:xfrm>
              <a:custGeom>
                <a:avLst/>
                <a:gdLst>
                  <a:gd name="T0" fmla="*/ 0 w 147"/>
                  <a:gd name="T1" fmla="*/ 193 h 12395"/>
                  <a:gd name="T2" fmla="*/ 0 w 147"/>
                  <a:gd name="T3" fmla="*/ 0 h 12395"/>
                  <a:gd name="T4" fmla="*/ 1 w 147"/>
                  <a:gd name="T5" fmla="*/ 0 h 12395"/>
                  <a:gd name="T6" fmla="*/ 1 w 147"/>
                  <a:gd name="T7" fmla="*/ 0 h 12395"/>
                  <a:gd name="T8" fmla="*/ 2 w 147"/>
                  <a:gd name="T9" fmla="*/ 0 h 12395"/>
                  <a:gd name="T10" fmla="*/ 2 w 147"/>
                  <a:gd name="T11" fmla="*/ 0 h 12395"/>
                  <a:gd name="T12" fmla="*/ 2 w 147"/>
                  <a:gd name="T13" fmla="*/ 194 h 12395"/>
                  <a:gd name="T14" fmla="*/ 2 w 147"/>
                  <a:gd name="T15" fmla="*/ 193 h 12395"/>
                  <a:gd name="T16" fmla="*/ 1 w 147"/>
                  <a:gd name="T17" fmla="*/ 193 h 12395"/>
                  <a:gd name="T18" fmla="*/ 1 w 147"/>
                  <a:gd name="T19" fmla="*/ 193 h 12395"/>
                  <a:gd name="T20" fmla="*/ 0 w 147"/>
                  <a:gd name="T21" fmla="*/ 193 h 123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395"/>
                  <a:gd name="T35" fmla="*/ 147 w 147"/>
                  <a:gd name="T36" fmla="*/ 12395 h 123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395">
                    <a:moveTo>
                      <a:pt x="0" y="12363"/>
                    </a:moveTo>
                    <a:lnTo>
                      <a:pt x="0" y="0"/>
                    </a:lnTo>
                    <a:lnTo>
                      <a:pt x="37" y="8"/>
                    </a:lnTo>
                    <a:lnTo>
                      <a:pt x="73" y="15"/>
                    </a:lnTo>
                    <a:lnTo>
                      <a:pt x="109" y="22"/>
                    </a:lnTo>
                    <a:lnTo>
                      <a:pt x="147" y="29"/>
                    </a:lnTo>
                    <a:lnTo>
                      <a:pt x="147" y="12395"/>
                    </a:lnTo>
                    <a:lnTo>
                      <a:pt x="110" y="12388"/>
                    </a:lnTo>
                    <a:lnTo>
                      <a:pt x="74" y="12381"/>
                    </a:lnTo>
                    <a:lnTo>
                      <a:pt x="38" y="12373"/>
                    </a:lnTo>
                    <a:lnTo>
                      <a:pt x="0" y="12363"/>
                    </a:lnTo>
                    <a:close/>
                  </a:path>
                </a:pathLst>
              </a:custGeom>
              <a:solidFill>
                <a:srgbClr val="9DA7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5" name="Freeform 26"/>
              <p:cNvSpPr>
                <a:spLocks/>
              </p:cNvSpPr>
              <p:nvPr/>
            </p:nvSpPr>
            <p:spPr bwMode="auto">
              <a:xfrm>
                <a:off x="1071" y="1861"/>
                <a:ext cx="18" cy="1549"/>
              </a:xfrm>
              <a:custGeom>
                <a:avLst/>
                <a:gdLst>
                  <a:gd name="T0" fmla="*/ 0 w 146"/>
                  <a:gd name="T1" fmla="*/ 193 h 12394"/>
                  <a:gd name="T2" fmla="*/ 0 w 146"/>
                  <a:gd name="T3" fmla="*/ 0 h 12394"/>
                  <a:gd name="T4" fmla="*/ 0 w 146"/>
                  <a:gd name="T5" fmla="*/ 0 h 12394"/>
                  <a:gd name="T6" fmla="*/ 1 w 146"/>
                  <a:gd name="T7" fmla="*/ 0 h 12394"/>
                  <a:gd name="T8" fmla="*/ 2 w 146"/>
                  <a:gd name="T9" fmla="*/ 0 h 12394"/>
                  <a:gd name="T10" fmla="*/ 2 w 146"/>
                  <a:gd name="T11" fmla="*/ 0 h 12394"/>
                  <a:gd name="T12" fmla="*/ 2 w 146"/>
                  <a:gd name="T13" fmla="*/ 194 h 12394"/>
                  <a:gd name="T14" fmla="*/ 2 w 146"/>
                  <a:gd name="T15" fmla="*/ 193 h 12394"/>
                  <a:gd name="T16" fmla="*/ 1 w 146"/>
                  <a:gd name="T17" fmla="*/ 193 h 12394"/>
                  <a:gd name="T18" fmla="*/ 0 w 146"/>
                  <a:gd name="T19" fmla="*/ 193 h 12394"/>
                  <a:gd name="T20" fmla="*/ 0 w 146"/>
                  <a:gd name="T21" fmla="*/ 193 h 123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94"/>
                  <a:gd name="T35" fmla="*/ 146 w 146"/>
                  <a:gd name="T36" fmla="*/ 12394 h 1239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94">
                    <a:moveTo>
                      <a:pt x="0" y="12366"/>
                    </a:moveTo>
                    <a:lnTo>
                      <a:pt x="0" y="0"/>
                    </a:lnTo>
                    <a:lnTo>
                      <a:pt x="35" y="7"/>
                    </a:lnTo>
                    <a:lnTo>
                      <a:pt x="73" y="14"/>
                    </a:lnTo>
                    <a:lnTo>
                      <a:pt x="109" y="20"/>
                    </a:lnTo>
                    <a:lnTo>
                      <a:pt x="146" y="25"/>
                    </a:lnTo>
                    <a:lnTo>
                      <a:pt x="146" y="12394"/>
                    </a:lnTo>
                    <a:lnTo>
                      <a:pt x="110" y="12388"/>
                    </a:lnTo>
                    <a:lnTo>
                      <a:pt x="74" y="12380"/>
                    </a:lnTo>
                    <a:lnTo>
                      <a:pt x="36" y="12373"/>
                    </a:lnTo>
                    <a:lnTo>
                      <a:pt x="0" y="12366"/>
                    </a:lnTo>
                    <a:close/>
                  </a:path>
                </a:pathLst>
              </a:custGeom>
              <a:solidFill>
                <a:srgbClr val="A2AB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6" name="Freeform 27"/>
              <p:cNvSpPr>
                <a:spLocks/>
              </p:cNvSpPr>
              <p:nvPr/>
            </p:nvSpPr>
            <p:spPr bwMode="auto">
              <a:xfrm>
                <a:off x="1080" y="1862"/>
                <a:ext cx="18" cy="1549"/>
              </a:xfrm>
              <a:custGeom>
                <a:avLst/>
                <a:gdLst>
                  <a:gd name="T0" fmla="*/ 0 w 146"/>
                  <a:gd name="T1" fmla="*/ 193 h 12390"/>
                  <a:gd name="T2" fmla="*/ 0 w 146"/>
                  <a:gd name="T3" fmla="*/ 0 h 12390"/>
                  <a:gd name="T4" fmla="*/ 0 w 146"/>
                  <a:gd name="T5" fmla="*/ 0 h 12390"/>
                  <a:gd name="T6" fmla="*/ 1 w 146"/>
                  <a:gd name="T7" fmla="*/ 0 h 12390"/>
                  <a:gd name="T8" fmla="*/ 2 w 146"/>
                  <a:gd name="T9" fmla="*/ 0 h 12390"/>
                  <a:gd name="T10" fmla="*/ 2 w 146"/>
                  <a:gd name="T11" fmla="*/ 0 h 12390"/>
                  <a:gd name="T12" fmla="*/ 2 w 146"/>
                  <a:gd name="T13" fmla="*/ 194 h 12390"/>
                  <a:gd name="T14" fmla="*/ 2 w 146"/>
                  <a:gd name="T15" fmla="*/ 194 h 12390"/>
                  <a:gd name="T16" fmla="*/ 1 w 146"/>
                  <a:gd name="T17" fmla="*/ 194 h 12390"/>
                  <a:gd name="T18" fmla="*/ 1 w 146"/>
                  <a:gd name="T19" fmla="*/ 193 h 12390"/>
                  <a:gd name="T20" fmla="*/ 0 w 146"/>
                  <a:gd name="T21" fmla="*/ 193 h 1239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90"/>
                  <a:gd name="T35" fmla="*/ 146 w 146"/>
                  <a:gd name="T36" fmla="*/ 12390 h 1239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90">
                    <a:moveTo>
                      <a:pt x="0" y="12366"/>
                    </a:moveTo>
                    <a:lnTo>
                      <a:pt x="0" y="0"/>
                    </a:lnTo>
                    <a:lnTo>
                      <a:pt x="36" y="6"/>
                    </a:lnTo>
                    <a:lnTo>
                      <a:pt x="72" y="11"/>
                    </a:lnTo>
                    <a:lnTo>
                      <a:pt x="110" y="16"/>
                    </a:lnTo>
                    <a:lnTo>
                      <a:pt x="146" y="20"/>
                    </a:lnTo>
                    <a:lnTo>
                      <a:pt x="146" y="12390"/>
                    </a:lnTo>
                    <a:lnTo>
                      <a:pt x="111" y="12385"/>
                    </a:lnTo>
                    <a:lnTo>
                      <a:pt x="74" y="12380"/>
                    </a:lnTo>
                    <a:lnTo>
                      <a:pt x="37" y="12374"/>
                    </a:lnTo>
                    <a:lnTo>
                      <a:pt x="0" y="12366"/>
                    </a:lnTo>
                    <a:close/>
                  </a:path>
                </a:pathLst>
              </a:custGeom>
              <a:solidFill>
                <a:srgbClr val="A5AF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7" name="Freeform 28"/>
              <p:cNvSpPr>
                <a:spLocks/>
              </p:cNvSpPr>
              <p:nvPr/>
            </p:nvSpPr>
            <p:spPr bwMode="auto">
              <a:xfrm>
                <a:off x="1089" y="1864"/>
                <a:ext cx="18" cy="1548"/>
              </a:xfrm>
              <a:custGeom>
                <a:avLst/>
                <a:gdLst>
                  <a:gd name="T0" fmla="*/ 0 w 147"/>
                  <a:gd name="T1" fmla="*/ 193 h 12389"/>
                  <a:gd name="T2" fmla="*/ 0 w 147"/>
                  <a:gd name="T3" fmla="*/ 0 h 12389"/>
                  <a:gd name="T4" fmla="*/ 1 w 147"/>
                  <a:gd name="T5" fmla="*/ 0 h 12389"/>
                  <a:gd name="T6" fmla="*/ 1 w 147"/>
                  <a:gd name="T7" fmla="*/ 0 h 12389"/>
                  <a:gd name="T8" fmla="*/ 2 w 147"/>
                  <a:gd name="T9" fmla="*/ 0 h 12389"/>
                  <a:gd name="T10" fmla="*/ 2 w 147"/>
                  <a:gd name="T11" fmla="*/ 0 h 12389"/>
                  <a:gd name="T12" fmla="*/ 2 w 147"/>
                  <a:gd name="T13" fmla="*/ 193 h 12389"/>
                  <a:gd name="T14" fmla="*/ 2 w 147"/>
                  <a:gd name="T15" fmla="*/ 193 h 12389"/>
                  <a:gd name="T16" fmla="*/ 1 w 147"/>
                  <a:gd name="T17" fmla="*/ 193 h 12389"/>
                  <a:gd name="T18" fmla="*/ 1 w 147"/>
                  <a:gd name="T19" fmla="*/ 193 h 12389"/>
                  <a:gd name="T20" fmla="*/ 0 w 147"/>
                  <a:gd name="T21" fmla="*/ 193 h 123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389"/>
                  <a:gd name="T35" fmla="*/ 147 w 147"/>
                  <a:gd name="T36" fmla="*/ 12389 h 123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389">
                    <a:moveTo>
                      <a:pt x="0" y="12369"/>
                    </a:moveTo>
                    <a:lnTo>
                      <a:pt x="0" y="0"/>
                    </a:lnTo>
                    <a:lnTo>
                      <a:pt x="37" y="5"/>
                    </a:lnTo>
                    <a:lnTo>
                      <a:pt x="73" y="9"/>
                    </a:lnTo>
                    <a:lnTo>
                      <a:pt x="109" y="14"/>
                    </a:lnTo>
                    <a:lnTo>
                      <a:pt x="147" y="17"/>
                    </a:lnTo>
                    <a:lnTo>
                      <a:pt x="147" y="12389"/>
                    </a:lnTo>
                    <a:lnTo>
                      <a:pt x="110" y="12384"/>
                    </a:lnTo>
                    <a:lnTo>
                      <a:pt x="74" y="12380"/>
                    </a:lnTo>
                    <a:lnTo>
                      <a:pt x="38" y="12374"/>
                    </a:lnTo>
                    <a:lnTo>
                      <a:pt x="0" y="12369"/>
                    </a:lnTo>
                    <a:close/>
                  </a:path>
                </a:pathLst>
              </a:custGeom>
              <a:solidFill>
                <a:srgbClr val="A9B3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8" name="Freeform 29"/>
              <p:cNvSpPr>
                <a:spLocks/>
              </p:cNvSpPr>
              <p:nvPr/>
            </p:nvSpPr>
            <p:spPr bwMode="auto">
              <a:xfrm>
                <a:off x="1098" y="1865"/>
                <a:ext cx="18" cy="1548"/>
              </a:xfrm>
              <a:custGeom>
                <a:avLst/>
                <a:gdLst>
                  <a:gd name="T0" fmla="*/ 0 w 147"/>
                  <a:gd name="T1" fmla="*/ 193 h 12387"/>
                  <a:gd name="T2" fmla="*/ 0 w 147"/>
                  <a:gd name="T3" fmla="*/ 0 h 12387"/>
                  <a:gd name="T4" fmla="*/ 0 w 147"/>
                  <a:gd name="T5" fmla="*/ 0 h 12387"/>
                  <a:gd name="T6" fmla="*/ 1 w 147"/>
                  <a:gd name="T7" fmla="*/ 0 h 12387"/>
                  <a:gd name="T8" fmla="*/ 2 w 147"/>
                  <a:gd name="T9" fmla="*/ 0 h 12387"/>
                  <a:gd name="T10" fmla="*/ 2 w 147"/>
                  <a:gd name="T11" fmla="*/ 0 h 12387"/>
                  <a:gd name="T12" fmla="*/ 2 w 147"/>
                  <a:gd name="T13" fmla="*/ 193 h 12387"/>
                  <a:gd name="T14" fmla="*/ 2 w 147"/>
                  <a:gd name="T15" fmla="*/ 193 h 12387"/>
                  <a:gd name="T16" fmla="*/ 1 w 147"/>
                  <a:gd name="T17" fmla="*/ 193 h 12387"/>
                  <a:gd name="T18" fmla="*/ 1 w 147"/>
                  <a:gd name="T19" fmla="*/ 193 h 12387"/>
                  <a:gd name="T20" fmla="*/ 0 w 147"/>
                  <a:gd name="T21" fmla="*/ 193 h 1238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387"/>
                  <a:gd name="T35" fmla="*/ 147 w 147"/>
                  <a:gd name="T36" fmla="*/ 12387 h 1238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387">
                    <a:moveTo>
                      <a:pt x="0" y="12370"/>
                    </a:moveTo>
                    <a:lnTo>
                      <a:pt x="0" y="0"/>
                    </a:lnTo>
                    <a:lnTo>
                      <a:pt x="36" y="5"/>
                    </a:lnTo>
                    <a:lnTo>
                      <a:pt x="74" y="8"/>
                    </a:lnTo>
                    <a:lnTo>
                      <a:pt x="110" y="11"/>
                    </a:lnTo>
                    <a:lnTo>
                      <a:pt x="147" y="13"/>
                    </a:lnTo>
                    <a:lnTo>
                      <a:pt x="147" y="12387"/>
                    </a:lnTo>
                    <a:lnTo>
                      <a:pt x="111" y="12384"/>
                    </a:lnTo>
                    <a:lnTo>
                      <a:pt x="75" y="12380"/>
                    </a:lnTo>
                    <a:lnTo>
                      <a:pt x="38" y="12375"/>
                    </a:lnTo>
                    <a:lnTo>
                      <a:pt x="0" y="12370"/>
                    </a:lnTo>
                    <a:close/>
                  </a:path>
                </a:pathLst>
              </a:custGeom>
              <a:solidFill>
                <a:srgbClr val="ADB7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9" name="Freeform 30"/>
              <p:cNvSpPr>
                <a:spLocks/>
              </p:cNvSpPr>
              <p:nvPr/>
            </p:nvSpPr>
            <p:spPr bwMode="auto">
              <a:xfrm>
                <a:off x="1107" y="1866"/>
                <a:ext cx="18" cy="1548"/>
              </a:xfrm>
              <a:custGeom>
                <a:avLst/>
                <a:gdLst>
                  <a:gd name="T0" fmla="*/ 0 w 146"/>
                  <a:gd name="T1" fmla="*/ 193 h 12383"/>
                  <a:gd name="T2" fmla="*/ 0 w 146"/>
                  <a:gd name="T3" fmla="*/ 0 h 12383"/>
                  <a:gd name="T4" fmla="*/ 0 w 146"/>
                  <a:gd name="T5" fmla="*/ 0 h 12383"/>
                  <a:gd name="T6" fmla="*/ 1 w 146"/>
                  <a:gd name="T7" fmla="*/ 0 h 12383"/>
                  <a:gd name="T8" fmla="*/ 2 w 146"/>
                  <a:gd name="T9" fmla="*/ 0 h 12383"/>
                  <a:gd name="T10" fmla="*/ 2 w 146"/>
                  <a:gd name="T11" fmla="*/ 0 h 12383"/>
                  <a:gd name="T12" fmla="*/ 2 w 146"/>
                  <a:gd name="T13" fmla="*/ 194 h 12383"/>
                  <a:gd name="T14" fmla="*/ 2 w 146"/>
                  <a:gd name="T15" fmla="*/ 194 h 12383"/>
                  <a:gd name="T16" fmla="*/ 1 w 146"/>
                  <a:gd name="T17" fmla="*/ 193 h 12383"/>
                  <a:gd name="T18" fmla="*/ 1 w 146"/>
                  <a:gd name="T19" fmla="*/ 193 h 12383"/>
                  <a:gd name="T20" fmla="*/ 0 w 146"/>
                  <a:gd name="T21" fmla="*/ 193 h 1238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83"/>
                  <a:gd name="T35" fmla="*/ 146 w 146"/>
                  <a:gd name="T36" fmla="*/ 12383 h 1238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83">
                    <a:moveTo>
                      <a:pt x="0" y="12372"/>
                    </a:moveTo>
                    <a:lnTo>
                      <a:pt x="0" y="0"/>
                    </a:lnTo>
                    <a:lnTo>
                      <a:pt x="36" y="3"/>
                    </a:lnTo>
                    <a:lnTo>
                      <a:pt x="72" y="5"/>
                    </a:lnTo>
                    <a:lnTo>
                      <a:pt x="110" y="6"/>
                    </a:lnTo>
                    <a:lnTo>
                      <a:pt x="146" y="8"/>
                    </a:lnTo>
                    <a:lnTo>
                      <a:pt x="146" y="12383"/>
                    </a:lnTo>
                    <a:lnTo>
                      <a:pt x="111" y="12381"/>
                    </a:lnTo>
                    <a:lnTo>
                      <a:pt x="74" y="12379"/>
                    </a:lnTo>
                    <a:lnTo>
                      <a:pt x="37" y="12376"/>
                    </a:lnTo>
                    <a:lnTo>
                      <a:pt x="0" y="12372"/>
                    </a:lnTo>
                    <a:close/>
                  </a:path>
                </a:pathLst>
              </a:custGeom>
              <a:solidFill>
                <a:srgbClr val="B1BB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0" name="Freeform 31"/>
              <p:cNvSpPr>
                <a:spLocks/>
              </p:cNvSpPr>
              <p:nvPr/>
            </p:nvSpPr>
            <p:spPr bwMode="auto">
              <a:xfrm>
                <a:off x="1116" y="1866"/>
                <a:ext cx="19" cy="1548"/>
              </a:xfrm>
              <a:custGeom>
                <a:avLst/>
                <a:gdLst>
                  <a:gd name="T0" fmla="*/ 0 w 147"/>
                  <a:gd name="T1" fmla="*/ 193 h 12379"/>
                  <a:gd name="T2" fmla="*/ 0 w 147"/>
                  <a:gd name="T3" fmla="*/ 0 h 12379"/>
                  <a:gd name="T4" fmla="*/ 1 w 147"/>
                  <a:gd name="T5" fmla="*/ 0 h 12379"/>
                  <a:gd name="T6" fmla="*/ 1 w 147"/>
                  <a:gd name="T7" fmla="*/ 0 h 12379"/>
                  <a:gd name="T8" fmla="*/ 2 w 147"/>
                  <a:gd name="T9" fmla="*/ 0 h 12379"/>
                  <a:gd name="T10" fmla="*/ 2 w 147"/>
                  <a:gd name="T11" fmla="*/ 0 h 12379"/>
                  <a:gd name="T12" fmla="*/ 2 w 147"/>
                  <a:gd name="T13" fmla="*/ 0 h 12379"/>
                  <a:gd name="T14" fmla="*/ 2 w 147"/>
                  <a:gd name="T15" fmla="*/ 194 h 12379"/>
                  <a:gd name="T16" fmla="*/ 2 w 147"/>
                  <a:gd name="T17" fmla="*/ 194 h 12379"/>
                  <a:gd name="T18" fmla="*/ 2 w 147"/>
                  <a:gd name="T19" fmla="*/ 194 h 12379"/>
                  <a:gd name="T20" fmla="*/ 1 w 147"/>
                  <a:gd name="T21" fmla="*/ 194 h 12379"/>
                  <a:gd name="T22" fmla="*/ 1 w 147"/>
                  <a:gd name="T23" fmla="*/ 194 h 12379"/>
                  <a:gd name="T24" fmla="*/ 0 w 147"/>
                  <a:gd name="T25" fmla="*/ 193 h 123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7"/>
                  <a:gd name="T40" fmla="*/ 0 h 12379"/>
                  <a:gd name="T41" fmla="*/ 147 w 147"/>
                  <a:gd name="T42" fmla="*/ 12379 h 123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7" h="12379">
                    <a:moveTo>
                      <a:pt x="0" y="12374"/>
                    </a:moveTo>
                    <a:lnTo>
                      <a:pt x="0" y="0"/>
                    </a:lnTo>
                    <a:lnTo>
                      <a:pt x="36" y="2"/>
                    </a:lnTo>
                    <a:lnTo>
                      <a:pt x="73" y="3"/>
                    </a:lnTo>
                    <a:lnTo>
                      <a:pt x="109" y="3"/>
                    </a:lnTo>
                    <a:lnTo>
                      <a:pt x="146" y="4"/>
                    </a:lnTo>
                    <a:lnTo>
                      <a:pt x="147" y="4"/>
                    </a:lnTo>
                    <a:lnTo>
                      <a:pt x="147" y="12379"/>
                    </a:lnTo>
                    <a:lnTo>
                      <a:pt x="146" y="12379"/>
                    </a:lnTo>
                    <a:lnTo>
                      <a:pt x="111" y="12379"/>
                    </a:lnTo>
                    <a:lnTo>
                      <a:pt x="75" y="12378"/>
                    </a:lnTo>
                    <a:lnTo>
                      <a:pt x="38" y="12376"/>
                    </a:lnTo>
                    <a:lnTo>
                      <a:pt x="0" y="12374"/>
                    </a:lnTo>
                    <a:close/>
                  </a:path>
                </a:pathLst>
              </a:custGeom>
              <a:solidFill>
                <a:srgbClr val="B4C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1" name="Freeform 32"/>
              <p:cNvSpPr>
                <a:spLocks/>
              </p:cNvSpPr>
              <p:nvPr/>
            </p:nvSpPr>
            <p:spPr bwMode="auto">
              <a:xfrm>
                <a:off x="1125" y="1867"/>
                <a:ext cx="19" cy="1547"/>
              </a:xfrm>
              <a:custGeom>
                <a:avLst/>
                <a:gdLst>
                  <a:gd name="T0" fmla="*/ 0 w 146"/>
                  <a:gd name="T1" fmla="*/ 193 h 12376"/>
                  <a:gd name="T2" fmla="*/ 0 w 146"/>
                  <a:gd name="T3" fmla="*/ 0 h 12376"/>
                  <a:gd name="T4" fmla="*/ 0 w 146"/>
                  <a:gd name="T5" fmla="*/ 0 h 12376"/>
                  <a:gd name="T6" fmla="*/ 1 w 146"/>
                  <a:gd name="T7" fmla="*/ 0 h 12376"/>
                  <a:gd name="T8" fmla="*/ 1 w 146"/>
                  <a:gd name="T9" fmla="*/ 0 h 12376"/>
                  <a:gd name="T10" fmla="*/ 1 w 146"/>
                  <a:gd name="T11" fmla="*/ 0 h 12376"/>
                  <a:gd name="T12" fmla="*/ 2 w 146"/>
                  <a:gd name="T13" fmla="*/ 0 h 12376"/>
                  <a:gd name="T14" fmla="*/ 2 w 146"/>
                  <a:gd name="T15" fmla="*/ 0 h 12376"/>
                  <a:gd name="T16" fmla="*/ 2 w 146"/>
                  <a:gd name="T17" fmla="*/ 0 h 12376"/>
                  <a:gd name="T18" fmla="*/ 2 w 146"/>
                  <a:gd name="T19" fmla="*/ 0 h 12376"/>
                  <a:gd name="T20" fmla="*/ 2 w 146"/>
                  <a:gd name="T21" fmla="*/ 193 h 12376"/>
                  <a:gd name="T22" fmla="*/ 2 w 146"/>
                  <a:gd name="T23" fmla="*/ 193 h 12376"/>
                  <a:gd name="T24" fmla="*/ 2 w 146"/>
                  <a:gd name="T25" fmla="*/ 193 h 12376"/>
                  <a:gd name="T26" fmla="*/ 2 w 146"/>
                  <a:gd name="T27" fmla="*/ 193 h 12376"/>
                  <a:gd name="T28" fmla="*/ 1 w 146"/>
                  <a:gd name="T29" fmla="*/ 193 h 12376"/>
                  <a:gd name="T30" fmla="*/ 1 w 146"/>
                  <a:gd name="T31" fmla="*/ 193 h 12376"/>
                  <a:gd name="T32" fmla="*/ 1 w 146"/>
                  <a:gd name="T33" fmla="*/ 193 h 12376"/>
                  <a:gd name="T34" fmla="*/ 0 w 146"/>
                  <a:gd name="T35" fmla="*/ 193 h 12376"/>
                  <a:gd name="T36" fmla="*/ 0 w 146"/>
                  <a:gd name="T37" fmla="*/ 193 h 1237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376"/>
                  <a:gd name="T59" fmla="*/ 146 w 146"/>
                  <a:gd name="T60" fmla="*/ 12376 h 1237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376">
                    <a:moveTo>
                      <a:pt x="0" y="12375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36" y="0"/>
                    </a:lnTo>
                    <a:lnTo>
                      <a:pt x="55" y="1"/>
                    </a:lnTo>
                    <a:lnTo>
                      <a:pt x="73" y="1"/>
                    </a:lnTo>
                    <a:lnTo>
                      <a:pt x="91" y="1"/>
                    </a:lnTo>
                    <a:lnTo>
                      <a:pt x="110" y="0"/>
                    </a:lnTo>
                    <a:lnTo>
                      <a:pt x="129" y="0"/>
                    </a:lnTo>
                    <a:lnTo>
                      <a:pt x="146" y="0"/>
                    </a:lnTo>
                    <a:lnTo>
                      <a:pt x="146" y="12375"/>
                    </a:lnTo>
                    <a:lnTo>
                      <a:pt x="129" y="12376"/>
                    </a:lnTo>
                    <a:lnTo>
                      <a:pt x="110" y="12376"/>
                    </a:lnTo>
                    <a:lnTo>
                      <a:pt x="91" y="12376"/>
                    </a:lnTo>
                    <a:lnTo>
                      <a:pt x="73" y="12376"/>
                    </a:lnTo>
                    <a:lnTo>
                      <a:pt x="55" y="12376"/>
                    </a:lnTo>
                    <a:lnTo>
                      <a:pt x="37" y="12376"/>
                    </a:lnTo>
                    <a:lnTo>
                      <a:pt x="19" y="12375"/>
                    </a:lnTo>
                    <a:lnTo>
                      <a:pt x="0" y="12375"/>
                    </a:lnTo>
                    <a:close/>
                  </a:path>
                </a:pathLst>
              </a:custGeom>
              <a:solidFill>
                <a:srgbClr val="B9C4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2" name="Freeform 33"/>
              <p:cNvSpPr>
                <a:spLocks/>
              </p:cNvSpPr>
              <p:nvPr/>
            </p:nvSpPr>
            <p:spPr bwMode="auto">
              <a:xfrm>
                <a:off x="1135" y="1866"/>
                <a:ext cx="18" cy="1548"/>
              </a:xfrm>
              <a:custGeom>
                <a:avLst/>
                <a:gdLst>
                  <a:gd name="T0" fmla="*/ 0 w 146"/>
                  <a:gd name="T1" fmla="*/ 194 h 12379"/>
                  <a:gd name="T2" fmla="*/ 0 w 146"/>
                  <a:gd name="T3" fmla="*/ 0 h 12379"/>
                  <a:gd name="T4" fmla="*/ 0 w 146"/>
                  <a:gd name="T5" fmla="*/ 0 h 12379"/>
                  <a:gd name="T6" fmla="*/ 1 w 146"/>
                  <a:gd name="T7" fmla="*/ 0 h 12379"/>
                  <a:gd name="T8" fmla="*/ 2 w 146"/>
                  <a:gd name="T9" fmla="*/ 0 h 12379"/>
                  <a:gd name="T10" fmla="*/ 2 w 146"/>
                  <a:gd name="T11" fmla="*/ 0 h 12379"/>
                  <a:gd name="T12" fmla="*/ 2 w 146"/>
                  <a:gd name="T13" fmla="*/ 193 h 12379"/>
                  <a:gd name="T14" fmla="*/ 2 w 146"/>
                  <a:gd name="T15" fmla="*/ 194 h 12379"/>
                  <a:gd name="T16" fmla="*/ 1 w 146"/>
                  <a:gd name="T17" fmla="*/ 194 h 12379"/>
                  <a:gd name="T18" fmla="*/ 0 w 146"/>
                  <a:gd name="T19" fmla="*/ 194 h 12379"/>
                  <a:gd name="T20" fmla="*/ 0 w 146"/>
                  <a:gd name="T21" fmla="*/ 194 h 123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79"/>
                  <a:gd name="T35" fmla="*/ 146 w 146"/>
                  <a:gd name="T36" fmla="*/ 12379 h 123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79">
                    <a:moveTo>
                      <a:pt x="0" y="12379"/>
                    </a:moveTo>
                    <a:lnTo>
                      <a:pt x="0" y="4"/>
                    </a:lnTo>
                    <a:lnTo>
                      <a:pt x="36" y="3"/>
                    </a:lnTo>
                    <a:lnTo>
                      <a:pt x="73" y="3"/>
                    </a:lnTo>
                    <a:lnTo>
                      <a:pt x="110" y="1"/>
                    </a:lnTo>
                    <a:lnTo>
                      <a:pt x="146" y="0"/>
                    </a:lnTo>
                    <a:lnTo>
                      <a:pt x="146" y="12375"/>
                    </a:lnTo>
                    <a:lnTo>
                      <a:pt x="110" y="12377"/>
                    </a:lnTo>
                    <a:lnTo>
                      <a:pt x="73" y="12378"/>
                    </a:lnTo>
                    <a:lnTo>
                      <a:pt x="36" y="12379"/>
                    </a:lnTo>
                    <a:lnTo>
                      <a:pt x="0" y="12379"/>
                    </a:lnTo>
                    <a:close/>
                  </a:path>
                </a:pathLst>
              </a:custGeom>
              <a:solidFill>
                <a:srgbClr val="BAC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3" name="Freeform 34"/>
              <p:cNvSpPr>
                <a:spLocks/>
              </p:cNvSpPr>
              <p:nvPr/>
            </p:nvSpPr>
            <p:spPr bwMode="auto">
              <a:xfrm>
                <a:off x="1144" y="1866"/>
                <a:ext cx="18" cy="1548"/>
              </a:xfrm>
              <a:custGeom>
                <a:avLst/>
                <a:gdLst>
                  <a:gd name="T0" fmla="*/ 0 w 147"/>
                  <a:gd name="T1" fmla="*/ 194 h 12383"/>
                  <a:gd name="T2" fmla="*/ 0 w 147"/>
                  <a:gd name="T3" fmla="*/ 0 h 12383"/>
                  <a:gd name="T4" fmla="*/ 1 w 147"/>
                  <a:gd name="T5" fmla="*/ 0 h 12383"/>
                  <a:gd name="T6" fmla="*/ 1 w 147"/>
                  <a:gd name="T7" fmla="*/ 0 h 12383"/>
                  <a:gd name="T8" fmla="*/ 2 w 147"/>
                  <a:gd name="T9" fmla="*/ 0 h 12383"/>
                  <a:gd name="T10" fmla="*/ 2 w 147"/>
                  <a:gd name="T11" fmla="*/ 0 h 12383"/>
                  <a:gd name="T12" fmla="*/ 2 w 147"/>
                  <a:gd name="T13" fmla="*/ 193 h 12383"/>
                  <a:gd name="T14" fmla="*/ 2 w 147"/>
                  <a:gd name="T15" fmla="*/ 193 h 12383"/>
                  <a:gd name="T16" fmla="*/ 1 w 147"/>
                  <a:gd name="T17" fmla="*/ 194 h 12383"/>
                  <a:gd name="T18" fmla="*/ 1 w 147"/>
                  <a:gd name="T19" fmla="*/ 194 h 12383"/>
                  <a:gd name="T20" fmla="*/ 0 w 147"/>
                  <a:gd name="T21" fmla="*/ 194 h 1238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383"/>
                  <a:gd name="T35" fmla="*/ 147 w 147"/>
                  <a:gd name="T36" fmla="*/ 12383 h 1238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383">
                    <a:moveTo>
                      <a:pt x="0" y="12383"/>
                    </a:moveTo>
                    <a:lnTo>
                      <a:pt x="0" y="8"/>
                    </a:lnTo>
                    <a:lnTo>
                      <a:pt x="38" y="6"/>
                    </a:lnTo>
                    <a:lnTo>
                      <a:pt x="74" y="5"/>
                    </a:lnTo>
                    <a:lnTo>
                      <a:pt x="110" y="3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10" y="12378"/>
                    </a:lnTo>
                    <a:lnTo>
                      <a:pt x="74" y="12380"/>
                    </a:lnTo>
                    <a:lnTo>
                      <a:pt x="38" y="12382"/>
                    </a:lnTo>
                    <a:lnTo>
                      <a:pt x="0" y="12383"/>
                    </a:lnTo>
                    <a:close/>
                  </a:path>
                </a:pathLst>
              </a:custGeom>
              <a:solidFill>
                <a:srgbClr val="BCC7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4" name="Freeform 35"/>
              <p:cNvSpPr>
                <a:spLocks/>
              </p:cNvSpPr>
              <p:nvPr/>
            </p:nvSpPr>
            <p:spPr bwMode="auto">
              <a:xfrm>
                <a:off x="1153" y="1865"/>
                <a:ext cx="18" cy="1548"/>
              </a:xfrm>
              <a:custGeom>
                <a:avLst/>
                <a:gdLst>
                  <a:gd name="T0" fmla="*/ 0 w 146"/>
                  <a:gd name="T1" fmla="*/ 193 h 12388"/>
                  <a:gd name="T2" fmla="*/ 0 w 146"/>
                  <a:gd name="T3" fmla="*/ 0 h 12388"/>
                  <a:gd name="T4" fmla="*/ 0 w 146"/>
                  <a:gd name="T5" fmla="*/ 0 h 12388"/>
                  <a:gd name="T6" fmla="*/ 1 w 146"/>
                  <a:gd name="T7" fmla="*/ 0 h 12388"/>
                  <a:gd name="T8" fmla="*/ 2 w 146"/>
                  <a:gd name="T9" fmla="*/ 0 h 12388"/>
                  <a:gd name="T10" fmla="*/ 2 w 146"/>
                  <a:gd name="T11" fmla="*/ 0 h 12388"/>
                  <a:gd name="T12" fmla="*/ 2 w 146"/>
                  <a:gd name="T13" fmla="*/ 193 h 12388"/>
                  <a:gd name="T14" fmla="*/ 2 w 146"/>
                  <a:gd name="T15" fmla="*/ 193 h 12388"/>
                  <a:gd name="T16" fmla="*/ 1 w 146"/>
                  <a:gd name="T17" fmla="*/ 193 h 12388"/>
                  <a:gd name="T18" fmla="*/ 0 w 146"/>
                  <a:gd name="T19" fmla="*/ 193 h 12388"/>
                  <a:gd name="T20" fmla="*/ 0 w 146"/>
                  <a:gd name="T21" fmla="*/ 193 h 123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88"/>
                  <a:gd name="T35" fmla="*/ 146 w 146"/>
                  <a:gd name="T36" fmla="*/ 12388 h 123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88">
                    <a:moveTo>
                      <a:pt x="0" y="12388"/>
                    </a:moveTo>
                    <a:lnTo>
                      <a:pt x="0" y="13"/>
                    </a:lnTo>
                    <a:lnTo>
                      <a:pt x="36" y="11"/>
                    </a:lnTo>
                    <a:lnTo>
                      <a:pt x="74" y="8"/>
                    </a:lnTo>
                    <a:lnTo>
                      <a:pt x="110" y="5"/>
                    </a:lnTo>
                    <a:lnTo>
                      <a:pt x="146" y="0"/>
                    </a:lnTo>
                    <a:lnTo>
                      <a:pt x="146" y="12377"/>
                    </a:lnTo>
                    <a:lnTo>
                      <a:pt x="110" y="12380"/>
                    </a:lnTo>
                    <a:lnTo>
                      <a:pt x="74" y="12383"/>
                    </a:lnTo>
                    <a:lnTo>
                      <a:pt x="36" y="12386"/>
                    </a:lnTo>
                    <a:lnTo>
                      <a:pt x="0" y="12388"/>
                    </a:lnTo>
                    <a:close/>
                  </a:path>
                </a:pathLst>
              </a:custGeom>
              <a:solidFill>
                <a:srgbClr val="BDC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5" name="Freeform 36"/>
              <p:cNvSpPr>
                <a:spLocks/>
              </p:cNvSpPr>
              <p:nvPr/>
            </p:nvSpPr>
            <p:spPr bwMode="auto">
              <a:xfrm>
                <a:off x="1162" y="1864"/>
                <a:ext cx="18" cy="1549"/>
              </a:xfrm>
              <a:custGeom>
                <a:avLst/>
                <a:gdLst>
                  <a:gd name="T0" fmla="*/ 0 w 147"/>
                  <a:gd name="T1" fmla="*/ 194 h 12393"/>
                  <a:gd name="T2" fmla="*/ 0 w 147"/>
                  <a:gd name="T3" fmla="*/ 0 h 12393"/>
                  <a:gd name="T4" fmla="*/ 1 w 147"/>
                  <a:gd name="T5" fmla="*/ 0 h 12393"/>
                  <a:gd name="T6" fmla="*/ 1 w 147"/>
                  <a:gd name="T7" fmla="*/ 0 h 12393"/>
                  <a:gd name="T8" fmla="*/ 2 w 147"/>
                  <a:gd name="T9" fmla="*/ 0 h 12393"/>
                  <a:gd name="T10" fmla="*/ 2 w 147"/>
                  <a:gd name="T11" fmla="*/ 0 h 12393"/>
                  <a:gd name="T12" fmla="*/ 2 w 147"/>
                  <a:gd name="T13" fmla="*/ 193 h 12393"/>
                  <a:gd name="T14" fmla="*/ 2 w 147"/>
                  <a:gd name="T15" fmla="*/ 193 h 12393"/>
                  <a:gd name="T16" fmla="*/ 1 w 147"/>
                  <a:gd name="T17" fmla="*/ 193 h 12393"/>
                  <a:gd name="T18" fmla="*/ 1 w 147"/>
                  <a:gd name="T19" fmla="*/ 194 h 12393"/>
                  <a:gd name="T20" fmla="*/ 0 w 147"/>
                  <a:gd name="T21" fmla="*/ 194 h 123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393"/>
                  <a:gd name="T35" fmla="*/ 147 w 147"/>
                  <a:gd name="T36" fmla="*/ 12393 h 1239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393">
                    <a:moveTo>
                      <a:pt x="0" y="12393"/>
                    </a:moveTo>
                    <a:lnTo>
                      <a:pt x="0" y="17"/>
                    </a:lnTo>
                    <a:lnTo>
                      <a:pt x="37" y="14"/>
                    </a:lnTo>
                    <a:lnTo>
                      <a:pt x="73" y="9"/>
                    </a:lnTo>
                    <a:lnTo>
                      <a:pt x="111" y="5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11" y="12380"/>
                    </a:lnTo>
                    <a:lnTo>
                      <a:pt x="73" y="12386"/>
                    </a:lnTo>
                    <a:lnTo>
                      <a:pt x="37" y="12389"/>
                    </a:lnTo>
                    <a:lnTo>
                      <a:pt x="0" y="12393"/>
                    </a:lnTo>
                    <a:close/>
                  </a:path>
                </a:pathLst>
              </a:custGeom>
              <a:solidFill>
                <a:srgbClr val="C0CA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6" name="Freeform 37"/>
              <p:cNvSpPr>
                <a:spLocks/>
              </p:cNvSpPr>
              <p:nvPr/>
            </p:nvSpPr>
            <p:spPr bwMode="auto">
              <a:xfrm>
                <a:off x="1171" y="1862"/>
                <a:ext cx="19" cy="1550"/>
              </a:xfrm>
              <a:custGeom>
                <a:avLst/>
                <a:gdLst>
                  <a:gd name="T0" fmla="*/ 0 w 147"/>
                  <a:gd name="T1" fmla="*/ 194 h 12397"/>
                  <a:gd name="T2" fmla="*/ 0 w 147"/>
                  <a:gd name="T3" fmla="*/ 0 h 12397"/>
                  <a:gd name="T4" fmla="*/ 1 w 147"/>
                  <a:gd name="T5" fmla="*/ 0 h 12397"/>
                  <a:gd name="T6" fmla="*/ 1 w 147"/>
                  <a:gd name="T7" fmla="*/ 0 h 12397"/>
                  <a:gd name="T8" fmla="*/ 2 w 147"/>
                  <a:gd name="T9" fmla="*/ 0 h 12397"/>
                  <a:gd name="T10" fmla="*/ 2 w 147"/>
                  <a:gd name="T11" fmla="*/ 0 h 12397"/>
                  <a:gd name="T12" fmla="*/ 2 w 147"/>
                  <a:gd name="T13" fmla="*/ 193 h 12397"/>
                  <a:gd name="T14" fmla="*/ 2 w 147"/>
                  <a:gd name="T15" fmla="*/ 194 h 12397"/>
                  <a:gd name="T16" fmla="*/ 1 w 147"/>
                  <a:gd name="T17" fmla="*/ 194 h 12397"/>
                  <a:gd name="T18" fmla="*/ 1 w 147"/>
                  <a:gd name="T19" fmla="*/ 194 h 12397"/>
                  <a:gd name="T20" fmla="*/ 0 w 147"/>
                  <a:gd name="T21" fmla="*/ 194 h 123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397"/>
                  <a:gd name="T35" fmla="*/ 147 w 147"/>
                  <a:gd name="T36" fmla="*/ 12397 h 123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397">
                    <a:moveTo>
                      <a:pt x="0" y="12397"/>
                    </a:moveTo>
                    <a:lnTo>
                      <a:pt x="0" y="20"/>
                    </a:lnTo>
                    <a:lnTo>
                      <a:pt x="38" y="16"/>
                    </a:lnTo>
                    <a:lnTo>
                      <a:pt x="74" y="11"/>
                    </a:lnTo>
                    <a:lnTo>
                      <a:pt x="110" y="6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10" y="12381"/>
                    </a:lnTo>
                    <a:lnTo>
                      <a:pt x="74" y="12387"/>
                    </a:lnTo>
                    <a:lnTo>
                      <a:pt x="38" y="12391"/>
                    </a:lnTo>
                    <a:lnTo>
                      <a:pt x="0" y="12397"/>
                    </a:lnTo>
                    <a:close/>
                  </a:path>
                </a:pathLst>
              </a:custGeom>
              <a:solidFill>
                <a:srgbClr val="C1CB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7" name="Freeform 38"/>
              <p:cNvSpPr>
                <a:spLocks/>
              </p:cNvSpPr>
              <p:nvPr/>
            </p:nvSpPr>
            <p:spPr bwMode="auto">
              <a:xfrm>
                <a:off x="1180" y="1861"/>
                <a:ext cx="19" cy="1550"/>
              </a:xfrm>
              <a:custGeom>
                <a:avLst/>
                <a:gdLst>
                  <a:gd name="T0" fmla="*/ 0 w 146"/>
                  <a:gd name="T1" fmla="*/ 194 h 12401"/>
                  <a:gd name="T2" fmla="*/ 0 w 146"/>
                  <a:gd name="T3" fmla="*/ 0 h 12401"/>
                  <a:gd name="T4" fmla="*/ 1 w 146"/>
                  <a:gd name="T5" fmla="*/ 0 h 12401"/>
                  <a:gd name="T6" fmla="*/ 1 w 146"/>
                  <a:gd name="T7" fmla="*/ 0 h 12401"/>
                  <a:gd name="T8" fmla="*/ 2 w 146"/>
                  <a:gd name="T9" fmla="*/ 0 h 12401"/>
                  <a:gd name="T10" fmla="*/ 2 w 146"/>
                  <a:gd name="T11" fmla="*/ 0 h 12401"/>
                  <a:gd name="T12" fmla="*/ 2 w 146"/>
                  <a:gd name="T13" fmla="*/ 193 h 12401"/>
                  <a:gd name="T14" fmla="*/ 2 w 146"/>
                  <a:gd name="T15" fmla="*/ 193 h 12401"/>
                  <a:gd name="T16" fmla="*/ 1 w 146"/>
                  <a:gd name="T17" fmla="*/ 194 h 12401"/>
                  <a:gd name="T18" fmla="*/ 1 w 146"/>
                  <a:gd name="T19" fmla="*/ 194 h 12401"/>
                  <a:gd name="T20" fmla="*/ 0 w 146"/>
                  <a:gd name="T21" fmla="*/ 194 h 124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01"/>
                  <a:gd name="T35" fmla="*/ 146 w 146"/>
                  <a:gd name="T36" fmla="*/ 12401 h 124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01">
                    <a:moveTo>
                      <a:pt x="0" y="12401"/>
                    </a:moveTo>
                    <a:lnTo>
                      <a:pt x="0" y="25"/>
                    </a:lnTo>
                    <a:lnTo>
                      <a:pt x="36" y="20"/>
                    </a:lnTo>
                    <a:lnTo>
                      <a:pt x="74" y="14"/>
                    </a:lnTo>
                    <a:lnTo>
                      <a:pt x="110" y="7"/>
                    </a:lnTo>
                    <a:lnTo>
                      <a:pt x="146" y="0"/>
                    </a:lnTo>
                    <a:lnTo>
                      <a:pt x="146" y="12376"/>
                    </a:lnTo>
                    <a:lnTo>
                      <a:pt x="110" y="12382"/>
                    </a:lnTo>
                    <a:lnTo>
                      <a:pt x="74" y="12390"/>
                    </a:lnTo>
                    <a:lnTo>
                      <a:pt x="36" y="12395"/>
                    </a:lnTo>
                    <a:lnTo>
                      <a:pt x="0" y="12401"/>
                    </a:lnTo>
                    <a:close/>
                  </a:path>
                </a:pathLst>
              </a:custGeom>
              <a:solidFill>
                <a:srgbClr val="C3CC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8" name="Freeform 39"/>
              <p:cNvSpPr>
                <a:spLocks/>
              </p:cNvSpPr>
              <p:nvPr/>
            </p:nvSpPr>
            <p:spPr bwMode="auto">
              <a:xfrm>
                <a:off x="1190" y="1859"/>
                <a:ext cx="18" cy="1550"/>
              </a:xfrm>
              <a:custGeom>
                <a:avLst/>
                <a:gdLst>
                  <a:gd name="T0" fmla="*/ 0 w 146"/>
                  <a:gd name="T1" fmla="*/ 194 h 12405"/>
                  <a:gd name="T2" fmla="*/ 0 w 146"/>
                  <a:gd name="T3" fmla="*/ 0 h 12405"/>
                  <a:gd name="T4" fmla="*/ 1 w 146"/>
                  <a:gd name="T5" fmla="*/ 0 h 12405"/>
                  <a:gd name="T6" fmla="*/ 1 w 146"/>
                  <a:gd name="T7" fmla="*/ 0 h 12405"/>
                  <a:gd name="T8" fmla="*/ 2 w 146"/>
                  <a:gd name="T9" fmla="*/ 0 h 12405"/>
                  <a:gd name="T10" fmla="*/ 2 w 146"/>
                  <a:gd name="T11" fmla="*/ 0 h 12405"/>
                  <a:gd name="T12" fmla="*/ 2 w 146"/>
                  <a:gd name="T13" fmla="*/ 193 h 12405"/>
                  <a:gd name="T14" fmla="*/ 2 w 146"/>
                  <a:gd name="T15" fmla="*/ 193 h 12405"/>
                  <a:gd name="T16" fmla="*/ 1 w 146"/>
                  <a:gd name="T17" fmla="*/ 193 h 12405"/>
                  <a:gd name="T18" fmla="*/ 1 w 146"/>
                  <a:gd name="T19" fmla="*/ 194 h 12405"/>
                  <a:gd name="T20" fmla="*/ 0 w 146"/>
                  <a:gd name="T21" fmla="*/ 194 h 124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05"/>
                  <a:gd name="T35" fmla="*/ 146 w 146"/>
                  <a:gd name="T36" fmla="*/ 12405 h 124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05">
                    <a:moveTo>
                      <a:pt x="0" y="12405"/>
                    </a:moveTo>
                    <a:lnTo>
                      <a:pt x="0" y="29"/>
                    </a:lnTo>
                    <a:lnTo>
                      <a:pt x="37" y="22"/>
                    </a:lnTo>
                    <a:lnTo>
                      <a:pt x="73" y="15"/>
                    </a:lnTo>
                    <a:lnTo>
                      <a:pt x="110" y="7"/>
                    </a:lnTo>
                    <a:lnTo>
                      <a:pt x="146" y="0"/>
                    </a:lnTo>
                    <a:lnTo>
                      <a:pt x="146" y="12375"/>
                    </a:lnTo>
                    <a:lnTo>
                      <a:pt x="110" y="12383"/>
                    </a:lnTo>
                    <a:lnTo>
                      <a:pt x="73" y="12390"/>
                    </a:lnTo>
                    <a:lnTo>
                      <a:pt x="37" y="12397"/>
                    </a:lnTo>
                    <a:lnTo>
                      <a:pt x="0" y="12405"/>
                    </a:lnTo>
                    <a:close/>
                  </a:path>
                </a:pathLst>
              </a:custGeom>
              <a:solidFill>
                <a:srgbClr val="C5C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9" name="Freeform 40"/>
              <p:cNvSpPr>
                <a:spLocks/>
              </p:cNvSpPr>
              <p:nvPr/>
            </p:nvSpPr>
            <p:spPr bwMode="auto">
              <a:xfrm>
                <a:off x="1199" y="1856"/>
                <a:ext cx="18" cy="1552"/>
              </a:xfrm>
              <a:custGeom>
                <a:avLst/>
                <a:gdLst>
                  <a:gd name="T0" fmla="*/ 0 w 147"/>
                  <a:gd name="T1" fmla="*/ 194 h 12410"/>
                  <a:gd name="T2" fmla="*/ 0 w 147"/>
                  <a:gd name="T3" fmla="*/ 1 h 12410"/>
                  <a:gd name="T4" fmla="*/ 1 w 147"/>
                  <a:gd name="T5" fmla="*/ 0 h 12410"/>
                  <a:gd name="T6" fmla="*/ 1 w 147"/>
                  <a:gd name="T7" fmla="*/ 0 h 12410"/>
                  <a:gd name="T8" fmla="*/ 2 w 147"/>
                  <a:gd name="T9" fmla="*/ 0 h 12410"/>
                  <a:gd name="T10" fmla="*/ 2 w 147"/>
                  <a:gd name="T11" fmla="*/ 0 h 12410"/>
                  <a:gd name="T12" fmla="*/ 2 w 147"/>
                  <a:gd name="T13" fmla="*/ 194 h 12410"/>
                  <a:gd name="T14" fmla="*/ 2 w 147"/>
                  <a:gd name="T15" fmla="*/ 194 h 12410"/>
                  <a:gd name="T16" fmla="*/ 1 w 147"/>
                  <a:gd name="T17" fmla="*/ 194 h 12410"/>
                  <a:gd name="T18" fmla="*/ 1 w 147"/>
                  <a:gd name="T19" fmla="*/ 194 h 12410"/>
                  <a:gd name="T20" fmla="*/ 0 w 147"/>
                  <a:gd name="T21" fmla="*/ 194 h 1241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10"/>
                  <a:gd name="T35" fmla="*/ 147 w 147"/>
                  <a:gd name="T36" fmla="*/ 12410 h 1241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10">
                    <a:moveTo>
                      <a:pt x="0" y="12410"/>
                    </a:moveTo>
                    <a:lnTo>
                      <a:pt x="0" y="34"/>
                    </a:lnTo>
                    <a:lnTo>
                      <a:pt x="37" y="26"/>
                    </a:lnTo>
                    <a:lnTo>
                      <a:pt x="74" y="18"/>
                    </a:lnTo>
                    <a:lnTo>
                      <a:pt x="110" y="9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10" y="12385"/>
                    </a:lnTo>
                    <a:lnTo>
                      <a:pt x="74" y="12394"/>
                    </a:lnTo>
                    <a:lnTo>
                      <a:pt x="37" y="12402"/>
                    </a:lnTo>
                    <a:lnTo>
                      <a:pt x="0" y="12410"/>
                    </a:lnTo>
                    <a:close/>
                  </a:path>
                </a:pathLst>
              </a:custGeom>
              <a:solidFill>
                <a:srgbClr val="C7D0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0" name="Freeform 41"/>
              <p:cNvSpPr>
                <a:spLocks/>
              </p:cNvSpPr>
              <p:nvPr/>
            </p:nvSpPr>
            <p:spPr bwMode="auto">
              <a:xfrm>
                <a:off x="1208" y="1854"/>
                <a:ext cx="18" cy="1552"/>
              </a:xfrm>
              <a:custGeom>
                <a:avLst/>
                <a:gdLst>
                  <a:gd name="T0" fmla="*/ 0 w 146"/>
                  <a:gd name="T1" fmla="*/ 194 h 12415"/>
                  <a:gd name="T2" fmla="*/ 0 w 146"/>
                  <a:gd name="T3" fmla="*/ 1 h 12415"/>
                  <a:gd name="T4" fmla="*/ 1 w 146"/>
                  <a:gd name="T5" fmla="*/ 1 h 12415"/>
                  <a:gd name="T6" fmla="*/ 1 w 146"/>
                  <a:gd name="T7" fmla="*/ 0 h 12415"/>
                  <a:gd name="T8" fmla="*/ 2 w 146"/>
                  <a:gd name="T9" fmla="*/ 0 h 12415"/>
                  <a:gd name="T10" fmla="*/ 2 w 146"/>
                  <a:gd name="T11" fmla="*/ 0 h 12415"/>
                  <a:gd name="T12" fmla="*/ 2 w 146"/>
                  <a:gd name="T13" fmla="*/ 193 h 12415"/>
                  <a:gd name="T14" fmla="*/ 2 w 146"/>
                  <a:gd name="T15" fmla="*/ 194 h 12415"/>
                  <a:gd name="T16" fmla="*/ 1 w 146"/>
                  <a:gd name="T17" fmla="*/ 194 h 12415"/>
                  <a:gd name="T18" fmla="*/ 1 w 146"/>
                  <a:gd name="T19" fmla="*/ 194 h 12415"/>
                  <a:gd name="T20" fmla="*/ 0 w 146"/>
                  <a:gd name="T21" fmla="*/ 194 h 124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15"/>
                  <a:gd name="T35" fmla="*/ 146 w 146"/>
                  <a:gd name="T36" fmla="*/ 12415 h 124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15">
                    <a:moveTo>
                      <a:pt x="0" y="12415"/>
                    </a:moveTo>
                    <a:lnTo>
                      <a:pt x="0" y="40"/>
                    </a:lnTo>
                    <a:lnTo>
                      <a:pt x="37" y="30"/>
                    </a:lnTo>
                    <a:lnTo>
                      <a:pt x="75" y="21"/>
                    </a:lnTo>
                    <a:lnTo>
                      <a:pt x="111" y="11"/>
                    </a:lnTo>
                    <a:lnTo>
                      <a:pt x="146" y="0"/>
                    </a:lnTo>
                    <a:lnTo>
                      <a:pt x="146" y="12375"/>
                    </a:lnTo>
                    <a:lnTo>
                      <a:pt x="111" y="12387"/>
                    </a:lnTo>
                    <a:lnTo>
                      <a:pt x="75" y="12396"/>
                    </a:lnTo>
                    <a:lnTo>
                      <a:pt x="37" y="12405"/>
                    </a:lnTo>
                    <a:lnTo>
                      <a:pt x="0" y="12415"/>
                    </a:lnTo>
                    <a:close/>
                  </a:path>
                </a:pathLst>
              </a:custGeom>
              <a:solidFill>
                <a:srgbClr val="C8D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1" name="Freeform 42"/>
              <p:cNvSpPr>
                <a:spLocks/>
              </p:cNvSpPr>
              <p:nvPr/>
            </p:nvSpPr>
            <p:spPr bwMode="auto">
              <a:xfrm>
                <a:off x="1217" y="1851"/>
                <a:ext cx="18" cy="1552"/>
              </a:xfrm>
              <a:custGeom>
                <a:avLst/>
                <a:gdLst>
                  <a:gd name="T0" fmla="*/ 0 w 146"/>
                  <a:gd name="T1" fmla="*/ 194 h 12421"/>
                  <a:gd name="T2" fmla="*/ 0 w 146"/>
                  <a:gd name="T3" fmla="*/ 1 h 12421"/>
                  <a:gd name="T4" fmla="*/ 1 w 146"/>
                  <a:gd name="T5" fmla="*/ 0 h 12421"/>
                  <a:gd name="T6" fmla="*/ 1 w 146"/>
                  <a:gd name="T7" fmla="*/ 0 h 12421"/>
                  <a:gd name="T8" fmla="*/ 2 w 146"/>
                  <a:gd name="T9" fmla="*/ 0 h 12421"/>
                  <a:gd name="T10" fmla="*/ 2 w 146"/>
                  <a:gd name="T11" fmla="*/ 0 h 12421"/>
                  <a:gd name="T12" fmla="*/ 2 w 146"/>
                  <a:gd name="T13" fmla="*/ 193 h 12421"/>
                  <a:gd name="T14" fmla="*/ 2 w 146"/>
                  <a:gd name="T15" fmla="*/ 193 h 12421"/>
                  <a:gd name="T16" fmla="*/ 1 w 146"/>
                  <a:gd name="T17" fmla="*/ 194 h 12421"/>
                  <a:gd name="T18" fmla="*/ 1 w 146"/>
                  <a:gd name="T19" fmla="*/ 194 h 12421"/>
                  <a:gd name="T20" fmla="*/ 0 w 146"/>
                  <a:gd name="T21" fmla="*/ 194 h 1242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21"/>
                  <a:gd name="T35" fmla="*/ 146 w 146"/>
                  <a:gd name="T36" fmla="*/ 12421 h 1242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21">
                    <a:moveTo>
                      <a:pt x="0" y="12421"/>
                    </a:moveTo>
                    <a:lnTo>
                      <a:pt x="0" y="45"/>
                    </a:lnTo>
                    <a:lnTo>
                      <a:pt x="37" y="35"/>
                    </a:lnTo>
                    <a:lnTo>
                      <a:pt x="73" y="23"/>
                    </a:lnTo>
                    <a:lnTo>
                      <a:pt x="110" y="13"/>
                    </a:lnTo>
                    <a:lnTo>
                      <a:pt x="146" y="0"/>
                    </a:lnTo>
                    <a:lnTo>
                      <a:pt x="146" y="12376"/>
                    </a:lnTo>
                    <a:lnTo>
                      <a:pt x="110" y="12388"/>
                    </a:lnTo>
                    <a:lnTo>
                      <a:pt x="73" y="12399"/>
                    </a:lnTo>
                    <a:lnTo>
                      <a:pt x="37" y="12411"/>
                    </a:lnTo>
                    <a:lnTo>
                      <a:pt x="0" y="12421"/>
                    </a:lnTo>
                    <a:close/>
                  </a:path>
                </a:pathLst>
              </a:custGeom>
              <a:solidFill>
                <a:srgbClr val="CAD3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2" name="Freeform 43"/>
              <p:cNvSpPr>
                <a:spLocks/>
              </p:cNvSpPr>
              <p:nvPr/>
            </p:nvSpPr>
            <p:spPr bwMode="auto">
              <a:xfrm>
                <a:off x="1226" y="1848"/>
                <a:ext cx="19" cy="1553"/>
              </a:xfrm>
              <a:custGeom>
                <a:avLst/>
                <a:gdLst>
                  <a:gd name="T0" fmla="*/ 0 w 148"/>
                  <a:gd name="T1" fmla="*/ 194 h 12425"/>
                  <a:gd name="T2" fmla="*/ 0 w 148"/>
                  <a:gd name="T3" fmla="*/ 1 h 12425"/>
                  <a:gd name="T4" fmla="*/ 1 w 148"/>
                  <a:gd name="T5" fmla="*/ 1 h 12425"/>
                  <a:gd name="T6" fmla="*/ 1 w 148"/>
                  <a:gd name="T7" fmla="*/ 0 h 12425"/>
                  <a:gd name="T8" fmla="*/ 2 w 148"/>
                  <a:gd name="T9" fmla="*/ 0 h 12425"/>
                  <a:gd name="T10" fmla="*/ 2 w 148"/>
                  <a:gd name="T11" fmla="*/ 0 h 12425"/>
                  <a:gd name="T12" fmla="*/ 2 w 148"/>
                  <a:gd name="T13" fmla="*/ 193 h 12425"/>
                  <a:gd name="T14" fmla="*/ 2 w 148"/>
                  <a:gd name="T15" fmla="*/ 194 h 12425"/>
                  <a:gd name="T16" fmla="*/ 1 w 148"/>
                  <a:gd name="T17" fmla="*/ 194 h 12425"/>
                  <a:gd name="T18" fmla="*/ 1 w 148"/>
                  <a:gd name="T19" fmla="*/ 194 h 12425"/>
                  <a:gd name="T20" fmla="*/ 0 w 148"/>
                  <a:gd name="T21" fmla="*/ 194 h 124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8"/>
                  <a:gd name="T34" fmla="*/ 0 h 12425"/>
                  <a:gd name="T35" fmla="*/ 148 w 148"/>
                  <a:gd name="T36" fmla="*/ 12425 h 124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8" h="12425">
                    <a:moveTo>
                      <a:pt x="0" y="12425"/>
                    </a:moveTo>
                    <a:lnTo>
                      <a:pt x="0" y="50"/>
                    </a:lnTo>
                    <a:lnTo>
                      <a:pt x="38" y="38"/>
                    </a:lnTo>
                    <a:lnTo>
                      <a:pt x="75" y="26"/>
                    </a:lnTo>
                    <a:lnTo>
                      <a:pt x="111" y="13"/>
                    </a:lnTo>
                    <a:lnTo>
                      <a:pt x="148" y="0"/>
                    </a:lnTo>
                    <a:lnTo>
                      <a:pt x="148" y="12375"/>
                    </a:lnTo>
                    <a:lnTo>
                      <a:pt x="111" y="12389"/>
                    </a:lnTo>
                    <a:lnTo>
                      <a:pt x="75" y="12401"/>
                    </a:lnTo>
                    <a:lnTo>
                      <a:pt x="38" y="12414"/>
                    </a:lnTo>
                    <a:lnTo>
                      <a:pt x="0" y="12425"/>
                    </a:lnTo>
                    <a:close/>
                  </a:path>
                </a:pathLst>
              </a:custGeom>
              <a:solidFill>
                <a:srgbClr val="CCD4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3" name="Freeform 44"/>
              <p:cNvSpPr>
                <a:spLocks/>
              </p:cNvSpPr>
              <p:nvPr/>
            </p:nvSpPr>
            <p:spPr bwMode="auto">
              <a:xfrm>
                <a:off x="1235" y="1844"/>
                <a:ext cx="19" cy="1554"/>
              </a:xfrm>
              <a:custGeom>
                <a:avLst/>
                <a:gdLst>
                  <a:gd name="T0" fmla="*/ 0 w 146"/>
                  <a:gd name="T1" fmla="*/ 194 h 12432"/>
                  <a:gd name="T2" fmla="*/ 0 w 146"/>
                  <a:gd name="T3" fmla="*/ 1 h 12432"/>
                  <a:gd name="T4" fmla="*/ 1 w 146"/>
                  <a:gd name="T5" fmla="*/ 1 h 12432"/>
                  <a:gd name="T6" fmla="*/ 1 w 146"/>
                  <a:gd name="T7" fmla="*/ 1 h 12432"/>
                  <a:gd name="T8" fmla="*/ 2 w 146"/>
                  <a:gd name="T9" fmla="*/ 0 h 12432"/>
                  <a:gd name="T10" fmla="*/ 2 w 146"/>
                  <a:gd name="T11" fmla="*/ 0 h 12432"/>
                  <a:gd name="T12" fmla="*/ 2 w 146"/>
                  <a:gd name="T13" fmla="*/ 193 h 12432"/>
                  <a:gd name="T14" fmla="*/ 2 w 146"/>
                  <a:gd name="T15" fmla="*/ 194 h 12432"/>
                  <a:gd name="T16" fmla="*/ 1 w 146"/>
                  <a:gd name="T17" fmla="*/ 194 h 12432"/>
                  <a:gd name="T18" fmla="*/ 1 w 146"/>
                  <a:gd name="T19" fmla="*/ 194 h 12432"/>
                  <a:gd name="T20" fmla="*/ 0 w 146"/>
                  <a:gd name="T21" fmla="*/ 194 h 124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32"/>
                  <a:gd name="T35" fmla="*/ 146 w 146"/>
                  <a:gd name="T36" fmla="*/ 12432 h 1243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32">
                    <a:moveTo>
                      <a:pt x="0" y="12432"/>
                    </a:moveTo>
                    <a:lnTo>
                      <a:pt x="0" y="56"/>
                    </a:lnTo>
                    <a:lnTo>
                      <a:pt x="37" y="43"/>
                    </a:lnTo>
                    <a:lnTo>
                      <a:pt x="74" y="29"/>
                    </a:lnTo>
                    <a:lnTo>
                      <a:pt x="111" y="16"/>
                    </a:lnTo>
                    <a:lnTo>
                      <a:pt x="146" y="0"/>
                    </a:lnTo>
                    <a:lnTo>
                      <a:pt x="146" y="12376"/>
                    </a:lnTo>
                    <a:lnTo>
                      <a:pt x="111" y="12391"/>
                    </a:lnTo>
                    <a:lnTo>
                      <a:pt x="74" y="12405"/>
                    </a:lnTo>
                    <a:lnTo>
                      <a:pt x="37" y="12419"/>
                    </a:lnTo>
                    <a:lnTo>
                      <a:pt x="0" y="12432"/>
                    </a:lnTo>
                    <a:close/>
                  </a:path>
                </a:pathLst>
              </a:custGeom>
              <a:solidFill>
                <a:srgbClr val="CED6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4" name="Freeform 45"/>
              <p:cNvSpPr>
                <a:spLocks/>
              </p:cNvSpPr>
              <p:nvPr/>
            </p:nvSpPr>
            <p:spPr bwMode="auto">
              <a:xfrm>
                <a:off x="1245" y="1840"/>
                <a:ext cx="18" cy="1554"/>
              </a:xfrm>
              <a:custGeom>
                <a:avLst/>
                <a:gdLst>
                  <a:gd name="T0" fmla="*/ 0 w 146"/>
                  <a:gd name="T1" fmla="*/ 194 h 12437"/>
                  <a:gd name="T2" fmla="*/ 0 w 146"/>
                  <a:gd name="T3" fmla="*/ 1 h 12437"/>
                  <a:gd name="T4" fmla="*/ 1 w 146"/>
                  <a:gd name="T5" fmla="*/ 1 h 12437"/>
                  <a:gd name="T6" fmla="*/ 1 w 146"/>
                  <a:gd name="T7" fmla="*/ 0 h 12437"/>
                  <a:gd name="T8" fmla="*/ 2 w 146"/>
                  <a:gd name="T9" fmla="*/ 0 h 12437"/>
                  <a:gd name="T10" fmla="*/ 2 w 146"/>
                  <a:gd name="T11" fmla="*/ 0 h 12437"/>
                  <a:gd name="T12" fmla="*/ 2 w 146"/>
                  <a:gd name="T13" fmla="*/ 193 h 12437"/>
                  <a:gd name="T14" fmla="*/ 2 w 146"/>
                  <a:gd name="T15" fmla="*/ 193 h 12437"/>
                  <a:gd name="T16" fmla="*/ 1 w 146"/>
                  <a:gd name="T17" fmla="*/ 194 h 12437"/>
                  <a:gd name="T18" fmla="*/ 1 w 146"/>
                  <a:gd name="T19" fmla="*/ 194 h 12437"/>
                  <a:gd name="T20" fmla="*/ 0 w 146"/>
                  <a:gd name="T21" fmla="*/ 194 h 1243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37"/>
                  <a:gd name="T35" fmla="*/ 146 w 146"/>
                  <a:gd name="T36" fmla="*/ 12437 h 1243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37">
                    <a:moveTo>
                      <a:pt x="0" y="12437"/>
                    </a:moveTo>
                    <a:lnTo>
                      <a:pt x="0" y="62"/>
                    </a:lnTo>
                    <a:lnTo>
                      <a:pt x="37" y="48"/>
                    </a:lnTo>
                    <a:lnTo>
                      <a:pt x="73" y="32"/>
                    </a:lnTo>
                    <a:lnTo>
                      <a:pt x="110" y="17"/>
                    </a:lnTo>
                    <a:lnTo>
                      <a:pt x="146" y="0"/>
                    </a:lnTo>
                    <a:lnTo>
                      <a:pt x="146" y="12375"/>
                    </a:lnTo>
                    <a:lnTo>
                      <a:pt x="110" y="12392"/>
                    </a:lnTo>
                    <a:lnTo>
                      <a:pt x="73" y="12407"/>
                    </a:lnTo>
                    <a:lnTo>
                      <a:pt x="37" y="12423"/>
                    </a:lnTo>
                    <a:lnTo>
                      <a:pt x="0" y="12437"/>
                    </a:lnTo>
                    <a:close/>
                  </a:path>
                </a:pathLst>
              </a:custGeom>
              <a:solidFill>
                <a:srgbClr val="CFD7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5" name="Freeform 46"/>
              <p:cNvSpPr>
                <a:spLocks/>
              </p:cNvSpPr>
              <p:nvPr/>
            </p:nvSpPr>
            <p:spPr bwMode="auto">
              <a:xfrm>
                <a:off x="1254" y="1835"/>
                <a:ext cx="18" cy="1556"/>
              </a:xfrm>
              <a:custGeom>
                <a:avLst/>
                <a:gdLst>
                  <a:gd name="T0" fmla="*/ 0 w 147"/>
                  <a:gd name="T1" fmla="*/ 195 h 12444"/>
                  <a:gd name="T2" fmla="*/ 0 w 147"/>
                  <a:gd name="T3" fmla="*/ 1 h 12444"/>
                  <a:gd name="T4" fmla="*/ 1 w 147"/>
                  <a:gd name="T5" fmla="*/ 1 h 12444"/>
                  <a:gd name="T6" fmla="*/ 1 w 147"/>
                  <a:gd name="T7" fmla="*/ 1 h 12444"/>
                  <a:gd name="T8" fmla="*/ 2 w 147"/>
                  <a:gd name="T9" fmla="*/ 0 h 12444"/>
                  <a:gd name="T10" fmla="*/ 2 w 147"/>
                  <a:gd name="T11" fmla="*/ 0 h 12444"/>
                  <a:gd name="T12" fmla="*/ 2 w 147"/>
                  <a:gd name="T13" fmla="*/ 193 h 12444"/>
                  <a:gd name="T14" fmla="*/ 2 w 147"/>
                  <a:gd name="T15" fmla="*/ 194 h 12444"/>
                  <a:gd name="T16" fmla="*/ 1 w 147"/>
                  <a:gd name="T17" fmla="*/ 194 h 12444"/>
                  <a:gd name="T18" fmla="*/ 1 w 147"/>
                  <a:gd name="T19" fmla="*/ 194 h 12444"/>
                  <a:gd name="T20" fmla="*/ 0 w 147"/>
                  <a:gd name="T21" fmla="*/ 195 h 1244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44"/>
                  <a:gd name="T35" fmla="*/ 147 w 147"/>
                  <a:gd name="T36" fmla="*/ 12444 h 1244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44">
                    <a:moveTo>
                      <a:pt x="0" y="12444"/>
                    </a:moveTo>
                    <a:lnTo>
                      <a:pt x="0" y="68"/>
                    </a:lnTo>
                    <a:lnTo>
                      <a:pt x="38" y="53"/>
                    </a:lnTo>
                    <a:lnTo>
                      <a:pt x="75" y="35"/>
                    </a:lnTo>
                    <a:lnTo>
                      <a:pt x="111" y="17"/>
                    </a:lnTo>
                    <a:lnTo>
                      <a:pt x="147" y="0"/>
                    </a:lnTo>
                    <a:lnTo>
                      <a:pt x="147" y="12375"/>
                    </a:lnTo>
                    <a:lnTo>
                      <a:pt x="111" y="12393"/>
                    </a:lnTo>
                    <a:lnTo>
                      <a:pt x="75" y="12411"/>
                    </a:lnTo>
                    <a:lnTo>
                      <a:pt x="38" y="12428"/>
                    </a:lnTo>
                    <a:lnTo>
                      <a:pt x="0" y="12444"/>
                    </a:lnTo>
                    <a:close/>
                  </a:path>
                </a:pathLst>
              </a:custGeom>
              <a:solidFill>
                <a:srgbClr val="D1D9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6" name="Freeform 47"/>
              <p:cNvSpPr>
                <a:spLocks/>
              </p:cNvSpPr>
              <p:nvPr/>
            </p:nvSpPr>
            <p:spPr bwMode="auto">
              <a:xfrm>
                <a:off x="1263" y="1830"/>
                <a:ext cx="18" cy="1557"/>
              </a:xfrm>
              <a:custGeom>
                <a:avLst/>
                <a:gdLst>
                  <a:gd name="T0" fmla="*/ 0 w 146"/>
                  <a:gd name="T1" fmla="*/ 195 h 12452"/>
                  <a:gd name="T2" fmla="*/ 0 w 146"/>
                  <a:gd name="T3" fmla="*/ 1 h 12452"/>
                  <a:gd name="T4" fmla="*/ 1 w 146"/>
                  <a:gd name="T5" fmla="*/ 1 h 12452"/>
                  <a:gd name="T6" fmla="*/ 1 w 146"/>
                  <a:gd name="T7" fmla="*/ 1 h 12452"/>
                  <a:gd name="T8" fmla="*/ 2 w 146"/>
                  <a:gd name="T9" fmla="*/ 0 h 12452"/>
                  <a:gd name="T10" fmla="*/ 2 w 146"/>
                  <a:gd name="T11" fmla="*/ 0 h 12452"/>
                  <a:gd name="T12" fmla="*/ 2 w 146"/>
                  <a:gd name="T13" fmla="*/ 193 h 12452"/>
                  <a:gd name="T14" fmla="*/ 2 w 146"/>
                  <a:gd name="T15" fmla="*/ 194 h 12452"/>
                  <a:gd name="T16" fmla="*/ 1 w 146"/>
                  <a:gd name="T17" fmla="*/ 194 h 12452"/>
                  <a:gd name="T18" fmla="*/ 1 w 146"/>
                  <a:gd name="T19" fmla="*/ 194 h 12452"/>
                  <a:gd name="T20" fmla="*/ 0 w 146"/>
                  <a:gd name="T21" fmla="*/ 195 h 124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52"/>
                  <a:gd name="T35" fmla="*/ 146 w 146"/>
                  <a:gd name="T36" fmla="*/ 12452 h 124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52">
                    <a:moveTo>
                      <a:pt x="0" y="12452"/>
                    </a:moveTo>
                    <a:lnTo>
                      <a:pt x="0" y="77"/>
                    </a:lnTo>
                    <a:lnTo>
                      <a:pt x="37" y="58"/>
                    </a:lnTo>
                    <a:lnTo>
                      <a:pt x="75" y="40"/>
                    </a:lnTo>
                    <a:lnTo>
                      <a:pt x="111" y="20"/>
                    </a:lnTo>
                    <a:lnTo>
                      <a:pt x="146" y="0"/>
                    </a:lnTo>
                    <a:lnTo>
                      <a:pt x="146" y="12376"/>
                    </a:lnTo>
                    <a:lnTo>
                      <a:pt x="111" y="12396"/>
                    </a:lnTo>
                    <a:lnTo>
                      <a:pt x="75" y="12416"/>
                    </a:lnTo>
                    <a:lnTo>
                      <a:pt x="37" y="12434"/>
                    </a:lnTo>
                    <a:lnTo>
                      <a:pt x="0" y="12452"/>
                    </a:lnTo>
                    <a:close/>
                  </a:path>
                </a:pathLst>
              </a:custGeom>
              <a:solidFill>
                <a:srgbClr val="D3DA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7" name="Freeform 48"/>
              <p:cNvSpPr>
                <a:spLocks/>
              </p:cNvSpPr>
              <p:nvPr/>
            </p:nvSpPr>
            <p:spPr bwMode="auto">
              <a:xfrm>
                <a:off x="1272" y="1825"/>
                <a:ext cx="18" cy="1557"/>
              </a:xfrm>
              <a:custGeom>
                <a:avLst/>
                <a:gdLst>
                  <a:gd name="T0" fmla="*/ 0 w 146"/>
                  <a:gd name="T1" fmla="*/ 195 h 12460"/>
                  <a:gd name="T2" fmla="*/ 0 w 146"/>
                  <a:gd name="T3" fmla="*/ 1 h 12460"/>
                  <a:gd name="T4" fmla="*/ 1 w 146"/>
                  <a:gd name="T5" fmla="*/ 1 h 12460"/>
                  <a:gd name="T6" fmla="*/ 1 w 146"/>
                  <a:gd name="T7" fmla="*/ 1 h 12460"/>
                  <a:gd name="T8" fmla="*/ 2 w 146"/>
                  <a:gd name="T9" fmla="*/ 0 h 12460"/>
                  <a:gd name="T10" fmla="*/ 2 w 146"/>
                  <a:gd name="T11" fmla="*/ 0 h 12460"/>
                  <a:gd name="T12" fmla="*/ 2 w 146"/>
                  <a:gd name="T13" fmla="*/ 193 h 12460"/>
                  <a:gd name="T14" fmla="*/ 2 w 146"/>
                  <a:gd name="T15" fmla="*/ 194 h 12460"/>
                  <a:gd name="T16" fmla="*/ 1 w 146"/>
                  <a:gd name="T17" fmla="*/ 194 h 12460"/>
                  <a:gd name="T18" fmla="*/ 1 w 146"/>
                  <a:gd name="T19" fmla="*/ 194 h 12460"/>
                  <a:gd name="T20" fmla="*/ 0 w 146"/>
                  <a:gd name="T21" fmla="*/ 195 h 1246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60"/>
                  <a:gd name="T35" fmla="*/ 146 w 146"/>
                  <a:gd name="T36" fmla="*/ 12460 h 1246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60">
                    <a:moveTo>
                      <a:pt x="0" y="12460"/>
                    </a:moveTo>
                    <a:lnTo>
                      <a:pt x="0" y="85"/>
                    </a:lnTo>
                    <a:lnTo>
                      <a:pt x="38" y="64"/>
                    </a:lnTo>
                    <a:lnTo>
                      <a:pt x="74" y="43"/>
                    </a:lnTo>
                    <a:lnTo>
                      <a:pt x="111" y="21"/>
                    </a:lnTo>
                    <a:lnTo>
                      <a:pt x="146" y="0"/>
                    </a:lnTo>
                    <a:lnTo>
                      <a:pt x="146" y="12376"/>
                    </a:lnTo>
                    <a:lnTo>
                      <a:pt x="111" y="12398"/>
                    </a:lnTo>
                    <a:lnTo>
                      <a:pt x="74" y="12419"/>
                    </a:lnTo>
                    <a:lnTo>
                      <a:pt x="38" y="12440"/>
                    </a:lnTo>
                    <a:lnTo>
                      <a:pt x="0" y="12460"/>
                    </a:lnTo>
                    <a:close/>
                  </a:path>
                </a:pathLst>
              </a:custGeom>
              <a:solidFill>
                <a:srgbClr val="D5DC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8" name="Freeform 49"/>
              <p:cNvSpPr>
                <a:spLocks/>
              </p:cNvSpPr>
              <p:nvPr/>
            </p:nvSpPr>
            <p:spPr bwMode="auto">
              <a:xfrm>
                <a:off x="1281" y="1818"/>
                <a:ext cx="18" cy="1559"/>
              </a:xfrm>
              <a:custGeom>
                <a:avLst/>
                <a:gdLst>
                  <a:gd name="T0" fmla="*/ 0 w 147"/>
                  <a:gd name="T1" fmla="*/ 195 h 12470"/>
                  <a:gd name="T2" fmla="*/ 0 w 147"/>
                  <a:gd name="T3" fmla="*/ 2 h 12470"/>
                  <a:gd name="T4" fmla="*/ 1 w 147"/>
                  <a:gd name="T5" fmla="*/ 1 h 12470"/>
                  <a:gd name="T6" fmla="*/ 1 w 147"/>
                  <a:gd name="T7" fmla="*/ 1 h 12470"/>
                  <a:gd name="T8" fmla="*/ 2 w 147"/>
                  <a:gd name="T9" fmla="*/ 0 h 12470"/>
                  <a:gd name="T10" fmla="*/ 2 w 147"/>
                  <a:gd name="T11" fmla="*/ 0 h 12470"/>
                  <a:gd name="T12" fmla="*/ 2 w 147"/>
                  <a:gd name="T13" fmla="*/ 193 h 12470"/>
                  <a:gd name="T14" fmla="*/ 2 w 147"/>
                  <a:gd name="T15" fmla="*/ 194 h 12470"/>
                  <a:gd name="T16" fmla="*/ 1 w 147"/>
                  <a:gd name="T17" fmla="*/ 194 h 12470"/>
                  <a:gd name="T18" fmla="*/ 1 w 147"/>
                  <a:gd name="T19" fmla="*/ 195 h 12470"/>
                  <a:gd name="T20" fmla="*/ 0 w 147"/>
                  <a:gd name="T21" fmla="*/ 195 h 1247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70"/>
                  <a:gd name="T35" fmla="*/ 147 w 147"/>
                  <a:gd name="T36" fmla="*/ 12470 h 1247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70">
                    <a:moveTo>
                      <a:pt x="0" y="12470"/>
                    </a:moveTo>
                    <a:lnTo>
                      <a:pt x="0" y="94"/>
                    </a:lnTo>
                    <a:lnTo>
                      <a:pt x="38" y="71"/>
                    </a:lnTo>
                    <a:lnTo>
                      <a:pt x="75" y="49"/>
                    </a:lnTo>
                    <a:lnTo>
                      <a:pt x="111" y="25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11" y="12400"/>
                    </a:lnTo>
                    <a:lnTo>
                      <a:pt x="75" y="12424"/>
                    </a:lnTo>
                    <a:lnTo>
                      <a:pt x="38" y="12448"/>
                    </a:lnTo>
                    <a:lnTo>
                      <a:pt x="0" y="12470"/>
                    </a:lnTo>
                    <a:close/>
                  </a:path>
                </a:pathLst>
              </a:custGeom>
              <a:solidFill>
                <a:srgbClr val="D6DE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9" name="Freeform 50"/>
              <p:cNvSpPr>
                <a:spLocks/>
              </p:cNvSpPr>
              <p:nvPr/>
            </p:nvSpPr>
            <p:spPr bwMode="auto">
              <a:xfrm>
                <a:off x="1290" y="1811"/>
                <a:ext cx="19" cy="1561"/>
              </a:xfrm>
              <a:custGeom>
                <a:avLst/>
                <a:gdLst>
                  <a:gd name="T0" fmla="*/ 0 w 147"/>
                  <a:gd name="T1" fmla="*/ 195 h 12482"/>
                  <a:gd name="T2" fmla="*/ 0 w 147"/>
                  <a:gd name="T3" fmla="*/ 2 h 12482"/>
                  <a:gd name="T4" fmla="*/ 1 w 147"/>
                  <a:gd name="T5" fmla="*/ 1 h 12482"/>
                  <a:gd name="T6" fmla="*/ 1 w 147"/>
                  <a:gd name="T7" fmla="*/ 1 h 12482"/>
                  <a:gd name="T8" fmla="*/ 2 w 147"/>
                  <a:gd name="T9" fmla="*/ 1 h 12482"/>
                  <a:gd name="T10" fmla="*/ 2 w 147"/>
                  <a:gd name="T11" fmla="*/ 0 h 12482"/>
                  <a:gd name="T12" fmla="*/ 2 w 147"/>
                  <a:gd name="T13" fmla="*/ 194 h 12482"/>
                  <a:gd name="T14" fmla="*/ 2 w 147"/>
                  <a:gd name="T15" fmla="*/ 194 h 12482"/>
                  <a:gd name="T16" fmla="*/ 1 w 147"/>
                  <a:gd name="T17" fmla="*/ 194 h 12482"/>
                  <a:gd name="T18" fmla="*/ 1 w 147"/>
                  <a:gd name="T19" fmla="*/ 195 h 12482"/>
                  <a:gd name="T20" fmla="*/ 0 w 147"/>
                  <a:gd name="T21" fmla="*/ 195 h 124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482"/>
                  <a:gd name="T35" fmla="*/ 147 w 147"/>
                  <a:gd name="T36" fmla="*/ 12482 h 1248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482">
                    <a:moveTo>
                      <a:pt x="0" y="12482"/>
                    </a:moveTo>
                    <a:lnTo>
                      <a:pt x="0" y="106"/>
                    </a:lnTo>
                    <a:lnTo>
                      <a:pt x="38" y="81"/>
                    </a:lnTo>
                    <a:lnTo>
                      <a:pt x="76" y="54"/>
                    </a:lnTo>
                    <a:lnTo>
                      <a:pt x="112" y="28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12" y="12403"/>
                    </a:lnTo>
                    <a:lnTo>
                      <a:pt x="76" y="12430"/>
                    </a:lnTo>
                    <a:lnTo>
                      <a:pt x="38" y="12456"/>
                    </a:lnTo>
                    <a:lnTo>
                      <a:pt x="0" y="12482"/>
                    </a:lnTo>
                    <a:close/>
                  </a:path>
                </a:pathLst>
              </a:custGeom>
              <a:solidFill>
                <a:srgbClr val="D8D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0" name="Freeform 51"/>
              <p:cNvSpPr>
                <a:spLocks/>
              </p:cNvSpPr>
              <p:nvPr/>
            </p:nvSpPr>
            <p:spPr bwMode="auto">
              <a:xfrm>
                <a:off x="1299" y="1803"/>
                <a:ext cx="19" cy="1562"/>
              </a:xfrm>
              <a:custGeom>
                <a:avLst/>
                <a:gdLst>
                  <a:gd name="T0" fmla="*/ 0 w 146"/>
                  <a:gd name="T1" fmla="*/ 195 h 12496"/>
                  <a:gd name="T2" fmla="*/ 0 w 146"/>
                  <a:gd name="T3" fmla="*/ 2 h 12496"/>
                  <a:gd name="T4" fmla="*/ 1 w 146"/>
                  <a:gd name="T5" fmla="*/ 1 h 12496"/>
                  <a:gd name="T6" fmla="*/ 1 w 146"/>
                  <a:gd name="T7" fmla="*/ 1 h 12496"/>
                  <a:gd name="T8" fmla="*/ 2 w 146"/>
                  <a:gd name="T9" fmla="*/ 1 h 12496"/>
                  <a:gd name="T10" fmla="*/ 2 w 146"/>
                  <a:gd name="T11" fmla="*/ 0 h 12496"/>
                  <a:gd name="T12" fmla="*/ 2 w 146"/>
                  <a:gd name="T13" fmla="*/ 193 h 12496"/>
                  <a:gd name="T14" fmla="*/ 2 w 146"/>
                  <a:gd name="T15" fmla="*/ 194 h 12496"/>
                  <a:gd name="T16" fmla="*/ 1 w 146"/>
                  <a:gd name="T17" fmla="*/ 194 h 12496"/>
                  <a:gd name="T18" fmla="*/ 1 w 146"/>
                  <a:gd name="T19" fmla="*/ 195 h 12496"/>
                  <a:gd name="T20" fmla="*/ 0 w 146"/>
                  <a:gd name="T21" fmla="*/ 195 h 12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96"/>
                  <a:gd name="T35" fmla="*/ 146 w 146"/>
                  <a:gd name="T36" fmla="*/ 12496 h 12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96">
                    <a:moveTo>
                      <a:pt x="0" y="12496"/>
                    </a:moveTo>
                    <a:lnTo>
                      <a:pt x="0" y="120"/>
                    </a:lnTo>
                    <a:lnTo>
                      <a:pt x="38" y="91"/>
                    </a:lnTo>
                    <a:lnTo>
                      <a:pt x="75" y="62"/>
                    </a:lnTo>
                    <a:lnTo>
                      <a:pt x="112" y="32"/>
                    </a:lnTo>
                    <a:lnTo>
                      <a:pt x="146" y="0"/>
                    </a:lnTo>
                    <a:lnTo>
                      <a:pt x="146" y="12377"/>
                    </a:lnTo>
                    <a:lnTo>
                      <a:pt x="112" y="12407"/>
                    </a:lnTo>
                    <a:lnTo>
                      <a:pt x="75" y="12438"/>
                    </a:lnTo>
                    <a:lnTo>
                      <a:pt x="38" y="12467"/>
                    </a:lnTo>
                    <a:lnTo>
                      <a:pt x="0" y="12496"/>
                    </a:lnTo>
                    <a:close/>
                  </a:path>
                </a:pathLst>
              </a:custGeom>
              <a:solidFill>
                <a:srgbClr val="DAE1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1" name="Freeform 52"/>
              <p:cNvSpPr>
                <a:spLocks/>
              </p:cNvSpPr>
              <p:nvPr/>
            </p:nvSpPr>
            <p:spPr bwMode="auto">
              <a:xfrm>
                <a:off x="1309" y="1794"/>
                <a:ext cx="18" cy="1564"/>
              </a:xfrm>
              <a:custGeom>
                <a:avLst/>
                <a:gdLst>
                  <a:gd name="T0" fmla="*/ 0 w 147"/>
                  <a:gd name="T1" fmla="*/ 196 h 12512"/>
                  <a:gd name="T2" fmla="*/ 0 w 147"/>
                  <a:gd name="T3" fmla="*/ 2 h 12512"/>
                  <a:gd name="T4" fmla="*/ 1 w 147"/>
                  <a:gd name="T5" fmla="*/ 2 h 12512"/>
                  <a:gd name="T6" fmla="*/ 1 w 147"/>
                  <a:gd name="T7" fmla="*/ 1 h 12512"/>
                  <a:gd name="T8" fmla="*/ 2 w 147"/>
                  <a:gd name="T9" fmla="*/ 1 h 12512"/>
                  <a:gd name="T10" fmla="*/ 2 w 147"/>
                  <a:gd name="T11" fmla="*/ 0 h 12512"/>
                  <a:gd name="T12" fmla="*/ 2 w 147"/>
                  <a:gd name="T13" fmla="*/ 193 h 12512"/>
                  <a:gd name="T14" fmla="*/ 2 w 147"/>
                  <a:gd name="T15" fmla="*/ 194 h 12512"/>
                  <a:gd name="T16" fmla="*/ 1 w 147"/>
                  <a:gd name="T17" fmla="*/ 195 h 12512"/>
                  <a:gd name="T18" fmla="*/ 1 w 147"/>
                  <a:gd name="T19" fmla="*/ 195 h 12512"/>
                  <a:gd name="T20" fmla="*/ 0 w 147"/>
                  <a:gd name="T21" fmla="*/ 196 h 125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7"/>
                  <a:gd name="T34" fmla="*/ 0 h 12512"/>
                  <a:gd name="T35" fmla="*/ 147 w 147"/>
                  <a:gd name="T36" fmla="*/ 12512 h 1251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7" h="12512">
                    <a:moveTo>
                      <a:pt x="0" y="12512"/>
                    </a:moveTo>
                    <a:lnTo>
                      <a:pt x="0" y="136"/>
                    </a:lnTo>
                    <a:lnTo>
                      <a:pt x="39" y="104"/>
                    </a:lnTo>
                    <a:lnTo>
                      <a:pt x="76" y="69"/>
                    </a:lnTo>
                    <a:lnTo>
                      <a:pt x="112" y="35"/>
                    </a:lnTo>
                    <a:lnTo>
                      <a:pt x="147" y="0"/>
                    </a:lnTo>
                    <a:lnTo>
                      <a:pt x="147" y="12375"/>
                    </a:lnTo>
                    <a:lnTo>
                      <a:pt x="112" y="12410"/>
                    </a:lnTo>
                    <a:lnTo>
                      <a:pt x="76" y="12445"/>
                    </a:lnTo>
                    <a:lnTo>
                      <a:pt x="39" y="12479"/>
                    </a:lnTo>
                    <a:lnTo>
                      <a:pt x="0" y="12512"/>
                    </a:lnTo>
                    <a:close/>
                  </a:path>
                </a:pathLst>
              </a:custGeom>
              <a:solidFill>
                <a:srgbClr val="DCE3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2" name="Freeform 53"/>
              <p:cNvSpPr>
                <a:spLocks/>
              </p:cNvSpPr>
              <p:nvPr/>
            </p:nvSpPr>
            <p:spPr bwMode="auto">
              <a:xfrm>
                <a:off x="1318" y="1784"/>
                <a:ext cx="18" cy="1566"/>
              </a:xfrm>
              <a:custGeom>
                <a:avLst/>
                <a:gdLst>
                  <a:gd name="T0" fmla="*/ 0 w 146"/>
                  <a:gd name="T1" fmla="*/ 196 h 12535"/>
                  <a:gd name="T2" fmla="*/ 0 w 146"/>
                  <a:gd name="T3" fmla="*/ 2 h 12535"/>
                  <a:gd name="T4" fmla="*/ 0 w 146"/>
                  <a:gd name="T5" fmla="*/ 2 h 12535"/>
                  <a:gd name="T6" fmla="*/ 1 w 146"/>
                  <a:gd name="T7" fmla="*/ 2 h 12535"/>
                  <a:gd name="T8" fmla="*/ 1 w 146"/>
                  <a:gd name="T9" fmla="*/ 2 h 12535"/>
                  <a:gd name="T10" fmla="*/ 1 w 146"/>
                  <a:gd name="T11" fmla="*/ 1 h 12535"/>
                  <a:gd name="T12" fmla="*/ 1 w 146"/>
                  <a:gd name="T13" fmla="*/ 1 h 12535"/>
                  <a:gd name="T14" fmla="*/ 2 w 146"/>
                  <a:gd name="T15" fmla="*/ 1 h 12535"/>
                  <a:gd name="T16" fmla="*/ 2 w 146"/>
                  <a:gd name="T17" fmla="*/ 0 h 12535"/>
                  <a:gd name="T18" fmla="*/ 2 w 146"/>
                  <a:gd name="T19" fmla="*/ 0 h 12535"/>
                  <a:gd name="T20" fmla="*/ 2 w 146"/>
                  <a:gd name="T21" fmla="*/ 193 h 12535"/>
                  <a:gd name="T22" fmla="*/ 2 w 146"/>
                  <a:gd name="T23" fmla="*/ 194 h 12535"/>
                  <a:gd name="T24" fmla="*/ 2 w 146"/>
                  <a:gd name="T25" fmla="*/ 194 h 12535"/>
                  <a:gd name="T26" fmla="*/ 1 w 146"/>
                  <a:gd name="T27" fmla="*/ 194 h 12535"/>
                  <a:gd name="T28" fmla="*/ 1 w 146"/>
                  <a:gd name="T29" fmla="*/ 194 h 12535"/>
                  <a:gd name="T30" fmla="*/ 1 w 146"/>
                  <a:gd name="T31" fmla="*/ 195 h 12535"/>
                  <a:gd name="T32" fmla="*/ 1 w 146"/>
                  <a:gd name="T33" fmla="*/ 195 h 12535"/>
                  <a:gd name="T34" fmla="*/ 0 w 146"/>
                  <a:gd name="T35" fmla="*/ 195 h 12535"/>
                  <a:gd name="T36" fmla="*/ 0 w 146"/>
                  <a:gd name="T37" fmla="*/ 196 h 125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535"/>
                  <a:gd name="T59" fmla="*/ 146 w 146"/>
                  <a:gd name="T60" fmla="*/ 12535 h 125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535">
                    <a:moveTo>
                      <a:pt x="0" y="12535"/>
                    </a:moveTo>
                    <a:lnTo>
                      <a:pt x="0" y="158"/>
                    </a:lnTo>
                    <a:lnTo>
                      <a:pt x="20" y="140"/>
                    </a:lnTo>
                    <a:lnTo>
                      <a:pt x="39" y="120"/>
                    </a:lnTo>
                    <a:lnTo>
                      <a:pt x="59" y="101"/>
                    </a:lnTo>
                    <a:lnTo>
                      <a:pt x="78" y="82"/>
                    </a:lnTo>
                    <a:lnTo>
                      <a:pt x="95" y="61"/>
                    </a:lnTo>
                    <a:lnTo>
                      <a:pt x="113" y="41"/>
                    </a:lnTo>
                    <a:lnTo>
                      <a:pt x="130" y="20"/>
                    </a:lnTo>
                    <a:lnTo>
                      <a:pt x="146" y="0"/>
                    </a:lnTo>
                    <a:lnTo>
                      <a:pt x="146" y="12376"/>
                    </a:lnTo>
                    <a:lnTo>
                      <a:pt x="130" y="12396"/>
                    </a:lnTo>
                    <a:lnTo>
                      <a:pt x="113" y="12416"/>
                    </a:lnTo>
                    <a:lnTo>
                      <a:pt x="95" y="12437"/>
                    </a:lnTo>
                    <a:lnTo>
                      <a:pt x="78" y="12457"/>
                    </a:lnTo>
                    <a:lnTo>
                      <a:pt x="59" y="12476"/>
                    </a:lnTo>
                    <a:lnTo>
                      <a:pt x="39" y="12496"/>
                    </a:lnTo>
                    <a:lnTo>
                      <a:pt x="20" y="12515"/>
                    </a:lnTo>
                    <a:lnTo>
                      <a:pt x="0" y="12535"/>
                    </a:lnTo>
                    <a:close/>
                  </a:path>
                </a:pathLst>
              </a:custGeom>
              <a:solidFill>
                <a:srgbClr val="DDE3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3" name="Freeform 54"/>
              <p:cNvSpPr>
                <a:spLocks/>
              </p:cNvSpPr>
              <p:nvPr/>
            </p:nvSpPr>
            <p:spPr bwMode="auto">
              <a:xfrm>
                <a:off x="1327" y="1770"/>
                <a:ext cx="18" cy="1571"/>
              </a:xfrm>
              <a:custGeom>
                <a:avLst/>
                <a:gdLst>
                  <a:gd name="T0" fmla="*/ 0 w 146"/>
                  <a:gd name="T1" fmla="*/ 196 h 12566"/>
                  <a:gd name="T2" fmla="*/ 0 w 146"/>
                  <a:gd name="T3" fmla="*/ 3 h 12566"/>
                  <a:gd name="T4" fmla="*/ 0 w 146"/>
                  <a:gd name="T5" fmla="*/ 3 h 12566"/>
                  <a:gd name="T6" fmla="*/ 1 w 146"/>
                  <a:gd name="T7" fmla="*/ 2 h 12566"/>
                  <a:gd name="T8" fmla="*/ 1 w 146"/>
                  <a:gd name="T9" fmla="*/ 2 h 12566"/>
                  <a:gd name="T10" fmla="*/ 1 w 146"/>
                  <a:gd name="T11" fmla="*/ 2 h 12566"/>
                  <a:gd name="T12" fmla="*/ 1 w 146"/>
                  <a:gd name="T13" fmla="*/ 1 h 12566"/>
                  <a:gd name="T14" fmla="*/ 2 w 146"/>
                  <a:gd name="T15" fmla="*/ 1 h 12566"/>
                  <a:gd name="T16" fmla="*/ 2 w 146"/>
                  <a:gd name="T17" fmla="*/ 0 h 12566"/>
                  <a:gd name="T18" fmla="*/ 2 w 146"/>
                  <a:gd name="T19" fmla="*/ 0 h 12566"/>
                  <a:gd name="T20" fmla="*/ 2 w 146"/>
                  <a:gd name="T21" fmla="*/ 193 h 12566"/>
                  <a:gd name="T22" fmla="*/ 2 w 146"/>
                  <a:gd name="T23" fmla="*/ 194 h 12566"/>
                  <a:gd name="T24" fmla="*/ 2 w 146"/>
                  <a:gd name="T25" fmla="*/ 194 h 12566"/>
                  <a:gd name="T26" fmla="*/ 1 w 146"/>
                  <a:gd name="T27" fmla="*/ 195 h 12566"/>
                  <a:gd name="T28" fmla="*/ 1 w 146"/>
                  <a:gd name="T29" fmla="*/ 195 h 12566"/>
                  <a:gd name="T30" fmla="*/ 1 w 146"/>
                  <a:gd name="T31" fmla="*/ 195 h 12566"/>
                  <a:gd name="T32" fmla="*/ 1 w 146"/>
                  <a:gd name="T33" fmla="*/ 196 h 12566"/>
                  <a:gd name="T34" fmla="*/ 0 w 146"/>
                  <a:gd name="T35" fmla="*/ 196 h 12566"/>
                  <a:gd name="T36" fmla="*/ 0 w 146"/>
                  <a:gd name="T37" fmla="*/ 196 h 1256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566"/>
                  <a:gd name="T59" fmla="*/ 146 w 146"/>
                  <a:gd name="T60" fmla="*/ 12566 h 1256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566">
                    <a:moveTo>
                      <a:pt x="0" y="12566"/>
                    </a:moveTo>
                    <a:lnTo>
                      <a:pt x="0" y="191"/>
                    </a:lnTo>
                    <a:lnTo>
                      <a:pt x="20" y="168"/>
                    </a:lnTo>
                    <a:lnTo>
                      <a:pt x="40" y="145"/>
                    </a:lnTo>
                    <a:lnTo>
                      <a:pt x="60" y="121"/>
                    </a:lnTo>
                    <a:lnTo>
                      <a:pt x="79" y="97"/>
                    </a:lnTo>
                    <a:lnTo>
                      <a:pt x="96" y="73"/>
                    </a:lnTo>
                    <a:lnTo>
                      <a:pt x="114" y="50"/>
                    </a:lnTo>
                    <a:lnTo>
                      <a:pt x="130" y="25"/>
                    </a:lnTo>
                    <a:lnTo>
                      <a:pt x="146" y="0"/>
                    </a:lnTo>
                    <a:lnTo>
                      <a:pt x="146" y="12375"/>
                    </a:lnTo>
                    <a:lnTo>
                      <a:pt x="130" y="12400"/>
                    </a:lnTo>
                    <a:lnTo>
                      <a:pt x="114" y="12425"/>
                    </a:lnTo>
                    <a:lnTo>
                      <a:pt x="96" y="12449"/>
                    </a:lnTo>
                    <a:lnTo>
                      <a:pt x="79" y="12473"/>
                    </a:lnTo>
                    <a:lnTo>
                      <a:pt x="60" y="12497"/>
                    </a:lnTo>
                    <a:lnTo>
                      <a:pt x="40" y="12520"/>
                    </a:lnTo>
                    <a:lnTo>
                      <a:pt x="20" y="12543"/>
                    </a:lnTo>
                    <a:lnTo>
                      <a:pt x="0" y="12566"/>
                    </a:lnTo>
                    <a:close/>
                  </a:path>
                </a:pathLst>
              </a:custGeom>
              <a:solidFill>
                <a:srgbClr val="DEE3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4" name="Freeform 55"/>
              <p:cNvSpPr>
                <a:spLocks/>
              </p:cNvSpPr>
              <p:nvPr/>
            </p:nvSpPr>
            <p:spPr bwMode="auto">
              <a:xfrm>
                <a:off x="1336" y="1753"/>
                <a:ext cx="18" cy="1578"/>
              </a:xfrm>
              <a:custGeom>
                <a:avLst/>
                <a:gdLst>
                  <a:gd name="T0" fmla="*/ 0 w 147"/>
                  <a:gd name="T1" fmla="*/ 197 h 12624"/>
                  <a:gd name="T2" fmla="*/ 0 w 147"/>
                  <a:gd name="T3" fmla="*/ 4 h 12624"/>
                  <a:gd name="T4" fmla="*/ 0 w 147"/>
                  <a:gd name="T5" fmla="*/ 3 h 12624"/>
                  <a:gd name="T6" fmla="*/ 1 w 147"/>
                  <a:gd name="T7" fmla="*/ 3 h 12624"/>
                  <a:gd name="T8" fmla="*/ 1 w 147"/>
                  <a:gd name="T9" fmla="*/ 3 h 12624"/>
                  <a:gd name="T10" fmla="*/ 1 w 147"/>
                  <a:gd name="T11" fmla="*/ 2 h 12624"/>
                  <a:gd name="T12" fmla="*/ 1 w 147"/>
                  <a:gd name="T13" fmla="*/ 2 h 12624"/>
                  <a:gd name="T14" fmla="*/ 2 w 147"/>
                  <a:gd name="T15" fmla="*/ 1 h 12624"/>
                  <a:gd name="T16" fmla="*/ 2 w 147"/>
                  <a:gd name="T17" fmla="*/ 1 h 12624"/>
                  <a:gd name="T18" fmla="*/ 2 w 147"/>
                  <a:gd name="T19" fmla="*/ 0 h 12624"/>
                  <a:gd name="T20" fmla="*/ 2 w 147"/>
                  <a:gd name="T21" fmla="*/ 193 h 12624"/>
                  <a:gd name="T22" fmla="*/ 2 w 147"/>
                  <a:gd name="T23" fmla="*/ 194 h 12624"/>
                  <a:gd name="T24" fmla="*/ 2 w 147"/>
                  <a:gd name="T25" fmla="*/ 194 h 12624"/>
                  <a:gd name="T26" fmla="*/ 1 w 147"/>
                  <a:gd name="T27" fmla="*/ 195 h 12624"/>
                  <a:gd name="T28" fmla="*/ 1 w 147"/>
                  <a:gd name="T29" fmla="*/ 195 h 12624"/>
                  <a:gd name="T30" fmla="*/ 1 w 147"/>
                  <a:gd name="T31" fmla="*/ 196 h 12624"/>
                  <a:gd name="T32" fmla="*/ 1 w 147"/>
                  <a:gd name="T33" fmla="*/ 196 h 12624"/>
                  <a:gd name="T34" fmla="*/ 0 w 147"/>
                  <a:gd name="T35" fmla="*/ 197 h 12624"/>
                  <a:gd name="T36" fmla="*/ 0 w 147"/>
                  <a:gd name="T37" fmla="*/ 197 h 1262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7"/>
                  <a:gd name="T58" fmla="*/ 0 h 12624"/>
                  <a:gd name="T59" fmla="*/ 147 w 147"/>
                  <a:gd name="T60" fmla="*/ 12624 h 1262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7" h="12624">
                    <a:moveTo>
                      <a:pt x="0" y="12624"/>
                    </a:moveTo>
                    <a:lnTo>
                      <a:pt x="0" y="248"/>
                    </a:lnTo>
                    <a:lnTo>
                      <a:pt x="23" y="219"/>
                    </a:lnTo>
                    <a:lnTo>
                      <a:pt x="44" y="188"/>
                    </a:lnTo>
                    <a:lnTo>
                      <a:pt x="64" y="158"/>
                    </a:lnTo>
                    <a:lnTo>
                      <a:pt x="83" y="127"/>
                    </a:lnTo>
                    <a:lnTo>
                      <a:pt x="101" y="96"/>
                    </a:lnTo>
                    <a:lnTo>
                      <a:pt x="118" y="64"/>
                    </a:lnTo>
                    <a:lnTo>
                      <a:pt x="133" y="33"/>
                    </a:lnTo>
                    <a:lnTo>
                      <a:pt x="147" y="0"/>
                    </a:lnTo>
                    <a:lnTo>
                      <a:pt x="147" y="12376"/>
                    </a:lnTo>
                    <a:lnTo>
                      <a:pt x="133" y="12408"/>
                    </a:lnTo>
                    <a:lnTo>
                      <a:pt x="118" y="12440"/>
                    </a:lnTo>
                    <a:lnTo>
                      <a:pt x="101" y="12471"/>
                    </a:lnTo>
                    <a:lnTo>
                      <a:pt x="83" y="12502"/>
                    </a:lnTo>
                    <a:lnTo>
                      <a:pt x="64" y="12533"/>
                    </a:lnTo>
                    <a:lnTo>
                      <a:pt x="44" y="12563"/>
                    </a:lnTo>
                    <a:lnTo>
                      <a:pt x="23" y="12594"/>
                    </a:lnTo>
                    <a:lnTo>
                      <a:pt x="0" y="12624"/>
                    </a:lnTo>
                    <a:close/>
                  </a:path>
                </a:pathLst>
              </a:custGeom>
              <a:solidFill>
                <a:srgbClr val="E0E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5" name="Freeform 56"/>
              <p:cNvSpPr>
                <a:spLocks/>
              </p:cNvSpPr>
              <p:nvPr/>
            </p:nvSpPr>
            <p:spPr bwMode="auto">
              <a:xfrm>
                <a:off x="1345" y="1708"/>
                <a:ext cx="19" cy="1609"/>
              </a:xfrm>
              <a:custGeom>
                <a:avLst/>
                <a:gdLst>
                  <a:gd name="T0" fmla="*/ 0 w 146"/>
                  <a:gd name="T1" fmla="*/ 201 h 12871"/>
                  <a:gd name="T2" fmla="*/ 0 w 146"/>
                  <a:gd name="T3" fmla="*/ 8 h 12871"/>
                  <a:gd name="T4" fmla="*/ 0 w 146"/>
                  <a:gd name="T5" fmla="*/ 7 h 12871"/>
                  <a:gd name="T6" fmla="*/ 1 w 146"/>
                  <a:gd name="T7" fmla="*/ 7 h 12871"/>
                  <a:gd name="T8" fmla="*/ 1 w 146"/>
                  <a:gd name="T9" fmla="*/ 6 h 12871"/>
                  <a:gd name="T10" fmla="*/ 1 w 146"/>
                  <a:gd name="T11" fmla="*/ 6 h 12871"/>
                  <a:gd name="T12" fmla="*/ 1 w 146"/>
                  <a:gd name="T13" fmla="*/ 6 h 12871"/>
                  <a:gd name="T14" fmla="*/ 1 w 146"/>
                  <a:gd name="T15" fmla="*/ 5 h 12871"/>
                  <a:gd name="T16" fmla="*/ 2 w 146"/>
                  <a:gd name="T17" fmla="*/ 5 h 12871"/>
                  <a:gd name="T18" fmla="*/ 2 w 146"/>
                  <a:gd name="T19" fmla="*/ 4 h 12871"/>
                  <a:gd name="T20" fmla="*/ 2 w 146"/>
                  <a:gd name="T21" fmla="*/ 4 h 12871"/>
                  <a:gd name="T22" fmla="*/ 2 w 146"/>
                  <a:gd name="T23" fmla="*/ 3 h 12871"/>
                  <a:gd name="T24" fmla="*/ 2 w 146"/>
                  <a:gd name="T25" fmla="*/ 3 h 12871"/>
                  <a:gd name="T26" fmla="*/ 2 w 146"/>
                  <a:gd name="T27" fmla="*/ 2 h 12871"/>
                  <a:gd name="T28" fmla="*/ 2 w 146"/>
                  <a:gd name="T29" fmla="*/ 2 h 12871"/>
                  <a:gd name="T30" fmla="*/ 2 w 146"/>
                  <a:gd name="T31" fmla="*/ 1 h 12871"/>
                  <a:gd name="T32" fmla="*/ 2 w 146"/>
                  <a:gd name="T33" fmla="*/ 1 h 12871"/>
                  <a:gd name="T34" fmla="*/ 2 w 146"/>
                  <a:gd name="T35" fmla="*/ 0 h 12871"/>
                  <a:gd name="T36" fmla="*/ 2 w 146"/>
                  <a:gd name="T37" fmla="*/ 195 h 12871"/>
                  <a:gd name="T38" fmla="*/ 2 w 146"/>
                  <a:gd name="T39" fmla="*/ 195 h 12871"/>
                  <a:gd name="T40" fmla="*/ 2 w 146"/>
                  <a:gd name="T41" fmla="*/ 195 h 12871"/>
                  <a:gd name="T42" fmla="*/ 2 w 146"/>
                  <a:gd name="T43" fmla="*/ 196 h 12871"/>
                  <a:gd name="T44" fmla="*/ 2 w 146"/>
                  <a:gd name="T45" fmla="*/ 196 h 12871"/>
                  <a:gd name="T46" fmla="*/ 2 w 146"/>
                  <a:gd name="T47" fmla="*/ 196 h 12871"/>
                  <a:gd name="T48" fmla="*/ 2 w 146"/>
                  <a:gd name="T49" fmla="*/ 197 h 12871"/>
                  <a:gd name="T50" fmla="*/ 2 w 146"/>
                  <a:gd name="T51" fmla="*/ 197 h 12871"/>
                  <a:gd name="T52" fmla="*/ 2 w 146"/>
                  <a:gd name="T53" fmla="*/ 197 h 12871"/>
                  <a:gd name="T54" fmla="*/ 2 w 146"/>
                  <a:gd name="T55" fmla="*/ 198 h 12871"/>
                  <a:gd name="T56" fmla="*/ 1 w 146"/>
                  <a:gd name="T57" fmla="*/ 199 h 12871"/>
                  <a:gd name="T58" fmla="*/ 1 w 146"/>
                  <a:gd name="T59" fmla="*/ 199 h 12871"/>
                  <a:gd name="T60" fmla="*/ 1 w 146"/>
                  <a:gd name="T61" fmla="*/ 200 h 12871"/>
                  <a:gd name="T62" fmla="*/ 0 w 146"/>
                  <a:gd name="T63" fmla="*/ 201 h 12871"/>
                  <a:gd name="T64" fmla="*/ 0 w 146"/>
                  <a:gd name="T65" fmla="*/ 201 h 128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46"/>
                  <a:gd name="T100" fmla="*/ 0 h 12871"/>
                  <a:gd name="T101" fmla="*/ 146 w 146"/>
                  <a:gd name="T102" fmla="*/ 12871 h 128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46" h="12871">
                    <a:moveTo>
                      <a:pt x="0" y="12871"/>
                    </a:moveTo>
                    <a:lnTo>
                      <a:pt x="0" y="496"/>
                    </a:lnTo>
                    <a:lnTo>
                      <a:pt x="17" y="467"/>
                    </a:lnTo>
                    <a:lnTo>
                      <a:pt x="33" y="438"/>
                    </a:lnTo>
                    <a:lnTo>
                      <a:pt x="48" y="409"/>
                    </a:lnTo>
                    <a:lnTo>
                      <a:pt x="62" y="378"/>
                    </a:lnTo>
                    <a:lnTo>
                      <a:pt x="75" y="348"/>
                    </a:lnTo>
                    <a:lnTo>
                      <a:pt x="87" y="318"/>
                    </a:lnTo>
                    <a:lnTo>
                      <a:pt x="98" y="287"/>
                    </a:lnTo>
                    <a:lnTo>
                      <a:pt x="108" y="256"/>
                    </a:lnTo>
                    <a:lnTo>
                      <a:pt x="116" y="225"/>
                    </a:lnTo>
                    <a:lnTo>
                      <a:pt x="123" y="194"/>
                    </a:lnTo>
                    <a:lnTo>
                      <a:pt x="130" y="162"/>
                    </a:lnTo>
                    <a:lnTo>
                      <a:pt x="136" y="130"/>
                    </a:lnTo>
                    <a:lnTo>
                      <a:pt x="140" y="98"/>
                    </a:lnTo>
                    <a:lnTo>
                      <a:pt x="142" y="65"/>
                    </a:lnTo>
                    <a:lnTo>
                      <a:pt x="144" y="33"/>
                    </a:lnTo>
                    <a:lnTo>
                      <a:pt x="145" y="0"/>
                    </a:lnTo>
                    <a:lnTo>
                      <a:pt x="146" y="12450"/>
                    </a:lnTo>
                    <a:lnTo>
                      <a:pt x="145" y="12473"/>
                    </a:lnTo>
                    <a:lnTo>
                      <a:pt x="142" y="12495"/>
                    </a:lnTo>
                    <a:lnTo>
                      <a:pt x="137" y="12518"/>
                    </a:lnTo>
                    <a:lnTo>
                      <a:pt x="130" y="12540"/>
                    </a:lnTo>
                    <a:lnTo>
                      <a:pt x="126" y="12560"/>
                    </a:lnTo>
                    <a:lnTo>
                      <a:pt x="120" y="12582"/>
                    </a:lnTo>
                    <a:lnTo>
                      <a:pt x="115" y="12604"/>
                    </a:lnTo>
                    <a:lnTo>
                      <a:pt x="109" y="12626"/>
                    </a:lnTo>
                    <a:lnTo>
                      <a:pt x="96" y="12667"/>
                    </a:lnTo>
                    <a:lnTo>
                      <a:pt x="81" y="12710"/>
                    </a:lnTo>
                    <a:lnTo>
                      <a:pt x="63" y="12750"/>
                    </a:lnTo>
                    <a:lnTo>
                      <a:pt x="44" y="12792"/>
                    </a:lnTo>
                    <a:lnTo>
                      <a:pt x="23" y="12831"/>
                    </a:lnTo>
                    <a:lnTo>
                      <a:pt x="0" y="12871"/>
                    </a:lnTo>
                    <a:close/>
                  </a:path>
                </a:pathLst>
              </a:custGeom>
              <a:solidFill>
                <a:srgbClr val="E1E4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6" name="Freeform 57"/>
              <p:cNvSpPr>
                <a:spLocks/>
              </p:cNvSpPr>
              <p:nvPr/>
            </p:nvSpPr>
            <p:spPr bwMode="auto">
              <a:xfrm>
                <a:off x="1354" y="1708"/>
                <a:ext cx="10" cy="1592"/>
              </a:xfrm>
              <a:custGeom>
                <a:avLst/>
                <a:gdLst>
                  <a:gd name="T0" fmla="*/ 0 w 73"/>
                  <a:gd name="T1" fmla="*/ 199 h 12729"/>
                  <a:gd name="T2" fmla="*/ 0 w 73"/>
                  <a:gd name="T3" fmla="*/ 6 h 12729"/>
                  <a:gd name="T4" fmla="*/ 0 w 73"/>
                  <a:gd name="T5" fmla="*/ 5 h 12729"/>
                  <a:gd name="T6" fmla="*/ 0 w 73"/>
                  <a:gd name="T7" fmla="*/ 5 h 12729"/>
                  <a:gd name="T8" fmla="*/ 0 w 73"/>
                  <a:gd name="T9" fmla="*/ 5 h 12729"/>
                  <a:gd name="T10" fmla="*/ 1 w 73"/>
                  <a:gd name="T11" fmla="*/ 4 h 12729"/>
                  <a:gd name="T12" fmla="*/ 1 w 73"/>
                  <a:gd name="T13" fmla="*/ 4 h 12729"/>
                  <a:gd name="T14" fmla="*/ 1 w 73"/>
                  <a:gd name="T15" fmla="*/ 4 h 12729"/>
                  <a:gd name="T16" fmla="*/ 1 w 73"/>
                  <a:gd name="T17" fmla="*/ 3 h 12729"/>
                  <a:gd name="T18" fmla="*/ 1 w 73"/>
                  <a:gd name="T19" fmla="*/ 3 h 12729"/>
                  <a:gd name="T20" fmla="*/ 1 w 73"/>
                  <a:gd name="T21" fmla="*/ 3 h 12729"/>
                  <a:gd name="T22" fmla="*/ 1 w 73"/>
                  <a:gd name="T23" fmla="*/ 2 h 12729"/>
                  <a:gd name="T24" fmla="*/ 1 w 73"/>
                  <a:gd name="T25" fmla="*/ 2 h 12729"/>
                  <a:gd name="T26" fmla="*/ 1 w 73"/>
                  <a:gd name="T27" fmla="*/ 1 h 12729"/>
                  <a:gd name="T28" fmla="*/ 1 w 73"/>
                  <a:gd name="T29" fmla="*/ 1 h 12729"/>
                  <a:gd name="T30" fmla="*/ 1 w 73"/>
                  <a:gd name="T31" fmla="*/ 1 h 12729"/>
                  <a:gd name="T32" fmla="*/ 1 w 73"/>
                  <a:gd name="T33" fmla="*/ 0 h 12729"/>
                  <a:gd name="T34" fmla="*/ 1 w 73"/>
                  <a:gd name="T35" fmla="*/ 0 h 12729"/>
                  <a:gd name="T36" fmla="*/ 1 w 73"/>
                  <a:gd name="T37" fmla="*/ 195 h 12729"/>
                  <a:gd name="T38" fmla="*/ 1 w 73"/>
                  <a:gd name="T39" fmla="*/ 195 h 12729"/>
                  <a:gd name="T40" fmla="*/ 1 w 73"/>
                  <a:gd name="T41" fmla="*/ 195 h 12729"/>
                  <a:gd name="T42" fmla="*/ 1 w 73"/>
                  <a:gd name="T43" fmla="*/ 196 h 12729"/>
                  <a:gd name="T44" fmla="*/ 1 w 73"/>
                  <a:gd name="T45" fmla="*/ 196 h 12729"/>
                  <a:gd name="T46" fmla="*/ 1 w 73"/>
                  <a:gd name="T47" fmla="*/ 196 h 12729"/>
                  <a:gd name="T48" fmla="*/ 1 w 73"/>
                  <a:gd name="T49" fmla="*/ 197 h 12729"/>
                  <a:gd name="T50" fmla="*/ 1 w 73"/>
                  <a:gd name="T51" fmla="*/ 197 h 12729"/>
                  <a:gd name="T52" fmla="*/ 1 w 73"/>
                  <a:gd name="T53" fmla="*/ 198 h 12729"/>
                  <a:gd name="T54" fmla="*/ 1 w 73"/>
                  <a:gd name="T55" fmla="*/ 198 h 12729"/>
                  <a:gd name="T56" fmla="*/ 0 w 73"/>
                  <a:gd name="T57" fmla="*/ 198 h 12729"/>
                  <a:gd name="T58" fmla="*/ 0 w 73"/>
                  <a:gd name="T59" fmla="*/ 199 h 12729"/>
                  <a:gd name="T60" fmla="*/ 0 w 73"/>
                  <a:gd name="T61" fmla="*/ 199 h 12729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73"/>
                  <a:gd name="T94" fmla="*/ 0 h 12729"/>
                  <a:gd name="T95" fmla="*/ 73 w 73"/>
                  <a:gd name="T96" fmla="*/ 12729 h 12729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73" h="12729">
                    <a:moveTo>
                      <a:pt x="0" y="12729"/>
                    </a:moveTo>
                    <a:lnTo>
                      <a:pt x="0" y="353"/>
                    </a:lnTo>
                    <a:lnTo>
                      <a:pt x="9" y="332"/>
                    </a:lnTo>
                    <a:lnTo>
                      <a:pt x="16" y="310"/>
                    </a:lnTo>
                    <a:lnTo>
                      <a:pt x="25" y="289"/>
                    </a:lnTo>
                    <a:lnTo>
                      <a:pt x="31" y="267"/>
                    </a:lnTo>
                    <a:lnTo>
                      <a:pt x="38" y="246"/>
                    </a:lnTo>
                    <a:lnTo>
                      <a:pt x="43" y="224"/>
                    </a:lnTo>
                    <a:lnTo>
                      <a:pt x="48" y="202"/>
                    </a:lnTo>
                    <a:lnTo>
                      <a:pt x="54" y="180"/>
                    </a:lnTo>
                    <a:lnTo>
                      <a:pt x="58" y="158"/>
                    </a:lnTo>
                    <a:lnTo>
                      <a:pt x="62" y="136"/>
                    </a:lnTo>
                    <a:lnTo>
                      <a:pt x="65" y="114"/>
                    </a:lnTo>
                    <a:lnTo>
                      <a:pt x="67" y="91"/>
                    </a:lnTo>
                    <a:lnTo>
                      <a:pt x="69" y="68"/>
                    </a:lnTo>
                    <a:lnTo>
                      <a:pt x="71" y="45"/>
                    </a:lnTo>
                    <a:lnTo>
                      <a:pt x="71" y="22"/>
                    </a:lnTo>
                    <a:lnTo>
                      <a:pt x="72" y="0"/>
                    </a:lnTo>
                    <a:lnTo>
                      <a:pt x="73" y="12450"/>
                    </a:lnTo>
                    <a:lnTo>
                      <a:pt x="72" y="12473"/>
                    </a:lnTo>
                    <a:lnTo>
                      <a:pt x="69" y="12495"/>
                    </a:lnTo>
                    <a:lnTo>
                      <a:pt x="64" y="12518"/>
                    </a:lnTo>
                    <a:lnTo>
                      <a:pt x="57" y="12540"/>
                    </a:lnTo>
                    <a:lnTo>
                      <a:pt x="51" y="12564"/>
                    </a:lnTo>
                    <a:lnTo>
                      <a:pt x="46" y="12587"/>
                    </a:lnTo>
                    <a:lnTo>
                      <a:pt x="40" y="12611"/>
                    </a:lnTo>
                    <a:lnTo>
                      <a:pt x="34" y="12635"/>
                    </a:lnTo>
                    <a:lnTo>
                      <a:pt x="26" y="12659"/>
                    </a:lnTo>
                    <a:lnTo>
                      <a:pt x="18" y="12682"/>
                    </a:lnTo>
                    <a:lnTo>
                      <a:pt x="9" y="12705"/>
                    </a:lnTo>
                    <a:lnTo>
                      <a:pt x="0" y="12729"/>
                    </a:lnTo>
                    <a:close/>
                  </a:path>
                </a:pathLst>
              </a:custGeom>
              <a:solidFill>
                <a:srgbClr val="E5E5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7" name="Freeform 58"/>
              <p:cNvSpPr>
                <a:spLocks/>
              </p:cNvSpPr>
              <p:nvPr/>
            </p:nvSpPr>
            <p:spPr bwMode="auto">
              <a:xfrm>
                <a:off x="906" y="1708"/>
                <a:ext cx="458" cy="1706"/>
              </a:xfrm>
              <a:custGeom>
                <a:avLst/>
                <a:gdLst>
                  <a:gd name="T0" fmla="*/ 57 w 3661"/>
                  <a:gd name="T1" fmla="*/ 195 h 13643"/>
                  <a:gd name="T2" fmla="*/ 57 w 3661"/>
                  <a:gd name="T3" fmla="*/ 196 h 13643"/>
                  <a:gd name="T4" fmla="*/ 56 w 3661"/>
                  <a:gd name="T5" fmla="*/ 199 h 13643"/>
                  <a:gd name="T6" fmla="*/ 55 w 3661"/>
                  <a:gd name="T7" fmla="*/ 201 h 13643"/>
                  <a:gd name="T8" fmla="*/ 53 w 3661"/>
                  <a:gd name="T9" fmla="*/ 204 h 13643"/>
                  <a:gd name="T10" fmla="*/ 51 w 3661"/>
                  <a:gd name="T11" fmla="*/ 206 h 13643"/>
                  <a:gd name="T12" fmla="*/ 49 w 3661"/>
                  <a:gd name="T13" fmla="*/ 208 h 13643"/>
                  <a:gd name="T14" fmla="*/ 46 w 3661"/>
                  <a:gd name="T15" fmla="*/ 209 h 13643"/>
                  <a:gd name="T16" fmla="*/ 42 w 3661"/>
                  <a:gd name="T17" fmla="*/ 211 h 13643"/>
                  <a:gd name="T18" fmla="*/ 39 w 3661"/>
                  <a:gd name="T19" fmla="*/ 212 h 13643"/>
                  <a:gd name="T20" fmla="*/ 35 w 3661"/>
                  <a:gd name="T21" fmla="*/ 213 h 13643"/>
                  <a:gd name="T22" fmla="*/ 31 w 3661"/>
                  <a:gd name="T23" fmla="*/ 213 h 13643"/>
                  <a:gd name="T24" fmla="*/ 28 w 3661"/>
                  <a:gd name="T25" fmla="*/ 213 h 13643"/>
                  <a:gd name="T26" fmla="*/ 25 w 3661"/>
                  <a:gd name="T27" fmla="*/ 213 h 13643"/>
                  <a:gd name="T28" fmla="*/ 21 w 3661"/>
                  <a:gd name="T29" fmla="*/ 212 h 13643"/>
                  <a:gd name="T30" fmla="*/ 18 w 3661"/>
                  <a:gd name="T31" fmla="*/ 212 h 13643"/>
                  <a:gd name="T32" fmla="*/ 14 w 3661"/>
                  <a:gd name="T33" fmla="*/ 210 h 13643"/>
                  <a:gd name="T34" fmla="*/ 11 w 3661"/>
                  <a:gd name="T35" fmla="*/ 209 h 13643"/>
                  <a:gd name="T36" fmla="*/ 8 w 3661"/>
                  <a:gd name="T37" fmla="*/ 207 h 13643"/>
                  <a:gd name="T38" fmla="*/ 5 w 3661"/>
                  <a:gd name="T39" fmla="*/ 205 h 13643"/>
                  <a:gd name="T40" fmla="*/ 2 w 3661"/>
                  <a:gd name="T41" fmla="*/ 202 h 13643"/>
                  <a:gd name="T42" fmla="*/ 1 w 3661"/>
                  <a:gd name="T43" fmla="*/ 199 h 13643"/>
                  <a:gd name="T44" fmla="*/ 0 w 3661"/>
                  <a:gd name="T45" fmla="*/ 196 h 13643"/>
                  <a:gd name="T46" fmla="*/ 0 w 3661"/>
                  <a:gd name="T47" fmla="*/ 194 h 13643"/>
                  <a:gd name="T48" fmla="*/ 0 w 3661"/>
                  <a:gd name="T49" fmla="*/ 0 h 13643"/>
                  <a:gd name="T50" fmla="*/ 0 w 3661"/>
                  <a:gd name="T51" fmla="*/ 3 h 13643"/>
                  <a:gd name="T52" fmla="*/ 1 w 3661"/>
                  <a:gd name="T53" fmla="*/ 6 h 13643"/>
                  <a:gd name="T54" fmla="*/ 3 w 3661"/>
                  <a:gd name="T55" fmla="*/ 9 h 13643"/>
                  <a:gd name="T56" fmla="*/ 5 w 3661"/>
                  <a:gd name="T57" fmla="*/ 11 h 13643"/>
                  <a:gd name="T58" fmla="*/ 7 w 3661"/>
                  <a:gd name="T59" fmla="*/ 13 h 13643"/>
                  <a:gd name="T60" fmla="*/ 10 w 3661"/>
                  <a:gd name="T61" fmla="*/ 15 h 13643"/>
                  <a:gd name="T62" fmla="*/ 14 w 3661"/>
                  <a:gd name="T63" fmla="*/ 17 h 13643"/>
                  <a:gd name="T64" fmla="*/ 18 w 3661"/>
                  <a:gd name="T65" fmla="*/ 18 h 13643"/>
                  <a:gd name="T66" fmla="*/ 22 w 3661"/>
                  <a:gd name="T67" fmla="*/ 19 h 13643"/>
                  <a:gd name="T68" fmla="*/ 26 w 3661"/>
                  <a:gd name="T69" fmla="*/ 20 h 13643"/>
                  <a:gd name="T70" fmla="*/ 30 w 3661"/>
                  <a:gd name="T71" fmla="*/ 20 h 13643"/>
                  <a:gd name="T72" fmla="*/ 34 w 3661"/>
                  <a:gd name="T73" fmla="*/ 19 h 13643"/>
                  <a:gd name="T74" fmla="*/ 39 w 3661"/>
                  <a:gd name="T75" fmla="*/ 19 h 13643"/>
                  <a:gd name="T76" fmla="*/ 42 w 3661"/>
                  <a:gd name="T77" fmla="*/ 17 h 13643"/>
                  <a:gd name="T78" fmla="*/ 46 w 3661"/>
                  <a:gd name="T79" fmla="*/ 16 h 13643"/>
                  <a:gd name="T80" fmla="*/ 49 w 3661"/>
                  <a:gd name="T81" fmla="*/ 14 h 13643"/>
                  <a:gd name="T82" fmla="*/ 52 w 3661"/>
                  <a:gd name="T83" fmla="*/ 12 h 13643"/>
                  <a:gd name="T84" fmla="*/ 54 w 3661"/>
                  <a:gd name="T85" fmla="*/ 10 h 13643"/>
                  <a:gd name="T86" fmla="*/ 56 w 3661"/>
                  <a:gd name="T87" fmla="*/ 7 h 13643"/>
                  <a:gd name="T88" fmla="*/ 57 w 3661"/>
                  <a:gd name="T89" fmla="*/ 4 h 13643"/>
                  <a:gd name="T90" fmla="*/ 57 w 3661"/>
                  <a:gd name="T91" fmla="*/ 1 h 1364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661"/>
                  <a:gd name="T139" fmla="*/ 0 h 13643"/>
                  <a:gd name="T140" fmla="*/ 3661 w 3661"/>
                  <a:gd name="T141" fmla="*/ 13643 h 1364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661" h="13643">
                    <a:moveTo>
                      <a:pt x="3660" y="0"/>
                    </a:moveTo>
                    <a:lnTo>
                      <a:pt x="3661" y="12450"/>
                    </a:lnTo>
                    <a:lnTo>
                      <a:pt x="3660" y="12473"/>
                    </a:lnTo>
                    <a:lnTo>
                      <a:pt x="3657" y="12495"/>
                    </a:lnTo>
                    <a:lnTo>
                      <a:pt x="3652" y="12518"/>
                    </a:lnTo>
                    <a:lnTo>
                      <a:pt x="3645" y="12540"/>
                    </a:lnTo>
                    <a:lnTo>
                      <a:pt x="3632" y="12597"/>
                    </a:lnTo>
                    <a:lnTo>
                      <a:pt x="3616" y="12654"/>
                    </a:lnTo>
                    <a:lnTo>
                      <a:pt x="3596" y="12710"/>
                    </a:lnTo>
                    <a:lnTo>
                      <a:pt x="3572" y="12766"/>
                    </a:lnTo>
                    <a:lnTo>
                      <a:pt x="3545" y="12820"/>
                    </a:lnTo>
                    <a:lnTo>
                      <a:pt x="3514" y="12872"/>
                    </a:lnTo>
                    <a:lnTo>
                      <a:pt x="3481" y="12924"/>
                    </a:lnTo>
                    <a:lnTo>
                      <a:pt x="3443" y="12975"/>
                    </a:lnTo>
                    <a:lnTo>
                      <a:pt x="3403" y="13023"/>
                    </a:lnTo>
                    <a:lnTo>
                      <a:pt x="3360" y="13071"/>
                    </a:lnTo>
                    <a:lnTo>
                      <a:pt x="3314" y="13118"/>
                    </a:lnTo>
                    <a:lnTo>
                      <a:pt x="3265" y="13163"/>
                    </a:lnTo>
                    <a:lnTo>
                      <a:pt x="3213" y="13205"/>
                    </a:lnTo>
                    <a:lnTo>
                      <a:pt x="3159" y="13247"/>
                    </a:lnTo>
                    <a:lnTo>
                      <a:pt x="3102" y="13287"/>
                    </a:lnTo>
                    <a:lnTo>
                      <a:pt x="3043" y="13324"/>
                    </a:lnTo>
                    <a:lnTo>
                      <a:pt x="2981" y="13361"/>
                    </a:lnTo>
                    <a:lnTo>
                      <a:pt x="2917" y="13395"/>
                    </a:lnTo>
                    <a:lnTo>
                      <a:pt x="2851" y="13428"/>
                    </a:lnTo>
                    <a:lnTo>
                      <a:pt x="2782" y="13458"/>
                    </a:lnTo>
                    <a:lnTo>
                      <a:pt x="2712" y="13486"/>
                    </a:lnTo>
                    <a:lnTo>
                      <a:pt x="2640" y="13512"/>
                    </a:lnTo>
                    <a:lnTo>
                      <a:pt x="2565" y="13537"/>
                    </a:lnTo>
                    <a:lnTo>
                      <a:pt x="2490" y="13558"/>
                    </a:lnTo>
                    <a:lnTo>
                      <a:pt x="2412" y="13578"/>
                    </a:lnTo>
                    <a:lnTo>
                      <a:pt x="2333" y="13595"/>
                    </a:lnTo>
                    <a:lnTo>
                      <a:pt x="2252" y="13610"/>
                    </a:lnTo>
                    <a:lnTo>
                      <a:pt x="2170" y="13621"/>
                    </a:lnTo>
                    <a:lnTo>
                      <a:pt x="2087" y="13631"/>
                    </a:lnTo>
                    <a:lnTo>
                      <a:pt x="2002" y="13638"/>
                    </a:lnTo>
                    <a:lnTo>
                      <a:pt x="1917" y="13642"/>
                    </a:lnTo>
                    <a:lnTo>
                      <a:pt x="1830" y="13643"/>
                    </a:lnTo>
                    <a:lnTo>
                      <a:pt x="1769" y="13642"/>
                    </a:lnTo>
                    <a:lnTo>
                      <a:pt x="1706" y="13639"/>
                    </a:lnTo>
                    <a:lnTo>
                      <a:pt x="1641" y="13634"/>
                    </a:lnTo>
                    <a:lnTo>
                      <a:pt x="1572" y="13626"/>
                    </a:lnTo>
                    <a:lnTo>
                      <a:pt x="1502" y="13616"/>
                    </a:lnTo>
                    <a:lnTo>
                      <a:pt x="1429" y="13605"/>
                    </a:lnTo>
                    <a:lnTo>
                      <a:pt x="1355" y="13590"/>
                    </a:lnTo>
                    <a:lnTo>
                      <a:pt x="1281" y="13574"/>
                    </a:lnTo>
                    <a:lnTo>
                      <a:pt x="1205" y="13556"/>
                    </a:lnTo>
                    <a:lnTo>
                      <a:pt x="1129" y="13534"/>
                    </a:lnTo>
                    <a:lnTo>
                      <a:pt x="1052" y="13511"/>
                    </a:lnTo>
                    <a:lnTo>
                      <a:pt x="977" y="13485"/>
                    </a:lnTo>
                    <a:lnTo>
                      <a:pt x="901" y="13457"/>
                    </a:lnTo>
                    <a:lnTo>
                      <a:pt x="827" y="13427"/>
                    </a:lnTo>
                    <a:lnTo>
                      <a:pt x="753" y="13394"/>
                    </a:lnTo>
                    <a:lnTo>
                      <a:pt x="681" y="13359"/>
                    </a:lnTo>
                    <a:lnTo>
                      <a:pt x="611" y="13321"/>
                    </a:lnTo>
                    <a:lnTo>
                      <a:pt x="543" y="13282"/>
                    </a:lnTo>
                    <a:lnTo>
                      <a:pt x="477" y="13239"/>
                    </a:lnTo>
                    <a:lnTo>
                      <a:pt x="415" y="13194"/>
                    </a:lnTo>
                    <a:lnTo>
                      <a:pt x="355" y="13146"/>
                    </a:lnTo>
                    <a:lnTo>
                      <a:pt x="299" y="13096"/>
                    </a:lnTo>
                    <a:lnTo>
                      <a:pt x="247" y="13043"/>
                    </a:lnTo>
                    <a:lnTo>
                      <a:pt x="198" y="12988"/>
                    </a:lnTo>
                    <a:lnTo>
                      <a:pt x="155" y="12930"/>
                    </a:lnTo>
                    <a:lnTo>
                      <a:pt x="116" y="12870"/>
                    </a:lnTo>
                    <a:lnTo>
                      <a:pt x="82" y="12806"/>
                    </a:lnTo>
                    <a:lnTo>
                      <a:pt x="54" y="12741"/>
                    </a:lnTo>
                    <a:lnTo>
                      <a:pt x="31" y="12673"/>
                    </a:lnTo>
                    <a:lnTo>
                      <a:pt x="15" y="12602"/>
                    </a:lnTo>
                    <a:lnTo>
                      <a:pt x="4" y="12528"/>
                    </a:lnTo>
                    <a:lnTo>
                      <a:pt x="1" y="12451"/>
                    </a:lnTo>
                    <a:lnTo>
                      <a:pt x="0" y="12423"/>
                    </a:lnTo>
                    <a:lnTo>
                      <a:pt x="0" y="12395"/>
                    </a:lnTo>
                    <a:lnTo>
                      <a:pt x="0" y="12366"/>
                    </a:lnTo>
                    <a:lnTo>
                      <a:pt x="1" y="12338"/>
                    </a:lnTo>
                    <a:lnTo>
                      <a:pt x="0" y="0"/>
                    </a:lnTo>
                    <a:lnTo>
                      <a:pt x="2" y="65"/>
                    </a:lnTo>
                    <a:lnTo>
                      <a:pt x="9" y="129"/>
                    </a:lnTo>
                    <a:lnTo>
                      <a:pt x="21" y="193"/>
                    </a:lnTo>
                    <a:lnTo>
                      <a:pt x="37" y="256"/>
                    </a:lnTo>
                    <a:lnTo>
                      <a:pt x="57" y="317"/>
                    </a:lnTo>
                    <a:lnTo>
                      <a:pt x="82" y="377"/>
                    </a:lnTo>
                    <a:lnTo>
                      <a:pt x="111" y="436"/>
                    </a:lnTo>
                    <a:lnTo>
                      <a:pt x="143" y="494"/>
                    </a:lnTo>
                    <a:lnTo>
                      <a:pt x="181" y="550"/>
                    </a:lnTo>
                    <a:lnTo>
                      <a:pt x="221" y="605"/>
                    </a:lnTo>
                    <a:lnTo>
                      <a:pt x="265" y="658"/>
                    </a:lnTo>
                    <a:lnTo>
                      <a:pt x="312" y="709"/>
                    </a:lnTo>
                    <a:lnTo>
                      <a:pt x="363" y="758"/>
                    </a:lnTo>
                    <a:lnTo>
                      <a:pt x="418" y="806"/>
                    </a:lnTo>
                    <a:lnTo>
                      <a:pt x="475" y="853"/>
                    </a:lnTo>
                    <a:lnTo>
                      <a:pt x="536" y="896"/>
                    </a:lnTo>
                    <a:lnTo>
                      <a:pt x="600" y="939"/>
                    </a:lnTo>
                    <a:lnTo>
                      <a:pt x="666" y="978"/>
                    </a:lnTo>
                    <a:lnTo>
                      <a:pt x="735" y="1016"/>
                    </a:lnTo>
                    <a:lnTo>
                      <a:pt x="806" y="1051"/>
                    </a:lnTo>
                    <a:lnTo>
                      <a:pt x="881" y="1084"/>
                    </a:lnTo>
                    <a:lnTo>
                      <a:pt x="958" y="1114"/>
                    </a:lnTo>
                    <a:lnTo>
                      <a:pt x="1037" y="1142"/>
                    </a:lnTo>
                    <a:lnTo>
                      <a:pt x="1118" y="1168"/>
                    </a:lnTo>
                    <a:lnTo>
                      <a:pt x="1201" y="1191"/>
                    </a:lnTo>
                    <a:lnTo>
                      <a:pt x="1286" y="1211"/>
                    </a:lnTo>
                    <a:lnTo>
                      <a:pt x="1373" y="1228"/>
                    </a:lnTo>
                    <a:lnTo>
                      <a:pt x="1461" y="1242"/>
                    </a:lnTo>
                    <a:lnTo>
                      <a:pt x="1552" y="1254"/>
                    </a:lnTo>
                    <a:lnTo>
                      <a:pt x="1643" y="1261"/>
                    </a:lnTo>
                    <a:lnTo>
                      <a:pt x="1736" y="1266"/>
                    </a:lnTo>
                    <a:lnTo>
                      <a:pt x="1830" y="1268"/>
                    </a:lnTo>
                    <a:lnTo>
                      <a:pt x="1924" y="1266"/>
                    </a:lnTo>
                    <a:lnTo>
                      <a:pt x="2017" y="1261"/>
                    </a:lnTo>
                    <a:lnTo>
                      <a:pt x="2109" y="1254"/>
                    </a:lnTo>
                    <a:lnTo>
                      <a:pt x="2199" y="1242"/>
                    </a:lnTo>
                    <a:lnTo>
                      <a:pt x="2287" y="1228"/>
                    </a:lnTo>
                    <a:lnTo>
                      <a:pt x="2374" y="1211"/>
                    </a:lnTo>
                    <a:lnTo>
                      <a:pt x="2460" y="1191"/>
                    </a:lnTo>
                    <a:lnTo>
                      <a:pt x="2543" y="1168"/>
                    </a:lnTo>
                    <a:lnTo>
                      <a:pt x="2624" y="1142"/>
                    </a:lnTo>
                    <a:lnTo>
                      <a:pt x="2702" y="1114"/>
                    </a:lnTo>
                    <a:lnTo>
                      <a:pt x="2779" y="1084"/>
                    </a:lnTo>
                    <a:lnTo>
                      <a:pt x="2853" y="1051"/>
                    </a:lnTo>
                    <a:lnTo>
                      <a:pt x="2924" y="1016"/>
                    </a:lnTo>
                    <a:lnTo>
                      <a:pt x="2994" y="978"/>
                    </a:lnTo>
                    <a:lnTo>
                      <a:pt x="3060" y="938"/>
                    </a:lnTo>
                    <a:lnTo>
                      <a:pt x="3124" y="896"/>
                    </a:lnTo>
                    <a:lnTo>
                      <a:pt x="3185" y="852"/>
                    </a:lnTo>
                    <a:lnTo>
                      <a:pt x="3242" y="806"/>
                    </a:lnTo>
                    <a:lnTo>
                      <a:pt x="3296" y="758"/>
                    </a:lnTo>
                    <a:lnTo>
                      <a:pt x="3348" y="709"/>
                    </a:lnTo>
                    <a:lnTo>
                      <a:pt x="3395" y="658"/>
                    </a:lnTo>
                    <a:lnTo>
                      <a:pt x="3439" y="604"/>
                    </a:lnTo>
                    <a:lnTo>
                      <a:pt x="3480" y="550"/>
                    </a:lnTo>
                    <a:lnTo>
                      <a:pt x="3516" y="494"/>
                    </a:lnTo>
                    <a:lnTo>
                      <a:pt x="3549" y="436"/>
                    </a:lnTo>
                    <a:lnTo>
                      <a:pt x="3578" y="376"/>
                    </a:lnTo>
                    <a:lnTo>
                      <a:pt x="3602" y="316"/>
                    </a:lnTo>
                    <a:lnTo>
                      <a:pt x="3623" y="255"/>
                    </a:lnTo>
                    <a:lnTo>
                      <a:pt x="3638" y="193"/>
                    </a:lnTo>
                    <a:lnTo>
                      <a:pt x="3651" y="129"/>
                    </a:lnTo>
                    <a:lnTo>
                      <a:pt x="3657" y="65"/>
                    </a:lnTo>
                    <a:lnTo>
                      <a:pt x="3660" y="0"/>
                    </a:lnTo>
                    <a:close/>
                  </a:path>
                </a:pathLst>
              </a:custGeom>
              <a:noFill/>
              <a:ln w="2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8" name="Freeform 59"/>
              <p:cNvSpPr>
                <a:spLocks/>
              </p:cNvSpPr>
              <p:nvPr/>
            </p:nvSpPr>
            <p:spPr bwMode="auto">
              <a:xfrm>
                <a:off x="906" y="1550"/>
                <a:ext cx="457" cy="317"/>
              </a:xfrm>
              <a:custGeom>
                <a:avLst/>
                <a:gdLst>
                  <a:gd name="T0" fmla="*/ 31 w 3660"/>
                  <a:gd name="T1" fmla="*/ 0 h 2537"/>
                  <a:gd name="T2" fmla="*/ 36 w 3660"/>
                  <a:gd name="T3" fmla="*/ 1 h 2537"/>
                  <a:gd name="T4" fmla="*/ 40 w 3660"/>
                  <a:gd name="T5" fmla="*/ 1 h 2537"/>
                  <a:gd name="T6" fmla="*/ 43 w 3660"/>
                  <a:gd name="T7" fmla="*/ 3 h 2537"/>
                  <a:gd name="T8" fmla="*/ 47 w 3660"/>
                  <a:gd name="T9" fmla="*/ 4 h 2537"/>
                  <a:gd name="T10" fmla="*/ 50 w 3660"/>
                  <a:gd name="T11" fmla="*/ 6 h 2537"/>
                  <a:gd name="T12" fmla="*/ 52 w 3660"/>
                  <a:gd name="T13" fmla="*/ 9 h 2537"/>
                  <a:gd name="T14" fmla="*/ 54 w 3660"/>
                  <a:gd name="T15" fmla="*/ 11 h 2537"/>
                  <a:gd name="T16" fmla="*/ 56 w 3660"/>
                  <a:gd name="T17" fmla="*/ 14 h 2537"/>
                  <a:gd name="T18" fmla="*/ 57 w 3660"/>
                  <a:gd name="T19" fmla="*/ 17 h 2537"/>
                  <a:gd name="T20" fmla="*/ 57 w 3660"/>
                  <a:gd name="T21" fmla="*/ 20 h 2537"/>
                  <a:gd name="T22" fmla="*/ 57 w 3660"/>
                  <a:gd name="T23" fmla="*/ 23 h 2537"/>
                  <a:gd name="T24" fmla="*/ 56 w 3660"/>
                  <a:gd name="T25" fmla="*/ 26 h 2537"/>
                  <a:gd name="T26" fmla="*/ 54 w 3660"/>
                  <a:gd name="T27" fmla="*/ 28 h 2537"/>
                  <a:gd name="T28" fmla="*/ 52 w 3660"/>
                  <a:gd name="T29" fmla="*/ 31 h 2537"/>
                  <a:gd name="T30" fmla="*/ 50 w 3660"/>
                  <a:gd name="T31" fmla="*/ 33 h 2537"/>
                  <a:gd name="T32" fmla="*/ 47 w 3660"/>
                  <a:gd name="T33" fmla="*/ 35 h 2537"/>
                  <a:gd name="T34" fmla="*/ 43 w 3660"/>
                  <a:gd name="T35" fmla="*/ 37 h 2537"/>
                  <a:gd name="T36" fmla="*/ 40 w 3660"/>
                  <a:gd name="T37" fmla="*/ 38 h 2537"/>
                  <a:gd name="T38" fmla="*/ 36 w 3660"/>
                  <a:gd name="T39" fmla="*/ 39 h 2537"/>
                  <a:gd name="T40" fmla="*/ 31 w 3660"/>
                  <a:gd name="T41" fmla="*/ 39 h 2537"/>
                  <a:gd name="T42" fmla="*/ 27 w 3660"/>
                  <a:gd name="T43" fmla="*/ 40 h 2537"/>
                  <a:gd name="T44" fmla="*/ 23 w 3660"/>
                  <a:gd name="T45" fmla="*/ 39 h 2537"/>
                  <a:gd name="T46" fmla="*/ 19 w 3660"/>
                  <a:gd name="T47" fmla="*/ 38 h 2537"/>
                  <a:gd name="T48" fmla="*/ 15 w 3660"/>
                  <a:gd name="T49" fmla="*/ 37 h 2537"/>
                  <a:gd name="T50" fmla="*/ 11 w 3660"/>
                  <a:gd name="T51" fmla="*/ 36 h 2537"/>
                  <a:gd name="T52" fmla="*/ 8 w 3660"/>
                  <a:gd name="T53" fmla="*/ 34 h 2537"/>
                  <a:gd name="T54" fmla="*/ 6 w 3660"/>
                  <a:gd name="T55" fmla="*/ 32 h 2537"/>
                  <a:gd name="T56" fmla="*/ 3 w 3660"/>
                  <a:gd name="T57" fmla="*/ 29 h 2537"/>
                  <a:gd name="T58" fmla="*/ 2 w 3660"/>
                  <a:gd name="T59" fmla="*/ 27 h 2537"/>
                  <a:gd name="T60" fmla="*/ 1 w 3660"/>
                  <a:gd name="T61" fmla="*/ 24 h 2537"/>
                  <a:gd name="T62" fmla="*/ 0 w 3660"/>
                  <a:gd name="T63" fmla="*/ 21 h 2537"/>
                  <a:gd name="T64" fmla="*/ 0 w 3660"/>
                  <a:gd name="T65" fmla="*/ 18 h 2537"/>
                  <a:gd name="T66" fmla="*/ 1 w 3660"/>
                  <a:gd name="T67" fmla="*/ 15 h 2537"/>
                  <a:gd name="T68" fmla="*/ 2 w 3660"/>
                  <a:gd name="T69" fmla="*/ 12 h 2537"/>
                  <a:gd name="T70" fmla="*/ 4 w 3660"/>
                  <a:gd name="T71" fmla="*/ 9 h 2537"/>
                  <a:gd name="T72" fmla="*/ 6 w 3660"/>
                  <a:gd name="T73" fmla="*/ 7 h 2537"/>
                  <a:gd name="T74" fmla="*/ 9 w 3660"/>
                  <a:gd name="T75" fmla="*/ 5 h 2537"/>
                  <a:gd name="T76" fmla="*/ 13 w 3660"/>
                  <a:gd name="T77" fmla="*/ 3 h 2537"/>
                  <a:gd name="T78" fmla="*/ 16 w 3660"/>
                  <a:gd name="T79" fmla="*/ 2 h 2537"/>
                  <a:gd name="T80" fmla="*/ 20 w 3660"/>
                  <a:gd name="T81" fmla="*/ 1 h 2537"/>
                  <a:gd name="T82" fmla="*/ 24 w 3660"/>
                  <a:gd name="T83" fmla="*/ 0 h 2537"/>
                  <a:gd name="T84" fmla="*/ 29 w 3660"/>
                  <a:gd name="T85" fmla="*/ 0 h 253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660"/>
                  <a:gd name="T130" fmla="*/ 0 h 2537"/>
                  <a:gd name="T131" fmla="*/ 3660 w 3660"/>
                  <a:gd name="T132" fmla="*/ 2537 h 253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660" h="2537">
                    <a:moveTo>
                      <a:pt x="1830" y="0"/>
                    </a:moveTo>
                    <a:lnTo>
                      <a:pt x="1924" y="2"/>
                    </a:lnTo>
                    <a:lnTo>
                      <a:pt x="2017" y="6"/>
                    </a:lnTo>
                    <a:lnTo>
                      <a:pt x="2109" y="15"/>
                    </a:lnTo>
                    <a:lnTo>
                      <a:pt x="2199" y="26"/>
                    </a:lnTo>
                    <a:lnTo>
                      <a:pt x="2287" y="40"/>
                    </a:lnTo>
                    <a:lnTo>
                      <a:pt x="2374" y="57"/>
                    </a:lnTo>
                    <a:lnTo>
                      <a:pt x="2460" y="77"/>
                    </a:lnTo>
                    <a:lnTo>
                      <a:pt x="2543" y="100"/>
                    </a:lnTo>
                    <a:lnTo>
                      <a:pt x="2624" y="125"/>
                    </a:lnTo>
                    <a:lnTo>
                      <a:pt x="2702" y="153"/>
                    </a:lnTo>
                    <a:lnTo>
                      <a:pt x="2779" y="184"/>
                    </a:lnTo>
                    <a:lnTo>
                      <a:pt x="2853" y="217"/>
                    </a:lnTo>
                    <a:lnTo>
                      <a:pt x="2924" y="252"/>
                    </a:lnTo>
                    <a:lnTo>
                      <a:pt x="2994" y="290"/>
                    </a:lnTo>
                    <a:lnTo>
                      <a:pt x="3060" y="329"/>
                    </a:lnTo>
                    <a:lnTo>
                      <a:pt x="3124" y="372"/>
                    </a:lnTo>
                    <a:lnTo>
                      <a:pt x="3185" y="415"/>
                    </a:lnTo>
                    <a:lnTo>
                      <a:pt x="3242" y="462"/>
                    </a:lnTo>
                    <a:lnTo>
                      <a:pt x="3296" y="510"/>
                    </a:lnTo>
                    <a:lnTo>
                      <a:pt x="3348" y="560"/>
                    </a:lnTo>
                    <a:lnTo>
                      <a:pt x="3395" y="611"/>
                    </a:lnTo>
                    <a:lnTo>
                      <a:pt x="3439" y="663"/>
                    </a:lnTo>
                    <a:lnTo>
                      <a:pt x="3480" y="718"/>
                    </a:lnTo>
                    <a:lnTo>
                      <a:pt x="3516" y="775"/>
                    </a:lnTo>
                    <a:lnTo>
                      <a:pt x="3549" y="833"/>
                    </a:lnTo>
                    <a:lnTo>
                      <a:pt x="3578" y="891"/>
                    </a:lnTo>
                    <a:lnTo>
                      <a:pt x="3602" y="951"/>
                    </a:lnTo>
                    <a:lnTo>
                      <a:pt x="3623" y="1013"/>
                    </a:lnTo>
                    <a:lnTo>
                      <a:pt x="3638" y="1076"/>
                    </a:lnTo>
                    <a:lnTo>
                      <a:pt x="3651" y="1139"/>
                    </a:lnTo>
                    <a:lnTo>
                      <a:pt x="3658" y="1203"/>
                    </a:lnTo>
                    <a:lnTo>
                      <a:pt x="3660" y="1269"/>
                    </a:lnTo>
                    <a:lnTo>
                      <a:pt x="3658" y="1334"/>
                    </a:lnTo>
                    <a:lnTo>
                      <a:pt x="3651" y="1398"/>
                    </a:lnTo>
                    <a:lnTo>
                      <a:pt x="3638" y="1462"/>
                    </a:lnTo>
                    <a:lnTo>
                      <a:pt x="3623" y="1524"/>
                    </a:lnTo>
                    <a:lnTo>
                      <a:pt x="3602" y="1585"/>
                    </a:lnTo>
                    <a:lnTo>
                      <a:pt x="3578" y="1645"/>
                    </a:lnTo>
                    <a:lnTo>
                      <a:pt x="3549" y="1705"/>
                    </a:lnTo>
                    <a:lnTo>
                      <a:pt x="3516" y="1762"/>
                    </a:lnTo>
                    <a:lnTo>
                      <a:pt x="3480" y="1819"/>
                    </a:lnTo>
                    <a:lnTo>
                      <a:pt x="3439" y="1873"/>
                    </a:lnTo>
                    <a:lnTo>
                      <a:pt x="3396" y="1926"/>
                    </a:lnTo>
                    <a:lnTo>
                      <a:pt x="3348" y="1978"/>
                    </a:lnTo>
                    <a:lnTo>
                      <a:pt x="3296" y="2027"/>
                    </a:lnTo>
                    <a:lnTo>
                      <a:pt x="3242" y="2075"/>
                    </a:lnTo>
                    <a:lnTo>
                      <a:pt x="3185" y="2121"/>
                    </a:lnTo>
                    <a:lnTo>
                      <a:pt x="3124" y="2165"/>
                    </a:lnTo>
                    <a:lnTo>
                      <a:pt x="3060" y="2207"/>
                    </a:lnTo>
                    <a:lnTo>
                      <a:pt x="2994" y="2247"/>
                    </a:lnTo>
                    <a:lnTo>
                      <a:pt x="2924" y="2285"/>
                    </a:lnTo>
                    <a:lnTo>
                      <a:pt x="2853" y="2320"/>
                    </a:lnTo>
                    <a:lnTo>
                      <a:pt x="2779" y="2353"/>
                    </a:lnTo>
                    <a:lnTo>
                      <a:pt x="2702" y="2383"/>
                    </a:lnTo>
                    <a:lnTo>
                      <a:pt x="2624" y="2411"/>
                    </a:lnTo>
                    <a:lnTo>
                      <a:pt x="2543" y="2437"/>
                    </a:lnTo>
                    <a:lnTo>
                      <a:pt x="2460" y="2460"/>
                    </a:lnTo>
                    <a:lnTo>
                      <a:pt x="2374" y="2480"/>
                    </a:lnTo>
                    <a:lnTo>
                      <a:pt x="2287" y="2497"/>
                    </a:lnTo>
                    <a:lnTo>
                      <a:pt x="2199" y="2511"/>
                    </a:lnTo>
                    <a:lnTo>
                      <a:pt x="2109" y="2523"/>
                    </a:lnTo>
                    <a:lnTo>
                      <a:pt x="2017" y="2531"/>
                    </a:lnTo>
                    <a:lnTo>
                      <a:pt x="1924" y="2535"/>
                    </a:lnTo>
                    <a:lnTo>
                      <a:pt x="1830" y="2537"/>
                    </a:lnTo>
                    <a:lnTo>
                      <a:pt x="1736" y="2535"/>
                    </a:lnTo>
                    <a:lnTo>
                      <a:pt x="1643" y="2531"/>
                    </a:lnTo>
                    <a:lnTo>
                      <a:pt x="1552" y="2523"/>
                    </a:lnTo>
                    <a:lnTo>
                      <a:pt x="1461" y="2511"/>
                    </a:lnTo>
                    <a:lnTo>
                      <a:pt x="1373" y="2498"/>
                    </a:lnTo>
                    <a:lnTo>
                      <a:pt x="1286" y="2480"/>
                    </a:lnTo>
                    <a:lnTo>
                      <a:pt x="1201" y="2460"/>
                    </a:lnTo>
                    <a:lnTo>
                      <a:pt x="1118" y="2437"/>
                    </a:lnTo>
                    <a:lnTo>
                      <a:pt x="1037" y="2412"/>
                    </a:lnTo>
                    <a:lnTo>
                      <a:pt x="958" y="2384"/>
                    </a:lnTo>
                    <a:lnTo>
                      <a:pt x="881" y="2353"/>
                    </a:lnTo>
                    <a:lnTo>
                      <a:pt x="806" y="2320"/>
                    </a:lnTo>
                    <a:lnTo>
                      <a:pt x="735" y="2285"/>
                    </a:lnTo>
                    <a:lnTo>
                      <a:pt x="666" y="2247"/>
                    </a:lnTo>
                    <a:lnTo>
                      <a:pt x="600" y="2208"/>
                    </a:lnTo>
                    <a:lnTo>
                      <a:pt x="536" y="2165"/>
                    </a:lnTo>
                    <a:lnTo>
                      <a:pt x="475" y="2122"/>
                    </a:lnTo>
                    <a:lnTo>
                      <a:pt x="418" y="2075"/>
                    </a:lnTo>
                    <a:lnTo>
                      <a:pt x="363" y="2027"/>
                    </a:lnTo>
                    <a:lnTo>
                      <a:pt x="312" y="1978"/>
                    </a:lnTo>
                    <a:lnTo>
                      <a:pt x="265" y="1927"/>
                    </a:lnTo>
                    <a:lnTo>
                      <a:pt x="221" y="1874"/>
                    </a:lnTo>
                    <a:lnTo>
                      <a:pt x="181" y="1819"/>
                    </a:lnTo>
                    <a:lnTo>
                      <a:pt x="143" y="1763"/>
                    </a:lnTo>
                    <a:lnTo>
                      <a:pt x="111" y="1705"/>
                    </a:lnTo>
                    <a:lnTo>
                      <a:pt x="82" y="1646"/>
                    </a:lnTo>
                    <a:lnTo>
                      <a:pt x="57" y="1586"/>
                    </a:lnTo>
                    <a:lnTo>
                      <a:pt x="37" y="1524"/>
                    </a:lnTo>
                    <a:lnTo>
                      <a:pt x="21" y="1462"/>
                    </a:lnTo>
                    <a:lnTo>
                      <a:pt x="9" y="1398"/>
                    </a:lnTo>
                    <a:lnTo>
                      <a:pt x="2" y="1334"/>
                    </a:lnTo>
                    <a:lnTo>
                      <a:pt x="0" y="1269"/>
                    </a:lnTo>
                    <a:lnTo>
                      <a:pt x="2" y="1203"/>
                    </a:lnTo>
                    <a:lnTo>
                      <a:pt x="9" y="1139"/>
                    </a:lnTo>
                    <a:lnTo>
                      <a:pt x="21" y="1076"/>
                    </a:lnTo>
                    <a:lnTo>
                      <a:pt x="37" y="1013"/>
                    </a:lnTo>
                    <a:lnTo>
                      <a:pt x="57" y="952"/>
                    </a:lnTo>
                    <a:lnTo>
                      <a:pt x="82" y="892"/>
                    </a:lnTo>
                    <a:lnTo>
                      <a:pt x="111" y="833"/>
                    </a:lnTo>
                    <a:lnTo>
                      <a:pt x="143" y="776"/>
                    </a:lnTo>
                    <a:lnTo>
                      <a:pt x="181" y="718"/>
                    </a:lnTo>
                    <a:lnTo>
                      <a:pt x="221" y="665"/>
                    </a:lnTo>
                    <a:lnTo>
                      <a:pt x="265" y="612"/>
                    </a:lnTo>
                    <a:lnTo>
                      <a:pt x="312" y="560"/>
                    </a:lnTo>
                    <a:lnTo>
                      <a:pt x="363" y="510"/>
                    </a:lnTo>
                    <a:lnTo>
                      <a:pt x="417" y="462"/>
                    </a:lnTo>
                    <a:lnTo>
                      <a:pt x="475" y="415"/>
                    </a:lnTo>
                    <a:lnTo>
                      <a:pt x="536" y="372"/>
                    </a:lnTo>
                    <a:lnTo>
                      <a:pt x="600" y="330"/>
                    </a:lnTo>
                    <a:lnTo>
                      <a:pt x="666" y="290"/>
                    </a:lnTo>
                    <a:lnTo>
                      <a:pt x="735" y="252"/>
                    </a:lnTo>
                    <a:lnTo>
                      <a:pt x="806" y="217"/>
                    </a:lnTo>
                    <a:lnTo>
                      <a:pt x="881" y="184"/>
                    </a:lnTo>
                    <a:lnTo>
                      <a:pt x="958" y="154"/>
                    </a:lnTo>
                    <a:lnTo>
                      <a:pt x="1037" y="126"/>
                    </a:lnTo>
                    <a:lnTo>
                      <a:pt x="1118" y="100"/>
                    </a:lnTo>
                    <a:lnTo>
                      <a:pt x="1201" y="77"/>
                    </a:lnTo>
                    <a:lnTo>
                      <a:pt x="1286" y="57"/>
                    </a:lnTo>
                    <a:lnTo>
                      <a:pt x="1373" y="41"/>
                    </a:lnTo>
                    <a:lnTo>
                      <a:pt x="1461" y="26"/>
                    </a:lnTo>
                    <a:lnTo>
                      <a:pt x="1552" y="15"/>
                    </a:lnTo>
                    <a:lnTo>
                      <a:pt x="1643" y="6"/>
                    </a:lnTo>
                    <a:lnTo>
                      <a:pt x="1736" y="2"/>
                    </a:lnTo>
                    <a:lnTo>
                      <a:pt x="1830" y="0"/>
                    </a:lnTo>
                    <a:close/>
                  </a:path>
                </a:pathLst>
              </a:custGeom>
              <a:solidFill>
                <a:srgbClr val="B6C0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9" name="Freeform 60"/>
              <p:cNvSpPr>
                <a:spLocks/>
              </p:cNvSpPr>
              <p:nvPr/>
            </p:nvSpPr>
            <p:spPr bwMode="auto">
              <a:xfrm>
                <a:off x="1100" y="1550"/>
                <a:ext cx="130" cy="307"/>
              </a:xfrm>
              <a:custGeom>
                <a:avLst/>
                <a:gdLst>
                  <a:gd name="T0" fmla="*/ 1 w 1037"/>
                  <a:gd name="T1" fmla="*/ 1 h 2454"/>
                  <a:gd name="T2" fmla="*/ 1 w 1037"/>
                  <a:gd name="T3" fmla="*/ 2 h 2454"/>
                  <a:gd name="T4" fmla="*/ 1 w 1037"/>
                  <a:gd name="T5" fmla="*/ 3 h 2454"/>
                  <a:gd name="T6" fmla="*/ 1 w 1037"/>
                  <a:gd name="T7" fmla="*/ 4 h 2454"/>
                  <a:gd name="T8" fmla="*/ 0 w 1037"/>
                  <a:gd name="T9" fmla="*/ 6 h 2454"/>
                  <a:gd name="T10" fmla="*/ 0 w 1037"/>
                  <a:gd name="T11" fmla="*/ 7 h 2454"/>
                  <a:gd name="T12" fmla="*/ 0 w 1037"/>
                  <a:gd name="T13" fmla="*/ 8 h 2454"/>
                  <a:gd name="T14" fmla="*/ 0 w 1037"/>
                  <a:gd name="T15" fmla="*/ 9 h 2454"/>
                  <a:gd name="T16" fmla="*/ 0 w 1037"/>
                  <a:gd name="T17" fmla="*/ 11 h 2454"/>
                  <a:gd name="T18" fmla="*/ 0 w 1037"/>
                  <a:gd name="T19" fmla="*/ 13 h 2454"/>
                  <a:gd name="T20" fmla="*/ 0 w 1037"/>
                  <a:gd name="T21" fmla="*/ 15 h 2454"/>
                  <a:gd name="T22" fmla="*/ 1 w 1037"/>
                  <a:gd name="T23" fmla="*/ 17 h 2454"/>
                  <a:gd name="T24" fmla="*/ 1 w 1037"/>
                  <a:gd name="T25" fmla="*/ 19 h 2454"/>
                  <a:gd name="T26" fmla="*/ 2 w 1037"/>
                  <a:gd name="T27" fmla="*/ 21 h 2454"/>
                  <a:gd name="T28" fmla="*/ 3 w 1037"/>
                  <a:gd name="T29" fmla="*/ 23 h 2454"/>
                  <a:gd name="T30" fmla="*/ 4 w 1037"/>
                  <a:gd name="T31" fmla="*/ 25 h 2454"/>
                  <a:gd name="T32" fmla="*/ 4 w 1037"/>
                  <a:gd name="T33" fmla="*/ 27 h 2454"/>
                  <a:gd name="T34" fmla="*/ 6 w 1037"/>
                  <a:gd name="T35" fmla="*/ 29 h 2454"/>
                  <a:gd name="T36" fmla="*/ 7 w 1037"/>
                  <a:gd name="T37" fmla="*/ 31 h 2454"/>
                  <a:gd name="T38" fmla="*/ 8 w 1037"/>
                  <a:gd name="T39" fmla="*/ 32 h 2454"/>
                  <a:gd name="T40" fmla="*/ 9 w 1037"/>
                  <a:gd name="T41" fmla="*/ 34 h 2454"/>
                  <a:gd name="T42" fmla="*/ 11 w 1037"/>
                  <a:gd name="T43" fmla="*/ 35 h 2454"/>
                  <a:gd name="T44" fmla="*/ 12 w 1037"/>
                  <a:gd name="T45" fmla="*/ 37 h 2454"/>
                  <a:gd name="T46" fmla="*/ 14 w 1037"/>
                  <a:gd name="T47" fmla="*/ 38 h 2454"/>
                  <a:gd name="T48" fmla="*/ 15 w 1037"/>
                  <a:gd name="T49" fmla="*/ 38 h 2454"/>
                  <a:gd name="T50" fmla="*/ 16 w 1037"/>
                  <a:gd name="T51" fmla="*/ 38 h 2454"/>
                  <a:gd name="T52" fmla="*/ 15 w 1037"/>
                  <a:gd name="T53" fmla="*/ 37 h 2454"/>
                  <a:gd name="T54" fmla="*/ 14 w 1037"/>
                  <a:gd name="T55" fmla="*/ 36 h 2454"/>
                  <a:gd name="T56" fmla="*/ 12 w 1037"/>
                  <a:gd name="T57" fmla="*/ 35 h 2454"/>
                  <a:gd name="T58" fmla="*/ 11 w 1037"/>
                  <a:gd name="T59" fmla="*/ 33 h 2454"/>
                  <a:gd name="T60" fmla="*/ 10 w 1037"/>
                  <a:gd name="T61" fmla="*/ 32 h 2454"/>
                  <a:gd name="T62" fmla="*/ 8 w 1037"/>
                  <a:gd name="T63" fmla="*/ 30 h 2454"/>
                  <a:gd name="T64" fmla="*/ 7 w 1037"/>
                  <a:gd name="T65" fmla="*/ 29 h 2454"/>
                  <a:gd name="T66" fmla="*/ 6 w 1037"/>
                  <a:gd name="T67" fmla="*/ 27 h 2454"/>
                  <a:gd name="T68" fmla="*/ 5 w 1037"/>
                  <a:gd name="T69" fmla="*/ 25 h 2454"/>
                  <a:gd name="T70" fmla="*/ 4 w 1037"/>
                  <a:gd name="T71" fmla="*/ 23 h 2454"/>
                  <a:gd name="T72" fmla="*/ 3 w 1037"/>
                  <a:gd name="T73" fmla="*/ 21 h 2454"/>
                  <a:gd name="T74" fmla="*/ 3 w 1037"/>
                  <a:gd name="T75" fmla="*/ 19 h 2454"/>
                  <a:gd name="T76" fmla="*/ 2 w 1037"/>
                  <a:gd name="T77" fmla="*/ 17 h 2454"/>
                  <a:gd name="T78" fmla="*/ 2 w 1037"/>
                  <a:gd name="T79" fmla="*/ 15 h 2454"/>
                  <a:gd name="T80" fmla="*/ 2 w 1037"/>
                  <a:gd name="T81" fmla="*/ 13 h 2454"/>
                  <a:gd name="T82" fmla="*/ 2 w 1037"/>
                  <a:gd name="T83" fmla="*/ 11 h 2454"/>
                  <a:gd name="T84" fmla="*/ 2 w 1037"/>
                  <a:gd name="T85" fmla="*/ 9 h 2454"/>
                  <a:gd name="T86" fmla="*/ 2 w 1037"/>
                  <a:gd name="T87" fmla="*/ 8 h 2454"/>
                  <a:gd name="T88" fmla="*/ 2 w 1037"/>
                  <a:gd name="T89" fmla="*/ 7 h 2454"/>
                  <a:gd name="T90" fmla="*/ 2 w 1037"/>
                  <a:gd name="T91" fmla="*/ 6 h 2454"/>
                  <a:gd name="T92" fmla="*/ 2 w 1037"/>
                  <a:gd name="T93" fmla="*/ 4 h 2454"/>
                  <a:gd name="T94" fmla="*/ 2 w 1037"/>
                  <a:gd name="T95" fmla="*/ 3 h 2454"/>
                  <a:gd name="T96" fmla="*/ 2 w 1037"/>
                  <a:gd name="T97" fmla="*/ 2 h 2454"/>
                  <a:gd name="T98" fmla="*/ 3 w 1037"/>
                  <a:gd name="T99" fmla="*/ 1 h 2454"/>
                  <a:gd name="T100" fmla="*/ 3 w 1037"/>
                  <a:gd name="T101" fmla="*/ 0 h 2454"/>
                  <a:gd name="T102" fmla="*/ 2 w 1037"/>
                  <a:gd name="T103" fmla="*/ 0 h 245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37"/>
                  <a:gd name="T157" fmla="*/ 0 h 2454"/>
                  <a:gd name="T158" fmla="*/ 1037 w 1037"/>
                  <a:gd name="T159" fmla="*/ 2454 h 245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37" h="2454">
                    <a:moveTo>
                      <a:pt x="88" y="5"/>
                    </a:moveTo>
                    <a:lnTo>
                      <a:pt x="77" y="43"/>
                    </a:lnTo>
                    <a:lnTo>
                      <a:pt x="68" y="81"/>
                    </a:lnTo>
                    <a:lnTo>
                      <a:pt x="59" y="119"/>
                    </a:lnTo>
                    <a:lnTo>
                      <a:pt x="50" y="157"/>
                    </a:lnTo>
                    <a:lnTo>
                      <a:pt x="42" y="195"/>
                    </a:lnTo>
                    <a:lnTo>
                      <a:pt x="35" y="235"/>
                    </a:lnTo>
                    <a:lnTo>
                      <a:pt x="28" y="273"/>
                    </a:lnTo>
                    <a:lnTo>
                      <a:pt x="22" y="313"/>
                    </a:lnTo>
                    <a:lnTo>
                      <a:pt x="17" y="352"/>
                    </a:lnTo>
                    <a:lnTo>
                      <a:pt x="12" y="392"/>
                    </a:lnTo>
                    <a:lnTo>
                      <a:pt x="8" y="431"/>
                    </a:lnTo>
                    <a:lnTo>
                      <a:pt x="5" y="471"/>
                    </a:lnTo>
                    <a:lnTo>
                      <a:pt x="3" y="512"/>
                    </a:lnTo>
                    <a:lnTo>
                      <a:pt x="1" y="552"/>
                    </a:lnTo>
                    <a:lnTo>
                      <a:pt x="0" y="593"/>
                    </a:lnTo>
                    <a:lnTo>
                      <a:pt x="0" y="633"/>
                    </a:lnTo>
                    <a:lnTo>
                      <a:pt x="1" y="703"/>
                    </a:lnTo>
                    <a:lnTo>
                      <a:pt x="4" y="772"/>
                    </a:lnTo>
                    <a:lnTo>
                      <a:pt x="9" y="841"/>
                    </a:lnTo>
                    <a:lnTo>
                      <a:pt x="16" y="910"/>
                    </a:lnTo>
                    <a:lnTo>
                      <a:pt x="26" y="977"/>
                    </a:lnTo>
                    <a:lnTo>
                      <a:pt x="37" y="1044"/>
                    </a:lnTo>
                    <a:lnTo>
                      <a:pt x="50" y="1110"/>
                    </a:lnTo>
                    <a:lnTo>
                      <a:pt x="65" y="1175"/>
                    </a:lnTo>
                    <a:lnTo>
                      <a:pt x="83" y="1241"/>
                    </a:lnTo>
                    <a:lnTo>
                      <a:pt x="101" y="1304"/>
                    </a:lnTo>
                    <a:lnTo>
                      <a:pt x="122" y="1367"/>
                    </a:lnTo>
                    <a:lnTo>
                      <a:pt x="144" y="1430"/>
                    </a:lnTo>
                    <a:lnTo>
                      <a:pt x="169" y="1492"/>
                    </a:lnTo>
                    <a:lnTo>
                      <a:pt x="195" y="1552"/>
                    </a:lnTo>
                    <a:lnTo>
                      <a:pt x="223" y="1611"/>
                    </a:lnTo>
                    <a:lnTo>
                      <a:pt x="252" y="1670"/>
                    </a:lnTo>
                    <a:lnTo>
                      <a:pt x="283" y="1727"/>
                    </a:lnTo>
                    <a:lnTo>
                      <a:pt x="315" y="1785"/>
                    </a:lnTo>
                    <a:lnTo>
                      <a:pt x="349" y="1841"/>
                    </a:lnTo>
                    <a:lnTo>
                      <a:pt x="386" y="1895"/>
                    </a:lnTo>
                    <a:lnTo>
                      <a:pt x="423" y="1949"/>
                    </a:lnTo>
                    <a:lnTo>
                      <a:pt x="461" y="2000"/>
                    </a:lnTo>
                    <a:lnTo>
                      <a:pt x="502" y="2051"/>
                    </a:lnTo>
                    <a:lnTo>
                      <a:pt x="543" y="2101"/>
                    </a:lnTo>
                    <a:lnTo>
                      <a:pt x="587" y="2150"/>
                    </a:lnTo>
                    <a:lnTo>
                      <a:pt x="632" y="2198"/>
                    </a:lnTo>
                    <a:lnTo>
                      <a:pt x="677" y="2243"/>
                    </a:lnTo>
                    <a:lnTo>
                      <a:pt x="724" y="2288"/>
                    </a:lnTo>
                    <a:lnTo>
                      <a:pt x="773" y="2332"/>
                    </a:lnTo>
                    <a:lnTo>
                      <a:pt x="822" y="2374"/>
                    </a:lnTo>
                    <a:lnTo>
                      <a:pt x="872" y="2415"/>
                    </a:lnTo>
                    <a:lnTo>
                      <a:pt x="925" y="2454"/>
                    </a:lnTo>
                    <a:lnTo>
                      <a:pt x="953" y="2446"/>
                    </a:lnTo>
                    <a:lnTo>
                      <a:pt x="981" y="2437"/>
                    </a:lnTo>
                    <a:lnTo>
                      <a:pt x="1010" y="2429"/>
                    </a:lnTo>
                    <a:lnTo>
                      <a:pt x="1037" y="2421"/>
                    </a:lnTo>
                    <a:lnTo>
                      <a:pt x="984" y="2383"/>
                    </a:lnTo>
                    <a:lnTo>
                      <a:pt x="933" y="2345"/>
                    </a:lnTo>
                    <a:lnTo>
                      <a:pt x="883" y="2305"/>
                    </a:lnTo>
                    <a:lnTo>
                      <a:pt x="833" y="2263"/>
                    </a:lnTo>
                    <a:lnTo>
                      <a:pt x="785" y="2219"/>
                    </a:lnTo>
                    <a:lnTo>
                      <a:pt x="739" y="2175"/>
                    </a:lnTo>
                    <a:lnTo>
                      <a:pt x="693" y="2129"/>
                    </a:lnTo>
                    <a:lnTo>
                      <a:pt x="649" y="2082"/>
                    </a:lnTo>
                    <a:lnTo>
                      <a:pt x="607" y="2034"/>
                    </a:lnTo>
                    <a:lnTo>
                      <a:pt x="565" y="1984"/>
                    </a:lnTo>
                    <a:lnTo>
                      <a:pt x="526" y="1933"/>
                    </a:lnTo>
                    <a:lnTo>
                      <a:pt x="487" y="1880"/>
                    </a:lnTo>
                    <a:lnTo>
                      <a:pt x="451" y="1827"/>
                    </a:lnTo>
                    <a:lnTo>
                      <a:pt x="416" y="1772"/>
                    </a:lnTo>
                    <a:lnTo>
                      <a:pt x="383" y="1717"/>
                    </a:lnTo>
                    <a:lnTo>
                      <a:pt x="350" y="1660"/>
                    </a:lnTo>
                    <a:lnTo>
                      <a:pt x="320" y="1602"/>
                    </a:lnTo>
                    <a:lnTo>
                      <a:pt x="292" y="1544"/>
                    </a:lnTo>
                    <a:lnTo>
                      <a:pt x="265" y="1484"/>
                    </a:lnTo>
                    <a:lnTo>
                      <a:pt x="240" y="1423"/>
                    </a:lnTo>
                    <a:lnTo>
                      <a:pt x="218" y="1361"/>
                    </a:lnTo>
                    <a:lnTo>
                      <a:pt x="196" y="1299"/>
                    </a:lnTo>
                    <a:lnTo>
                      <a:pt x="176" y="1235"/>
                    </a:lnTo>
                    <a:lnTo>
                      <a:pt x="159" y="1171"/>
                    </a:lnTo>
                    <a:lnTo>
                      <a:pt x="143" y="1107"/>
                    </a:lnTo>
                    <a:lnTo>
                      <a:pt x="129" y="1041"/>
                    </a:lnTo>
                    <a:lnTo>
                      <a:pt x="118" y="975"/>
                    </a:lnTo>
                    <a:lnTo>
                      <a:pt x="109" y="907"/>
                    </a:lnTo>
                    <a:lnTo>
                      <a:pt x="101" y="840"/>
                    </a:lnTo>
                    <a:lnTo>
                      <a:pt x="96" y="771"/>
                    </a:lnTo>
                    <a:lnTo>
                      <a:pt x="92" y="703"/>
                    </a:lnTo>
                    <a:lnTo>
                      <a:pt x="91" y="633"/>
                    </a:lnTo>
                    <a:lnTo>
                      <a:pt x="92" y="592"/>
                    </a:lnTo>
                    <a:lnTo>
                      <a:pt x="93" y="551"/>
                    </a:lnTo>
                    <a:lnTo>
                      <a:pt x="95" y="511"/>
                    </a:lnTo>
                    <a:lnTo>
                      <a:pt x="97" y="469"/>
                    </a:lnTo>
                    <a:lnTo>
                      <a:pt x="101" y="429"/>
                    </a:lnTo>
                    <a:lnTo>
                      <a:pt x="105" y="389"/>
                    </a:lnTo>
                    <a:lnTo>
                      <a:pt x="110" y="349"/>
                    </a:lnTo>
                    <a:lnTo>
                      <a:pt x="116" y="310"/>
                    </a:lnTo>
                    <a:lnTo>
                      <a:pt x="122" y="270"/>
                    </a:lnTo>
                    <a:lnTo>
                      <a:pt x="129" y="231"/>
                    </a:lnTo>
                    <a:lnTo>
                      <a:pt x="137" y="192"/>
                    </a:lnTo>
                    <a:lnTo>
                      <a:pt x="145" y="153"/>
                    </a:lnTo>
                    <a:lnTo>
                      <a:pt x="154" y="114"/>
                    </a:lnTo>
                    <a:lnTo>
                      <a:pt x="164" y="76"/>
                    </a:lnTo>
                    <a:lnTo>
                      <a:pt x="174" y="39"/>
                    </a:lnTo>
                    <a:lnTo>
                      <a:pt x="185" y="0"/>
                    </a:lnTo>
                    <a:lnTo>
                      <a:pt x="162" y="1"/>
                    </a:lnTo>
                    <a:lnTo>
                      <a:pt x="137" y="2"/>
                    </a:lnTo>
                    <a:lnTo>
                      <a:pt x="113" y="4"/>
                    </a:lnTo>
                    <a:lnTo>
                      <a:pt x="88" y="5"/>
                    </a:lnTo>
                    <a:close/>
                  </a:path>
                </a:pathLst>
              </a:custGeom>
              <a:solidFill>
                <a:srgbClr val="B7C1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0" name="Freeform 61"/>
              <p:cNvSpPr>
                <a:spLocks/>
              </p:cNvSpPr>
              <p:nvPr/>
            </p:nvSpPr>
            <p:spPr bwMode="auto">
              <a:xfrm>
                <a:off x="1106" y="1550"/>
                <a:ext cx="131" cy="305"/>
              </a:xfrm>
              <a:custGeom>
                <a:avLst/>
                <a:gdLst>
                  <a:gd name="T0" fmla="*/ 1 w 1048"/>
                  <a:gd name="T1" fmla="*/ 1 h 2438"/>
                  <a:gd name="T2" fmla="*/ 1 w 1048"/>
                  <a:gd name="T3" fmla="*/ 2 h 2438"/>
                  <a:gd name="T4" fmla="*/ 1 w 1048"/>
                  <a:gd name="T5" fmla="*/ 3 h 2438"/>
                  <a:gd name="T6" fmla="*/ 1 w 1048"/>
                  <a:gd name="T7" fmla="*/ 4 h 2438"/>
                  <a:gd name="T8" fmla="*/ 0 w 1048"/>
                  <a:gd name="T9" fmla="*/ 6 h 2438"/>
                  <a:gd name="T10" fmla="*/ 0 w 1048"/>
                  <a:gd name="T11" fmla="*/ 7 h 2438"/>
                  <a:gd name="T12" fmla="*/ 0 w 1048"/>
                  <a:gd name="T13" fmla="*/ 8 h 2438"/>
                  <a:gd name="T14" fmla="*/ 0 w 1048"/>
                  <a:gd name="T15" fmla="*/ 9 h 2438"/>
                  <a:gd name="T16" fmla="*/ 0 w 1048"/>
                  <a:gd name="T17" fmla="*/ 11 h 2438"/>
                  <a:gd name="T18" fmla="*/ 0 w 1048"/>
                  <a:gd name="T19" fmla="*/ 13 h 2438"/>
                  <a:gd name="T20" fmla="*/ 0 w 1048"/>
                  <a:gd name="T21" fmla="*/ 15 h 2438"/>
                  <a:gd name="T22" fmla="*/ 1 w 1048"/>
                  <a:gd name="T23" fmla="*/ 17 h 2438"/>
                  <a:gd name="T24" fmla="*/ 1 w 1048"/>
                  <a:gd name="T25" fmla="*/ 19 h 2438"/>
                  <a:gd name="T26" fmla="*/ 2 w 1048"/>
                  <a:gd name="T27" fmla="*/ 21 h 2438"/>
                  <a:gd name="T28" fmla="*/ 3 w 1048"/>
                  <a:gd name="T29" fmla="*/ 23 h 2438"/>
                  <a:gd name="T30" fmla="*/ 3 w 1048"/>
                  <a:gd name="T31" fmla="*/ 25 h 2438"/>
                  <a:gd name="T32" fmla="*/ 4 w 1048"/>
                  <a:gd name="T33" fmla="*/ 27 h 2438"/>
                  <a:gd name="T34" fmla="*/ 5 w 1048"/>
                  <a:gd name="T35" fmla="*/ 29 h 2438"/>
                  <a:gd name="T36" fmla="*/ 7 w 1048"/>
                  <a:gd name="T37" fmla="*/ 30 h 2438"/>
                  <a:gd name="T38" fmla="*/ 8 w 1048"/>
                  <a:gd name="T39" fmla="*/ 32 h 2438"/>
                  <a:gd name="T40" fmla="*/ 9 w 1048"/>
                  <a:gd name="T41" fmla="*/ 34 h 2438"/>
                  <a:gd name="T42" fmla="*/ 11 w 1048"/>
                  <a:gd name="T43" fmla="*/ 35 h 2438"/>
                  <a:gd name="T44" fmla="*/ 12 w 1048"/>
                  <a:gd name="T45" fmla="*/ 36 h 2438"/>
                  <a:gd name="T46" fmla="*/ 14 w 1048"/>
                  <a:gd name="T47" fmla="*/ 38 h 2438"/>
                  <a:gd name="T48" fmla="*/ 15 w 1048"/>
                  <a:gd name="T49" fmla="*/ 38 h 2438"/>
                  <a:gd name="T50" fmla="*/ 16 w 1048"/>
                  <a:gd name="T51" fmla="*/ 38 h 2438"/>
                  <a:gd name="T52" fmla="*/ 15 w 1048"/>
                  <a:gd name="T53" fmla="*/ 37 h 2438"/>
                  <a:gd name="T54" fmla="*/ 14 w 1048"/>
                  <a:gd name="T55" fmla="*/ 36 h 2438"/>
                  <a:gd name="T56" fmla="*/ 12 w 1048"/>
                  <a:gd name="T57" fmla="*/ 35 h 2438"/>
                  <a:gd name="T58" fmla="*/ 11 w 1048"/>
                  <a:gd name="T59" fmla="*/ 33 h 2438"/>
                  <a:gd name="T60" fmla="*/ 10 w 1048"/>
                  <a:gd name="T61" fmla="*/ 32 h 2438"/>
                  <a:gd name="T62" fmla="*/ 8 w 1048"/>
                  <a:gd name="T63" fmla="*/ 30 h 2438"/>
                  <a:gd name="T64" fmla="*/ 7 w 1048"/>
                  <a:gd name="T65" fmla="*/ 29 h 2438"/>
                  <a:gd name="T66" fmla="*/ 6 w 1048"/>
                  <a:gd name="T67" fmla="*/ 27 h 2438"/>
                  <a:gd name="T68" fmla="*/ 5 w 1048"/>
                  <a:gd name="T69" fmla="*/ 25 h 2438"/>
                  <a:gd name="T70" fmla="*/ 4 w 1048"/>
                  <a:gd name="T71" fmla="*/ 23 h 2438"/>
                  <a:gd name="T72" fmla="*/ 3 w 1048"/>
                  <a:gd name="T73" fmla="*/ 21 h 2438"/>
                  <a:gd name="T74" fmla="*/ 3 w 1048"/>
                  <a:gd name="T75" fmla="*/ 19 h 2438"/>
                  <a:gd name="T76" fmla="*/ 2 w 1048"/>
                  <a:gd name="T77" fmla="*/ 17 h 2438"/>
                  <a:gd name="T78" fmla="*/ 2 w 1048"/>
                  <a:gd name="T79" fmla="*/ 15 h 2438"/>
                  <a:gd name="T80" fmla="*/ 2 w 1048"/>
                  <a:gd name="T81" fmla="*/ 13 h 2438"/>
                  <a:gd name="T82" fmla="*/ 1 w 1048"/>
                  <a:gd name="T83" fmla="*/ 11 h 2438"/>
                  <a:gd name="T84" fmla="*/ 1 w 1048"/>
                  <a:gd name="T85" fmla="*/ 9 h 2438"/>
                  <a:gd name="T86" fmla="*/ 1 w 1048"/>
                  <a:gd name="T87" fmla="*/ 8 h 2438"/>
                  <a:gd name="T88" fmla="*/ 2 w 1048"/>
                  <a:gd name="T89" fmla="*/ 7 h 2438"/>
                  <a:gd name="T90" fmla="*/ 2 w 1048"/>
                  <a:gd name="T91" fmla="*/ 6 h 2438"/>
                  <a:gd name="T92" fmla="*/ 2 w 1048"/>
                  <a:gd name="T93" fmla="*/ 4 h 2438"/>
                  <a:gd name="T94" fmla="*/ 2 w 1048"/>
                  <a:gd name="T95" fmla="*/ 3 h 2438"/>
                  <a:gd name="T96" fmla="*/ 2 w 1048"/>
                  <a:gd name="T97" fmla="*/ 2 h 2438"/>
                  <a:gd name="T98" fmla="*/ 3 w 1048"/>
                  <a:gd name="T99" fmla="*/ 1 h 2438"/>
                  <a:gd name="T100" fmla="*/ 2 w 1048"/>
                  <a:gd name="T101" fmla="*/ 0 h 2438"/>
                  <a:gd name="T102" fmla="*/ 2 w 1048"/>
                  <a:gd name="T103" fmla="*/ 0 h 243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48"/>
                  <a:gd name="T157" fmla="*/ 0 h 2438"/>
                  <a:gd name="T158" fmla="*/ 1048 w 1048"/>
                  <a:gd name="T159" fmla="*/ 2438 h 243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48" h="2438">
                    <a:moveTo>
                      <a:pt x="92" y="3"/>
                    </a:moveTo>
                    <a:lnTo>
                      <a:pt x="81" y="42"/>
                    </a:lnTo>
                    <a:lnTo>
                      <a:pt x="71" y="79"/>
                    </a:lnTo>
                    <a:lnTo>
                      <a:pt x="62" y="117"/>
                    </a:lnTo>
                    <a:lnTo>
                      <a:pt x="52" y="156"/>
                    </a:lnTo>
                    <a:lnTo>
                      <a:pt x="45" y="194"/>
                    </a:lnTo>
                    <a:lnTo>
                      <a:pt x="37" y="234"/>
                    </a:lnTo>
                    <a:lnTo>
                      <a:pt x="30" y="272"/>
                    </a:lnTo>
                    <a:lnTo>
                      <a:pt x="24" y="312"/>
                    </a:lnTo>
                    <a:lnTo>
                      <a:pt x="19" y="351"/>
                    </a:lnTo>
                    <a:lnTo>
                      <a:pt x="14" y="392"/>
                    </a:lnTo>
                    <a:lnTo>
                      <a:pt x="10" y="431"/>
                    </a:lnTo>
                    <a:lnTo>
                      <a:pt x="7" y="471"/>
                    </a:lnTo>
                    <a:lnTo>
                      <a:pt x="3" y="512"/>
                    </a:lnTo>
                    <a:lnTo>
                      <a:pt x="2" y="552"/>
                    </a:lnTo>
                    <a:lnTo>
                      <a:pt x="0" y="594"/>
                    </a:lnTo>
                    <a:lnTo>
                      <a:pt x="0" y="634"/>
                    </a:lnTo>
                    <a:lnTo>
                      <a:pt x="1" y="704"/>
                    </a:lnTo>
                    <a:lnTo>
                      <a:pt x="4" y="773"/>
                    </a:lnTo>
                    <a:lnTo>
                      <a:pt x="10" y="842"/>
                    </a:lnTo>
                    <a:lnTo>
                      <a:pt x="18" y="909"/>
                    </a:lnTo>
                    <a:lnTo>
                      <a:pt x="27" y="977"/>
                    </a:lnTo>
                    <a:lnTo>
                      <a:pt x="39" y="1043"/>
                    </a:lnTo>
                    <a:lnTo>
                      <a:pt x="52" y="1110"/>
                    </a:lnTo>
                    <a:lnTo>
                      <a:pt x="67" y="1175"/>
                    </a:lnTo>
                    <a:lnTo>
                      <a:pt x="84" y="1240"/>
                    </a:lnTo>
                    <a:lnTo>
                      <a:pt x="103" y="1303"/>
                    </a:lnTo>
                    <a:lnTo>
                      <a:pt x="125" y="1366"/>
                    </a:lnTo>
                    <a:lnTo>
                      <a:pt x="148" y="1427"/>
                    </a:lnTo>
                    <a:lnTo>
                      <a:pt x="172" y="1489"/>
                    </a:lnTo>
                    <a:lnTo>
                      <a:pt x="198" y="1549"/>
                    </a:lnTo>
                    <a:lnTo>
                      <a:pt x="227" y="1608"/>
                    </a:lnTo>
                    <a:lnTo>
                      <a:pt x="257" y="1666"/>
                    </a:lnTo>
                    <a:lnTo>
                      <a:pt x="288" y="1723"/>
                    </a:lnTo>
                    <a:lnTo>
                      <a:pt x="321" y="1780"/>
                    </a:lnTo>
                    <a:lnTo>
                      <a:pt x="355" y="1835"/>
                    </a:lnTo>
                    <a:lnTo>
                      <a:pt x="392" y="1889"/>
                    </a:lnTo>
                    <a:lnTo>
                      <a:pt x="429" y="1942"/>
                    </a:lnTo>
                    <a:lnTo>
                      <a:pt x="468" y="1993"/>
                    </a:lnTo>
                    <a:lnTo>
                      <a:pt x="510" y="2044"/>
                    </a:lnTo>
                    <a:lnTo>
                      <a:pt x="551" y="2093"/>
                    </a:lnTo>
                    <a:lnTo>
                      <a:pt x="595" y="2142"/>
                    </a:lnTo>
                    <a:lnTo>
                      <a:pt x="640" y="2188"/>
                    </a:lnTo>
                    <a:lnTo>
                      <a:pt x="686" y="2233"/>
                    </a:lnTo>
                    <a:lnTo>
                      <a:pt x="734" y="2278"/>
                    </a:lnTo>
                    <a:lnTo>
                      <a:pt x="783" y="2320"/>
                    </a:lnTo>
                    <a:lnTo>
                      <a:pt x="833" y="2361"/>
                    </a:lnTo>
                    <a:lnTo>
                      <a:pt x="884" y="2401"/>
                    </a:lnTo>
                    <a:lnTo>
                      <a:pt x="936" y="2438"/>
                    </a:lnTo>
                    <a:lnTo>
                      <a:pt x="965" y="2430"/>
                    </a:lnTo>
                    <a:lnTo>
                      <a:pt x="992" y="2422"/>
                    </a:lnTo>
                    <a:lnTo>
                      <a:pt x="1020" y="2412"/>
                    </a:lnTo>
                    <a:lnTo>
                      <a:pt x="1048" y="2403"/>
                    </a:lnTo>
                    <a:lnTo>
                      <a:pt x="994" y="2367"/>
                    </a:lnTo>
                    <a:lnTo>
                      <a:pt x="943" y="2329"/>
                    </a:lnTo>
                    <a:lnTo>
                      <a:pt x="892" y="2290"/>
                    </a:lnTo>
                    <a:lnTo>
                      <a:pt x="842" y="2250"/>
                    </a:lnTo>
                    <a:lnTo>
                      <a:pt x="793" y="2207"/>
                    </a:lnTo>
                    <a:lnTo>
                      <a:pt x="746" y="2163"/>
                    </a:lnTo>
                    <a:lnTo>
                      <a:pt x="701" y="2118"/>
                    </a:lnTo>
                    <a:lnTo>
                      <a:pt x="656" y="2072"/>
                    </a:lnTo>
                    <a:lnTo>
                      <a:pt x="613" y="2024"/>
                    </a:lnTo>
                    <a:lnTo>
                      <a:pt x="571" y="1974"/>
                    </a:lnTo>
                    <a:lnTo>
                      <a:pt x="532" y="1925"/>
                    </a:lnTo>
                    <a:lnTo>
                      <a:pt x="493" y="1873"/>
                    </a:lnTo>
                    <a:lnTo>
                      <a:pt x="456" y="1820"/>
                    </a:lnTo>
                    <a:lnTo>
                      <a:pt x="421" y="1766"/>
                    </a:lnTo>
                    <a:lnTo>
                      <a:pt x="386" y="1711"/>
                    </a:lnTo>
                    <a:lnTo>
                      <a:pt x="354" y="1655"/>
                    </a:lnTo>
                    <a:lnTo>
                      <a:pt x="324" y="1598"/>
                    </a:lnTo>
                    <a:lnTo>
                      <a:pt x="295" y="1540"/>
                    </a:lnTo>
                    <a:lnTo>
                      <a:pt x="268" y="1480"/>
                    </a:lnTo>
                    <a:lnTo>
                      <a:pt x="243" y="1420"/>
                    </a:lnTo>
                    <a:lnTo>
                      <a:pt x="219" y="1359"/>
                    </a:lnTo>
                    <a:lnTo>
                      <a:pt x="198" y="1297"/>
                    </a:lnTo>
                    <a:lnTo>
                      <a:pt x="179" y="1233"/>
                    </a:lnTo>
                    <a:lnTo>
                      <a:pt x="161" y="1170"/>
                    </a:lnTo>
                    <a:lnTo>
                      <a:pt x="145" y="1106"/>
                    </a:lnTo>
                    <a:lnTo>
                      <a:pt x="131" y="1040"/>
                    </a:lnTo>
                    <a:lnTo>
                      <a:pt x="120" y="974"/>
                    </a:lnTo>
                    <a:lnTo>
                      <a:pt x="110" y="907"/>
                    </a:lnTo>
                    <a:lnTo>
                      <a:pt x="102" y="840"/>
                    </a:lnTo>
                    <a:lnTo>
                      <a:pt x="97" y="772"/>
                    </a:lnTo>
                    <a:lnTo>
                      <a:pt x="94" y="704"/>
                    </a:lnTo>
                    <a:lnTo>
                      <a:pt x="93" y="634"/>
                    </a:lnTo>
                    <a:lnTo>
                      <a:pt x="93" y="593"/>
                    </a:lnTo>
                    <a:lnTo>
                      <a:pt x="94" y="552"/>
                    </a:lnTo>
                    <a:lnTo>
                      <a:pt x="96" y="511"/>
                    </a:lnTo>
                    <a:lnTo>
                      <a:pt x="99" y="470"/>
                    </a:lnTo>
                    <a:lnTo>
                      <a:pt x="102" y="430"/>
                    </a:lnTo>
                    <a:lnTo>
                      <a:pt x="106" y="389"/>
                    </a:lnTo>
                    <a:lnTo>
                      <a:pt x="111" y="350"/>
                    </a:lnTo>
                    <a:lnTo>
                      <a:pt x="118" y="310"/>
                    </a:lnTo>
                    <a:lnTo>
                      <a:pt x="124" y="270"/>
                    </a:lnTo>
                    <a:lnTo>
                      <a:pt x="131" y="231"/>
                    </a:lnTo>
                    <a:lnTo>
                      <a:pt x="138" y="192"/>
                    </a:lnTo>
                    <a:lnTo>
                      <a:pt x="148" y="153"/>
                    </a:lnTo>
                    <a:lnTo>
                      <a:pt x="157" y="114"/>
                    </a:lnTo>
                    <a:lnTo>
                      <a:pt x="166" y="76"/>
                    </a:lnTo>
                    <a:lnTo>
                      <a:pt x="178" y="39"/>
                    </a:lnTo>
                    <a:lnTo>
                      <a:pt x="189" y="0"/>
                    </a:lnTo>
                    <a:lnTo>
                      <a:pt x="164" y="1"/>
                    </a:lnTo>
                    <a:lnTo>
                      <a:pt x="140" y="1"/>
                    </a:lnTo>
                    <a:lnTo>
                      <a:pt x="117" y="2"/>
                    </a:lnTo>
                    <a:lnTo>
                      <a:pt x="92" y="3"/>
                    </a:lnTo>
                    <a:close/>
                  </a:path>
                </a:pathLst>
              </a:custGeom>
              <a:solidFill>
                <a:srgbClr val="B9C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1" name="Freeform 62"/>
              <p:cNvSpPr>
                <a:spLocks/>
              </p:cNvSpPr>
              <p:nvPr/>
            </p:nvSpPr>
            <p:spPr bwMode="auto">
              <a:xfrm>
                <a:off x="1112" y="1550"/>
                <a:ext cx="132" cy="303"/>
              </a:xfrm>
              <a:custGeom>
                <a:avLst/>
                <a:gdLst>
                  <a:gd name="T0" fmla="*/ 1 w 1056"/>
                  <a:gd name="T1" fmla="*/ 1 h 2422"/>
                  <a:gd name="T2" fmla="*/ 1 w 1056"/>
                  <a:gd name="T3" fmla="*/ 2 h 2422"/>
                  <a:gd name="T4" fmla="*/ 1 w 1056"/>
                  <a:gd name="T5" fmla="*/ 3 h 2422"/>
                  <a:gd name="T6" fmla="*/ 1 w 1056"/>
                  <a:gd name="T7" fmla="*/ 4 h 2422"/>
                  <a:gd name="T8" fmla="*/ 0 w 1056"/>
                  <a:gd name="T9" fmla="*/ 6 h 2422"/>
                  <a:gd name="T10" fmla="*/ 0 w 1056"/>
                  <a:gd name="T11" fmla="*/ 7 h 2422"/>
                  <a:gd name="T12" fmla="*/ 0 w 1056"/>
                  <a:gd name="T13" fmla="*/ 8 h 2422"/>
                  <a:gd name="T14" fmla="*/ 0 w 1056"/>
                  <a:gd name="T15" fmla="*/ 9 h 2422"/>
                  <a:gd name="T16" fmla="*/ 0 w 1056"/>
                  <a:gd name="T17" fmla="*/ 11 h 2422"/>
                  <a:gd name="T18" fmla="*/ 0 w 1056"/>
                  <a:gd name="T19" fmla="*/ 13 h 2422"/>
                  <a:gd name="T20" fmla="*/ 0 w 1056"/>
                  <a:gd name="T21" fmla="*/ 15 h 2422"/>
                  <a:gd name="T22" fmla="*/ 1 w 1056"/>
                  <a:gd name="T23" fmla="*/ 17 h 2422"/>
                  <a:gd name="T24" fmla="*/ 1 w 1056"/>
                  <a:gd name="T25" fmla="*/ 19 h 2422"/>
                  <a:gd name="T26" fmla="*/ 2 w 1056"/>
                  <a:gd name="T27" fmla="*/ 21 h 2422"/>
                  <a:gd name="T28" fmla="*/ 3 w 1056"/>
                  <a:gd name="T29" fmla="*/ 23 h 2422"/>
                  <a:gd name="T30" fmla="*/ 4 w 1056"/>
                  <a:gd name="T31" fmla="*/ 25 h 2422"/>
                  <a:gd name="T32" fmla="*/ 4 w 1056"/>
                  <a:gd name="T33" fmla="*/ 27 h 2422"/>
                  <a:gd name="T34" fmla="*/ 6 w 1056"/>
                  <a:gd name="T35" fmla="*/ 29 h 2422"/>
                  <a:gd name="T36" fmla="*/ 7 w 1056"/>
                  <a:gd name="T37" fmla="*/ 30 h 2422"/>
                  <a:gd name="T38" fmla="*/ 8 w 1056"/>
                  <a:gd name="T39" fmla="*/ 32 h 2422"/>
                  <a:gd name="T40" fmla="*/ 9 w 1056"/>
                  <a:gd name="T41" fmla="*/ 33 h 2422"/>
                  <a:gd name="T42" fmla="*/ 11 w 1056"/>
                  <a:gd name="T43" fmla="*/ 35 h 2422"/>
                  <a:gd name="T44" fmla="*/ 12 w 1056"/>
                  <a:gd name="T45" fmla="*/ 36 h 2422"/>
                  <a:gd name="T46" fmla="*/ 14 w 1056"/>
                  <a:gd name="T47" fmla="*/ 37 h 2422"/>
                  <a:gd name="T48" fmla="*/ 15 w 1056"/>
                  <a:gd name="T49" fmla="*/ 38 h 2422"/>
                  <a:gd name="T50" fmla="*/ 16 w 1056"/>
                  <a:gd name="T51" fmla="*/ 37 h 2422"/>
                  <a:gd name="T52" fmla="*/ 16 w 1056"/>
                  <a:gd name="T53" fmla="*/ 37 h 2422"/>
                  <a:gd name="T54" fmla="*/ 14 w 1056"/>
                  <a:gd name="T55" fmla="*/ 36 h 2422"/>
                  <a:gd name="T56" fmla="*/ 12 w 1056"/>
                  <a:gd name="T57" fmla="*/ 34 h 2422"/>
                  <a:gd name="T58" fmla="*/ 11 w 1056"/>
                  <a:gd name="T59" fmla="*/ 33 h 2422"/>
                  <a:gd name="T60" fmla="*/ 10 w 1056"/>
                  <a:gd name="T61" fmla="*/ 32 h 2422"/>
                  <a:gd name="T62" fmla="*/ 8 w 1056"/>
                  <a:gd name="T63" fmla="*/ 30 h 2422"/>
                  <a:gd name="T64" fmla="*/ 7 w 1056"/>
                  <a:gd name="T65" fmla="*/ 28 h 2422"/>
                  <a:gd name="T66" fmla="*/ 6 w 1056"/>
                  <a:gd name="T67" fmla="*/ 27 h 2422"/>
                  <a:gd name="T68" fmla="*/ 5 w 1056"/>
                  <a:gd name="T69" fmla="*/ 25 h 2422"/>
                  <a:gd name="T70" fmla="*/ 4 w 1056"/>
                  <a:gd name="T71" fmla="*/ 23 h 2422"/>
                  <a:gd name="T72" fmla="*/ 3 w 1056"/>
                  <a:gd name="T73" fmla="*/ 21 h 2422"/>
                  <a:gd name="T74" fmla="*/ 3 w 1056"/>
                  <a:gd name="T75" fmla="*/ 19 h 2422"/>
                  <a:gd name="T76" fmla="*/ 2 w 1056"/>
                  <a:gd name="T77" fmla="*/ 17 h 2422"/>
                  <a:gd name="T78" fmla="*/ 2 w 1056"/>
                  <a:gd name="T79" fmla="*/ 15 h 2422"/>
                  <a:gd name="T80" fmla="*/ 2 w 1056"/>
                  <a:gd name="T81" fmla="*/ 13 h 2422"/>
                  <a:gd name="T82" fmla="*/ 1 w 1056"/>
                  <a:gd name="T83" fmla="*/ 11 h 2422"/>
                  <a:gd name="T84" fmla="*/ 1 w 1056"/>
                  <a:gd name="T85" fmla="*/ 9 h 2422"/>
                  <a:gd name="T86" fmla="*/ 1 w 1056"/>
                  <a:gd name="T87" fmla="*/ 8 h 2422"/>
                  <a:gd name="T88" fmla="*/ 2 w 1056"/>
                  <a:gd name="T89" fmla="*/ 7 h 2422"/>
                  <a:gd name="T90" fmla="*/ 2 w 1056"/>
                  <a:gd name="T91" fmla="*/ 6 h 2422"/>
                  <a:gd name="T92" fmla="*/ 2 w 1056"/>
                  <a:gd name="T93" fmla="*/ 4 h 2422"/>
                  <a:gd name="T94" fmla="*/ 2 w 1056"/>
                  <a:gd name="T95" fmla="*/ 3 h 2422"/>
                  <a:gd name="T96" fmla="*/ 2 w 1056"/>
                  <a:gd name="T97" fmla="*/ 2 h 2422"/>
                  <a:gd name="T98" fmla="*/ 3 w 1056"/>
                  <a:gd name="T99" fmla="*/ 1 h 2422"/>
                  <a:gd name="T100" fmla="*/ 3 w 1056"/>
                  <a:gd name="T101" fmla="*/ 0 h 2422"/>
                  <a:gd name="T102" fmla="*/ 2 w 1056"/>
                  <a:gd name="T103" fmla="*/ 0 h 2422"/>
                  <a:gd name="T104" fmla="*/ 1 w 1056"/>
                  <a:gd name="T105" fmla="*/ 0 h 242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056"/>
                  <a:gd name="T160" fmla="*/ 0 h 2422"/>
                  <a:gd name="T161" fmla="*/ 1056 w 1056"/>
                  <a:gd name="T162" fmla="*/ 2422 h 242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056" h="2422">
                    <a:moveTo>
                      <a:pt x="94" y="1"/>
                    </a:moveTo>
                    <a:lnTo>
                      <a:pt x="83" y="40"/>
                    </a:lnTo>
                    <a:lnTo>
                      <a:pt x="73" y="77"/>
                    </a:lnTo>
                    <a:lnTo>
                      <a:pt x="63" y="115"/>
                    </a:lnTo>
                    <a:lnTo>
                      <a:pt x="54" y="154"/>
                    </a:lnTo>
                    <a:lnTo>
                      <a:pt x="46" y="193"/>
                    </a:lnTo>
                    <a:lnTo>
                      <a:pt x="38" y="232"/>
                    </a:lnTo>
                    <a:lnTo>
                      <a:pt x="31" y="271"/>
                    </a:lnTo>
                    <a:lnTo>
                      <a:pt x="25" y="311"/>
                    </a:lnTo>
                    <a:lnTo>
                      <a:pt x="19" y="350"/>
                    </a:lnTo>
                    <a:lnTo>
                      <a:pt x="14" y="390"/>
                    </a:lnTo>
                    <a:lnTo>
                      <a:pt x="10" y="430"/>
                    </a:lnTo>
                    <a:lnTo>
                      <a:pt x="6" y="470"/>
                    </a:lnTo>
                    <a:lnTo>
                      <a:pt x="4" y="512"/>
                    </a:lnTo>
                    <a:lnTo>
                      <a:pt x="2" y="552"/>
                    </a:lnTo>
                    <a:lnTo>
                      <a:pt x="1" y="593"/>
                    </a:lnTo>
                    <a:lnTo>
                      <a:pt x="0" y="634"/>
                    </a:lnTo>
                    <a:lnTo>
                      <a:pt x="1" y="704"/>
                    </a:lnTo>
                    <a:lnTo>
                      <a:pt x="5" y="772"/>
                    </a:lnTo>
                    <a:lnTo>
                      <a:pt x="10" y="841"/>
                    </a:lnTo>
                    <a:lnTo>
                      <a:pt x="18" y="908"/>
                    </a:lnTo>
                    <a:lnTo>
                      <a:pt x="27" y="976"/>
                    </a:lnTo>
                    <a:lnTo>
                      <a:pt x="38" y="1042"/>
                    </a:lnTo>
                    <a:lnTo>
                      <a:pt x="52" y="1108"/>
                    </a:lnTo>
                    <a:lnTo>
                      <a:pt x="68" y="1172"/>
                    </a:lnTo>
                    <a:lnTo>
                      <a:pt x="85" y="1236"/>
                    </a:lnTo>
                    <a:lnTo>
                      <a:pt x="105" y="1300"/>
                    </a:lnTo>
                    <a:lnTo>
                      <a:pt x="127" y="1362"/>
                    </a:lnTo>
                    <a:lnTo>
                      <a:pt x="149" y="1424"/>
                    </a:lnTo>
                    <a:lnTo>
                      <a:pt x="174" y="1485"/>
                    </a:lnTo>
                    <a:lnTo>
                      <a:pt x="201" y="1545"/>
                    </a:lnTo>
                    <a:lnTo>
                      <a:pt x="229" y="1603"/>
                    </a:lnTo>
                    <a:lnTo>
                      <a:pt x="259" y="1661"/>
                    </a:lnTo>
                    <a:lnTo>
                      <a:pt x="292" y="1718"/>
                    </a:lnTo>
                    <a:lnTo>
                      <a:pt x="325" y="1773"/>
                    </a:lnTo>
                    <a:lnTo>
                      <a:pt x="360" y="1828"/>
                    </a:lnTo>
                    <a:lnTo>
                      <a:pt x="396" y="1881"/>
                    </a:lnTo>
                    <a:lnTo>
                      <a:pt x="435" y="1934"/>
                    </a:lnTo>
                    <a:lnTo>
                      <a:pt x="474" y="1985"/>
                    </a:lnTo>
                    <a:lnTo>
                      <a:pt x="516" y="2035"/>
                    </a:lnTo>
                    <a:lnTo>
                      <a:pt x="558" y="2083"/>
                    </a:lnTo>
                    <a:lnTo>
                      <a:pt x="602" y="2130"/>
                    </a:lnTo>
                    <a:lnTo>
                      <a:pt x="648" y="2176"/>
                    </a:lnTo>
                    <a:lnTo>
                      <a:pt x="694" y="2220"/>
                    </a:lnTo>
                    <a:lnTo>
                      <a:pt x="742" y="2264"/>
                    </a:lnTo>
                    <a:lnTo>
                      <a:pt x="792" y="2306"/>
                    </a:lnTo>
                    <a:lnTo>
                      <a:pt x="842" y="2346"/>
                    </a:lnTo>
                    <a:lnTo>
                      <a:pt x="893" y="2384"/>
                    </a:lnTo>
                    <a:lnTo>
                      <a:pt x="946" y="2422"/>
                    </a:lnTo>
                    <a:lnTo>
                      <a:pt x="974" y="2412"/>
                    </a:lnTo>
                    <a:lnTo>
                      <a:pt x="1002" y="2403"/>
                    </a:lnTo>
                    <a:lnTo>
                      <a:pt x="1029" y="2394"/>
                    </a:lnTo>
                    <a:lnTo>
                      <a:pt x="1056" y="2383"/>
                    </a:lnTo>
                    <a:lnTo>
                      <a:pt x="1002" y="2348"/>
                    </a:lnTo>
                    <a:lnTo>
                      <a:pt x="951" y="2312"/>
                    </a:lnTo>
                    <a:lnTo>
                      <a:pt x="899" y="2273"/>
                    </a:lnTo>
                    <a:lnTo>
                      <a:pt x="849" y="2234"/>
                    </a:lnTo>
                    <a:lnTo>
                      <a:pt x="800" y="2192"/>
                    </a:lnTo>
                    <a:lnTo>
                      <a:pt x="752" y="2149"/>
                    </a:lnTo>
                    <a:lnTo>
                      <a:pt x="706" y="2105"/>
                    </a:lnTo>
                    <a:lnTo>
                      <a:pt x="661" y="2060"/>
                    </a:lnTo>
                    <a:lnTo>
                      <a:pt x="618" y="2012"/>
                    </a:lnTo>
                    <a:lnTo>
                      <a:pt x="576" y="1964"/>
                    </a:lnTo>
                    <a:lnTo>
                      <a:pt x="535" y="1914"/>
                    </a:lnTo>
                    <a:lnTo>
                      <a:pt x="497" y="1863"/>
                    </a:lnTo>
                    <a:lnTo>
                      <a:pt x="460" y="1811"/>
                    </a:lnTo>
                    <a:lnTo>
                      <a:pt x="423" y="1758"/>
                    </a:lnTo>
                    <a:lnTo>
                      <a:pt x="389" y="1704"/>
                    </a:lnTo>
                    <a:lnTo>
                      <a:pt x="357" y="1647"/>
                    </a:lnTo>
                    <a:lnTo>
                      <a:pt x="327" y="1591"/>
                    </a:lnTo>
                    <a:lnTo>
                      <a:pt x="298" y="1533"/>
                    </a:lnTo>
                    <a:lnTo>
                      <a:pt x="270" y="1474"/>
                    </a:lnTo>
                    <a:lnTo>
                      <a:pt x="245" y="1415"/>
                    </a:lnTo>
                    <a:lnTo>
                      <a:pt x="221" y="1354"/>
                    </a:lnTo>
                    <a:lnTo>
                      <a:pt x="199" y="1292"/>
                    </a:lnTo>
                    <a:lnTo>
                      <a:pt x="179" y="1230"/>
                    </a:lnTo>
                    <a:lnTo>
                      <a:pt x="162" y="1167"/>
                    </a:lnTo>
                    <a:lnTo>
                      <a:pt x="145" y="1103"/>
                    </a:lnTo>
                    <a:lnTo>
                      <a:pt x="132" y="1038"/>
                    </a:lnTo>
                    <a:lnTo>
                      <a:pt x="119" y="973"/>
                    </a:lnTo>
                    <a:lnTo>
                      <a:pt x="110" y="906"/>
                    </a:lnTo>
                    <a:lnTo>
                      <a:pt x="103" y="839"/>
                    </a:lnTo>
                    <a:lnTo>
                      <a:pt x="96" y="771"/>
                    </a:lnTo>
                    <a:lnTo>
                      <a:pt x="93" y="703"/>
                    </a:lnTo>
                    <a:lnTo>
                      <a:pt x="92" y="634"/>
                    </a:lnTo>
                    <a:lnTo>
                      <a:pt x="92" y="593"/>
                    </a:lnTo>
                    <a:lnTo>
                      <a:pt x="94" y="551"/>
                    </a:lnTo>
                    <a:lnTo>
                      <a:pt x="95" y="511"/>
                    </a:lnTo>
                    <a:lnTo>
                      <a:pt x="99" y="470"/>
                    </a:lnTo>
                    <a:lnTo>
                      <a:pt x="103" y="430"/>
                    </a:lnTo>
                    <a:lnTo>
                      <a:pt x="107" y="389"/>
                    </a:lnTo>
                    <a:lnTo>
                      <a:pt x="112" y="349"/>
                    </a:lnTo>
                    <a:lnTo>
                      <a:pt x="118" y="310"/>
                    </a:lnTo>
                    <a:lnTo>
                      <a:pt x="124" y="270"/>
                    </a:lnTo>
                    <a:lnTo>
                      <a:pt x="132" y="231"/>
                    </a:lnTo>
                    <a:lnTo>
                      <a:pt x="140" y="191"/>
                    </a:lnTo>
                    <a:lnTo>
                      <a:pt x="148" y="153"/>
                    </a:lnTo>
                    <a:lnTo>
                      <a:pt x="159" y="114"/>
                    </a:lnTo>
                    <a:lnTo>
                      <a:pt x="169" y="76"/>
                    </a:lnTo>
                    <a:lnTo>
                      <a:pt x="179" y="38"/>
                    </a:lnTo>
                    <a:lnTo>
                      <a:pt x="192" y="0"/>
                    </a:lnTo>
                    <a:lnTo>
                      <a:pt x="184" y="0"/>
                    </a:lnTo>
                    <a:lnTo>
                      <a:pt x="162" y="0"/>
                    </a:lnTo>
                    <a:lnTo>
                      <a:pt x="139" y="0"/>
                    </a:lnTo>
                    <a:lnTo>
                      <a:pt x="117" y="1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rgbClr val="BBC4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2" name="Freeform 63"/>
              <p:cNvSpPr>
                <a:spLocks/>
              </p:cNvSpPr>
              <p:nvPr/>
            </p:nvSpPr>
            <p:spPr bwMode="auto">
              <a:xfrm>
                <a:off x="1117" y="1550"/>
                <a:ext cx="133" cy="300"/>
              </a:xfrm>
              <a:custGeom>
                <a:avLst/>
                <a:gdLst>
                  <a:gd name="T0" fmla="*/ 1 w 1062"/>
                  <a:gd name="T1" fmla="*/ 1 h 2403"/>
                  <a:gd name="T2" fmla="*/ 1 w 1062"/>
                  <a:gd name="T3" fmla="*/ 2 h 2403"/>
                  <a:gd name="T4" fmla="*/ 1 w 1062"/>
                  <a:gd name="T5" fmla="*/ 3 h 2403"/>
                  <a:gd name="T6" fmla="*/ 1 w 1062"/>
                  <a:gd name="T7" fmla="*/ 4 h 2403"/>
                  <a:gd name="T8" fmla="*/ 0 w 1062"/>
                  <a:gd name="T9" fmla="*/ 5 h 2403"/>
                  <a:gd name="T10" fmla="*/ 0 w 1062"/>
                  <a:gd name="T11" fmla="*/ 7 h 2403"/>
                  <a:gd name="T12" fmla="*/ 0 w 1062"/>
                  <a:gd name="T13" fmla="*/ 8 h 2403"/>
                  <a:gd name="T14" fmla="*/ 0 w 1062"/>
                  <a:gd name="T15" fmla="*/ 9 h 2403"/>
                  <a:gd name="T16" fmla="*/ 0 w 1062"/>
                  <a:gd name="T17" fmla="*/ 11 h 2403"/>
                  <a:gd name="T18" fmla="*/ 0 w 1062"/>
                  <a:gd name="T19" fmla="*/ 13 h 2403"/>
                  <a:gd name="T20" fmla="*/ 0 w 1062"/>
                  <a:gd name="T21" fmla="*/ 15 h 2403"/>
                  <a:gd name="T22" fmla="*/ 1 w 1062"/>
                  <a:gd name="T23" fmla="*/ 17 h 2403"/>
                  <a:gd name="T24" fmla="*/ 1 w 1062"/>
                  <a:gd name="T25" fmla="*/ 19 h 2403"/>
                  <a:gd name="T26" fmla="*/ 2 w 1062"/>
                  <a:gd name="T27" fmla="*/ 21 h 2403"/>
                  <a:gd name="T28" fmla="*/ 3 w 1062"/>
                  <a:gd name="T29" fmla="*/ 23 h 2403"/>
                  <a:gd name="T30" fmla="*/ 4 w 1062"/>
                  <a:gd name="T31" fmla="*/ 25 h 2403"/>
                  <a:gd name="T32" fmla="*/ 5 w 1062"/>
                  <a:gd name="T33" fmla="*/ 27 h 2403"/>
                  <a:gd name="T34" fmla="*/ 6 w 1062"/>
                  <a:gd name="T35" fmla="*/ 28 h 2403"/>
                  <a:gd name="T36" fmla="*/ 7 w 1062"/>
                  <a:gd name="T37" fmla="*/ 30 h 2403"/>
                  <a:gd name="T38" fmla="*/ 8 w 1062"/>
                  <a:gd name="T39" fmla="*/ 32 h 2403"/>
                  <a:gd name="T40" fmla="*/ 10 w 1062"/>
                  <a:gd name="T41" fmla="*/ 33 h 2403"/>
                  <a:gd name="T42" fmla="*/ 11 w 1062"/>
                  <a:gd name="T43" fmla="*/ 34 h 2403"/>
                  <a:gd name="T44" fmla="*/ 13 w 1062"/>
                  <a:gd name="T45" fmla="*/ 36 h 2403"/>
                  <a:gd name="T46" fmla="*/ 14 w 1062"/>
                  <a:gd name="T47" fmla="*/ 37 h 2403"/>
                  <a:gd name="T48" fmla="*/ 15 w 1062"/>
                  <a:gd name="T49" fmla="*/ 37 h 2403"/>
                  <a:gd name="T50" fmla="*/ 16 w 1062"/>
                  <a:gd name="T51" fmla="*/ 37 h 2403"/>
                  <a:gd name="T52" fmla="*/ 16 w 1062"/>
                  <a:gd name="T53" fmla="*/ 36 h 2403"/>
                  <a:gd name="T54" fmla="*/ 14 w 1062"/>
                  <a:gd name="T55" fmla="*/ 35 h 2403"/>
                  <a:gd name="T56" fmla="*/ 13 w 1062"/>
                  <a:gd name="T57" fmla="*/ 34 h 2403"/>
                  <a:gd name="T58" fmla="*/ 11 w 1062"/>
                  <a:gd name="T59" fmla="*/ 33 h 2403"/>
                  <a:gd name="T60" fmla="*/ 10 w 1062"/>
                  <a:gd name="T61" fmla="*/ 31 h 2403"/>
                  <a:gd name="T62" fmla="*/ 8 w 1062"/>
                  <a:gd name="T63" fmla="*/ 30 h 2403"/>
                  <a:gd name="T64" fmla="*/ 7 w 1062"/>
                  <a:gd name="T65" fmla="*/ 28 h 2403"/>
                  <a:gd name="T66" fmla="*/ 6 w 1062"/>
                  <a:gd name="T67" fmla="*/ 26 h 2403"/>
                  <a:gd name="T68" fmla="*/ 5 w 1062"/>
                  <a:gd name="T69" fmla="*/ 25 h 2403"/>
                  <a:gd name="T70" fmla="*/ 4 w 1062"/>
                  <a:gd name="T71" fmla="*/ 23 h 2403"/>
                  <a:gd name="T72" fmla="*/ 4 w 1062"/>
                  <a:gd name="T73" fmla="*/ 21 h 2403"/>
                  <a:gd name="T74" fmla="*/ 3 w 1062"/>
                  <a:gd name="T75" fmla="*/ 19 h 2403"/>
                  <a:gd name="T76" fmla="*/ 2 w 1062"/>
                  <a:gd name="T77" fmla="*/ 17 h 2403"/>
                  <a:gd name="T78" fmla="*/ 2 w 1062"/>
                  <a:gd name="T79" fmla="*/ 15 h 2403"/>
                  <a:gd name="T80" fmla="*/ 2 w 1062"/>
                  <a:gd name="T81" fmla="*/ 13 h 2403"/>
                  <a:gd name="T82" fmla="*/ 2 w 1062"/>
                  <a:gd name="T83" fmla="*/ 11 h 2403"/>
                  <a:gd name="T84" fmla="*/ 2 w 1062"/>
                  <a:gd name="T85" fmla="*/ 9 h 2403"/>
                  <a:gd name="T86" fmla="*/ 2 w 1062"/>
                  <a:gd name="T87" fmla="*/ 8 h 2403"/>
                  <a:gd name="T88" fmla="*/ 2 w 1062"/>
                  <a:gd name="T89" fmla="*/ 7 h 2403"/>
                  <a:gd name="T90" fmla="*/ 2 w 1062"/>
                  <a:gd name="T91" fmla="*/ 5 h 2403"/>
                  <a:gd name="T92" fmla="*/ 2 w 1062"/>
                  <a:gd name="T93" fmla="*/ 4 h 2403"/>
                  <a:gd name="T94" fmla="*/ 2 w 1062"/>
                  <a:gd name="T95" fmla="*/ 3 h 2403"/>
                  <a:gd name="T96" fmla="*/ 3 w 1062"/>
                  <a:gd name="T97" fmla="*/ 2 h 2403"/>
                  <a:gd name="T98" fmla="*/ 3 w 1062"/>
                  <a:gd name="T99" fmla="*/ 1 h 2403"/>
                  <a:gd name="T100" fmla="*/ 3 w 1062"/>
                  <a:gd name="T101" fmla="*/ 0 h 2403"/>
                  <a:gd name="T102" fmla="*/ 2 w 1062"/>
                  <a:gd name="T103" fmla="*/ 0 h 2403"/>
                  <a:gd name="T104" fmla="*/ 2 w 1062"/>
                  <a:gd name="T105" fmla="*/ 0 h 240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062"/>
                  <a:gd name="T160" fmla="*/ 0 h 2403"/>
                  <a:gd name="T161" fmla="*/ 1062 w 1062"/>
                  <a:gd name="T162" fmla="*/ 2403 h 240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062" h="2403">
                    <a:moveTo>
                      <a:pt x="96" y="0"/>
                    </a:moveTo>
                    <a:lnTo>
                      <a:pt x="85" y="39"/>
                    </a:lnTo>
                    <a:lnTo>
                      <a:pt x="73" y="76"/>
                    </a:lnTo>
                    <a:lnTo>
                      <a:pt x="64" y="114"/>
                    </a:lnTo>
                    <a:lnTo>
                      <a:pt x="55" y="153"/>
                    </a:lnTo>
                    <a:lnTo>
                      <a:pt x="45" y="192"/>
                    </a:lnTo>
                    <a:lnTo>
                      <a:pt x="38" y="231"/>
                    </a:lnTo>
                    <a:lnTo>
                      <a:pt x="31" y="270"/>
                    </a:lnTo>
                    <a:lnTo>
                      <a:pt x="25" y="310"/>
                    </a:lnTo>
                    <a:lnTo>
                      <a:pt x="18" y="350"/>
                    </a:lnTo>
                    <a:lnTo>
                      <a:pt x="13" y="389"/>
                    </a:lnTo>
                    <a:lnTo>
                      <a:pt x="9" y="430"/>
                    </a:lnTo>
                    <a:lnTo>
                      <a:pt x="6" y="470"/>
                    </a:lnTo>
                    <a:lnTo>
                      <a:pt x="3" y="511"/>
                    </a:lnTo>
                    <a:lnTo>
                      <a:pt x="1" y="552"/>
                    </a:lnTo>
                    <a:lnTo>
                      <a:pt x="0" y="593"/>
                    </a:lnTo>
                    <a:lnTo>
                      <a:pt x="0" y="634"/>
                    </a:lnTo>
                    <a:lnTo>
                      <a:pt x="1" y="704"/>
                    </a:lnTo>
                    <a:lnTo>
                      <a:pt x="4" y="772"/>
                    </a:lnTo>
                    <a:lnTo>
                      <a:pt x="9" y="840"/>
                    </a:lnTo>
                    <a:lnTo>
                      <a:pt x="17" y="907"/>
                    </a:lnTo>
                    <a:lnTo>
                      <a:pt x="27" y="974"/>
                    </a:lnTo>
                    <a:lnTo>
                      <a:pt x="38" y="1040"/>
                    </a:lnTo>
                    <a:lnTo>
                      <a:pt x="52" y="1106"/>
                    </a:lnTo>
                    <a:lnTo>
                      <a:pt x="68" y="1170"/>
                    </a:lnTo>
                    <a:lnTo>
                      <a:pt x="86" y="1233"/>
                    </a:lnTo>
                    <a:lnTo>
                      <a:pt x="105" y="1297"/>
                    </a:lnTo>
                    <a:lnTo>
                      <a:pt x="126" y="1359"/>
                    </a:lnTo>
                    <a:lnTo>
                      <a:pt x="150" y="1420"/>
                    </a:lnTo>
                    <a:lnTo>
                      <a:pt x="175" y="1480"/>
                    </a:lnTo>
                    <a:lnTo>
                      <a:pt x="202" y="1540"/>
                    </a:lnTo>
                    <a:lnTo>
                      <a:pt x="231" y="1598"/>
                    </a:lnTo>
                    <a:lnTo>
                      <a:pt x="261" y="1655"/>
                    </a:lnTo>
                    <a:lnTo>
                      <a:pt x="293" y="1711"/>
                    </a:lnTo>
                    <a:lnTo>
                      <a:pt x="328" y="1766"/>
                    </a:lnTo>
                    <a:lnTo>
                      <a:pt x="363" y="1820"/>
                    </a:lnTo>
                    <a:lnTo>
                      <a:pt x="400" y="1873"/>
                    </a:lnTo>
                    <a:lnTo>
                      <a:pt x="439" y="1925"/>
                    </a:lnTo>
                    <a:lnTo>
                      <a:pt x="478" y="1974"/>
                    </a:lnTo>
                    <a:lnTo>
                      <a:pt x="520" y="2024"/>
                    </a:lnTo>
                    <a:lnTo>
                      <a:pt x="563" y="2072"/>
                    </a:lnTo>
                    <a:lnTo>
                      <a:pt x="608" y="2118"/>
                    </a:lnTo>
                    <a:lnTo>
                      <a:pt x="653" y="2163"/>
                    </a:lnTo>
                    <a:lnTo>
                      <a:pt x="700" y="2207"/>
                    </a:lnTo>
                    <a:lnTo>
                      <a:pt x="749" y="2250"/>
                    </a:lnTo>
                    <a:lnTo>
                      <a:pt x="799" y="2290"/>
                    </a:lnTo>
                    <a:lnTo>
                      <a:pt x="850" y="2329"/>
                    </a:lnTo>
                    <a:lnTo>
                      <a:pt x="901" y="2367"/>
                    </a:lnTo>
                    <a:lnTo>
                      <a:pt x="955" y="2403"/>
                    </a:lnTo>
                    <a:lnTo>
                      <a:pt x="982" y="2394"/>
                    </a:lnTo>
                    <a:lnTo>
                      <a:pt x="1009" y="2383"/>
                    </a:lnTo>
                    <a:lnTo>
                      <a:pt x="1036" y="2373"/>
                    </a:lnTo>
                    <a:lnTo>
                      <a:pt x="1062" y="2363"/>
                    </a:lnTo>
                    <a:lnTo>
                      <a:pt x="1008" y="2328"/>
                    </a:lnTo>
                    <a:lnTo>
                      <a:pt x="955" y="2293"/>
                    </a:lnTo>
                    <a:lnTo>
                      <a:pt x="905" y="2256"/>
                    </a:lnTo>
                    <a:lnTo>
                      <a:pt x="854" y="2216"/>
                    </a:lnTo>
                    <a:lnTo>
                      <a:pt x="805" y="2176"/>
                    </a:lnTo>
                    <a:lnTo>
                      <a:pt x="757" y="2134"/>
                    </a:lnTo>
                    <a:lnTo>
                      <a:pt x="711" y="2091"/>
                    </a:lnTo>
                    <a:lnTo>
                      <a:pt x="665" y="2046"/>
                    </a:lnTo>
                    <a:lnTo>
                      <a:pt x="621" y="1999"/>
                    </a:lnTo>
                    <a:lnTo>
                      <a:pt x="580" y="1952"/>
                    </a:lnTo>
                    <a:lnTo>
                      <a:pt x="538" y="1903"/>
                    </a:lnTo>
                    <a:lnTo>
                      <a:pt x="500" y="1853"/>
                    </a:lnTo>
                    <a:lnTo>
                      <a:pt x="461" y="1801"/>
                    </a:lnTo>
                    <a:lnTo>
                      <a:pt x="426" y="1749"/>
                    </a:lnTo>
                    <a:lnTo>
                      <a:pt x="391" y="1695"/>
                    </a:lnTo>
                    <a:lnTo>
                      <a:pt x="359" y="1640"/>
                    </a:lnTo>
                    <a:lnTo>
                      <a:pt x="328" y="1584"/>
                    </a:lnTo>
                    <a:lnTo>
                      <a:pt x="299" y="1527"/>
                    </a:lnTo>
                    <a:lnTo>
                      <a:pt x="271" y="1469"/>
                    </a:lnTo>
                    <a:lnTo>
                      <a:pt x="245" y="1410"/>
                    </a:lnTo>
                    <a:lnTo>
                      <a:pt x="221" y="1350"/>
                    </a:lnTo>
                    <a:lnTo>
                      <a:pt x="199" y="1288"/>
                    </a:lnTo>
                    <a:lnTo>
                      <a:pt x="179" y="1226"/>
                    </a:lnTo>
                    <a:lnTo>
                      <a:pt x="162" y="1164"/>
                    </a:lnTo>
                    <a:lnTo>
                      <a:pt x="145" y="1099"/>
                    </a:lnTo>
                    <a:lnTo>
                      <a:pt x="131" y="1035"/>
                    </a:lnTo>
                    <a:lnTo>
                      <a:pt x="119" y="971"/>
                    </a:lnTo>
                    <a:lnTo>
                      <a:pt x="109" y="904"/>
                    </a:lnTo>
                    <a:lnTo>
                      <a:pt x="101" y="838"/>
                    </a:lnTo>
                    <a:lnTo>
                      <a:pt x="96" y="770"/>
                    </a:lnTo>
                    <a:lnTo>
                      <a:pt x="92" y="703"/>
                    </a:lnTo>
                    <a:lnTo>
                      <a:pt x="91" y="634"/>
                    </a:lnTo>
                    <a:lnTo>
                      <a:pt x="92" y="593"/>
                    </a:lnTo>
                    <a:lnTo>
                      <a:pt x="93" y="551"/>
                    </a:lnTo>
                    <a:lnTo>
                      <a:pt x="95" y="511"/>
                    </a:lnTo>
                    <a:lnTo>
                      <a:pt x="98" y="470"/>
                    </a:lnTo>
                    <a:lnTo>
                      <a:pt x="101" y="430"/>
                    </a:lnTo>
                    <a:lnTo>
                      <a:pt x="105" y="389"/>
                    </a:lnTo>
                    <a:lnTo>
                      <a:pt x="112" y="349"/>
                    </a:lnTo>
                    <a:lnTo>
                      <a:pt x="117" y="310"/>
                    </a:lnTo>
                    <a:lnTo>
                      <a:pt x="124" y="270"/>
                    </a:lnTo>
                    <a:lnTo>
                      <a:pt x="131" y="231"/>
                    </a:lnTo>
                    <a:lnTo>
                      <a:pt x="140" y="191"/>
                    </a:lnTo>
                    <a:lnTo>
                      <a:pt x="149" y="153"/>
                    </a:lnTo>
                    <a:lnTo>
                      <a:pt x="158" y="114"/>
                    </a:lnTo>
                    <a:lnTo>
                      <a:pt x="170" y="76"/>
                    </a:lnTo>
                    <a:lnTo>
                      <a:pt x="180" y="39"/>
                    </a:lnTo>
                    <a:lnTo>
                      <a:pt x="193" y="1"/>
                    </a:lnTo>
                    <a:lnTo>
                      <a:pt x="179" y="0"/>
                    </a:lnTo>
                    <a:lnTo>
                      <a:pt x="165" y="0"/>
                    </a:lnTo>
                    <a:lnTo>
                      <a:pt x="151" y="0"/>
                    </a:lnTo>
                    <a:lnTo>
                      <a:pt x="137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BCC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3" name="Freeform 64"/>
              <p:cNvSpPr>
                <a:spLocks/>
              </p:cNvSpPr>
              <p:nvPr/>
            </p:nvSpPr>
            <p:spPr bwMode="auto">
              <a:xfrm>
                <a:off x="1123" y="1550"/>
                <a:ext cx="134" cy="298"/>
              </a:xfrm>
              <a:custGeom>
                <a:avLst/>
                <a:gdLst>
                  <a:gd name="T0" fmla="*/ 1 w 1070"/>
                  <a:gd name="T1" fmla="*/ 1 h 2383"/>
                  <a:gd name="T2" fmla="*/ 1 w 1070"/>
                  <a:gd name="T3" fmla="*/ 2 h 2383"/>
                  <a:gd name="T4" fmla="*/ 1 w 1070"/>
                  <a:gd name="T5" fmla="*/ 3 h 2383"/>
                  <a:gd name="T6" fmla="*/ 1 w 1070"/>
                  <a:gd name="T7" fmla="*/ 4 h 2383"/>
                  <a:gd name="T8" fmla="*/ 0 w 1070"/>
                  <a:gd name="T9" fmla="*/ 6 h 2383"/>
                  <a:gd name="T10" fmla="*/ 0 w 1070"/>
                  <a:gd name="T11" fmla="*/ 7 h 2383"/>
                  <a:gd name="T12" fmla="*/ 0 w 1070"/>
                  <a:gd name="T13" fmla="*/ 8 h 2383"/>
                  <a:gd name="T14" fmla="*/ 0 w 1070"/>
                  <a:gd name="T15" fmla="*/ 9 h 2383"/>
                  <a:gd name="T16" fmla="*/ 0 w 1070"/>
                  <a:gd name="T17" fmla="*/ 11 h 2383"/>
                  <a:gd name="T18" fmla="*/ 0 w 1070"/>
                  <a:gd name="T19" fmla="*/ 13 h 2383"/>
                  <a:gd name="T20" fmla="*/ 0 w 1070"/>
                  <a:gd name="T21" fmla="*/ 15 h 2383"/>
                  <a:gd name="T22" fmla="*/ 1 w 1070"/>
                  <a:gd name="T23" fmla="*/ 17 h 2383"/>
                  <a:gd name="T24" fmla="*/ 1 w 1070"/>
                  <a:gd name="T25" fmla="*/ 19 h 2383"/>
                  <a:gd name="T26" fmla="*/ 2 w 1070"/>
                  <a:gd name="T27" fmla="*/ 21 h 2383"/>
                  <a:gd name="T28" fmla="*/ 3 w 1070"/>
                  <a:gd name="T29" fmla="*/ 23 h 2383"/>
                  <a:gd name="T30" fmla="*/ 4 w 1070"/>
                  <a:gd name="T31" fmla="*/ 25 h 2383"/>
                  <a:gd name="T32" fmla="*/ 5 w 1070"/>
                  <a:gd name="T33" fmla="*/ 27 h 2383"/>
                  <a:gd name="T34" fmla="*/ 6 w 1070"/>
                  <a:gd name="T35" fmla="*/ 28 h 2383"/>
                  <a:gd name="T36" fmla="*/ 7 w 1070"/>
                  <a:gd name="T37" fmla="*/ 30 h 2383"/>
                  <a:gd name="T38" fmla="*/ 8 w 1070"/>
                  <a:gd name="T39" fmla="*/ 32 h 2383"/>
                  <a:gd name="T40" fmla="*/ 10 w 1070"/>
                  <a:gd name="T41" fmla="*/ 33 h 2383"/>
                  <a:gd name="T42" fmla="*/ 11 w 1070"/>
                  <a:gd name="T43" fmla="*/ 34 h 2383"/>
                  <a:gd name="T44" fmla="*/ 13 w 1070"/>
                  <a:gd name="T45" fmla="*/ 36 h 2383"/>
                  <a:gd name="T46" fmla="*/ 14 w 1070"/>
                  <a:gd name="T47" fmla="*/ 37 h 2383"/>
                  <a:gd name="T48" fmla="*/ 16 w 1070"/>
                  <a:gd name="T49" fmla="*/ 37 h 2383"/>
                  <a:gd name="T50" fmla="*/ 16 w 1070"/>
                  <a:gd name="T51" fmla="*/ 37 h 2383"/>
                  <a:gd name="T52" fmla="*/ 16 w 1070"/>
                  <a:gd name="T53" fmla="*/ 36 h 2383"/>
                  <a:gd name="T54" fmla="*/ 14 w 1070"/>
                  <a:gd name="T55" fmla="*/ 35 h 2383"/>
                  <a:gd name="T56" fmla="*/ 13 w 1070"/>
                  <a:gd name="T57" fmla="*/ 34 h 2383"/>
                  <a:gd name="T58" fmla="*/ 11 w 1070"/>
                  <a:gd name="T59" fmla="*/ 32 h 2383"/>
                  <a:gd name="T60" fmla="*/ 10 w 1070"/>
                  <a:gd name="T61" fmla="*/ 31 h 2383"/>
                  <a:gd name="T62" fmla="*/ 9 w 1070"/>
                  <a:gd name="T63" fmla="*/ 30 h 2383"/>
                  <a:gd name="T64" fmla="*/ 7 w 1070"/>
                  <a:gd name="T65" fmla="*/ 28 h 2383"/>
                  <a:gd name="T66" fmla="*/ 6 w 1070"/>
                  <a:gd name="T67" fmla="*/ 26 h 2383"/>
                  <a:gd name="T68" fmla="*/ 5 w 1070"/>
                  <a:gd name="T69" fmla="*/ 25 h 2383"/>
                  <a:gd name="T70" fmla="*/ 4 w 1070"/>
                  <a:gd name="T71" fmla="*/ 23 h 2383"/>
                  <a:gd name="T72" fmla="*/ 4 w 1070"/>
                  <a:gd name="T73" fmla="*/ 21 h 2383"/>
                  <a:gd name="T74" fmla="*/ 3 w 1070"/>
                  <a:gd name="T75" fmla="*/ 19 h 2383"/>
                  <a:gd name="T76" fmla="*/ 2 w 1070"/>
                  <a:gd name="T77" fmla="*/ 17 h 2383"/>
                  <a:gd name="T78" fmla="*/ 2 w 1070"/>
                  <a:gd name="T79" fmla="*/ 15 h 2383"/>
                  <a:gd name="T80" fmla="*/ 2 w 1070"/>
                  <a:gd name="T81" fmla="*/ 13 h 2383"/>
                  <a:gd name="T82" fmla="*/ 2 w 1070"/>
                  <a:gd name="T83" fmla="*/ 11 h 2383"/>
                  <a:gd name="T84" fmla="*/ 2 w 1070"/>
                  <a:gd name="T85" fmla="*/ 9 h 2383"/>
                  <a:gd name="T86" fmla="*/ 2 w 1070"/>
                  <a:gd name="T87" fmla="*/ 8 h 2383"/>
                  <a:gd name="T88" fmla="*/ 2 w 1070"/>
                  <a:gd name="T89" fmla="*/ 7 h 2383"/>
                  <a:gd name="T90" fmla="*/ 2 w 1070"/>
                  <a:gd name="T91" fmla="*/ 6 h 2383"/>
                  <a:gd name="T92" fmla="*/ 2 w 1070"/>
                  <a:gd name="T93" fmla="*/ 4 h 2383"/>
                  <a:gd name="T94" fmla="*/ 2 w 1070"/>
                  <a:gd name="T95" fmla="*/ 3 h 2383"/>
                  <a:gd name="T96" fmla="*/ 3 w 1070"/>
                  <a:gd name="T97" fmla="*/ 2 h 2383"/>
                  <a:gd name="T98" fmla="*/ 3 w 1070"/>
                  <a:gd name="T99" fmla="*/ 1 h 2383"/>
                  <a:gd name="T100" fmla="*/ 3 w 1070"/>
                  <a:gd name="T101" fmla="*/ 0 h 2383"/>
                  <a:gd name="T102" fmla="*/ 2 w 1070"/>
                  <a:gd name="T103" fmla="*/ 0 h 238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0"/>
                  <a:gd name="T157" fmla="*/ 0 h 2383"/>
                  <a:gd name="T158" fmla="*/ 1070 w 1070"/>
                  <a:gd name="T159" fmla="*/ 2383 h 2383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0" h="2383">
                    <a:moveTo>
                      <a:pt x="100" y="0"/>
                    </a:moveTo>
                    <a:lnTo>
                      <a:pt x="87" y="38"/>
                    </a:lnTo>
                    <a:lnTo>
                      <a:pt x="77" y="76"/>
                    </a:lnTo>
                    <a:lnTo>
                      <a:pt x="67" y="114"/>
                    </a:lnTo>
                    <a:lnTo>
                      <a:pt x="56" y="153"/>
                    </a:lnTo>
                    <a:lnTo>
                      <a:pt x="48" y="191"/>
                    </a:lnTo>
                    <a:lnTo>
                      <a:pt x="40" y="231"/>
                    </a:lnTo>
                    <a:lnTo>
                      <a:pt x="32" y="270"/>
                    </a:lnTo>
                    <a:lnTo>
                      <a:pt x="26" y="310"/>
                    </a:lnTo>
                    <a:lnTo>
                      <a:pt x="20" y="349"/>
                    </a:lnTo>
                    <a:lnTo>
                      <a:pt x="15" y="389"/>
                    </a:lnTo>
                    <a:lnTo>
                      <a:pt x="11" y="430"/>
                    </a:lnTo>
                    <a:lnTo>
                      <a:pt x="7" y="470"/>
                    </a:lnTo>
                    <a:lnTo>
                      <a:pt x="3" y="511"/>
                    </a:lnTo>
                    <a:lnTo>
                      <a:pt x="2" y="551"/>
                    </a:lnTo>
                    <a:lnTo>
                      <a:pt x="0" y="593"/>
                    </a:lnTo>
                    <a:lnTo>
                      <a:pt x="0" y="634"/>
                    </a:lnTo>
                    <a:lnTo>
                      <a:pt x="1" y="703"/>
                    </a:lnTo>
                    <a:lnTo>
                      <a:pt x="4" y="771"/>
                    </a:lnTo>
                    <a:lnTo>
                      <a:pt x="11" y="839"/>
                    </a:lnTo>
                    <a:lnTo>
                      <a:pt x="18" y="906"/>
                    </a:lnTo>
                    <a:lnTo>
                      <a:pt x="27" y="973"/>
                    </a:lnTo>
                    <a:lnTo>
                      <a:pt x="40" y="1038"/>
                    </a:lnTo>
                    <a:lnTo>
                      <a:pt x="53" y="1103"/>
                    </a:lnTo>
                    <a:lnTo>
                      <a:pt x="70" y="1167"/>
                    </a:lnTo>
                    <a:lnTo>
                      <a:pt x="87" y="1230"/>
                    </a:lnTo>
                    <a:lnTo>
                      <a:pt x="107" y="1292"/>
                    </a:lnTo>
                    <a:lnTo>
                      <a:pt x="129" y="1354"/>
                    </a:lnTo>
                    <a:lnTo>
                      <a:pt x="153" y="1415"/>
                    </a:lnTo>
                    <a:lnTo>
                      <a:pt x="178" y="1474"/>
                    </a:lnTo>
                    <a:lnTo>
                      <a:pt x="206" y="1533"/>
                    </a:lnTo>
                    <a:lnTo>
                      <a:pt x="235" y="1591"/>
                    </a:lnTo>
                    <a:lnTo>
                      <a:pt x="265" y="1647"/>
                    </a:lnTo>
                    <a:lnTo>
                      <a:pt x="297" y="1704"/>
                    </a:lnTo>
                    <a:lnTo>
                      <a:pt x="331" y="1758"/>
                    </a:lnTo>
                    <a:lnTo>
                      <a:pt x="368" y="1811"/>
                    </a:lnTo>
                    <a:lnTo>
                      <a:pt x="405" y="1863"/>
                    </a:lnTo>
                    <a:lnTo>
                      <a:pt x="443" y="1914"/>
                    </a:lnTo>
                    <a:lnTo>
                      <a:pt x="484" y="1964"/>
                    </a:lnTo>
                    <a:lnTo>
                      <a:pt x="526" y="2012"/>
                    </a:lnTo>
                    <a:lnTo>
                      <a:pt x="569" y="2060"/>
                    </a:lnTo>
                    <a:lnTo>
                      <a:pt x="614" y="2105"/>
                    </a:lnTo>
                    <a:lnTo>
                      <a:pt x="660" y="2149"/>
                    </a:lnTo>
                    <a:lnTo>
                      <a:pt x="708" y="2192"/>
                    </a:lnTo>
                    <a:lnTo>
                      <a:pt x="757" y="2234"/>
                    </a:lnTo>
                    <a:lnTo>
                      <a:pt x="807" y="2273"/>
                    </a:lnTo>
                    <a:lnTo>
                      <a:pt x="859" y="2312"/>
                    </a:lnTo>
                    <a:lnTo>
                      <a:pt x="910" y="2348"/>
                    </a:lnTo>
                    <a:lnTo>
                      <a:pt x="964" y="2383"/>
                    </a:lnTo>
                    <a:lnTo>
                      <a:pt x="991" y="2373"/>
                    </a:lnTo>
                    <a:lnTo>
                      <a:pt x="1018" y="2363"/>
                    </a:lnTo>
                    <a:lnTo>
                      <a:pt x="1044" y="2352"/>
                    </a:lnTo>
                    <a:lnTo>
                      <a:pt x="1070" y="2341"/>
                    </a:lnTo>
                    <a:lnTo>
                      <a:pt x="1016" y="2308"/>
                    </a:lnTo>
                    <a:lnTo>
                      <a:pt x="963" y="2272"/>
                    </a:lnTo>
                    <a:lnTo>
                      <a:pt x="910" y="2236"/>
                    </a:lnTo>
                    <a:lnTo>
                      <a:pt x="861" y="2199"/>
                    </a:lnTo>
                    <a:lnTo>
                      <a:pt x="811" y="2159"/>
                    </a:lnTo>
                    <a:lnTo>
                      <a:pt x="763" y="2118"/>
                    </a:lnTo>
                    <a:lnTo>
                      <a:pt x="716" y="2075"/>
                    </a:lnTo>
                    <a:lnTo>
                      <a:pt x="671" y="2032"/>
                    </a:lnTo>
                    <a:lnTo>
                      <a:pt x="627" y="1986"/>
                    </a:lnTo>
                    <a:lnTo>
                      <a:pt x="585" y="1939"/>
                    </a:lnTo>
                    <a:lnTo>
                      <a:pt x="543" y="1891"/>
                    </a:lnTo>
                    <a:lnTo>
                      <a:pt x="504" y="1842"/>
                    </a:lnTo>
                    <a:lnTo>
                      <a:pt x="466" y="1791"/>
                    </a:lnTo>
                    <a:lnTo>
                      <a:pt x="430" y="1739"/>
                    </a:lnTo>
                    <a:lnTo>
                      <a:pt x="395" y="1686"/>
                    </a:lnTo>
                    <a:lnTo>
                      <a:pt x="361" y="1632"/>
                    </a:lnTo>
                    <a:lnTo>
                      <a:pt x="330" y="1576"/>
                    </a:lnTo>
                    <a:lnTo>
                      <a:pt x="301" y="1520"/>
                    </a:lnTo>
                    <a:lnTo>
                      <a:pt x="273" y="1462"/>
                    </a:lnTo>
                    <a:lnTo>
                      <a:pt x="247" y="1404"/>
                    </a:lnTo>
                    <a:lnTo>
                      <a:pt x="223" y="1343"/>
                    </a:lnTo>
                    <a:lnTo>
                      <a:pt x="202" y="1283"/>
                    </a:lnTo>
                    <a:lnTo>
                      <a:pt x="181" y="1222"/>
                    </a:lnTo>
                    <a:lnTo>
                      <a:pt x="163" y="1160"/>
                    </a:lnTo>
                    <a:lnTo>
                      <a:pt x="147" y="1096"/>
                    </a:lnTo>
                    <a:lnTo>
                      <a:pt x="132" y="1033"/>
                    </a:lnTo>
                    <a:lnTo>
                      <a:pt x="121" y="968"/>
                    </a:lnTo>
                    <a:lnTo>
                      <a:pt x="110" y="902"/>
                    </a:lnTo>
                    <a:lnTo>
                      <a:pt x="102" y="837"/>
                    </a:lnTo>
                    <a:lnTo>
                      <a:pt x="97" y="769"/>
                    </a:lnTo>
                    <a:lnTo>
                      <a:pt x="94" y="702"/>
                    </a:lnTo>
                    <a:lnTo>
                      <a:pt x="93" y="634"/>
                    </a:lnTo>
                    <a:lnTo>
                      <a:pt x="93" y="593"/>
                    </a:lnTo>
                    <a:lnTo>
                      <a:pt x="94" y="552"/>
                    </a:lnTo>
                    <a:lnTo>
                      <a:pt x="96" y="511"/>
                    </a:lnTo>
                    <a:lnTo>
                      <a:pt x="99" y="470"/>
                    </a:lnTo>
                    <a:lnTo>
                      <a:pt x="103" y="430"/>
                    </a:lnTo>
                    <a:lnTo>
                      <a:pt x="107" y="389"/>
                    </a:lnTo>
                    <a:lnTo>
                      <a:pt x="112" y="350"/>
                    </a:lnTo>
                    <a:lnTo>
                      <a:pt x="119" y="310"/>
                    </a:lnTo>
                    <a:lnTo>
                      <a:pt x="126" y="270"/>
                    </a:lnTo>
                    <a:lnTo>
                      <a:pt x="133" y="232"/>
                    </a:lnTo>
                    <a:lnTo>
                      <a:pt x="141" y="192"/>
                    </a:lnTo>
                    <a:lnTo>
                      <a:pt x="151" y="154"/>
                    </a:lnTo>
                    <a:lnTo>
                      <a:pt x="161" y="115"/>
                    </a:lnTo>
                    <a:lnTo>
                      <a:pt x="172" y="77"/>
                    </a:lnTo>
                    <a:lnTo>
                      <a:pt x="183" y="40"/>
                    </a:lnTo>
                    <a:lnTo>
                      <a:pt x="195" y="2"/>
                    </a:lnTo>
                    <a:lnTo>
                      <a:pt x="172" y="1"/>
                    </a:lnTo>
                    <a:lnTo>
                      <a:pt x="148" y="1"/>
                    </a:lnTo>
                    <a:lnTo>
                      <a:pt x="124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BEC7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4" name="Freeform 65"/>
              <p:cNvSpPr>
                <a:spLocks/>
              </p:cNvSpPr>
              <p:nvPr/>
            </p:nvSpPr>
            <p:spPr bwMode="auto">
              <a:xfrm>
                <a:off x="1129" y="1550"/>
                <a:ext cx="134" cy="295"/>
              </a:xfrm>
              <a:custGeom>
                <a:avLst/>
                <a:gdLst>
                  <a:gd name="T0" fmla="*/ 1 w 1076"/>
                  <a:gd name="T1" fmla="*/ 1 h 2362"/>
                  <a:gd name="T2" fmla="*/ 1 w 1076"/>
                  <a:gd name="T3" fmla="*/ 2 h 2362"/>
                  <a:gd name="T4" fmla="*/ 1 w 1076"/>
                  <a:gd name="T5" fmla="*/ 3 h 2362"/>
                  <a:gd name="T6" fmla="*/ 0 w 1076"/>
                  <a:gd name="T7" fmla="*/ 4 h 2362"/>
                  <a:gd name="T8" fmla="*/ 0 w 1076"/>
                  <a:gd name="T9" fmla="*/ 5 h 2362"/>
                  <a:gd name="T10" fmla="*/ 0 w 1076"/>
                  <a:gd name="T11" fmla="*/ 7 h 2362"/>
                  <a:gd name="T12" fmla="*/ 0 w 1076"/>
                  <a:gd name="T13" fmla="*/ 8 h 2362"/>
                  <a:gd name="T14" fmla="*/ 0 w 1076"/>
                  <a:gd name="T15" fmla="*/ 9 h 2362"/>
                  <a:gd name="T16" fmla="*/ 0 w 1076"/>
                  <a:gd name="T17" fmla="*/ 11 h 2362"/>
                  <a:gd name="T18" fmla="*/ 0 w 1076"/>
                  <a:gd name="T19" fmla="*/ 13 h 2362"/>
                  <a:gd name="T20" fmla="*/ 0 w 1076"/>
                  <a:gd name="T21" fmla="*/ 15 h 2362"/>
                  <a:gd name="T22" fmla="*/ 1 w 1076"/>
                  <a:gd name="T23" fmla="*/ 17 h 2362"/>
                  <a:gd name="T24" fmla="*/ 1 w 1076"/>
                  <a:gd name="T25" fmla="*/ 19 h 2362"/>
                  <a:gd name="T26" fmla="*/ 2 w 1076"/>
                  <a:gd name="T27" fmla="*/ 21 h 2362"/>
                  <a:gd name="T28" fmla="*/ 3 w 1076"/>
                  <a:gd name="T29" fmla="*/ 23 h 2362"/>
                  <a:gd name="T30" fmla="*/ 4 w 1076"/>
                  <a:gd name="T31" fmla="*/ 25 h 2362"/>
                  <a:gd name="T32" fmla="*/ 5 w 1076"/>
                  <a:gd name="T33" fmla="*/ 26 h 2362"/>
                  <a:gd name="T34" fmla="*/ 6 w 1076"/>
                  <a:gd name="T35" fmla="*/ 28 h 2362"/>
                  <a:gd name="T36" fmla="*/ 7 w 1076"/>
                  <a:gd name="T37" fmla="*/ 30 h 2362"/>
                  <a:gd name="T38" fmla="*/ 8 w 1076"/>
                  <a:gd name="T39" fmla="*/ 31 h 2362"/>
                  <a:gd name="T40" fmla="*/ 10 w 1076"/>
                  <a:gd name="T41" fmla="*/ 33 h 2362"/>
                  <a:gd name="T42" fmla="*/ 11 w 1076"/>
                  <a:gd name="T43" fmla="*/ 34 h 2362"/>
                  <a:gd name="T44" fmla="*/ 13 w 1076"/>
                  <a:gd name="T45" fmla="*/ 35 h 2362"/>
                  <a:gd name="T46" fmla="*/ 14 w 1076"/>
                  <a:gd name="T47" fmla="*/ 36 h 2362"/>
                  <a:gd name="T48" fmla="*/ 15 w 1076"/>
                  <a:gd name="T49" fmla="*/ 37 h 2362"/>
                  <a:gd name="T50" fmla="*/ 16 w 1076"/>
                  <a:gd name="T51" fmla="*/ 36 h 2362"/>
                  <a:gd name="T52" fmla="*/ 16 w 1076"/>
                  <a:gd name="T53" fmla="*/ 36 h 2362"/>
                  <a:gd name="T54" fmla="*/ 14 w 1076"/>
                  <a:gd name="T55" fmla="*/ 35 h 2362"/>
                  <a:gd name="T56" fmla="*/ 13 w 1076"/>
                  <a:gd name="T57" fmla="*/ 33 h 2362"/>
                  <a:gd name="T58" fmla="*/ 11 w 1076"/>
                  <a:gd name="T59" fmla="*/ 32 h 2362"/>
                  <a:gd name="T60" fmla="*/ 10 w 1076"/>
                  <a:gd name="T61" fmla="*/ 31 h 2362"/>
                  <a:gd name="T62" fmla="*/ 8 w 1076"/>
                  <a:gd name="T63" fmla="*/ 29 h 2362"/>
                  <a:gd name="T64" fmla="*/ 7 w 1076"/>
                  <a:gd name="T65" fmla="*/ 28 h 2362"/>
                  <a:gd name="T66" fmla="*/ 6 w 1076"/>
                  <a:gd name="T67" fmla="*/ 26 h 2362"/>
                  <a:gd name="T68" fmla="*/ 5 w 1076"/>
                  <a:gd name="T69" fmla="*/ 24 h 2362"/>
                  <a:gd name="T70" fmla="*/ 4 w 1076"/>
                  <a:gd name="T71" fmla="*/ 23 h 2362"/>
                  <a:gd name="T72" fmla="*/ 3 w 1076"/>
                  <a:gd name="T73" fmla="*/ 21 h 2362"/>
                  <a:gd name="T74" fmla="*/ 3 w 1076"/>
                  <a:gd name="T75" fmla="*/ 19 h 2362"/>
                  <a:gd name="T76" fmla="*/ 2 w 1076"/>
                  <a:gd name="T77" fmla="*/ 17 h 2362"/>
                  <a:gd name="T78" fmla="*/ 2 w 1076"/>
                  <a:gd name="T79" fmla="*/ 15 h 2362"/>
                  <a:gd name="T80" fmla="*/ 2 w 1076"/>
                  <a:gd name="T81" fmla="*/ 13 h 2362"/>
                  <a:gd name="T82" fmla="*/ 1 w 1076"/>
                  <a:gd name="T83" fmla="*/ 11 h 2362"/>
                  <a:gd name="T84" fmla="*/ 1 w 1076"/>
                  <a:gd name="T85" fmla="*/ 9 h 2362"/>
                  <a:gd name="T86" fmla="*/ 1 w 1076"/>
                  <a:gd name="T87" fmla="*/ 8 h 2362"/>
                  <a:gd name="T88" fmla="*/ 2 w 1076"/>
                  <a:gd name="T89" fmla="*/ 7 h 2362"/>
                  <a:gd name="T90" fmla="*/ 2 w 1076"/>
                  <a:gd name="T91" fmla="*/ 5 h 2362"/>
                  <a:gd name="T92" fmla="*/ 2 w 1076"/>
                  <a:gd name="T93" fmla="*/ 4 h 2362"/>
                  <a:gd name="T94" fmla="*/ 2 w 1076"/>
                  <a:gd name="T95" fmla="*/ 3 h 2362"/>
                  <a:gd name="T96" fmla="*/ 2 w 1076"/>
                  <a:gd name="T97" fmla="*/ 2 h 2362"/>
                  <a:gd name="T98" fmla="*/ 3 w 1076"/>
                  <a:gd name="T99" fmla="*/ 1 h 2362"/>
                  <a:gd name="T100" fmla="*/ 3 w 1076"/>
                  <a:gd name="T101" fmla="*/ 0 h 2362"/>
                  <a:gd name="T102" fmla="*/ 2 w 1076"/>
                  <a:gd name="T103" fmla="*/ 0 h 236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6"/>
                  <a:gd name="T157" fmla="*/ 0 h 2362"/>
                  <a:gd name="T158" fmla="*/ 1076 w 1076"/>
                  <a:gd name="T159" fmla="*/ 2362 h 236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6" h="2362">
                    <a:moveTo>
                      <a:pt x="102" y="0"/>
                    </a:moveTo>
                    <a:lnTo>
                      <a:pt x="89" y="38"/>
                    </a:lnTo>
                    <a:lnTo>
                      <a:pt x="79" y="75"/>
                    </a:lnTo>
                    <a:lnTo>
                      <a:pt x="67" y="113"/>
                    </a:lnTo>
                    <a:lnTo>
                      <a:pt x="58" y="152"/>
                    </a:lnTo>
                    <a:lnTo>
                      <a:pt x="49" y="190"/>
                    </a:lnTo>
                    <a:lnTo>
                      <a:pt x="40" y="230"/>
                    </a:lnTo>
                    <a:lnTo>
                      <a:pt x="33" y="269"/>
                    </a:lnTo>
                    <a:lnTo>
                      <a:pt x="26" y="309"/>
                    </a:lnTo>
                    <a:lnTo>
                      <a:pt x="21" y="348"/>
                    </a:lnTo>
                    <a:lnTo>
                      <a:pt x="14" y="388"/>
                    </a:lnTo>
                    <a:lnTo>
                      <a:pt x="10" y="429"/>
                    </a:lnTo>
                    <a:lnTo>
                      <a:pt x="7" y="469"/>
                    </a:lnTo>
                    <a:lnTo>
                      <a:pt x="4" y="510"/>
                    </a:lnTo>
                    <a:lnTo>
                      <a:pt x="2" y="550"/>
                    </a:lnTo>
                    <a:lnTo>
                      <a:pt x="1" y="592"/>
                    </a:lnTo>
                    <a:lnTo>
                      <a:pt x="0" y="633"/>
                    </a:lnTo>
                    <a:lnTo>
                      <a:pt x="1" y="702"/>
                    </a:lnTo>
                    <a:lnTo>
                      <a:pt x="5" y="769"/>
                    </a:lnTo>
                    <a:lnTo>
                      <a:pt x="10" y="837"/>
                    </a:lnTo>
                    <a:lnTo>
                      <a:pt x="18" y="903"/>
                    </a:lnTo>
                    <a:lnTo>
                      <a:pt x="28" y="970"/>
                    </a:lnTo>
                    <a:lnTo>
                      <a:pt x="40" y="1034"/>
                    </a:lnTo>
                    <a:lnTo>
                      <a:pt x="54" y="1098"/>
                    </a:lnTo>
                    <a:lnTo>
                      <a:pt x="71" y="1163"/>
                    </a:lnTo>
                    <a:lnTo>
                      <a:pt x="88" y="1225"/>
                    </a:lnTo>
                    <a:lnTo>
                      <a:pt x="108" y="1287"/>
                    </a:lnTo>
                    <a:lnTo>
                      <a:pt x="130" y="1349"/>
                    </a:lnTo>
                    <a:lnTo>
                      <a:pt x="154" y="1409"/>
                    </a:lnTo>
                    <a:lnTo>
                      <a:pt x="180" y="1468"/>
                    </a:lnTo>
                    <a:lnTo>
                      <a:pt x="208" y="1526"/>
                    </a:lnTo>
                    <a:lnTo>
                      <a:pt x="237" y="1583"/>
                    </a:lnTo>
                    <a:lnTo>
                      <a:pt x="268" y="1639"/>
                    </a:lnTo>
                    <a:lnTo>
                      <a:pt x="300" y="1694"/>
                    </a:lnTo>
                    <a:lnTo>
                      <a:pt x="335" y="1748"/>
                    </a:lnTo>
                    <a:lnTo>
                      <a:pt x="370" y="1800"/>
                    </a:lnTo>
                    <a:lnTo>
                      <a:pt x="409" y="1852"/>
                    </a:lnTo>
                    <a:lnTo>
                      <a:pt x="447" y="1902"/>
                    </a:lnTo>
                    <a:lnTo>
                      <a:pt x="489" y="1951"/>
                    </a:lnTo>
                    <a:lnTo>
                      <a:pt x="530" y="1998"/>
                    </a:lnTo>
                    <a:lnTo>
                      <a:pt x="574" y="2045"/>
                    </a:lnTo>
                    <a:lnTo>
                      <a:pt x="620" y="2090"/>
                    </a:lnTo>
                    <a:lnTo>
                      <a:pt x="666" y="2133"/>
                    </a:lnTo>
                    <a:lnTo>
                      <a:pt x="714" y="2175"/>
                    </a:lnTo>
                    <a:lnTo>
                      <a:pt x="763" y="2215"/>
                    </a:lnTo>
                    <a:lnTo>
                      <a:pt x="814" y="2255"/>
                    </a:lnTo>
                    <a:lnTo>
                      <a:pt x="864" y="2292"/>
                    </a:lnTo>
                    <a:lnTo>
                      <a:pt x="917" y="2327"/>
                    </a:lnTo>
                    <a:lnTo>
                      <a:pt x="971" y="2362"/>
                    </a:lnTo>
                    <a:lnTo>
                      <a:pt x="998" y="2351"/>
                    </a:lnTo>
                    <a:lnTo>
                      <a:pt x="1024" y="2340"/>
                    </a:lnTo>
                    <a:lnTo>
                      <a:pt x="1050" y="2328"/>
                    </a:lnTo>
                    <a:lnTo>
                      <a:pt x="1076" y="2316"/>
                    </a:lnTo>
                    <a:lnTo>
                      <a:pt x="1021" y="2284"/>
                    </a:lnTo>
                    <a:lnTo>
                      <a:pt x="968" y="2251"/>
                    </a:lnTo>
                    <a:lnTo>
                      <a:pt x="916" y="2215"/>
                    </a:lnTo>
                    <a:lnTo>
                      <a:pt x="864" y="2178"/>
                    </a:lnTo>
                    <a:lnTo>
                      <a:pt x="816" y="2140"/>
                    </a:lnTo>
                    <a:lnTo>
                      <a:pt x="767" y="2100"/>
                    </a:lnTo>
                    <a:lnTo>
                      <a:pt x="720" y="2059"/>
                    </a:lnTo>
                    <a:lnTo>
                      <a:pt x="675" y="2015"/>
                    </a:lnTo>
                    <a:lnTo>
                      <a:pt x="630" y="1970"/>
                    </a:lnTo>
                    <a:lnTo>
                      <a:pt x="587" y="1925"/>
                    </a:lnTo>
                    <a:lnTo>
                      <a:pt x="546" y="1877"/>
                    </a:lnTo>
                    <a:lnTo>
                      <a:pt x="506" y="1828"/>
                    </a:lnTo>
                    <a:lnTo>
                      <a:pt x="468" y="1778"/>
                    </a:lnTo>
                    <a:lnTo>
                      <a:pt x="432" y="1727"/>
                    </a:lnTo>
                    <a:lnTo>
                      <a:pt x="397" y="1676"/>
                    </a:lnTo>
                    <a:lnTo>
                      <a:pt x="364" y="1622"/>
                    </a:lnTo>
                    <a:lnTo>
                      <a:pt x="332" y="1567"/>
                    </a:lnTo>
                    <a:lnTo>
                      <a:pt x="303" y="1511"/>
                    </a:lnTo>
                    <a:lnTo>
                      <a:pt x="275" y="1453"/>
                    </a:lnTo>
                    <a:lnTo>
                      <a:pt x="249" y="1396"/>
                    </a:lnTo>
                    <a:lnTo>
                      <a:pt x="224" y="1337"/>
                    </a:lnTo>
                    <a:lnTo>
                      <a:pt x="202" y="1277"/>
                    </a:lnTo>
                    <a:lnTo>
                      <a:pt x="182" y="1216"/>
                    </a:lnTo>
                    <a:lnTo>
                      <a:pt x="163" y="1154"/>
                    </a:lnTo>
                    <a:lnTo>
                      <a:pt x="147" y="1092"/>
                    </a:lnTo>
                    <a:lnTo>
                      <a:pt x="133" y="1029"/>
                    </a:lnTo>
                    <a:lnTo>
                      <a:pt x="120" y="965"/>
                    </a:lnTo>
                    <a:lnTo>
                      <a:pt x="110" y="899"/>
                    </a:lnTo>
                    <a:lnTo>
                      <a:pt x="103" y="834"/>
                    </a:lnTo>
                    <a:lnTo>
                      <a:pt x="96" y="767"/>
                    </a:lnTo>
                    <a:lnTo>
                      <a:pt x="93" y="701"/>
                    </a:lnTo>
                    <a:lnTo>
                      <a:pt x="92" y="633"/>
                    </a:lnTo>
                    <a:lnTo>
                      <a:pt x="92" y="592"/>
                    </a:lnTo>
                    <a:lnTo>
                      <a:pt x="94" y="551"/>
                    </a:lnTo>
                    <a:lnTo>
                      <a:pt x="96" y="510"/>
                    </a:lnTo>
                    <a:lnTo>
                      <a:pt x="99" y="469"/>
                    </a:lnTo>
                    <a:lnTo>
                      <a:pt x="103" y="429"/>
                    </a:lnTo>
                    <a:lnTo>
                      <a:pt x="108" y="389"/>
                    </a:lnTo>
                    <a:lnTo>
                      <a:pt x="113" y="349"/>
                    </a:lnTo>
                    <a:lnTo>
                      <a:pt x="119" y="310"/>
                    </a:lnTo>
                    <a:lnTo>
                      <a:pt x="127" y="270"/>
                    </a:lnTo>
                    <a:lnTo>
                      <a:pt x="134" y="232"/>
                    </a:lnTo>
                    <a:lnTo>
                      <a:pt x="143" y="192"/>
                    </a:lnTo>
                    <a:lnTo>
                      <a:pt x="153" y="154"/>
                    </a:lnTo>
                    <a:lnTo>
                      <a:pt x="162" y="116"/>
                    </a:lnTo>
                    <a:lnTo>
                      <a:pt x="173" y="78"/>
                    </a:lnTo>
                    <a:lnTo>
                      <a:pt x="185" y="41"/>
                    </a:lnTo>
                    <a:lnTo>
                      <a:pt x="197" y="3"/>
                    </a:lnTo>
                    <a:lnTo>
                      <a:pt x="173" y="2"/>
                    </a:lnTo>
                    <a:lnTo>
                      <a:pt x="149" y="1"/>
                    </a:lnTo>
                    <a:lnTo>
                      <a:pt x="126" y="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C0C8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5" name="Freeform 66"/>
              <p:cNvSpPr>
                <a:spLocks/>
              </p:cNvSpPr>
              <p:nvPr/>
            </p:nvSpPr>
            <p:spPr bwMode="auto">
              <a:xfrm>
                <a:off x="1135" y="1550"/>
                <a:ext cx="135" cy="292"/>
              </a:xfrm>
              <a:custGeom>
                <a:avLst/>
                <a:gdLst>
                  <a:gd name="T0" fmla="*/ 1 w 1079"/>
                  <a:gd name="T1" fmla="*/ 1 h 2339"/>
                  <a:gd name="T2" fmla="*/ 1 w 1079"/>
                  <a:gd name="T3" fmla="*/ 2 h 2339"/>
                  <a:gd name="T4" fmla="*/ 1 w 1079"/>
                  <a:gd name="T5" fmla="*/ 3 h 2339"/>
                  <a:gd name="T6" fmla="*/ 1 w 1079"/>
                  <a:gd name="T7" fmla="*/ 4 h 2339"/>
                  <a:gd name="T8" fmla="*/ 0 w 1079"/>
                  <a:gd name="T9" fmla="*/ 5 h 2339"/>
                  <a:gd name="T10" fmla="*/ 0 w 1079"/>
                  <a:gd name="T11" fmla="*/ 7 h 2339"/>
                  <a:gd name="T12" fmla="*/ 0 w 1079"/>
                  <a:gd name="T13" fmla="*/ 8 h 2339"/>
                  <a:gd name="T14" fmla="*/ 0 w 1079"/>
                  <a:gd name="T15" fmla="*/ 9 h 2339"/>
                  <a:gd name="T16" fmla="*/ 0 w 1079"/>
                  <a:gd name="T17" fmla="*/ 11 h 2339"/>
                  <a:gd name="T18" fmla="*/ 0 w 1079"/>
                  <a:gd name="T19" fmla="*/ 13 h 2339"/>
                  <a:gd name="T20" fmla="*/ 1 w 1079"/>
                  <a:gd name="T21" fmla="*/ 15 h 2339"/>
                  <a:gd name="T22" fmla="*/ 1 w 1079"/>
                  <a:gd name="T23" fmla="*/ 17 h 2339"/>
                  <a:gd name="T24" fmla="*/ 1 w 1079"/>
                  <a:gd name="T25" fmla="*/ 19 h 2339"/>
                  <a:gd name="T26" fmla="*/ 2 w 1079"/>
                  <a:gd name="T27" fmla="*/ 21 h 2339"/>
                  <a:gd name="T28" fmla="*/ 3 w 1079"/>
                  <a:gd name="T29" fmla="*/ 23 h 2339"/>
                  <a:gd name="T30" fmla="*/ 4 w 1079"/>
                  <a:gd name="T31" fmla="*/ 24 h 2339"/>
                  <a:gd name="T32" fmla="*/ 5 w 1079"/>
                  <a:gd name="T33" fmla="*/ 26 h 2339"/>
                  <a:gd name="T34" fmla="*/ 6 w 1079"/>
                  <a:gd name="T35" fmla="*/ 28 h 2339"/>
                  <a:gd name="T36" fmla="*/ 7 w 1079"/>
                  <a:gd name="T37" fmla="*/ 29 h 2339"/>
                  <a:gd name="T38" fmla="*/ 8 w 1079"/>
                  <a:gd name="T39" fmla="*/ 31 h 2339"/>
                  <a:gd name="T40" fmla="*/ 10 w 1079"/>
                  <a:gd name="T41" fmla="*/ 32 h 2339"/>
                  <a:gd name="T42" fmla="*/ 11 w 1079"/>
                  <a:gd name="T43" fmla="*/ 34 h 2339"/>
                  <a:gd name="T44" fmla="*/ 13 w 1079"/>
                  <a:gd name="T45" fmla="*/ 35 h 2339"/>
                  <a:gd name="T46" fmla="*/ 14 w 1079"/>
                  <a:gd name="T47" fmla="*/ 36 h 2339"/>
                  <a:gd name="T48" fmla="*/ 16 w 1079"/>
                  <a:gd name="T49" fmla="*/ 36 h 2339"/>
                  <a:gd name="T50" fmla="*/ 17 w 1079"/>
                  <a:gd name="T51" fmla="*/ 36 h 2339"/>
                  <a:gd name="T52" fmla="*/ 16 w 1079"/>
                  <a:gd name="T53" fmla="*/ 35 h 2339"/>
                  <a:gd name="T54" fmla="*/ 14 w 1079"/>
                  <a:gd name="T55" fmla="*/ 34 h 2339"/>
                  <a:gd name="T56" fmla="*/ 13 w 1079"/>
                  <a:gd name="T57" fmla="*/ 33 h 2339"/>
                  <a:gd name="T58" fmla="*/ 11 w 1079"/>
                  <a:gd name="T59" fmla="*/ 32 h 2339"/>
                  <a:gd name="T60" fmla="*/ 10 w 1079"/>
                  <a:gd name="T61" fmla="*/ 30 h 2339"/>
                  <a:gd name="T62" fmla="*/ 9 w 1079"/>
                  <a:gd name="T63" fmla="*/ 29 h 2339"/>
                  <a:gd name="T64" fmla="*/ 7 w 1079"/>
                  <a:gd name="T65" fmla="*/ 27 h 2339"/>
                  <a:gd name="T66" fmla="*/ 6 w 1079"/>
                  <a:gd name="T67" fmla="*/ 26 h 2339"/>
                  <a:gd name="T68" fmla="*/ 5 w 1079"/>
                  <a:gd name="T69" fmla="*/ 24 h 2339"/>
                  <a:gd name="T70" fmla="*/ 4 w 1079"/>
                  <a:gd name="T71" fmla="*/ 22 h 2339"/>
                  <a:gd name="T72" fmla="*/ 4 w 1079"/>
                  <a:gd name="T73" fmla="*/ 21 h 2339"/>
                  <a:gd name="T74" fmla="*/ 3 w 1079"/>
                  <a:gd name="T75" fmla="*/ 19 h 2339"/>
                  <a:gd name="T76" fmla="*/ 2 w 1079"/>
                  <a:gd name="T77" fmla="*/ 17 h 2339"/>
                  <a:gd name="T78" fmla="*/ 2 w 1079"/>
                  <a:gd name="T79" fmla="*/ 15 h 2339"/>
                  <a:gd name="T80" fmla="*/ 2 w 1079"/>
                  <a:gd name="T81" fmla="*/ 13 h 2339"/>
                  <a:gd name="T82" fmla="*/ 2 w 1079"/>
                  <a:gd name="T83" fmla="*/ 11 h 2339"/>
                  <a:gd name="T84" fmla="*/ 2 w 1079"/>
                  <a:gd name="T85" fmla="*/ 9 h 2339"/>
                  <a:gd name="T86" fmla="*/ 2 w 1079"/>
                  <a:gd name="T87" fmla="*/ 8 h 2339"/>
                  <a:gd name="T88" fmla="*/ 2 w 1079"/>
                  <a:gd name="T89" fmla="*/ 7 h 2339"/>
                  <a:gd name="T90" fmla="*/ 2 w 1079"/>
                  <a:gd name="T91" fmla="*/ 5 h 2339"/>
                  <a:gd name="T92" fmla="*/ 2 w 1079"/>
                  <a:gd name="T93" fmla="*/ 4 h 2339"/>
                  <a:gd name="T94" fmla="*/ 2 w 1079"/>
                  <a:gd name="T95" fmla="*/ 3 h 2339"/>
                  <a:gd name="T96" fmla="*/ 3 w 1079"/>
                  <a:gd name="T97" fmla="*/ 2 h 2339"/>
                  <a:gd name="T98" fmla="*/ 3 w 1079"/>
                  <a:gd name="T99" fmla="*/ 1 h 2339"/>
                  <a:gd name="T100" fmla="*/ 3 w 1079"/>
                  <a:gd name="T101" fmla="*/ 0 h 2339"/>
                  <a:gd name="T102" fmla="*/ 2 w 1079"/>
                  <a:gd name="T103" fmla="*/ 0 h 233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9"/>
                  <a:gd name="T157" fmla="*/ 0 h 2339"/>
                  <a:gd name="T158" fmla="*/ 1079 w 1079"/>
                  <a:gd name="T159" fmla="*/ 2339 h 2339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9" h="2339">
                    <a:moveTo>
                      <a:pt x="102" y="0"/>
                    </a:moveTo>
                    <a:lnTo>
                      <a:pt x="90" y="38"/>
                    </a:lnTo>
                    <a:lnTo>
                      <a:pt x="79" y="75"/>
                    </a:lnTo>
                    <a:lnTo>
                      <a:pt x="68" y="113"/>
                    </a:lnTo>
                    <a:lnTo>
                      <a:pt x="58" y="152"/>
                    </a:lnTo>
                    <a:lnTo>
                      <a:pt x="48" y="190"/>
                    </a:lnTo>
                    <a:lnTo>
                      <a:pt x="40" y="230"/>
                    </a:lnTo>
                    <a:lnTo>
                      <a:pt x="33" y="268"/>
                    </a:lnTo>
                    <a:lnTo>
                      <a:pt x="26" y="308"/>
                    </a:lnTo>
                    <a:lnTo>
                      <a:pt x="19" y="348"/>
                    </a:lnTo>
                    <a:lnTo>
                      <a:pt x="14" y="387"/>
                    </a:lnTo>
                    <a:lnTo>
                      <a:pt x="10" y="428"/>
                    </a:lnTo>
                    <a:lnTo>
                      <a:pt x="6" y="468"/>
                    </a:lnTo>
                    <a:lnTo>
                      <a:pt x="3" y="509"/>
                    </a:lnTo>
                    <a:lnTo>
                      <a:pt x="1" y="550"/>
                    </a:lnTo>
                    <a:lnTo>
                      <a:pt x="0" y="591"/>
                    </a:lnTo>
                    <a:lnTo>
                      <a:pt x="0" y="632"/>
                    </a:lnTo>
                    <a:lnTo>
                      <a:pt x="1" y="700"/>
                    </a:lnTo>
                    <a:lnTo>
                      <a:pt x="4" y="767"/>
                    </a:lnTo>
                    <a:lnTo>
                      <a:pt x="9" y="835"/>
                    </a:lnTo>
                    <a:lnTo>
                      <a:pt x="17" y="900"/>
                    </a:lnTo>
                    <a:lnTo>
                      <a:pt x="28" y="966"/>
                    </a:lnTo>
                    <a:lnTo>
                      <a:pt x="39" y="1031"/>
                    </a:lnTo>
                    <a:lnTo>
                      <a:pt x="54" y="1094"/>
                    </a:lnTo>
                    <a:lnTo>
                      <a:pt x="70" y="1158"/>
                    </a:lnTo>
                    <a:lnTo>
                      <a:pt x="88" y="1220"/>
                    </a:lnTo>
                    <a:lnTo>
                      <a:pt x="109" y="1281"/>
                    </a:lnTo>
                    <a:lnTo>
                      <a:pt x="130" y="1341"/>
                    </a:lnTo>
                    <a:lnTo>
                      <a:pt x="154" y="1402"/>
                    </a:lnTo>
                    <a:lnTo>
                      <a:pt x="180" y="1460"/>
                    </a:lnTo>
                    <a:lnTo>
                      <a:pt x="208" y="1518"/>
                    </a:lnTo>
                    <a:lnTo>
                      <a:pt x="237" y="1574"/>
                    </a:lnTo>
                    <a:lnTo>
                      <a:pt x="268" y="1630"/>
                    </a:lnTo>
                    <a:lnTo>
                      <a:pt x="302" y="1684"/>
                    </a:lnTo>
                    <a:lnTo>
                      <a:pt x="337" y="1737"/>
                    </a:lnTo>
                    <a:lnTo>
                      <a:pt x="373" y="1789"/>
                    </a:lnTo>
                    <a:lnTo>
                      <a:pt x="411" y="1840"/>
                    </a:lnTo>
                    <a:lnTo>
                      <a:pt x="450" y="1889"/>
                    </a:lnTo>
                    <a:lnTo>
                      <a:pt x="492" y="1937"/>
                    </a:lnTo>
                    <a:lnTo>
                      <a:pt x="534" y="1984"/>
                    </a:lnTo>
                    <a:lnTo>
                      <a:pt x="578" y="2030"/>
                    </a:lnTo>
                    <a:lnTo>
                      <a:pt x="623" y="2073"/>
                    </a:lnTo>
                    <a:lnTo>
                      <a:pt x="670" y="2116"/>
                    </a:lnTo>
                    <a:lnTo>
                      <a:pt x="718" y="2157"/>
                    </a:lnTo>
                    <a:lnTo>
                      <a:pt x="768" y="2197"/>
                    </a:lnTo>
                    <a:lnTo>
                      <a:pt x="817" y="2234"/>
                    </a:lnTo>
                    <a:lnTo>
                      <a:pt x="870" y="2270"/>
                    </a:lnTo>
                    <a:lnTo>
                      <a:pt x="923" y="2306"/>
                    </a:lnTo>
                    <a:lnTo>
                      <a:pt x="977" y="2339"/>
                    </a:lnTo>
                    <a:lnTo>
                      <a:pt x="1003" y="2327"/>
                    </a:lnTo>
                    <a:lnTo>
                      <a:pt x="1029" y="2315"/>
                    </a:lnTo>
                    <a:lnTo>
                      <a:pt x="1054" y="2303"/>
                    </a:lnTo>
                    <a:lnTo>
                      <a:pt x="1079" y="2290"/>
                    </a:lnTo>
                    <a:lnTo>
                      <a:pt x="1024" y="2260"/>
                    </a:lnTo>
                    <a:lnTo>
                      <a:pt x="971" y="2227"/>
                    </a:lnTo>
                    <a:lnTo>
                      <a:pt x="919" y="2193"/>
                    </a:lnTo>
                    <a:lnTo>
                      <a:pt x="867" y="2157"/>
                    </a:lnTo>
                    <a:lnTo>
                      <a:pt x="817" y="2120"/>
                    </a:lnTo>
                    <a:lnTo>
                      <a:pt x="770" y="2080"/>
                    </a:lnTo>
                    <a:lnTo>
                      <a:pt x="722" y="2040"/>
                    </a:lnTo>
                    <a:lnTo>
                      <a:pt x="676" y="1997"/>
                    </a:lnTo>
                    <a:lnTo>
                      <a:pt x="632" y="1954"/>
                    </a:lnTo>
                    <a:lnTo>
                      <a:pt x="589" y="1909"/>
                    </a:lnTo>
                    <a:lnTo>
                      <a:pt x="548" y="1862"/>
                    </a:lnTo>
                    <a:lnTo>
                      <a:pt x="508" y="1815"/>
                    </a:lnTo>
                    <a:lnTo>
                      <a:pt x="470" y="1766"/>
                    </a:lnTo>
                    <a:lnTo>
                      <a:pt x="432" y="1715"/>
                    </a:lnTo>
                    <a:lnTo>
                      <a:pt x="398" y="1663"/>
                    </a:lnTo>
                    <a:lnTo>
                      <a:pt x="364" y="1610"/>
                    </a:lnTo>
                    <a:lnTo>
                      <a:pt x="333" y="1556"/>
                    </a:lnTo>
                    <a:lnTo>
                      <a:pt x="303" y="1501"/>
                    </a:lnTo>
                    <a:lnTo>
                      <a:pt x="275" y="1445"/>
                    </a:lnTo>
                    <a:lnTo>
                      <a:pt x="249" y="1388"/>
                    </a:lnTo>
                    <a:lnTo>
                      <a:pt x="224" y="1329"/>
                    </a:lnTo>
                    <a:lnTo>
                      <a:pt x="202" y="1270"/>
                    </a:lnTo>
                    <a:lnTo>
                      <a:pt x="181" y="1210"/>
                    </a:lnTo>
                    <a:lnTo>
                      <a:pt x="163" y="1148"/>
                    </a:lnTo>
                    <a:lnTo>
                      <a:pt x="146" y="1087"/>
                    </a:lnTo>
                    <a:lnTo>
                      <a:pt x="131" y="1024"/>
                    </a:lnTo>
                    <a:lnTo>
                      <a:pt x="120" y="960"/>
                    </a:lnTo>
                    <a:lnTo>
                      <a:pt x="110" y="896"/>
                    </a:lnTo>
                    <a:lnTo>
                      <a:pt x="101" y="832"/>
                    </a:lnTo>
                    <a:lnTo>
                      <a:pt x="96" y="765"/>
                    </a:lnTo>
                    <a:lnTo>
                      <a:pt x="92" y="699"/>
                    </a:lnTo>
                    <a:lnTo>
                      <a:pt x="91" y="632"/>
                    </a:lnTo>
                    <a:lnTo>
                      <a:pt x="92" y="591"/>
                    </a:lnTo>
                    <a:lnTo>
                      <a:pt x="93" y="550"/>
                    </a:lnTo>
                    <a:lnTo>
                      <a:pt x="95" y="510"/>
                    </a:lnTo>
                    <a:lnTo>
                      <a:pt x="98" y="469"/>
                    </a:lnTo>
                    <a:lnTo>
                      <a:pt x="102" y="429"/>
                    </a:lnTo>
                    <a:lnTo>
                      <a:pt x="107" y="390"/>
                    </a:lnTo>
                    <a:lnTo>
                      <a:pt x="112" y="350"/>
                    </a:lnTo>
                    <a:lnTo>
                      <a:pt x="119" y="311"/>
                    </a:lnTo>
                    <a:lnTo>
                      <a:pt x="126" y="271"/>
                    </a:lnTo>
                    <a:lnTo>
                      <a:pt x="134" y="232"/>
                    </a:lnTo>
                    <a:lnTo>
                      <a:pt x="143" y="193"/>
                    </a:lnTo>
                    <a:lnTo>
                      <a:pt x="152" y="156"/>
                    </a:lnTo>
                    <a:lnTo>
                      <a:pt x="163" y="118"/>
                    </a:lnTo>
                    <a:lnTo>
                      <a:pt x="174" y="80"/>
                    </a:lnTo>
                    <a:lnTo>
                      <a:pt x="185" y="43"/>
                    </a:lnTo>
                    <a:lnTo>
                      <a:pt x="198" y="5"/>
                    </a:lnTo>
                    <a:lnTo>
                      <a:pt x="174" y="4"/>
                    </a:lnTo>
                    <a:lnTo>
                      <a:pt x="150" y="2"/>
                    </a:lnTo>
                    <a:lnTo>
                      <a:pt x="126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C1CA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6" name="Freeform 67"/>
              <p:cNvSpPr>
                <a:spLocks/>
              </p:cNvSpPr>
              <p:nvPr/>
            </p:nvSpPr>
            <p:spPr bwMode="auto">
              <a:xfrm>
                <a:off x="1140" y="1550"/>
                <a:ext cx="136" cy="290"/>
              </a:xfrm>
              <a:custGeom>
                <a:avLst/>
                <a:gdLst>
                  <a:gd name="T0" fmla="*/ 2 w 1084"/>
                  <a:gd name="T1" fmla="*/ 1 h 2313"/>
                  <a:gd name="T2" fmla="*/ 1 w 1084"/>
                  <a:gd name="T3" fmla="*/ 2 h 2313"/>
                  <a:gd name="T4" fmla="*/ 1 w 1084"/>
                  <a:gd name="T5" fmla="*/ 3 h 2313"/>
                  <a:gd name="T6" fmla="*/ 1 w 1084"/>
                  <a:gd name="T7" fmla="*/ 4 h 2313"/>
                  <a:gd name="T8" fmla="*/ 0 w 1084"/>
                  <a:gd name="T9" fmla="*/ 5 h 2313"/>
                  <a:gd name="T10" fmla="*/ 0 w 1084"/>
                  <a:gd name="T11" fmla="*/ 7 h 2313"/>
                  <a:gd name="T12" fmla="*/ 0 w 1084"/>
                  <a:gd name="T13" fmla="*/ 8 h 2313"/>
                  <a:gd name="T14" fmla="*/ 0 w 1084"/>
                  <a:gd name="T15" fmla="*/ 9 h 2313"/>
                  <a:gd name="T16" fmla="*/ 0 w 1084"/>
                  <a:gd name="T17" fmla="*/ 11 h 2313"/>
                  <a:gd name="T18" fmla="*/ 0 w 1084"/>
                  <a:gd name="T19" fmla="*/ 13 h 2313"/>
                  <a:gd name="T20" fmla="*/ 1 w 1084"/>
                  <a:gd name="T21" fmla="*/ 15 h 2313"/>
                  <a:gd name="T22" fmla="*/ 1 w 1084"/>
                  <a:gd name="T23" fmla="*/ 17 h 2313"/>
                  <a:gd name="T24" fmla="*/ 1 w 1084"/>
                  <a:gd name="T25" fmla="*/ 19 h 2313"/>
                  <a:gd name="T26" fmla="*/ 2 w 1084"/>
                  <a:gd name="T27" fmla="*/ 21 h 2313"/>
                  <a:gd name="T28" fmla="*/ 3 w 1084"/>
                  <a:gd name="T29" fmla="*/ 23 h 2313"/>
                  <a:gd name="T30" fmla="*/ 4 w 1084"/>
                  <a:gd name="T31" fmla="*/ 25 h 2313"/>
                  <a:gd name="T32" fmla="*/ 5 w 1084"/>
                  <a:gd name="T33" fmla="*/ 26 h 2313"/>
                  <a:gd name="T34" fmla="*/ 6 w 1084"/>
                  <a:gd name="T35" fmla="*/ 28 h 2313"/>
                  <a:gd name="T36" fmla="*/ 7 w 1084"/>
                  <a:gd name="T37" fmla="*/ 29 h 2313"/>
                  <a:gd name="T38" fmla="*/ 8 w 1084"/>
                  <a:gd name="T39" fmla="*/ 31 h 2313"/>
                  <a:gd name="T40" fmla="*/ 10 w 1084"/>
                  <a:gd name="T41" fmla="*/ 32 h 2313"/>
                  <a:gd name="T42" fmla="*/ 11 w 1084"/>
                  <a:gd name="T43" fmla="*/ 34 h 2313"/>
                  <a:gd name="T44" fmla="*/ 13 w 1084"/>
                  <a:gd name="T45" fmla="*/ 35 h 2313"/>
                  <a:gd name="T46" fmla="*/ 15 w 1084"/>
                  <a:gd name="T47" fmla="*/ 36 h 2313"/>
                  <a:gd name="T48" fmla="*/ 16 w 1084"/>
                  <a:gd name="T49" fmla="*/ 36 h 2313"/>
                  <a:gd name="T50" fmla="*/ 17 w 1084"/>
                  <a:gd name="T51" fmla="*/ 36 h 2313"/>
                  <a:gd name="T52" fmla="*/ 16 w 1084"/>
                  <a:gd name="T53" fmla="*/ 35 h 2313"/>
                  <a:gd name="T54" fmla="*/ 15 w 1084"/>
                  <a:gd name="T55" fmla="*/ 34 h 2313"/>
                  <a:gd name="T56" fmla="*/ 13 w 1084"/>
                  <a:gd name="T57" fmla="*/ 33 h 2313"/>
                  <a:gd name="T58" fmla="*/ 11 w 1084"/>
                  <a:gd name="T59" fmla="*/ 32 h 2313"/>
                  <a:gd name="T60" fmla="*/ 10 w 1084"/>
                  <a:gd name="T61" fmla="*/ 30 h 2313"/>
                  <a:gd name="T62" fmla="*/ 9 w 1084"/>
                  <a:gd name="T63" fmla="*/ 29 h 2313"/>
                  <a:gd name="T64" fmla="*/ 7 w 1084"/>
                  <a:gd name="T65" fmla="*/ 27 h 2313"/>
                  <a:gd name="T66" fmla="*/ 6 w 1084"/>
                  <a:gd name="T67" fmla="*/ 26 h 2313"/>
                  <a:gd name="T68" fmla="*/ 5 w 1084"/>
                  <a:gd name="T69" fmla="*/ 24 h 2313"/>
                  <a:gd name="T70" fmla="*/ 4 w 1084"/>
                  <a:gd name="T71" fmla="*/ 23 h 2313"/>
                  <a:gd name="T72" fmla="*/ 4 w 1084"/>
                  <a:gd name="T73" fmla="*/ 21 h 2313"/>
                  <a:gd name="T74" fmla="*/ 3 w 1084"/>
                  <a:gd name="T75" fmla="*/ 19 h 2313"/>
                  <a:gd name="T76" fmla="*/ 2 w 1084"/>
                  <a:gd name="T77" fmla="*/ 17 h 2313"/>
                  <a:gd name="T78" fmla="*/ 2 w 1084"/>
                  <a:gd name="T79" fmla="*/ 15 h 2313"/>
                  <a:gd name="T80" fmla="*/ 2 w 1084"/>
                  <a:gd name="T81" fmla="*/ 13 h 2313"/>
                  <a:gd name="T82" fmla="*/ 2 w 1084"/>
                  <a:gd name="T83" fmla="*/ 11 h 2313"/>
                  <a:gd name="T84" fmla="*/ 2 w 1084"/>
                  <a:gd name="T85" fmla="*/ 9 h 2313"/>
                  <a:gd name="T86" fmla="*/ 2 w 1084"/>
                  <a:gd name="T87" fmla="*/ 8 h 2313"/>
                  <a:gd name="T88" fmla="*/ 2 w 1084"/>
                  <a:gd name="T89" fmla="*/ 7 h 2313"/>
                  <a:gd name="T90" fmla="*/ 2 w 1084"/>
                  <a:gd name="T91" fmla="*/ 6 h 2313"/>
                  <a:gd name="T92" fmla="*/ 2 w 1084"/>
                  <a:gd name="T93" fmla="*/ 4 h 2313"/>
                  <a:gd name="T94" fmla="*/ 2 w 1084"/>
                  <a:gd name="T95" fmla="*/ 3 h 2313"/>
                  <a:gd name="T96" fmla="*/ 3 w 1084"/>
                  <a:gd name="T97" fmla="*/ 2 h 2313"/>
                  <a:gd name="T98" fmla="*/ 3 w 1084"/>
                  <a:gd name="T99" fmla="*/ 1 h 2313"/>
                  <a:gd name="T100" fmla="*/ 3 w 1084"/>
                  <a:gd name="T101" fmla="*/ 0 h 2313"/>
                  <a:gd name="T102" fmla="*/ 2 w 1084"/>
                  <a:gd name="T103" fmla="*/ 0 h 231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4"/>
                  <a:gd name="T157" fmla="*/ 0 h 2313"/>
                  <a:gd name="T158" fmla="*/ 1084 w 1084"/>
                  <a:gd name="T159" fmla="*/ 2313 h 2313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4" h="2313">
                    <a:moveTo>
                      <a:pt x="105" y="0"/>
                    </a:moveTo>
                    <a:lnTo>
                      <a:pt x="93" y="38"/>
                    </a:lnTo>
                    <a:lnTo>
                      <a:pt x="81" y="75"/>
                    </a:lnTo>
                    <a:lnTo>
                      <a:pt x="70" y="113"/>
                    </a:lnTo>
                    <a:lnTo>
                      <a:pt x="61" y="151"/>
                    </a:lnTo>
                    <a:lnTo>
                      <a:pt x="51" y="189"/>
                    </a:lnTo>
                    <a:lnTo>
                      <a:pt x="42" y="229"/>
                    </a:lnTo>
                    <a:lnTo>
                      <a:pt x="35" y="267"/>
                    </a:lnTo>
                    <a:lnTo>
                      <a:pt x="27" y="307"/>
                    </a:lnTo>
                    <a:lnTo>
                      <a:pt x="21" y="346"/>
                    </a:lnTo>
                    <a:lnTo>
                      <a:pt x="16" y="386"/>
                    </a:lnTo>
                    <a:lnTo>
                      <a:pt x="11" y="426"/>
                    </a:lnTo>
                    <a:lnTo>
                      <a:pt x="7" y="466"/>
                    </a:lnTo>
                    <a:lnTo>
                      <a:pt x="4" y="507"/>
                    </a:lnTo>
                    <a:lnTo>
                      <a:pt x="2" y="548"/>
                    </a:lnTo>
                    <a:lnTo>
                      <a:pt x="0" y="589"/>
                    </a:lnTo>
                    <a:lnTo>
                      <a:pt x="0" y="630"/>
                    </a:lnTo>
                    <a:lnTo>
                      <a:pt x="1" y="698"/>
                    </a:lnTo>
                    <a:lnTo>
                      <a:pt x="4" y="764"/>
                    </a:lnTo>
                    <a:lnTo>
                      <a:pt x="11" y="831"/>
                    </a:lnTo>
                    <a:lnTo>
                      <a:pt x="18" y="896"/>
                    </a:lnTo>
                    <a:lnTo>
                      <a:pt x="28" y="962"/>
                    </a:lnTo>
                    <a:lnTo>
                      <a:pt x="41" y="1026"/>
                    </a:lnTo>
                    <a:lnTo>
                      <a:pt x="55" y="1089"/>
                    </a:lnTo>
                    <a:lnTo>
                      <a:pt x="71" y="1151"/>
                    </a:lnTo>
                    <a:lnTo>
                      <a:pt x="90" y="1213"/>
                    </a:lnTo>
                    <a:lnTo>
                      <a:pt x="110" y="1274"/>
                    </a:lnTo>
                    <a:lnTo>
                      <a:pt x="132" y="1334"/>
                    </a:lnTo>
                    <a:lnTo>
                      <a:pt x="157" y="1393"/>
                    </a:lnTo>
                    <a:lnTo>
                      <a:pt x="183" y="1450"/>
                    </a:lnTo>
                    <a:lnTo>
                      <a:pt x="211" y="1508"/>
                    </a:lnTo>
                    <a:lnTo>
                      <a:pt x="240" y="1564"/>
                    </a:lnTo>
                    <a:lnTo>
                      <a:pt x="272" y="1619"/>
                    </a:lnTo>
                    <a:lnTo>
                      <a:pt x="305" y="1673"/>
                    </a:lnTo>
                    <a:lnTo>
                      <a:pt x="340" y="1724"/>
                    </a:lnTo>
                    <a:lnTo>
                      <a:pt x="376" y="1775"/>
                    </a:lnTo>
                    <a:lnTo>
                      <a:pt x="414" y="1825"/>
                    </a:lnTo>
                    <a:lnTo>
                      <a:pt x="454" y="1874"/>
                    </a:lnTo>
                    <a:lnTo>
                      <a:pt x="495" y="1922"/>
                    </a:lnTo>
                    <a:lnTo>
                      <a:pt x="538" y="1967"/>
                    </a:lnTo>
                    <a:lnTo>
                      <a:pt x="583" y="2012"/>
                    </a:lnTo>
                    <a:lnTo>
                      <a:pt x="628" y="2056"/>
                    </a:lnTo>
                    <a:lnTo>
                      <a:pt x="675" y="2097"/>
                    </a:lnTo>
                    <a:lnTo>
                      <a:pt x="724" y="2137"/>
                    </a:lnTo>
                    <a:lnTo>
                      <a:pt x="772" y="2175"/>
                    </a:lnTo>
                    <a:lnTo>
                      <a:pt x="824" y="2212"/>
                    </a:lnTo>
                    <a:lnTo>
                      <a:pt x="876" y="2248"/>
                    </a:lnTo>
                    <a:lnTo>
                      <a:pt x="929" y="2281"/>
                    </a:lnTo>
                    <a:lnTo>
                      <a:pt x="984" y="2313"/>
                    </a:lnTo>
                    <a:lnTo>
                      <a:pt x="1009" y="2301"/>
                    </a:lnTo>
                    <a:lnTo>
                      <a:pt x="1034" y="2288"/>
                    </a:lnTo>
                    <a:lnTo>
                      <a:pt x="1059" y="2276"/>
                    </a:lnTo>
                    <a:lnTo>
                      <a:pt x="1084" y="2262"/>
                    </a:lnTo>
                    <a:lnTo>
                      <a:pt x="1029" y="2233"/>
                    </a:lnTo>
                    <a:lnTo>
                      <a:pt x="975" y="2202"/>
                    </a:lnTo>
                    <a:lnTo>
                      <a:pt x="923" y="2169"/>
                    </a:lnTo>
                    <a:lnTo>
                      <a:pt x="872" y="2133"/>
                    </a:lnTo>
                    <a:lnTo>
                      <a:pt x="822" y="2097"/>
                    </a:lnTo>
                    <a:lnTo>
                      <a:pt x="773" y="2059"/>
                    </a:lnTo>
                    <a:lnTo>
                      <a:pt x="726" y="2019"/>
                    </a:lnTo>
                    <a:lnTo>
                      <a:pt x="680" y="1978"/>
                    </a:lnTo>
                    <a:lnTo>
                      <a:pt x="635" y="1935"/>
                    </a:lnTo>
                    <a:lnTo>
                      <a:pt x="593" y="1892"/>
                    </a:lnTo>
                    <a:lnTo>
                      <a:pt x="551" y="1846"/>
                    </a:lnTo>
                    <a:lnTo>
                      <a:pt x="511" y="1798"/>
                    </a:lnTo>
                    <a:lnTo>
                      <a:pt x="473" y="1750"/>
                    </a:lnTo>
                    <a:lnTo>
                      <a:pt x="435" y="1701"/>
                    </a:lnTo>
                    <a:lnTo>
                      <a:pt x="401" y="1650"/>
                    </a:lnTo>
                    <a:lnTo>
                      <a:pt x="367" y="1598"/>
                    </a:lnTo>
                    <a:lnTo>
                      <a:pt x="336" y="1545"/>
                    </a:lnTo>
                    <a:lnTo>
                      <a:pt x="305" y="1490"/>
                    </a:lnTo>
                    <a:lnTo>
                      <a:pt x="276" y="1435"/>
                    </a:lnTo>
                    <a:lnTo>
                      <a:pt x="250" y="1378"/>
                    </a:lnTo>
                    <a:lnTo>
                      <a:pt x="226" y="1321"/>
                    </a:lnTo>
                    <a:lnTo>
                      <a:pt x="204" y="1262"/>
                    </a:lnTo>
                    <a:lnTo>
                      <a:pt x="183" y="1202"/>
                    </a:lnTo>
                    <a:lnTo>
                      <a:pt x="164" y="1142"/>
                    </a:lnTo>
                    <a:lnTo>
                      <a:pt x="148" y="1081"/>
                    </a:lnTo>
                    <a:lnTo>
                      <a:pt x="133" y="1019"/>
                    </a:lnTo>
                    <a:lnTo>
                      <a:pt x="121" y="955"/>
                    </a:lnTo>
                    <a:lnTo>
                      <a:pt x="110" y="892"/>
                    </a:lnTo>
                    <a:lnTo>
                      <a:pt x="102" y="828"/>
                    </a:lnTo>
                    <a:lnTo>
                      <a:pt x="97" y="762"/>
                    </a:lnTo>
                    <a:lnTo>
                      <a:pt x="94" y="697"/>
                    </a:lnTo>
                    <a:lnTo>
                      <a:pt x="92" y="630"/>
                    </a:lnTo>
                    <a:lnTo>
                      <a:pt x="93" y="590"/>
                    </a:lnTo>
                    <a:lnTo>
                      <a:pt x="94" y="548"/>
                    </a:lnTo>
                    <a:lnTo>
                      <a:pt x="96" y="509"/>
                    </a:lnTo>
                    <a:lnTo>
                      <a:pt x="99" y="468"/>
                    </a:lnTo>
                    <a:lnTo>
                      <a:pt x="103" y="428"/>
                    </a:lnTo>
                    <a:lnTo>
                      <a:pt x="108" y="389"/>
                    </a:lnTo>
                    <a:lnTo>
                      <a:pt x="113" y="349"/>
                    </a:lnTo>
                    <a:lnTo>
                      <a:pt x="120" y="310"/>
                    </a:lnTo>
                    <a:lnTo>
                      <a:pt x="127" y="271"/>
                    </a:lnTo>
                    <a:lnTo>
                      <a:pt x="135" y="233"/>
                    </a:lnTo>
                    <a:lnTo>
                      <a:pt x="145" y="194"/>
                    </a:lnTo>
                    <a:lnTo>
                      <a:pt x="154" y="156"/>
                    </a:lnTo>
                    <a:lnTo>
                      <a:pt x="164" y="119"/>
                    </a:lnTo>
                    <a:lnTo>
                      <a:pt x="176" y="81"/>
                    </a:lnTo>
                    <a:lnTo>
                      <a:pt x="187" y="44"/>
                    </a:lnTo>
                    <a:lnTo>
                      <a:pt x="201" y="8"/>
                    </a:lnTo>
                    <a:lnTo>
                      <a:pt x="177" y="6"/>
                    </a:lnTo>
                    <a:lnTo>
                      <a:pt x="153" y="3"/>
                    </a:lnTo>
                    <a:lnTo>
                      <a:pt x="129" y="2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C3C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7" name="Freeform 68"/>
              <p:cNvSpPr>
                <a:spLocks/>
              </p:cNvSpPr>
              <p:nvPr/>
            </p:nvSpPr>
            <p:spPr bwMode="auto">
              <a:xfrm>
                <a:off x="1146" y="1551"/>
                <a:ext cx="136" cy="285"/>
              </a:xfrm>
              <a:custGeom>
                <a:avLst/>
                <a:gdLst>
                  <a:gd name="T0" fmla="*/ 2 w 1085"/>
                  <a:gd name="T1" fmla="*/ 1 h 2285"/>
                  <a:gd name="T2" fmla="*/ 1 w 1085"/>
                  <a:gd name="T3" fmla="*/ 2 h 2285"/>
                  <a:gd name="T4" fmla="*/ 1 w 1085"/>
                  <a:gd name="T5" fmla="*/ 3 h 2285"/>
                  <a:gd name="T6" fmla="*/ 1 w 1085"/>
                  <a:gd name="T7" fmla="*/ 4 h 2285"/>
                  <a:gd name="T8" fmla="*/ 0 w 1085"/>
                  <a:gd name="T9" fmla="*/ 5 h 2285"/>
                  <a:gd name="T10" fmla="*/ 0 w 1085"/>
                  <a:gd name="T11" fmla="*/ 7 h 2285"/>
                  <a:gd name="T12" fmla="*/ 0 w 1085"/>
                  <a:gd name="T13" fmla="*/ 8 h 2285"/>
                  <a:gd name="T14" fmla="*/ 0 w 1085"/>
                  <a:gd name="T15" fmla="*/ 9 h 2285"/>
                  <a:gd name="T16" fmla="*/ 0 w 1085"/>
                  <a:gd name="T17" fmla="*/ 11 h 2285"/>
                  <a:gd name="T18" fmla="*/ 0 w 1085"/>
                  <a:gd name="T19" fmla="*/ 13 h 2285"/>
                  <a:gd name="T20" fmla="*/ 1 w 1085"/>
                  <a:gd name="T21" fmla="*/ 15 h 2285"/>
                  <a:gd name="T22" fmla="*/ 1 w 1085"/>
                  <a:gd name="T23" fmla="*/ 17 h 2285"/>
                  <a:gd name="T24" fmla="*/ 1 w 1085"/>
                  <a:gd name="T25" fmla="*/ 19 h 2285"/>
                  <a:gd name="T26" fmla="*/ 2 w 1085"/>
                  <a:gd name="T27" fmla="*/ 21 h 2285"/>
                  <a:gd name="T28" fmla="*/ 3 w 1085"/>
                  <a:gd name="T29" fmla="*/ 22 h 2285"/>
                  <a:gd name="T30" fmla="*/ 4 w 1085"/>
                  <a:gd name="T31" fmla="*/ 24 h 2285"/>
                  <a:gd name="T32" fmla="*/ 5 w 1085"/>
                  <a:gd name="T33" fmla="*/ 26 h 2285"/>
                  <a:gd name="T34" fmla="*/ 6 w 1085"/>
                  <a:gd name="T35" fmla="*/ 27 h 2285"/>
                  <a:gd name="T36" fmla="*/ 7 w 1085"/>
                  <a:gd name="T37" fmla="*/ 29 h 2285"/>
                  <a:gd name="T38" fmla="*/ 9 w 1085"/>
                  <a:gd name="T39" fmla="*/ 30 h 2285"/>
                  <a:gd name="T40" fmla="*/ 10 w 1085"/>
                  <a:gd name="T41" fmla="*/ 32 h 2285"/>
                  <a:gd name="T42" fmla="*/ 11 w 1085"/>
                  <a:gd name="T43" fmla="*/ 33 h 2285"/>
                  <a:gd name="T44" fmla="*/ 13 w 1085"/>
                  <a:gd name="T45" fmla="*/ 34 h 2285"/>
                  <a:gd name="T46" fmla="*/ 15 w 1085"/>
                  <a:gd name="T47" fmla="*/ 35 h 2285"/>
                  <a:gd name="T48" fmla="*/ 16 w 1085"/>
                  <a:gd name="T49" fmla="*/ 35 h 2285"/>
                  <a:gd name="T50" fmla="*/ 17 w 1085"/>
                  <a:gd name="T51" fmla="*/ 35 h 2285"/>
                  <a:gd name="T52" fmla="*/ 16 w 1085"/>
                  <a:gd name="T53" fmla="*/ 34 h 2285"/>
                  <a:gd name="T54" fmla="*/ 15 w 1085"/>
                  <a:gd name="T55" fmla="*/ 33 h 2285"/>
                  <a:gd name="T56" fmla="*/ 13 w 1085"/>
                  <a:gd name="T57" fmla="*/ 32 h 2285"/>
                  <a:gd name="T58" fmla="*/ 11 w 1085"/>
                  <a:gd name="T59" fmla="*/ 31 h 2285"/>
                  <a:gd name="T60" fmla="*/ 10 w 1085"/>
                  <a:gd name="T61" fmla="*/ 30 h 2285"/>
                  <a:gd name="T62" fmla="*/ 9 w 1085"/>
                  <a:gd name="T63" fmla="*/ 28 h 2285"/>
                  <a:gd name="T64" fmla="*/ 7 w 1085"/>
                  <a:gd name="T65" fmla="*/ 27 h 2285"/>
                  <a:gd name="T66" fmla="*/ 6 w 1085"/>
                  <a:gd name="T67" fmla="*/ 25 h 2285"/>
                  <a:gd name="T68" fmla="*/ 5 w 1085"/>
                  <a:gd name="T69" fmla="*/ 24 h 2285"/>
                  <a:gd name="T70" fmla="*/ 4 w 1085"/>
                  <a:gd name="T71" fmla="*/ 22 h 2285"/>
                  <a:gd name="T72" fmla="*/ 4 w 1085"/>
                  <a:gd name="T73" fmla="*/ 20 h 2285"/>
                  <a:gd name="T74" fmla="*/ 3 w 1085"/>
                  <a:gd name="T75" fmla="*/ 19 h 2285"/>
                  <a:gd name="T76" fmla="*/ 2 w 1085"/>
                  <a:gd name="T77" fmla="*/ 17 h 2285"/>
                  <a:gd name="T78" fmla="*/ 2 w 1085"/>
                  <a:gd name="T79" fmla="*/ 15 h 2285"/>
                  <a:gd name="T80" fmla="*/ 2 w 1085"/>
                  <a:gd name="T81" fmla="*/ 13 h 2285"/>
                  <a:gd name="T82" fmla="*/ 2 w 1085"/>
                  <a:gd name="T83" fmla="*/ 11 h 2285"/>
                  <a:gd name="T84" fmla="*/ 2 w 1085"/>
                  <a:gd name="T85" fmla="*/ 9 h 2285"/>
                  <a:gd name="T86" fmla="*/ 2 w 1085"/>
                  <a:gd name="T87" fmla="*/ 8 h 2285"/>
                  <a:gd name="T88" fmla="*/ 2 w 1085"/>
                  <a:gd name="T89" fmla="*/ 7 h 2285"/>
                  <a:gd name="T90" fmla="*/ 2 w 1085"/>
                  <a:gd name="T91" fmla="*/ 5 h 2285"/>
                  <a:gd name="T92" fmla="*/ 2 w 1085"/>
                  <a:gd name="T93" fmla="*/ 4 h 2285"/>
                  <a:gd name="T94" fmla="*/ 2 w 1085"/>
                  <a:gd name="T95" fmla="*/ 3 h 2285"/>
                  <a:gd name="T96" fmla="*/ 3 w 1085"/>
                  <a:gd name="T97" fmla="*/ 2 h 2285"/>
                  <a:gd name="T98" fmla="*/ 3 w 1085"/>
                  <a:gd name="T99" fmla="*/ 1 h 2285"/>
                  <a:gd name="T100" fmla="*/ 3 w 1085"/>
                  <a:gd name="T101" fmla="*/ 0 h 2285"/>
                  <a:gd name="T102" fmla="*/ 2 w 1085"/>
                  <a:gd name="T103" fmla="*/ 0 h 22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5"/>
                  <a:gd name="T157" fmla="*/ 0 h 2285"/>
                  <a:gd name="T158" fmla="*/ 1085 w 1085"/>
                  <a:gd name="T159" fmla="*/ 2285 h 22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5" h="2285">
                    <a:moveTo>
                      <a:pt x="107" y="0"/>
                    </a:moveTo>
                    <a:lnTo>
                      <a:pt x="94" y="38"/>
                    </a:lnTo>
                    <a:lnTo>
                      <a:pt x="83" y="75"/>
                    </a:lnTo>
                    <a:lnTo>
                      <a:pt x="72" y="113"/>
                    </a:lnTo>
                    <a:lnTo>
                      <a:pt x="61" y="151"/>
                    </a:lnTo>
                    <a:lnTo>
                      <a:pt x="52" y="188"/>
                    </a:lnTo>
                    <a:lnTo>
                      <a:pt x="43" y="227"/>
                    </a:lnTo>
                    <a:lnTo>
                      <a:pt x="35" y="266"/>
                    </a:lnTo>
                    <a:lnTo>
                      <a:pt x="28" y="306"/>
                    </a:lnTo>
                    <a:lnTo>
                      <a:pt x="21" y="345"/>
                    </a:lnTo>
                    <a:lnTo>
                      <a:pt x="16" y="385"/>
                    </a:lnTo>
                    <a:lnTo>
                      <a:pt x="11" y="424"/>
                    </a:lnTo>
                    <a:lnTo>
                      <a:pt x="7" y="464"/>
                    </a:lnTo>
                    <a:lnTo>
                      <a:pt x="4" y="505"/>
                    </a:lnTo>
                    <a:lnTo>
                      <a:pt x="2" y="545"/>
                    </a:lnTo>
                    <a:lnTo>
                      <a:pt x="1" y="586"/>
                    </a:lnTo>
                    <a:lnTo>
                      <a:pt x="0" y="627"/>
                    </a:lnTo>
                    <a:lnTo>
                      <a:pt x="1" y="694"/>
                    </a:lnTo>
                    <a:lnTo>
                      <a:pt x="5" y="760"/>
                    </a:lnTo>
                    <a:lnTo>
                      <a:pt x="10" y="827"/>
                    </a:lnTo>
                    <a:lnTo>
                      <a:pt x="19" y="891"/>
                    </a:lnTo>
                    <a:lnTo>
                      <a:pt x="29" y="955"/>
                    </a:lnTo>
                    <a:lnTo>
                      <a:pt x="40" y="1019"/>
                    </a:lnTo>
                    <a:lnTo>
                      <a:pt x="55" y="1082"/>
                    </a:lnTo>
                    <a:lnTo>
                      <a:pt x="72" y="1143"/>
                    </a:lnTo>
                    <a:lnTo>
                      <a:pt x="90" y="1205"/>
                    </a:lnTo>
                    <a:lnTo>
                      <a:pt x="111" y="1265"/>
                    </a:lnTo>
                    <a:lnTo>
                      <a:pt x="133" y="1324"/>
                    </a:lnTo>
                    <a:lnTo>
                      <a:pt x="158" y="1383"/>
                    </a:lnTo>
                    <a:lnTo>
                      <a:pt x="184" y="1440"/>
                    </a:lnTo>
                    <a:lnTo>
                      <a:pt x="212" y="1496"/>
                    </a:lnTo>
                    <a:lnTo>
                      <a:pt x="242" y="1551"/>
                    </a:lnTo>
                    <a:lnTo>
                      <a:pt x="273" y="1605"/>
                    </a:lnTo>
                    <a:lnTo>
                      <a:pt x="307" y="1658"/>
                    </a:lnTo>
                    <a:lnTo>
                      <a:pt x="341" y="1710"/>
                    </a:lnTo>
                    <a:lnTo>
                      <a:pt x="379" y="1761"/>
                    </a:lnTo>
                    <a:lnTo>
                      <a:pt x="417" y="1810"/>
                    </a:lnTo>
                    <a:lnTo>
                      <a:pt x="457" y="1857"/>
                    </a:lnTo>
                    <a:lnTo>
                      <a:pt x="498" y="1904"/>
                    </a:lnTo>
                    <a:lnTo>
                      <a:pt x="541" y="1949"/>
                    </a:lnTo>
                    <a:lnTo>
                      <a:pt x="585" y="1992"/>
                    </a:lnTo>
                    <a:lnTo>
                      <a:pt x="631" y="2035"/>
                    </a:lnTo>
                    <a:lnTo>
                      <a:pt x="679" y="2075"/>
                    </a:lnTo>
                    <a:lnTo>
                      <a:pt x="726" y="2115"/>
                    </a:lnTo>
                    <a:lnTo>
                      <a:pt x="776" y="2152"/>
                    </a:lnTo>
                    <a:lnTo>
                      <a:pt x="828" y="2188"/>
                    </a:lnTo>
                    <a:lnTo>
                      <a:pt x="880" y="2222"/>
                    </a:lnTo>
                    <a:lnTo>
                      <a:pt x="933" y="2255"/>
                    </a:lnTo>
                    <a:lnTo>
                      <a:pt x="988" y="2285"/>
                    </a:lnTo>
                    <a:lnTo>
                      <a:pt x="1013" y="2273"/>
                    </a:lnTo>
                    <a:lnTo>
                      <a:pt x="1038" y="2259"/>
                    </a:lnTo>
                    <a:lnTo>
                      <a:pt x="1062" y="2246"/>
                    </a:lnTo>
                    <a:lnTo>
                      <a:pt x="1085" y="2232"/>
                    </a:lnTo>
                    <a:lnTo>
                      <a:pt x="1030" y="2204"/>
                    </a:lnTo>
                    <a:lnTo>
                      <a:pt x="978" y="2174"/>
                    </a:lnTo>
                    <a:lnTo>
                      <a:pt x="925" y="2142"/>
                    </a:lnTo>
                    <a:lnTo>
                      <a:pt x="874" y="2108"/>
                    </a:lnTo>
                    <a:lnTo>
                      <a:pt x="824" y="2072"/>
                    </a:lnTo>
                    <a:lnTo>
                      <a:pt x="775" y="2035"/>
                    </a:lnTo>
                    <a:lnTo>
                      <a:pt x="727" y="1997"/>
                    </a:lnTo>
                    <a:lnTo>
                      <a:pt x="682" y="1956"/>
                    </a:lnTo>
                    <a:lnTo>
                      <a:pt x="637" y="1915"/>
                    </a:lnTo>
                    <a:lnTo>
                      <a:pt x="594" y="1872"/>
                    </a:lnTo>
                    <a:lnTo>
                      <a:pt x="552" y="1827"/>
                    </a:lnTo>
                    <a:lnTo>
                      <a:pt x="513" y="1781"/>
                    </a:lnTo>
                    <a:lnTo>
                      <a:pt x="474" y="1733"/>
                    </a:lnTo>
                    <a:lnTo>
                      <a:pt x="437" y="1684"/>
                    </a:lnTo>
                    <a:lnTo>
                      <a:pt x="402" y="1634"/>
                    </a:lnTo>
                    <a:lnTo>
                      <a:pt x="368" y="1583"/>
                    </a:lnTo>
                    <a:lnTo>
                      <a:pt x="336" y="1530"/>
                    </a:lnTo>
                    <a:lnTo>
                      <a:pt x="306" y="1478"/>
                    </a:lnTo>
                    <a:lnTo>
                      <a:pt x="277" y="1423"/>
                    </a:lnTo>
                    <a:lnTo>
                      <a:pt x="251" y="1366"/>
                    </a:lnTo>
                    <a:lnTo>
                      <a:pt x="226" y="1309"/>
                    </a:lnTo>
                    <a:lnTo>
                      <a:pt x="203" y="1252"/>
                    </a:lnTo>
                    <a:lnTo>
                      <a:pt x="183" y="1193"/>
                    </a:lnTo>
                    <a:lnTo>
                      <a:pt x="164" y="1133"/>
                    </a:lnTo>
                    <a:lnTo>
                      <a:pt x="147" y="1073"/>
                    </a:lnTo>
                    <a:lnTo>
                      <a:pt x="133" y="1011"/>
                    </a:lnTo>
                    <a:lnTo>
                      <a:pt x="120" y="949"/>
                    </a:lnTo>
                    <a:lnTo>
                      <a:pt x="111" y="886"/>
                    </a:lnTo>
                    <a:lnTo>
                      <a:pt x="103" y="823"/>
                    </a:lnTo>
                    <a:lnTo>
                      <a:pt x="97" y="758"/>
                    </a:lnTo>
                    <a:lnTo>
                      <a:pt x="93" y="693"/>
                    </a:lnTo>
                    <a:lnTo>
                      <a:pt x="92" y="627"/>
                    </a:lnTo>
                    <a:lnTo>
                      <a:pt x="92" y="587"/>
                    </a:lnTo>
                    <a:lnTo>
                      <a:pt x="93" y="546"/>
                    </a:lnTo>
                    <a:lnTo>
                      <a:pt x="97" y="506"/>
                    </a:lnTo>
                    <a:lnTo>
                      <a:pt x="100" y="467"/>
                    </a:lnTo>
                    <a:lnTo>
                      <a:pt x="103" y="427"/>
                    </a:lnTo>
                    <a:lnTo>
                      <a:pt x="108" y="388"/>
                    </a:lnTo>
                    <a:lnTo>
                      <a:pt x="114" y="348"/>
                    </a:lnTo>
                    <a:lnTo>
                      <a:pt x="120" y="310"/>
                    </a:lnTo>
                    <a:lnTo>
                      <a:pt x="128" y="270"/>
                    </a:lnTo>
                    <a:lnTo>
                      <a:pt x="136" y="232"/>
                    </a:lnTo>
                    <a:lnTo>
                      <a:pt x="144" y="195"/>
                    </a:lnTo>
                    <a:lnTo>
                      <a:pt x="155" y="157"/>
                    </a:lnTo>
                    <a:lnTo>
                      <a:pt x="165" y="120"/>
                    </a:lnTo>
                    <a:lnTo>
                      <a:pt x="176" y="82"/>
                    </a:lnTo>
                    <a:lnTo>
                      <a:pt x="189" y="46"/>
                    </a:lnTo>
                    <a:lnTo>
                      <a:pt x="201" y="10"/>
                    </a:lnTo>
                    <a:lnTo>
                      <a:pt x="177" y="7"/>
                    </a:lnTo>
                    <a:lnTo>
                      <a:pt x="155" y="5"/>
                    </a:lnTo>
                    <a:lnTo>
                      <a:pt x="131" y="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C5CD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8" name="Freeform 69"/>
              <p:cNvSpPr>
                <a:spLocks/>
              </p:cNvSpPr>
              <p:nvPr/>
            </p:nvSpPr>
            <p:spPr bwMode="auto">
              <a:xfrm>
                <a:off x="1152" y="1551"/>
                <a:ext cx="136" cy="282"/>
              </a:xfrm>
              <a:custGeom>
                <a:avLst/>
                <a:gdLst>
                  <a:gd name="T0" fmla="*/ 2 w 1086"/>
                  <a:gd name="T1" fmla="*/ 1 h 2254"/>
                  <a:gd name="T2" fmla="*/ 1 w 1086"/>
                  <a:gd name="T3" fmla="*/ 2 h 2254"/>
                  <a:gd name="T4" fmla="*/ 1 w 1086"/>
                  <a:gd name="T5" fmla="*/ 3 h 2254"/>
                  <a:gd name="T6" fmla="*/ 1 w 1086"/>
                  <a:gd name="T7" fmla="*/ 4 h 2254"/>
                  <a:gd name="T8" fmla="*/ 0 w 1086"/>
                  <a:gd name="T9" fmla="*/ 5 h 2254"/>
                  <a:gd name="T10" fmla="*/ 0 w 1086"/>
                  <a:gd name="T11" fmla="*/ 7 h 2254"/>
                  <a:gd name="T12" fmla="*/ 0 w 1086"/>
                  <a:gd name="T13" fmla="*/ 8 h 2254"/>
                  <a:gd name="T14" fmla="*/ 0 w 1086"/>
                  <a:gd name="T15" fmla="*/ 9 h 2254"/>
                  <a:gd name="T16" fmla="*/ 0 w 1086"/>
                  <a:gd name="T17" fmla="*/ 11 h 2254"/>
                  <a:gd name="T18" fmla="*/ 0 w 1086"/>
                  <a:gd name="T19" fmla="*/ 13 h 2254"/>
                  <a:gd name="T20" fmla="*/ 1 w 1086"/>
                  <a:gd name="T21" fmla="*/ 15 h 2254"/>
                  <a:gd name="T22" fmla="*/ 1 w 1086"/>
                  <a:gd name="T23" fmla="*/ 17 h 2254"/>
                  <a:gd name="T24" fmla="*/ 1 w 1086"/>
                  <a:gd name="T25" fmla="*/ 19 h 2254"/>
                  <a:gd name="T26" fmla="*/ 2 w 1086"/>
                  <a:gd name="T27" fmla="*/ 21 h 2254"/>
                  <a:gd name="T28" fmla="*/ 3 w 1086"/>
                  <a:gd name="T29" fmla="*/ 22 h 2254"/>
                  <a:gd name="T30" fmla="*/ 4 w 1086"/>
                  <a:gd name="T31" fmla="*/ 24 h 2254"/>
                  <a:gd name="T32" fmla="*/ 5 w 1086"/>
                  <a:gd name="T33" fmla="*/ 26 h 2254"/>
                  <a:gd name="T34" fmla="*/ 6 w 1086"/>
                  <a:gd name="T35" fmla="*/ 27 h 2254"/>
                  <a:gd name="T36" fmla="*/ 7 w 1086"/>
                  <a:gd name="T37" fmla="*/ 29 h 2254"/>
                  <a:gd name="T38" fmla="*/ 9 w 1086"/>
                  <a:gd name="T39" fmla="*/ 30 h 2254"/>
                  <a:gd name="T40" fmla="*/ 10 w 1086"/>
                  <a:gd name="T41" fmla="*/ 32 h 2254"/>
                  <a:gd name="T42" fmla="*/ 11 w 1086"/>
                  <a:gd name="T43" fmla="*/ 33 h 2254"/>
                  <a:gd name="T44" fmla="*/ 13 w 1086"/>
                  <a:gd name="T45" fmla="*/ 34 h 2254"/>
                  <a:gd name="T46" fmla="*/ 15 w 1086"/>
                  <a:gd name="T47" fmla="*/ 35 h 2254"/>
                  <a:gd name="T48" fmla="*/ 16 w 1086"/>
                  <a:gd name="T49" fmla="*/ 35 h 2254"/>
                  <a:gd name="T50" fmla="*/ 17 w 1086"/>
                  <a:gd name="T51" fmla="*/ 35 h 2254"/>
                  <a:gd name="T52" fmla="*/ 16 w 1086"/>
                  <a:gd name="T53" fmla="*/ 34 h 2254"/>
                  <a:gd name="T54" fmla="*/ 15 w 1086"/>
                  <a:gd name="T55" fmla="*/ 33 h 2254"/>
                  <a:gd name="T56" fmla="*/ 13 w 1086"/>
                  <a:gd name="T57" fmla="*/ 32 h 2254"/>
                  <a:gd name="T58" fmla="*/ 11 w 1086"/>
                  <a:gd name="T59" fmla="*/ 31 h 2254"/>
                  <a:gd name="T60" fmla="*/ 10 w 1086"/>
                  <a:gd name="T61" fmla="*/ 30 h 2254"/>
                  <a:gd name="T62" fmla="*/ 9 w 1086"/>
                  <a:gd name="T63" fmla="*/ 28 h 2254"/>
                  <a:gd name="T64" fmla="*/ 7 w 1086"/>
                  <a:gd name="T65" fmla="*/ 27 h 2254"/>
                  <a:gd name="T66" fmla="*/ 6 w 1086"/>
                  <a:gd name="T67" fmla="*/ 25 h 2254"/>
                  <a:gd name="T68" fmla="*/ 5 w 1086"/>
                  <a:gd name="T69" fmla="*/ 24 h 2254"/>
                  <a:gd name="T70" fmla="*/ 4 w 1086"/>
                  <a:gd name="T71" fmla="*/ 22 h 2254"/>
                  <a:gd name="T72" fmla="*/ 4 w 1086"/>
                  <a:gd name="T73" fmla="*/ 20 h 2254"/>
                  <a:gd name="T74" fmla="*/ 3 w 1086"/>
                  <a:gd name="T75" fmla="*/ 19 h 2254"/>
                  <a:gd name="T76" fmla="*/ 2 w 1086"/>
                  <a:gd name="T77" fmla="*/ 17 h 2254"/>
                  <a:gd name="T78" fmla="*/ 2 w 1086"/>
                  <a:gd name="T79" fmla="*/ 15 h 2254"/>
                  <a:gd name="T80" fmla="*/ 2 w 1086"/>
                  <a:gd name="T81" fmla="*/ 13 h 2254"/>
                  <a:gd name="T82" fmla="*/ 2 w 1086"/>
                  <a:gd name="T83" fmla="*/ 11 h 2254"/>
                  <a:gd name="T84" fmla="*/ 2 w 1086"/>
                  <a:gd name="T85" fmla="*/ 9 h 2254"/>
                  <a:gd name="T86" fmla="*/ 2 w 1086"/>
                  <a:gd name="T87" fmla="*/ 8 h 2254"/>
                  <a:gd name="T88" fmla="*/ 2 w 1086"/>
                  <a:gd name="T89" fmla="*/ 7 h 2254"/>
                  <a:gd name="T90" fmla="*/ 2 w 1086"/>
                  <a:gd name="T91" fmla="*/ 5 h 2254"/>
                  <a:gd name="T92" fmla="*/ 2 w 1086"/>
                  <a:gd name="T93" fmla="*/ 4 h 2254"/>
                  <a:gd name="T94" fmla="*/ 2 w 1086"/>
                  <a:gd name="T95" fmla="*/ 3 h 2254"/>
                  <a:gd name="T96" fmla="*/ 3 w 1086"/>
                  <a:gd name="T97" fmla="*/ 2 h 2254"/>
                  <a:gd name="T98" fmla="*/ 3 w 1086"/>
                  <a:gd name="T99" fmla="*/ 1 h 2254"/>
                  <a:gd name="T100" fmla="*/ 3 w 1086"/>
                  <a:gd name="T101" fmla="*/ 0 h 2254"/>
                  <a:gd name="T102" fmla="*/ 2 w 1086"/>
                  <a:gd name="T103" fmla="*/ 0 h 225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6"/>
                  <a:gd name="T157" fmla="*/ 0 h 2254"/>
                  <a:gd name="T158" fmla="*/ 1086 w 1086"/>
                  <a:gd name="T159" fmla="*/ 2254 h 225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6" h="2254">
                    <a:moveTo>
                      <a:pt x="109" y="0"/>
                    </a:moveTo>
                    <a:lnTo>
                      <a:pt x="95" y="36"/>
                    </a:lnTo>
                    <a:lnTo>
                      <a:pt x="84" y="73"/>
                    </a:lnTo>
                    <a:lnTo>
                      <a:pt x="72" y="111"/>
                    </a:lnTo>
                    <a:lnTo>
                      <a:pt x="62" y="148"/>
                    </a:lnTo>
                    <a:lnTo>
                      <a:pt x="53" y="186"/>
                    </a:lnTo>
                    <a:lnTo>
                      <a:pt x="43" y="225"/>
                    </a:lnTo>
                    <a:lnTo>
                      <a:pt x="35" y="263"/>
                    </a:lnTo>
                    <a:lnTo>
                      <a:pt x="28" y="302"/>
                    </a:lnTo>
                    <a:lnTo>
                      <a:pt x="21" y="341"/>
                    </a:lnTo>
                    <a:lnTo>
                      <a:pt x="16" y="381"/>
                    </a:lnTo>
                    <a:lnTo>
                      <a:pt x="11" y="420"/>
                    </a:lnTo>
                    <a:lnTo>
                      <a:pt x="7" y="460"/>
                    </a:lnTo>
                    <a:lnTo>
                      <a:pt x="4" y="501"/>
                    </a:lnTo>
                    <a:lnTo>
                      <a:pt x="2" y="540"/>
                    </a:lnTo>
                    <a:lnTo>
                      <a:pt x="1" y="582"/>
                    </a:lnTo>
                    <a:lnTo>
                      <a:pt x="0" y="622"/>
                    </a:lnTo>
                    <a:lnTo>
                      <a:pt x="2" y="689"/>
                    </a:lnTo>
                    <a:lnTo>
                      <a:pt x="5" y="754"/>
                    </a:lnTo>
                    <a:lnTo>
                      <a:pt x="10" y="820"/>
                    </a:lnTo>
                    <a:lnTo>
                      <a:pt x="18" y="884"/>
                    </a:lnTo>
                    <a:lnTo>
                      <a:pt x="29" y="947"/>
                    </a:lnTo>
                    <a:lnTo>
                      <a:pt x="41" y="1011"/>
                    </a:lnTo>
                    <a:lnTo>
                      <a:pt x="56" y="1073"/>
                    </a:lnTo>
                    <a:lnTo>
                      <a:pt x="72" y="1134"/>
                    </a:lnTo>
                    <a:lnTo>
                      <a:pt x="91" y="1194"/>
                    </a:lnTo>
                    <a:lnTo>
                      <a:pt x="112" y="1254"/>
                    </a:lnTo>
                    <a:lnTo>
                      <a:pt x="134" y="1313"/>
                    </a:lnTo>
                    <a:lnTo>
                      <a:pt x="158" y="1370"/>
                    </a:lnTo>
                    <a:lnTo>
                      <a:pt x="184" y="1427"/>
                    </a:lnTo>
                    <a:lnTo>
                      <a:pt x="213" y="1482"/>
                    </a:lnTo>
                    <a:lnTo>
                      <a:pt x="244" y="1537"/>
                    </a:lnTo>
                    <a:lnTo>
                      <a:pt x="275" y="1590"/>
                    </a:lnTo>
                    <a:lnTo>
                      <a:pt x="309" y="1642"/>
                    </a:lnTo>
                    <a:lnTo>
                      <a:pt x="343" y="1693"/>
                    </a:lnTo>
                    <a:lnTo>
                      <a:pt x="381" y="1742"/>
                    </a:lnTo>
                    <a:lnTo>
                      <a:pt x="419" y="1790"/>
                    </a:lnTo>
                    <a:lnTo>
                      <a:pt x="459" y="1838"/>
                    </a:lnTo>
                    <a:lnTo>
                      <a:pt x="501" y="1884"/>
                    </a:lnTo>
                    <a:lnTo>
                      <a:pt x="543" y="1927"/>
                    </a:lnTo>
                    <a:lnTo>
                      <a:pt x="588" y="1970"/>
                    </a:lnTo>
                    <a:lnTo>
                      <a:pt x="634" y="2011"/>
                    </a:lnTo>
                    <a:lnTo>
                      <a:pt x="681" y="2051"/>
                    </a:lnTo>
                    <a:lnTo>
                      <a:pt x="730" y="2089"/>
                    </a:lnTo>
                    <a:lnTo>
                      <a:pt x="780" y="2125"/>
                    </a:lnTo>
                    <a:lnTo>
                      <a:pt x="831" y="2161"/>
                    </a:lnTo>
                    <a:lnTo>
                      <a:pt x="883" y="2194"/>
                    </a:lnTo>
                    <a:lnTo>
                      <a:pt x="937" y="2225"/>
                    </a:lnTo>
                    <a:lnTo>
                      <a:pt x="992" y="2254"/>
                    </a:lnTo>
                    <a:lnTo>
                      <a:pt x="1016" y="2242"/>
                    </a:lnTo>
                    <a:lnTo>
                      <a:pt x="1039" y="2227"/>
                    </a:lnTo>
                    <a:lnTo>
                      <a:pt x="1063" y="2214"/>
                    </a:lnTo>
                    <a:lnTo>
                      <a:pt x="1086" y="2199"/>
                    </a:lnTo>
                    <a:lnTo>
                      <a:pt x="1031" y="2172"/>
                    </a:lnTo>
                    <a:lnTo>
                      <a:pt x="978" y="2143"/>
                    </a:lnTo>
                    <a:lnTo>
                      <a:pt x="925" y="2112"/>
                    </a:lnTo>
                    <a:lnTo>
                      <a:pt x="874" y="2080"/>
                    </a:lnTo>
                    <a:lnTo>
                      <a:pt x="825" y="2044"/>
                    </a:lnTo>
                    <a:lnTo>
                      <a:pt x="776" y="2009"/>
                    </a:lnTo>
                    <a:lnTo>
                      <a:pt x="729" y="1972"/>
                    </a:lnTo>
                    <a:lnTo>
                      <a:pt x="683" y="1932"/>
                    </a:lnTo>
                    <a:lnTo>
                      <a:pt x="638" y="1891"/>
                    </a:lnTo>
                    <a:lnTo>
                      <a:pt x="595" y="1849"/>
                    </a:lnTo>
                    <a:lnTo>
                      <a:pt x="554" y="1806"/>
                    </a:lnTo>
                    <a:lnTo>
                      <a:pt x="513" y="1760"/>
                    </a:lnTo>
                    <a:lnTo>
                      <a:pt x="475" y="1713"/>
                    </a:lnTo>
                    <a:lnTo>
                      <a:pt x="438" y="1666"/>
                    </a:lnTo>
                    <a:lnTo>
                      <a:pt x="402" y="1617"/>
                    </a:lnTo>
                    <a:lnTo>
                      <a:pt x="369" y="1566"/>
                    </a:lnTo>
                    <a:lnTo>
                      <a:pt x="337" y="1514"/>
                    </a:lnTo>
                    <a:lnTo>
                      <a:pt x="307" y="1462"/>
                    </a:lnTo>
                    <a:lnTo>
                      <a:pt x="278" y="1408"/>
                    </a:lnTo>
                    <a:lnTo>
                      <a:pt x="252" y="1353"/>
                    </a:lnTo>
                    <a:lnTo>
                      <a:pt x="227" y="1297"/>
                    </a:lnTo>
                    <a:lnTo>
                      <a:pt x="204" y="1240"/>
                    </a:lnTo>
                    <a:lnTo>
                      <a:pt x="183" y="1182"/>
                    </a:lnTo>
                    <a:lnTo>
                      <a:pt x="165" y="1123"/>
                    </a:lnTo>
                    <a:lnTo>
                      <a:pt x="148" y="1063"/>
                    </a:lnTo>
                    <a:lnTo>
                      <a:pt x="134" y="1002"/>
                    </a:lnTo>
                    <a:lnTo>
                      <a:pt x="121" y="941"/>
                    </a:lnTo>
                    <a:lnTo>
                      <a:pt x="111" y="879"/>
                    </a:lnTo>
                    <a:lnTo>
                      <a:pt x="102" y="815"/>
                    </a:lnTo>
                    <a:lnTo>
                      <a:pt x="97" y="752"/>
                    </a:lnTo>
                    <a:lnTo>
                      <a:pt x="93" y="688"/>
                    </a:lnTo>
                    <a:lnTo>
                      <a:pt x="92" y="622"/>
                    </a:lnTo>
                    <a:lnTo>
                      <a:pt x="92" y="582"/>
                    </a:lnTo>
                    <a:lnTo>
                      <a:pt x="94" y="542"/>
                    </a:lnTo>
                    <a:lnTo>
                      <a:pt x="96" y="502"/>
                    </a:lnTo>
                    <a:lnTo>
                      <a:pt x="99" y="463"/>
                    </a:lnTo>
                    <a:lnTo>
                      <a:pt x="103" y="423"/>
                    </a:lnTo>
                    <a:lnTo>
                      <a:pt x="109" y="385"/>
                    </a:lnTo>
                    <a:lnTo>
                      <a:pt x="114" y="345"/>
                    </a:lnTo>
                    <a:lnTo>
                      <a:pt x="120" y="307"/>
                    </a:lnTo>
                    <a:lnTo>
                      <a:pt x="128" y="268"/>
                    </a:lnTo>
                    <a:lnTo>
                      <a:pt x="137" y="231"/>
                    </a:lnTo>
                    <a:lnTo>
                      <a:pt x="145" y="194"/>
                    </a:lnTo>
                    <a:lnTo>
                      <a:pt x="155" y="156"/>
                    </a:lnTo>
                    <a:lnTo>
                      <a:pt x="166" y="119"/>
                    </a:lnTo>
                    <a:lnTo>
                      <a:pt x="177" y="83"/>
                    </a:lnTo>
                    <a:lnTo>
                      <a:pt x="190" y="46"/>
                    </a:lnTo>
                    <a:lnTo>
                      <a:pt x="202" y="10"/>
                    </a:lnTo>
                    <a:lnTo>
                      <a:pt x="179" y="7"/>
                    </a:lnTo>
                    <a:lnTo>
                      <a:pt x="155" y="5"/>
                    </a:lnTo>
                    <a:lnTo>
                      <a:pt x="132" y="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C6CE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9" name="Freeform 70"/>
              <p:cNvSpPr>
                <a:spLocks/>
              </p:cNvSpPr>
              <p:nvPr/>
            </p:nvSpPr>
            <p:spPr bwMode="auto">
              <a:xfrm>
                <a:off x="1158" y="1552"/>
                <a:ext cx="135" cy="278"/>
              </a:xfrm>
              <a:custGeom>
                <a:avLst/>
                <a:gdLst>
                  <a:gd name="T0" fmla="*/ 1 w 1086"/>
                  <a:gd name="T1" fmla="*/ 1 h 2222"/>
                  <a:gd name="T2" fmla="*/ 1 w 1086"/>
                  <a:gd name="T3" fmla="*/ 2 h 2222"/>
                  <a:gd name="T4" fmla="*/ 1 w 1086"/>
                  <a:gd name="T5" fmla="*/ 3 h 2222"/>
                  <a:gd name="T6" fmla="*/ 0 w 1086"/>
                  <a:gd name="T7" fmla="*/ 4 h 2222"/>
                  <a:gd name="T8" fmla="*/ 0 w 1086"/>
                  <a:gd name="T9" fmla="*/ 5 h 2222"/>
                  <a:gd name="T10" fmla="*/ 0 w 1086"/>
                  <a:gd name="T11" fmla="*/ 7 h 2222"/>
                  <a:gd name="T12" fmla="*/ 0 w 1086"/>
                  <a:gd name="T13" fmla="*/ 8 h 2222"/>
                  <a:gd name="T14" fmla="*/ 0 w 1086"/>
                  <a:gd name="T15" fmla="*/ 9 h 2222"/>
                  <a:gd name="T16" fmla="*/ 0 w 1086"/>
                  <a:gd name="T17" fmla="*/ 11 h 2222"/>
                  <a:gd name="T18" fmla="*/ 0 w 1086"/>
                  <a:gd name="T19" fmla="*/ 13 h 2222"/>
                  <a:gd name="T20" fmla="*/ 0 w 1086"/>
                  <a:gd name="T21" fmla="*/ 15 h 2222"/>
                  <a:gd name="T22" fmla="*/ 1 w 1086"/>
                  <a:gd name="T23" fmla="*/ 17 h 2222"/>
                  <a:gd name="T24" fmla="*/ 1 w 1086"/>
                  <a:gd name="T25" fmla="*/ 19 h 2222"/>
                  <a:gd name="T26" fmla="*/ 2 w 1086"/>
                  <a:gd name="T27" fmla="*/ 20 h 2222"/>
                  <a:gd name="T28" fmla="*/ 3 w 1086"/>
                  <a:gd name="T29" fmla="*/ 22 h 2222"/>
                  <a:gd name="T30" fmla="*/ 4 w 1086"/>
                  <a:gd name="T31" fmla="*/ 24 h 2222"/>
                  <a:gd name="T32" fmla="*/ 5 w 1086"/>
                  <a:gd name="T33" fmla="*/ 25 h 2222"/>
                  <a:gd name="T34" fmla="*/ 6 w 1086"/>
                  <a:gd name="T35" fmla="*/ 27 h 2222"/>
                  <a:gd name="T36" fmla="*/ 7 w 1086"/>
                  <a:gd name="T37" fmla="*/ 28 h 2222"/>
                  <a:gd name="T38" fmla="*/ 8 w 1086"/>
                  <a:gd name="T39" fmla="*/ 30 h 2222"/>
                  <a:gd name="T40" fmla="*/ 10 w 1086"/>
                  <a:gd name="T41" fmla="*/ 31 h 2222"/>
                  <a:gd name="T42" fmla="*/ 11 w 1086"/>
                  <a:gd name="T43" fmla="*/ 32 h 2222"/>
                  <a:gd name="T44" fmla="*/ 13 w 1086"/>
                  <a:gd name="T45" fmla="*/ 33 h 2222"/>
                  <a:gd name="T46" fmla="*/ 15 w 1086"/>
                  <a:gd name="T47" fmla="*/ 34 h 2222"/>
                  <a:gd name="T48" fmla="*/ 16 w 1086"/>
                  <a:gd name="T49" fmla="*/ 35 h 2222"/>
                  <a:gd name="T50" fmla="*/ 16 w 1086"/>
                  <a:gd name="T51" fmla="*/ 34 h 2222"/>
                  <a:gd name="T52" fmla="*/ 16 w 1086"/>
                  <a:gd name="T53" fmla="*/ 34 h 2222"/>
                  <a:gd name="T54" fmla="*/ 14 w 1086"/>
                  <a:gd name="T55" fmla="*/ 33 h 2222"/>
                  <a:gd name="T56" fmla="*/ 13 w 1086"/>
                  <a:gd name="T57" fmla="*/ 32 h 2222"/>
                  <a:gd name="T58" fmla="*/ 11 w 1086"/>
                  <a:gd name="T59" fmla="*/ 30 h 2222"/>
                  <a:gd name="T60" fmla="*/ 10 w 1086"/>
                  <a:gd name="T61" fmla="*/ 29 h 2222"/>
                  <a:gd name="T62" fmla="*/ 9 w 1086"/>
                  <a:gd name="T63" fmla="*/ 28 h 2222"/>
                  <a:gd name="T64" fmla="*/ 7 w 1086"/>
                  <a:gd name="T65" fmla="*/ 27 h 2222"/>
                  <a:gd name="T66" fmla="*/ 6 w 1086"/>
                  <a:gd name="T67" fmla="*/ 25 h 2222"/>
                  <a:gd name="T68" fmla="*/ 5 w 1086"/>
                  <a:gd name="T69" fmla="*/ 23 h 2222"/>
                  <a:gd name="T70" fmla="*/ 4 w 1086"/>
                  <a:gd name="T71" fmla="*/ 22 h 2222"/>
                  <a:gd name="T72" fmla="*/ 3 w 1086"/>
                  <a:gd name="T73" fmla="*/ 20 h 2222"/>
                  <a:gd name="T74" fmla="*/ 3 w 1086"/>
                  <a:gd name="T75" fmla="*/ 18 h 2222"/>
                  <a:gd name="T76" fmla="*/ 2 w 1086"/>
                  <a:gd name="T77" fmla="*/ 17 h 2222"/>
                  <a:gd name="T78" fmla="*/ 2 w 1086"/>
                  <a:gd name="T79" fmla="*/ 15 h 2222"/>
                  <a:gd name="T80" fmla="*/ 2 w 1086"/>
                  <a:gd name="T81" fmla="*/ 13 h 2222"/>
                  <a:gd name="T82" fmla="*/ 1 w 1086"/>
                  <a:gd name="T83" fmla="*/ 11 h 2222"/>
                  <a:gd name="T84" fmla="*/ 1 w 1086"/>
                  <a:gd name="T85" fmla="*/ 9 h 2222"/>
                  <a:gd name="T86" fmla="*/ 1 w 1086"/>
                  <a:gd name="T87" fmla="*/ 8 h 2222"/>
                  <a:gd name="T88" fmla="*/ 2 w 1086"/>
                  <a:gd name="T89" fmla="*/ 7 h 2222"/>
                  <a:gd name="T90" fmla="*/ 2 w 1086"/>
                  <a:gd name="T91" fmla="*/ 5 h 2222"/>
                  <a:gd name="T92" fmla="*/ 2 w 1086"/>
                  <a:gd name="T93" fmla="*/ 4 h 2222"/>
                  <a:gd name="T94" fmla="*/ 2 w 1086"/>
                  <a:gd name="T95" fmla="*/ 3 h 2222"/>
                  <a:gd name="T96" fmla="*/ 3 w 1086"/>
                  <a:gd name="T97" fmla="*/ 2 h 2222"/>
                  <a:gd name="T98" fmla="*/ 3 w 1086"/>
                  <a:gd name="T99" fmla="*/ 1 h 2222"/>
                  <a:gd name="T100" fmla="*/ 3 w 1086"/>
                  <a:gd name="T101" fmla="*/ 0 h 2222"/>
                  <a:gd name="T102" fmla="*/ 2 w 1086"/>
                  <a:gd name="T103" fmla="*/ 0 h 222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6"/>
                  <a:gd name="T157" fmla="*/ 0 h 2222"/>
                  <a:gd name="T158" fmla="*/ 1086 w 1086"/>
                  <a:gd name="T159" fmla="*/ 2222 h 222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6" h="2222">
                    <a:moveTo>
                      <a:pt x="109" y="0"/>
                    </a:moveTo>
                    <a:lnTo>
                      <a:pt x="97" y="36"/>
                    </a:lnTo>
                    <a:lnTo>
                      <a:pt x="84" y="72"/>
                    </a:lnTo>
                    <a:lnTo>
                      <a:pt x="73" y="110"/>
                    </a:lnTo>
                    <a:lnTo>
                      <a:pt x="63" y="147"/>
                    </a:lnTo>
                    <a:lnTo>
                      <a:pt x="52" y="185"/>
                    </a:lnTo>
                    <a:lnTo>
                      <a:pt x="44" y="222"/>
                    </a:lnTo>
                    <a:lnTo>
                      <a:pt x="36" y="260"/>
                    </a:lnTo>
                    <a:lnTo>
                      <a:pt x="28" y="300"/>
                    </a:lnTo>
                    <a:lnTo>
                      <a:pt x="22" y="338"/>
                    </a:lnTo>
                    <a:lnTo>
                      <a:pt x="16" y="378"/>
                    </a:lnTo>
                    <a:lnTo>
                      <a:pt x="11" y="417"/>
                    </a:lnTo>
                    <a:lnTo>
                      <a:pt x="8" y="457"/>
                    </a:lnTo>
                    <a:lnTo>
                      <a:pt x="5" y="496"/>
                    </a:lnTo>
                    <a:lnTo>
                      <a:pt x="1" y="536"/>
                    </a:lnTo>
                    <a:lnTo>
                      <a:pt x="0" y="577"/>
                    </a:lnTo>
                    <a:lnTo>
                      <a:pt x="0" y="617"/>
                    </a:lnTo>
                    <a:lnTo>
                      <a:pt x="1" y="683"/>
                    </a:lnTo>
                    <a:lnTo>
                      <a:pt x="5" y="748"/>
                    </a:lnTo>
                    <a:lnTo>
                      <a:pt x="11" y="813"/>
                    </a:lnTo>
                    <a:lnTo>
                      <a:pt x="19" y="876"/>
                    </a:lnTo>
                    <a:lnTo>
                      <a:pt x="28" y="939"/>
                    </a:lnTo>
                    <a:lnTo>
                      <a:pt x="41" y="1001"/>
                    </a:lnTo>
                    <a:lnTo>
                      <a:pt x="55" y="1063"/>
                    </a:lnTo>
                    <a:lnTo>
                      <a:pt x="72" y="1123"/>
                    </a:lnTo>
                    <a:lnTo>
                      <a:pt x="91" y="1183"/>
                    </a:lnTo>
                    <a:lnTo>
                      <a:pt x="111" y="1242"/>
                    </a:lnTo>
                    <a:lnTo>
                      <a:pt x="134" y="1299"/>
                    </a:lnTo>
                    <a:lnTo>
                      <a:pt x="159" y="1356"/>
                    </a:lnTo>
                    <a:lnTo>
                      <a:pt x="185" y="1413"/>
                    </a:lnTo>
                    <a:lnTo>
                      <a:pt x="214" y="1468"/>
                    </a:lnTo>
                    <a:lnTo>
                      <a:pt x="244" y="1520"/>
                    </a:lnTo>
                    <a:lnTo>
                      <a:pt x="276" y="1573"/>
                    </a:lnTo>
                    <a:lnTo>
                      <a:pt x="310" y="1624"/>
                    </a:lnTo>
                    <a:lnTo>
                      <a:pt x="345" y="1674"/>
                    </a:lnTo>
                    <a:lnTo>
                      <a:pt x="382" y="1723"/>
                    </a:lnTo>
                    <a:lnTo>
                      <a:pt x="421" y="1771"/>
                    </a:lnTo>
                    <a:lnTo>
                      <a:pt x="460" y="1817"/>
                    </a:lnTo>
                    <a:lnTo>
                      <a:pt x="502" y="1862"/>
                    </a:lnTo>
                    <a:lnTo>
                      <a:pt x="545" y="1905"/>
                    </a:lnTo>
                    <a:lnTo>
                      <a:pt x="590" y="1946"/>
                    </a:lnTo>
                    <a:lnTo>
                      <a:pt x="635" y="1987"/>
                    </a:lnTo>
                    <a:lnTo>
                      <a:pt x="683" y="2025"/>
                    </a:lnTo>
                    <a:lnTo>
                      <a:pt x="732" y="2062"/>
                    </a:lnTo>
                    <a:lnTo>
                      <a:pt x="782" y="2098"/>
                    </a:lnTo>
                    <a:lnTo>
                      <a:pt x="833" y="2132"/>
                    </a:lnTo>
                    <a:lnTo>
                      <a:pt x="886" y="2164"/>
                    </a:lnTo>
                    <a:lnTo>
                      <a:pt x="938" y="2194"/>
                    </a:lnTo>
                    <a:lnTo>
                      <a:pt x="993" y="2222"/>
                    </a:lnTo>
                    <a:lnTo>
                      <a:pt x="1017" y="2209"/>
                    </a:lnTo>
                    <a:lnTo>
                      <a:pt x="1040" y="2194"/>
                    </a:lnTo>
                    <a:lnTo>
                      <a:pt x="1063" y="2180"/>
                    </a:lnTo>
                    <a:lnTo>
                      <a:pt x="1086" y="2165"/>
                    </a:lnTo>
                    <a:lnTo>
                      <a:pt x="1031" y="2139"/>
                    </a:lnTo>
                    <a:lnTo>
                      <a:pt x="978" y="2111"/>
                    </a:lnTo>
                    <a:lnTo>
                      <a:pt x="926" y="2081"/>
                    </a:lnTo>
                    <a:lnTo>
                      <a:pt x="875" y="2050"/>
                    </a:lnTo>
                    <a:lnTo>
                      <a:pt x="825" y="2017"/>
                    </a:lnTo>
                    <a:lnTo>
                      <a:pt x="777" y="1981"/>
                    </a:lnTo>
                    <a:lnTo>
                      <a:pt x="729" y="1945"/>
                    </a:lnTo>
                    <a:lnTo>
                      <a:pt x="683" y="1907"/>
                    </a:lnTo>
                    <a:lnTo>
                      <a:pt x="639" y="1867"/>
                    </a:lnTo>
                    <a:lnTo>
                      <a:pt x="595" y="1826"/>
                    </a:lnTo>
                    <a:lnTo>
                      <a:pt x="553" y="1783"/>
                    </a:lnTo>
                    <a:lnTo>
                      <a:pt x="514" y="1738"/>
                    </a:lnTo>
                    <a:lnTo>
                      <a:pt x="475" y="1693"/>
                    </a:lnTo>
                    <a:lnTo>
                      <a:pt x="438" y="1646"/>
                    </a:lnTo>
                    <a:lnTo>
                      <a:pt x="403" y="1597"/>
                    </a:lnTo>
                    <a:lnTo>
                      <a:pt x="369" y="1548"/>
                    </a:lnTo>
                    <a:lnTo>
                      <a:pt x="337" y="1498"/>
                    </a:lnTo>
                    <a:lnTo>
                      <a:pt x="306" y="1446"/>
                    </a:lnTo>
                    <a:lnTo>
                      <a:pt x="278" y="1393"/>
                    </a:lnTo>
                    <a:lnTo>
                      <a:pt x="251" y="1338"/>
                    </a:lnTo>
                    <a:lnTo>
                      <a:pt x="228" y="1283"/>
                    </a:lnTo>
                    <a:lnTo>
                      <a:pt x="205" y="1227"/>
                    </a:lnTo>
                    <a:lnTo>
                      <a:pt x="184" y="1170"/>
                    </a:lnTo>
                    <a:lnTo>
                      <a:pt x="164" y="1111"/>
                    </a:lnTo>
                    <a:lnTo>
                      <a:pt x="148" y="1052"/>
                    </a:lnTo>
                    <a:lnTo>
                      <a:pt x="133" y="992"/>
                    </a:lnTo>
                    <a:lnTo>
                      <a:pt x="121" y="932"/>
                    </a:lnTo>
                    <a:lnTo>
                      <a:pt x="110" y="871"/>
                    </a:lnTo>
                    <a:lnTo>
                      <a:pt x="102" y="808"/>
                    </a:lnTo>
                    <a:lnTo>
                      <a:pt x="97" y="745"/>
                    </a:lnTo>
                    <a:lnTo>
                      <a:pt x="93" y="682"/>
                    </a:lnTo>
                    <a:lnTo>
                      <a:pt x="92" y="617"/>
                    </a:lnTo>
                    <a:lnTo>
                      <a:pt x="93" y="578"/>
                    </a:lnTo>
                    <a:lnTo>
                      <a:pt x="94" y="537"/>
                    </a:lnTo>
                    <a:lnTo>
                      <a:pt x="96" y="498"/>
                    </a:lnTo>
                    <a:lnTo>
                      <a:pt x="99" y="460"/>
                    </a:lnTo>
                    <a:lnTo>
                      <a:pt x="103" y="420"/>
                    </a:lnTo>
                    <a:lnTo>
                      <a:pt x="108" y="382"/>
                    </a:lnTo>
                    <a:lnTo>
                      <a:pt x="115" y="343"/>
                    </a:lnTo>
                    <a:lnTo>
                      <a:pt x="121" y="305"/>
                    </a:lnTo>
                    <a:lnTo>
                      <a:pt x="128" y="268"/>
                    </a:lnTo>
                    <a:lnTo>
                      <a:pt x="136" y="230"/>
                    </a:lnTo>
                    <a:lnTo>
                      <a:pt x="146" y="193"/>
                    </a:lnTo>
                    <a:lnTo>
                      <a:pt x="155" y="155"/>
                    </a:lnTo>
                    <a:lnTo>
                      <a:pt x="166" y="119"/>
                    </a:lnTo>
                    <a:lnTo>
                      <a:pt x="178" y="83"/>
                    </a:lnTo>
                    <a:lnTo>
                      <a:pt x="190" y="48"/>
                    </a:lnTo>
                    <a:lnTo>
                      <a:pt x="203" y="11"/>
                    </a:lnTo>
                    <a:lnTo>
                      <a:pt x="180" y="8"/>
                    </a:lnTo>
                    <a:lnTo>
                      <a:pt x="156" y="5"/>
                    </a:lnTo>
                    <a:lnTo>
                      <a:pt x="133" y="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C8D06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0" name="Freeform 71"/>
              <p:cNvSpPr>
                <a:spLocks/>
              </p:cNvSpPr>
              <p:nvPr/>
            </p:nvSpPr>
            <p:spPr bwMode="auto">
              <a:xfrm>
                <a:off x="1163" y="1553"/>
                <a:ext cx="136" cy="273"/>
              </a:xfrm>
              <a:custGeom>
                <a:avLst/>
                <a:gdLst>
                  <a:gd name="T0" fmla="*/ 2 w 1084"/>
                  <a:gd name="T1" fmla="*/ 0 h 2189"/>
                  <a:gd name="T2" fmla="*/ 1 w 1084"/>
                  <a:gd name="T3" fmla="*/ 2 h 2189"/>
                  <a:gd name="T4" fmla="*/ 1 w 1084"/>
                  <a:gd name="T5" fmla="*/ 3 h 2189"/>
                  <a:gd name="T6" fmla="*/ 1 w 1084"/>
                  <a:gd name="T7" fmla="*/ 4 h 2189"/>
                  <a:gd name="T8" fmla="*/ 0 w 1084"/>
                  <a:gd name="T9" fmla="*/ 5 h 2189"/>
                  <a:gd name="T10" fmla="*/ 0 w 1084"/>
                  <a:gd name="T11" fmla="*/ 6 h 2189"/>
                  <a:gd name="T12" fmla="*/ 0 w 1084"/>
                  <a:gd name="T13" fmla="*/ 8 h 2189"/>
                  <a:gd name="T14" fmla="*/ 0 w 1084"/>
                  <a:gd name="T15" fmla="*/ 9 h 2189"/>
                  <a:gd name="T16" fmla="*/ 0 w 1084"/>
                  <a:gd name="T17" fmla="*/ 11 h 2189"/>
                  <a:gd name="T18" fmla="*/ 0 w 1084"/>
                  <a:gd name="T19" fmla="*/ 12 h 2189"/>
                  <a:gd name="T20" fmla="*/ 1 w 1084"/>
                  <a:gd name="T21" fmla="*/ 14 h 2189"/>
                  <a:gd name="T22" fmla="*/ 1 w 1084"/>
                  <a:gd name="T23" fmla="*/ 16 h 2189"/>
                  <a:gd name="T24" fmla="*/ 1 w 1084"/>
                  <a:gd name="T25" fmla="*/ 18 h 2189"/>
                  <a:gd name="T26" fmla="*/ 2 w 1084"/>
                  <a:gd name="T27" fmla="*/ 20 h 2189"/>
                  <a:gd name="T28" fmla="*/ 3 w 1084"/>
                  <a:gd name="T29" fmla="*/ 22 h 2189"/>
                  <a:gd name="T30" fmla="*/ 4 w 1084"/>
                  <a:gd name="T31" fmla="*/ 23 h 2189"/>
                  <a:gd name="T32" fmla="*/ 5 w 1084"/>
                  <a:gd name="T33" fmla="*/ 25 h 2189"/>
                  <a:gd name="T34" fmla="*/ 6 w 1084"/>
                  <a:gd name="T35" fmla="*/ 26 h 2189"/>
                  <a:gd name="T36" fmla="*/ 7 w 1084"/>
                  <a:gd name="T37" fmla="*/ 28 h 2189"/>
                  <a:gd name="T38" fmla="*/ 9 w 1084"/>
                  <a:gd name="T39" fmla="*/ 29 h 2189"/>
                  <a:gd name="T40" fmla="*/ 10 w 1084"/>
                  <a:gd name="T41" fmla="*/ 31 h 2189"/>
                  <a:gd name="T42" fmla="*/ 12 w 1084"/>
                  <a:gd name="T43" fmla="*/ 32 h 2189"/>
                  <a:gd name="T44" fmla="*/ 13 w 1084"/>
                  <a:gd name="T45" fmla="*/ 33 h 2189"/>
                  <a:gd name="T46" fmla="*/ 15 w 1084"/>
                  <a:gd name="T47" fmla="*/ 34 h 2189"/>
                  <a:gd name="T48" fmla="*/ 16 w 1084"/>
                  <a:gd name="T49" fmla="*/ 34 h 2189"/>
                  <a:gd name="T50" fmla="*/ 17 w 1084"/>
                  <a:gd name="T51" fmla="*/ 33 h 2189"/>
                  <a:gd name="T52" fmla="*/ 16 w 1084"/>
                  <a:gd name="T53" fmla="*/ 33 h 2189"/>
                  <a:gd name="T54" fmla="*/ 15 w 1084"/>
                  <a:gd name="T55" fmla="*/ 32 h 2189"/>
                  <a:gd name="T56" fmla="*/ 13 w 1084"/>
                  <a:gd name="T57" fmla="*/ 31 h 2189"/>
                  <a:gd name="T58" fmla="*/ 11 w 1084"/>
                  <a:gd name="T59" fmla="*/ 30 h 2189"/>
                  <a:gd name="T60" fmla="*/ 10 w 1084"/>
                  <a:gd name="T61" fmla="*/ 29 h 2189"/>
                  <a:gd name="T62" fmla="*/ 9 w 1084"/>
                  <a:gd name="T63" fmla="*/ 27 h 2189"/>
                  <a:gd name="T64" fmla="*/ 8 w 1084"/>
                  <a:gd name="T65" fmla="*/ 26 h 2189"/>
                  <a:gd name="T66" fmla="*/ 6 w 1084"/>
                  <a:gd name="T67" fmla="*/ 25 h 2189"/>
                  <a:gd name="T68" fmla="*/ 5 w 1084"/>
                  <a:gd name="T69" fmla="*/ 23 h 2189"/>
                  <a:gd name="T70" fmla="*/ 4 w 1084"/>
                  <a:gd name="T71" fmla="*/ 21 h 2189"/>
                  <a:gd name="T72" fmla="*/ 4 w 1084"/>
                  <a:gd name="T73" fmla="*/ 20 h 2189"/>
                  <a:gd name="T74" fmla="*/ 3 w 1084"/>
                  <a:gd name="T75" fmla="*/ 18 h 2189"/>
                  <a:gd name="T76" fmla="*/ 2 w 1084"/>
                  <a:gd name="T77" fmla="*/ 16 h 2189"/>
                  <a:gd name="T78" fmla="*/ 2 w 1084"/>
                  <a:gd name="T79" fmla="*/ 14 h 2189"/>
                  <a:gd name="T80" fmla="*/ 2 w 1084"/>
                  <a:gd name="T81" fmla="*/ 12 h 2189"/>
                  <a:gd name="T82" fmla="*/ 2 w 1084"/>
                  <a:gd name="T83" fmla="*/ 10 h 2189"/>
                  <a:gd name="T84" fmla="*/ 2 w 1084"/>
                  <a:gd name="T85" fmla="*/ 9 h 2189"/>
                  <a:gd name="T86" fmla="*/ 2 w 1084"/>
                  <a:gd name="T87" fmla="*/ 8 h 2189"/>
                  <a:gd name="T88" fmla="*/ 2 w 1084"/>
                  <a:gd name="T89" fmla="*/ 6 h 2189"/>
                  <a:gd name="T90" fmla="*/ 2 w 1084"/>
                  <a:gd name="T91" fmla="*/ 5 h 2189"/>
                  <a:gd name="T92" fmla="*/ 2 w 1084"/>
                  <a:gd name="T93" fmla="*/ 4 h 2189"/>
                  <a:gd name="T94" fmla="*/ 2 w 1084"/>
                  <a:gd name="T95" fmla="*/ 3 h 2189"/>
                  <a:gd name="T96" fmla="*/ 3 w 1084"/>
                  <a:gd name="T97" fmla="*/ 2 h 2189"/>
                  <a:gd name="T98" fmla="*/ 3 w 1084"/>
                  <a:gd name="T99" fmla="*/ 1 h 2189"/>
                  <a:gd name="T100" fmla="*/ 3 w 1084"/>
                  <a:gd name="T101" fmla="*/ 0 h 2189"/>
                  <a:gd name="T102" fmla="*/ 2 w 1084"/>
                  <a:gd name="T103" fmla="*/ 0 h 218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4"/>
                  <a:gd name="T157" fmla="*/ 0 h 2189"/>
                  <a:gd name="T158" fmla="*/ 1084 w 1084"/>
                  <a:gd name="T159" fmla="*/ 2189 h 2189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4" h="2189">
                    <a:moveTo>
                      <a:pt x="110" y="0"/>
                    </a:moveTo>
                    <a:lnTo>
                      <a:pt x="98" y="36"/>
                    </a:lnTo>
                    <a:lnTo>
                      <a:pt x="85" y="73"/>
                    </a:lnTo>
                    <a:lnTo>
                      <a:pt x="74" y="109"/>
                    </a:lnTo>
                    <a:lnTo>
                      <a:pt x="63" y="146"/>
                    </a:lnTo>
                    <a:lnTo>
                      <a:pt x="53" y="184"/>
                    </a:lnTo>
                    <a:lnTo>
                      <a:pt x="45" y="221"/>
                    </a:lnTo>
                    <a:lnTo>
                      <a:pt x="36" y="258"/>
                    </a:lnTo>
                    <a:lnTo>
                      <a:pt x="28" y="297"/>
                    </a:lnTo>
                    <a:lnTo>
                      <a:pt x="22" y="335"/>
                    </a:lnTo>
                    <a:lnTo>
                      <a:pt x="17" y="375"/>
                    </a:lnTo>
                    <a:lnTo>
                      <a:pt x="11" y="413"/>
                    </a:lnTo>
                    <a:lnTo>
                      <a:pt x="7" y="453"/>
                    </a:lnTo>
                    <a:lnTo>
                      <a:pt x="4" y="492"/>
                    </a:lnTo>
                    <a:lnTo>
                      <a:pt x="2" y="532"/>
                    </a:lnTo>
                    <a:lnTo>
                      <a:pt x="0" y="572"/>
                    </a:lnTo>
                    <a:lnTo>
                      <a:pt x="0" y="612"/>
                    </a:lnTo>
                    <a:lnTo>
                      <a:pt x="1" y="678"/>
                    </a:lnTo>
                    <a:lnTo>
                      <a:pt x="5" y="742"/>
                    </a:lnTo>
                    <a:lnTo>
                      <a:pt x="10" y="805"/>
                    </a:lnTo>
                    <a:lnTo>
                      <a:pt x="19" y="869"/>
                    </a:lnTo>
                    <a:lnTo>
                      <a:pt x="29" y="931"/>
                    </a:lnTo>
                    <a:lnTo>
                      <a:pt x="42" y="992"/>
                    </a:lnTo>
                    <a:lnTo>
                      <a:pt x="56" y="1053"/>
                    </a:lnTo>
                    <a:lnTo>
                      <a:pt x="73" y="1113"/>
                    </a:lnTo>
                    <a:lnTo>
                      <a:pt x="91" y="1172"/>
                    </a:lnTo>
                    <a:lnTo>
                      <a:pt x="112" y="1230"/>
                    </a:lnTo>
                    <a:lnTo>
                      <a:pt x="135" y="1287"/>
                    </a:lnTo>
                    <a:lnTo>
                      <a:pt x="160" y="1343"/>
                    </a:lnTo>
                    <a:lnTo>
                      <a:pt x="186" y="1398"/>
                    </a:lnTo>
                    <a:lnTo>
                      <a:pt x="215" y="1452"/>
                    </a:lnTo>
                    <a:lnTo>
                      <a:pt x="245" y="1504"/>
                    </a:lnTo>
                    <a:lnTo>
                      <a:pt x="277" y="1556"/>
                    </a:lnTo>
                    <a:lnTo>
                      <a:pt x="310" y="1607"/>
                    </a:lnTo>
                    <a:lnTo>
                      <a:pt x="346" y="1656"/>
                    </a:lnTo>
                    <a:lnTo>
                      <a:pt x="383" y="1703"/>
                    </a:lnTo>
                    <a:lnTo>
                      <a:pt x="421" y="1750"/>
                    </a:lnTo>
                    <a:lnTo>
                      <a:pt x="462" y="1796"/>
                    </a:lnTo>
                    <a:lnTo>
                      <a:pt x="503" y="1839"/>
                    </a:lnTo>
                    <a:lnTo>
                      <a:pt x="546" y="1881"/>
                    </a:lnTo>
                    <a:lnTo>
                      <a:pt x="591" y="1922"/>
                    </a:lnTo>
                    <a:lnTo>
                      <a:pt x="637" y="1962"/>
                    </a:lnTo>
                    <a:lnTo>
                      <a:pt x="684" y="1999"/>
                    </a:lnTo>
                    <a:lnTo>
                      <a:pt x="733" y="2034"/>
                    </a:lnTo>
                    <a:lnTo>
                      <a:pt x="782" y="2070"/>
                    </a:lnTo>
                    <a:lnTo>
                      <a:pt x="833" y="2102"/>
                    </a:lnTo>
                    <a:lnTo>
                      <a:pt x="886" y="2133"/>
                    </a:lnTo>
                    <a:lnTo>
                      <a:pt x="939" y="2162"/>
                    </a:lnTo>
                    <a:lnTo>
                      <a:pt x="994" y="2189"/>
                    </a:lnTo>
                    <a:lnTo>
                      <a:pt x="1017" y="2175"/>
                    </a:lnTo>
                    <a:lnTo>
                      <a:pt x="1040" y="2160"/>
                    </a:lnTo>
                    <a:lnTo>
                      <a:pt x="1062" y="2144"/>
                    </a:lnTo>
                    <a:lnTo>
                      <a:pt x="1084" y="2129"/>
                    </a:lnTo>
                    <a:lnTo>
                      <a:pt x="1029" y="2104"/>
                    </a:lnTo>
                    <a:lnTo>
                      <a:pt x="977" y="2077"/>
                    </a:lnTo>
                    <a:lnTo>
                      <a:pt x="925" y="2049"/>
                    </a:lnTo>
                    <a:lnTo>
                      <a:pt x="874" y="2019"/>
                    </a:lnTo>
                    <a:lnTo>
                      <a:pt x="824" y="1987"/>
                    </a:lnTo>
                    <a:lnTo>
                      <a:pt x="775" y="1952"/>
                    </a:lnTo>
                    <a:lnTo>
                      <a:pt x="729" y="1917"/>
                    </a:lnTo>
                    <a:lnTo>
                      <a:pt x="683" y="1880"/>
                    </a:lnTo>
                    <a:lnTo>
                      <a:pt x="638" y="1841"/>
                    </a:lnTo>
                    <a:lnTo>
                      <a:pt x="596" y="1801"/>
                    </a:lnTo>
                    <a:lnTo>
                      <a:pt x="553" y="1759"/>
                    </a:lnTo>
                    <a:lnTo>
                      <a:pt x="514" y="1716"/>
                    </a:lnTo>
                    <a:lnTo>
                      <a:pt x="475" y="1671"/>
                    </a:lnTo>
                    <a:lnTo>
                      <a:pt x="438" y="1625"/>
                    </a:lnTo>
                    <a:lnTo>
                      <a:pt x="403" y="1578"/>
                    </a:lnTo>
                    <a:lnTo>
                      <a:pt x="369" y="1529"/>
                    </a:lnTo>
                    <a:lnTo>
                      <a:pt x="337" y="1479"/>
                    </a:lnTo>
                    <a:lnTo>
                      <a:pt x="307" y="1428"/>
                    </a:lnTo>
                    <a:lnTo>
                      <a:pt x="278" y="1376"/>
                    </a:lnTo>
                    <a:lnTo>
                      <a:pt x="252" y="1323"/>
                    </a:lnTo>
                    <a:lnTo>
                      <a:pt x="227" y="1268"/>
                    </a:lnTo>
                    <a:lnTo>
                      <a:pt x="204" y="1213"/>
                    </a:lnTo>
                    <a:lnTo>
                      <a:pt x="184" y="1157"/>
                    </a:lnTo>
                    <a:lnTo>
                      <a:pt x="165" y="1099"/>
                    </a:lnTo>
                    <a:lnTo>
                      <a:pt x="148" y="1041"/>
                    </a:lnTo>
                    <a:lnTo>
                      <a:pt x="134" y="982"/>
                    </a:lnTo>
                    <a:lnTo>
                      <a:pt x="120" y="923"/>
                    </a:lnTo>
                    <a:lnTo>
                      <a:pt x="111" y="862"/>
                    </a:lnTo>
                    <a:lnTo>
                      <a:pt x="103" y="800"/>
                    </a:lnTo>
                    <a:lnTo>
                      <a:pt x="97" y="738"/>
                    </a:lnTo>
                    <a:lnTo>
                      <a:pt x="93" y="676"/>
                    </a:lnTo>
                    <a:lnTo>
                      <a:pt x="92" y="612"/>
                    </a:lnTo>
                    <a:lnTo>
                      <a:pt x="92" y="573"/>
                    </a:lnTo>
                    <a:lnTo>
                      <a:pt x="93" y="534"/>
                    </a:lnTo>
                    <a:lnTo>
                      <a:pt x="97" y="495"/>
                    </a:lnTo>
                    <a:lnTo>
                      <a:pt x="100" y="456"/>
                    </a:lnTo>
                    <a:lnTo>
                      <a:pt x="104" y="417"/>
                    </a:lnTo>
                    <a:lnTo>
                      <a:pt x="108" y="379"/>
                    </a:lnTo>
                    <a:lnTo>
                      <a:pt x="114" y="341"/>
                    </a:lnTo>
                    <a:lnTo>
                      <a:pt x="120" y="304"/>
                    </a:lnTo>
                    <a:lnTo>
                      <a:pt x="129" y="267"/>
                    </a:lnTo>
                    <a:lnTo>
                      <a:pt x="137" y="229"/>
                    </a:lnTo>
                    <a:lnTo>
                      <a:pt x="145" y="193"/>
                    </a:lnTo>
                    <a:lnTo>
                      <a:pt x="156" y="156"/>
                    </a:lnTo>
                    <a:lnTo>
                      <a:pt x="166" y="120"/>
                    </a:lnTo>
                    <a:lnTo>
                      <a:pt x="179" y="84"/>
                    </a:lnTo>
                    <a:lnTo>
                      <a:pt x="190" y="49"/>
                    </a:lnTo>
                    <a:lnTo>
                      <a:pt x="203" y="15"/>
                    </a:lnTo>
                    <a:lnTo>
                      <a:pt x="181" y="10"/>
                    </a:lnTo>
                    <a:lnTo>
                      <a:pt x="157" y="6"/>
                    </a:lnTo>
                    <a:lnTo>
                      <a:pt x="134" y="3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CAD2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1" name="Freeform 72"/>
              <p:cNvSpPr>
                <a:spLocks/>
              </p:cNvSpPr>
              <p:nvPr/>
            </p:nvSpPr>
            <p:spPr bwMode="auto">
              <a:xfrm>
                <a:off x="1169" y="1553"/>
                <a:ext cx="135" cy="270"/>
              </a:xfrm>
              <a:custGeom>
                <a:avLst/>
                <a:gdLst>
                  <a:gd name="T0" fmla="*/ 1 w 1081"/>
                  <a:gd name="T1" fmla="*/ 1 h 2154"/>
                  <a:gd name="T2" fmla="*/ 1 w 1081"/>
                  <a:gd name="T3" fmla="*/ 2 h 2154"/>
                  <a:gd name="T4" fmla="*/ 1 w 1081"/>
                  <a:gd name="T5" fmla="*/ 3 h 2154"/>
                  <a:gd name="T6" fmla="*/ 0 w 1081"/>
                  <a:gd name="T7" fmla="*/ 4 h 2154"/>
                  <a:gd name="T8" fmla="*/ 0 w 1081"/>
                  <a:gd name="T9" fmla="*/ 5 h 2154"/>
                  <a:gd name="T10" fmla="*/ 0 w 1081"/>
                  <a:gd name="T11" fmla="*/ 6 h 2154"/>
                  <a:gd name="T12" fmla="*/ 0 w 1081"/>
                  <a:gd name="T13" fmla="*/ 8 h 2154"/>
                  <a:gd name="T14" fmla="*/ 0 w 1081"/>
                  <a:gd name="T15" fmla="*/ 9 h 2154"/>
                  <a:gd name="T16" fmla="*/ 0 w 1081"/>
                  <a:gd name="T17" fmla="*/ 11 h 2154"/>
                  <a:gd name="T18" fmla="*/ 0 w 1081"/>
                  <a:gd name="T19" fmla="*/ 13 h 2154"/>
                  <a:gd name="T20" fmla="*/ 0 w 1081"/>
                  <a:gd name="T21" fmla="*/ 14 h 2154"/>
                  <a:gd name="T22" fmla="*/ 1 w 1081"/>
                  <a:gd name="T23" fmla="*/ 16 h 2154"/>
                  <a:gd name="T24" fmla="*/ 1 w 1081"/>
                  <a:gd name="T25" fmla="*/ 18 h 2154"/>
                  <a:gd name="T26" fmla="*/ 2 w 1081"/>
                  <a:gd name="T27" fmla="*/ 20 h 2154"/>
                  <a:gd name="T28" fmla="*/ 3 w 1081"/>
                  <a:gd name="T29" fmla="*/ 22 h 2154"/>
                  <a:gd name="T30" fmla="*/ 4 w 1081"/>
                  <a:gd name="T31" fmla="*/ 23 h 2154"/>
                  <a:gd name="T32" fmla="*/ 5 w 1081"/>
                  <a:gd name="T33" fmla="*/ 25 h 2154"/>
                  <a:gd name="T34" fmla="*/ 6 w 1081"/>
                  <a:gd name="T35" fmla="*/ 26 h 2154"/>
                  <a:gd name="T36" fmla="*/ 7 w 1081"/>
                  <a:gd name="T37" fmla="*/ 28 h 2154"/>
                  <a:gd name="T38" fmla="*/ 8 w 1081"/>
                  <a:gd name="T39" fmla="*/ 29 h 2154"/>
                  <a:gd name="T40" fmla="*/ 10 w 1081"/>
                  <a:gd name="T41" fmla="*/ 30 h 2154"/>
                  <a:gd name="T42" fmla="*/ 11 w 1081"/>
                  <a:gd name="T43" fmla="*/ 31 h 2154"/>
                  <a:gd name="T44" fmla="*/ 13 w 1081"/>
                  <a:gd name="T45" fmla="*/ 32 h 2154"/>
                  <a:gd name="T46" fmla="*/ 15 w 1081"/>
                  <a:gd name="T47" fmla="*/ 33 h 2154"/>
                  <a:gd name="T48" fmla="*/ 16 w 1081"/>
                  <a:gd name="T49" fmla="*/ 34 h 2154"/>
                  <a:gd name="T50" fmla="*/ 16 w 1081"/>
                  <a:gd name="T51" fmla="*/ 33 h 2154"/>
                  <a:gd name="T52" fmla="*/ 16 w 1081"/>
                  <a:gd name="T53" fmla="*/ 32 h 2154"/>
                  <a:gd name="T54" fmla="*/ 14 w 1081"/>
                  <a:gd name="T55" fmla="*/ 32 h 2154"/>
                  <a:gd name="T56" fmla="*/ 13 w 1081"/>
                  <a:gd name="T57" fmla="*/ 31 h 2154"/>
                  <a:gd name="T58" fmla="*/ 11 w 1081"/>
                  <a:gd name="T59" fmla="*/ 30 h 2154"/>
                  <a:gd name="T60" fmla="*/ 10 w 1081"/>
                  <a:gd name="T61" fmla="*/ 28 h 2154"/>
                  <a:gd name="T62" fmla="*/ 9 w 1081"/>
                  <a:gd name="T63" fmla="*/ 27 h 2154"/>
                  <a:gd name="T64" fmla="*/ 7 w 1081"/>
                  <a:gd name="T65" fmla="*/ 26 h 2154"/>
                  <a:gd name="T66" fmla="*/ 6 w 1081"/>
                  <a:gd name="T67" fmla="*/ 24 h 2154"/>
                  <a:gd name="T68" fmla="*/ 5 w 1081"/>
                  <a:gd name="T69" fmla="*/ 23 h 2154"/>
                  <a:gd name="T70" fmla="*/ 4 w 1081"/>
                  <a:gd name="T71" fmla="*/ 21 h 2154"/>
                  <a:gd name="T72" fmla="*/ 3 w 1081"/>
                  <a:gd name="T73" fmla="*/ 20 h 2154"/>
                  <a:gd name="T74" fmla="*/ 3 w 1081"/>
                  <a:gd name="T75" fmla="*/ 18 h 2154"/>
                  <a:gd name="T76" fmla="*/ 2 w 1081"/>
                  <a:gd name="T77" fmla="*/ 16 h 2154"/>
                  <a:gd name="T78" fmla="*/ 2 w 1081"/>
                  <a:gd name="T79" fmla="*/ 14 h 2154"/>
                  <a:gd name="T80" fmla="*/ 2 w 1081"/>
                  <a:gd name="T81" fmla="*/ 12 h 2154"/>
                  <a:gd name="T82" fmla="*/ 1 w 1081"/>
                  <a:gd name="T83" fmla="*/ 11 h 2154"/>
                  <a:gd name="T84" fmla="*/ 1 w 1081"/>
                  <a:gd name="T85" fmla="*/ 9 h 2154"/>
                  <a:gd name="T86" fmla="*/ 1 w 1081"/>
                  <a:gd name="T87" fmla="*/ 8 h 2154"/>
                  <a:gd name="T88" fmla="*/ 2 w 1081"/>
                  <a:gd name="T89" fmla="*/ 7 h 2154"/>
                  <a:gd name="T90" fmla="*/ 2 w 1081"/>
                  <a:gd name="T91" fmla="*/ 5 h 2154"/>
                  <a:gd name="T92" fmla="*/ 2 w 1081"/>
                  <a:gd name="T93" fmla="*/ 4 h 2154"/>
                  <a:gd name="T94" fmla="*/ 2 w 1081"/>
                  <a:gd name="T95" fmla="*/ 3 h 2154"/>
                  <a:gd name="T96" fmla="*/ 3 w 1081"/>
                  <a:gd name="T97" fmla="*/ 2 h 2154"/>
                  <a:gd name="T98" fmla="*/ 3 w 1081"/>
                  <a:gd name="T99" fmla="*/ 1 h 2154"/>
                  <a:gd name="T100" fmla="*/ 3 w 1081"/>
                  <a:gd name="T101" fmla="*/ 0 h 2154"/>
                  <a:gd name="T102" fmla="*/ 2 w 1081"/>
                  <a:gd name="T103" fmla="*/ 0 h 215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1"/>
                  <a:gd name="T157" fmla="*/ 0 h 2154"/>
                  <a:gd name="T158" fmla="*/ 1081 w 1081"/>
                  <a:gd name="T159" fmla="*/ 2154 h 215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1" h="2154">
                    <a:moveTo>
                      <a:pt x="111" y="0"/>
                    </a:moveTo>
                    <a:lnTo>
                      <a:pt x="98" y="37"/>
                    </a:lnTo>
                    <a:lnTo>
                      <a:pt x="86" y="72"/>
                    </a:lnTo>
                    <a:lnTo>
                      <a:pt x="74" y="108"/>
                    </a:lnTo>
                    <a:lnTo>
                      <a:pt x="63" y="144"/>
                    </a:lnTo>
                    <a:lnTo>
                      <a:pt x="54" y="182"/>
                    </a:lnTo>
                    <a:lnTo>
                      <a:pt x="44" y="219"/>
                    </a:lnTo>
                    <a:lnTo>
                      <a:pt x="36" y="257"/>
                    </a:lnTo>
                    <a:lnTo>
                      <a:pt x="29" y="294"/>
                    </a:lnTo>
                    <a:lnTo>
                      <a:pt x="23" y="332"/>
                    </a:lnTo>
                    <a:lnTo>
                      <a:pt x="16" y="371"/>
                    </a:lnTo>
                    <a:lnTo>
                      <a:pt x="11" y="409"/>
                    </a:lnTo>
                    <a:lnTo>
                      <a:pt x="7" y="449"/>
                    </a:lnTo>
                    <a:lnTo>
                      <a:pt x="4" y="487"/>
                    </a:lnTo>
                    <a:lnTo>
                      <a:pt x="2" y="526"/>
                    </a:lnTo>
                    <a:lnTo>
                      <a:pt x="1" y="567"/>
                    </a:lnTo>
                    <a:lnTo>
                      <a:pt x="0" y="606"/>
                    </a:lnTo>
                    <a:lnTo>
                      <a:pt x="1" y="671"/>
                    </a:lnTo>
                    <a:lnTo>
                      <a:pt x="5" y="734"/>
                    </a:lnTo>
                    <a:lnTo>
                      <a:pt x="10" y="797"/>
                    </a:lnTo>
                    <a:lnTo>
                      <a:pt x="18" y="860"/>
                    </a:lnTo>
                    <a:lnTo>
                      <a:pt x="29" y="921"/>
                    </a:lnTo>
                    <a:lnTo>
                      <a:pt x="41" y="981"/>
                    </a:lnTo>
                    <a:lnTo>
                      <a:pt x="56" y="1041"/>
                    </a:lnTo>
                    <a:lnTo>
                      <a:pt x="72" y="1100"/>
                    </a:lnTo>
                    <a:lnTo>
                      <a:pt x="92" y="1159"/>
                    </a:lnTo>
                    <a:lnTo>
                      <a:pt x="113" y="1216"/>
                    </a:lnTo>
                    <a:lnTo>
                      <a:pt x="136" y="1272"/>
                    </a:lnTo>
                    <a:lnTo>
                      <a:pt x="159" y="1327"/>
                    </a:lnTo>
                    <a:lnTo>
                      <a:pt x="186" y="1382"/>
                    </a:lnTo>
                    <a:lnTo>
                      <a:pt x="214" y="1435"/>
                    </a:lnTo>
                    <a:lnTo>
                      <a:pt x="245" y="1487"/>
                    </a:lnTo>
                    <a:lnTo>
                      <a:pt x="277" y="1537"/>
                    </a:lnTo>
                    <a:lnTo>
                      <a:pt x="311" y="1586"/>
                    </a:lnTo>
                    <a:lnTo>
                      <a:pt x="346" y="1635"/>
                    </a:lnTo>
                    <a:lnTo>
                      <a:pt x="383" y="1682"/>
                    </a:lnTo>
                    <a:lnTo>
                      <a:pt x="422" y="1727"/>
                    </a:lnTo>
                    <a:lnTo>
                      <a:pt x="461" y="1772"/>
                    </a:lnTo>
                    <a:lnTo>
                      <a:pt x="503" y="1815"/>
                    </a:lnTo>
                    <a:lnTo>
                      <a:pt x="547" y="1856"/>
                    </a:lnTo>
                    <a:lnTo>
                      <a:pt x="591" y="1896"/>
                    </a:lnTo>
                    <a:lnTo>
                      <a:pt x="637" y="1934"/>
                    </a:lnTo>
                    <a:lnTo>
                      <a:pt x="685" y="1970"/>
                    </a:lnTo>
                    <a:lnTo>
                      <a:pt x="733" y="2006"/>
                    </a:lnTo>
                    <a:lnTo>
                      <a:pt x="783" y="2039"/>
                    </a:lnTo>
                    <a:lnTo>
                      <a:pt x="834" y="2070"/>
                    </a:lnTo>
                    <a:lnTo>
                      <a:pt x="886" y="2100"/>
                    </a:lnTo>
                    <a:lnTo>
                      <a:pt x="939" y="2128"/>
                    </a:lnTo>
                    <a:lnTo>
                      <a:pt x="994" y="2154"/>
                    </a:lnTo>
                    <a:lnTo>
                      <a:pt x="1016" y="2138"/>
                    </a:lnTo>
                    <a:lnTo>
                      <a:pt x="1038" y="2123"/>
                    </a:lnTo>
                    <a:lnTo>
                      <a:pt x="1059" y="2107"/>
                    </a:lnTo>
                    <a:lnTo>
                      <a:pt x="1081" y="2092"/>
                    </a:lnTo>
                    <a:lnTo>
                      <a:pt x="1027" y="2068"/>
                    </a:lnTo>
                    <a:lnTo>
                      <a:pt x="974" y="2042"/>
                    </a:lnTo>
                    <a:lnTo>
                      <a:pt x="922" y="2015"/>
                    </a:lnTo>
                    <a:lnTo>
                      <a:pt x="871" y="1986"/>
                    </a:lnTo>
                    <a:lnTo>
                      <a:pt x="823" y="1955"/>
                    </a:lnTo>
                    <a:lnTo>
                      <a:pt x="774" y="1922"/>
                    </a:lnTo>
                    <a:lnTo>
                      <a:pt x="727" y="1887"/>
                    </a:lnTo>
                    <a:lnTo>
                      <a:pt x="681" y="1851"/>
                    </a:lnTo>
                    <a:lnTo>
                      <a:pt x="637" y="1814"/>
                    </a:lnTo>
                    <a:lnTo>
                      <a:pt x="594" y="1774"/>
                    </a:lnTo>
                    <a:lnTo>
                      <a:pt x="553" y="1734"/>
                    </a:lnTo>
                    <a:lnTo>
                      <a:pt x="512" y="1691"/>
                    </a:lnTo>
                    <a:lnTo>
                      <a:pt x="474" y="1648"/>
                    </a:lnTo>
                    <a:lnTo>
                      <a:pt x="438" y="1603"/>
                    </a:lnTo>
                    <a:lnTo>
                      <a:pt x="402" y="1556"/>
                    </a:lnTo>
                    <a:lnTo>
                      <a:pt x="368" y="1508"/>
                    </a:lnTo>
                    <a:lnTo>
                      <a:pt x="337" y="1460"/>
                    </a:lnTo>
                    <a:lnTo>
                      <a:pt x="307" y="1410"/>
                    </a:lnTo>
                    <a:lnTo>
                      <a:pt x="278" y="1359"/>
                    </a:lnTo>
                    <a:lnTo>
                      <a:pt x="252" y="1306"/>
                    </a:lnTo>
                    <a:lnTo>
                      <a:pt x="227" y="1253"/>
                    </a:lnTo>
                    <a:lnTo>
                      <a:pt x="204" y="1198"/>
                    </a:lnTo>
                    <a:lnTo>
                      <a:pt x="183" y="1143"/>
                    </a:lnTo>
                    <a:lnTo>
                      <a:pt x="165" y="1087"/>
                    </a:lnTo>
                    <a:lnTo>
                      <a:pt x="148" y="1029"/>
                    </a:lnTo>
                    <a:lnTo>
                      <a:pt x="134" y="971"/>
                    </a:lnTo>
                    <a:lnTo>
                      <a:pt x="121" y="912"/>
                    </a:lnTo>
                    <a:lnTo>
                      <a:pt x="111" y="852"/>
                    </a:lnTo>
                    <a:lnTo>
                      <a:pt x="102" y="792"/>
                    </a:lnTo>
                    <a:lnTo>
                      <a:pt x="96" y="731"/>
                    </a:lnTo>
                    <a:lnTo>
                      <a:pt x="93" y="669"/>
                    </a:lnTo>
                    <a:lnTo>
                      <a:pt x="92" y="606"/>
                    </a:lnTo>
                    <a:lnTo>
                      <a:pt x="92" y="568"/>
                    </a:lnTo>
                    <a:lnTo>
                      <a:pt x="94" y="529"/>
                    </a:lnTo>
                    <a:lnTo>
                      <a:pt x="96" y="490"/>
                    </a:lnTo>
                    <a:lnTo>
                      <a:pt x="99" y="452"/>
                    </a:lnTo>
                    <a:lnTo>
                      <a:pt x="103" y="414"/>
                    </a:lnTo>
                    <a:lnTo>
                      <a:pt x="109" y="376"/>
                    </a:lnTo>
                    <a:lnTo>
                      <a:pt x="114" y="339"/>
                    </a:lnTo>
                    <a:lnTo>
                      <a:pt x="121" y="302"/>
                    </a:lnTo>
                    <a:lnTo>
                      <a:pt x="128" y="265"/>
                    </a:lnTo>
                    <a:lnTo>
                      <a:pt x="137" y="229"/>
                    </a:lnTo>
                    <a:lnTo>
                      <a:pt x="146" y="192"/>
                    </a:lnTo>
                    <a:lnTo>
                      <a:pt x="155" y="156"/>
                    </a:lnTo>
                    <a:lnTo>
                      <a:pt x="167" y="121"/>
                    </a:lnTo>
                    <a:lnTo>
                      <a:pt x="178" y="85"/>
                    </a:lnTo>
                    <a:lnTo>
                      <a:pt x="191" y="51"/>
                    </a:lnTo>
                    <a:lnTo>
                      <a:pt x="203" y="16"/>
                    </a:lnTo>
                    <a:lnTo>
                      <a:pt x="180" y="12"/>
                    </a:lnTo>
                    <a:lnTo>
                      <a:pt x="157" y="9"/>
                    </a:lnTo>
                    <a:lnTo>
                      <a:pt x="135" y="4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CBD36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2" name="Freeform 73"/>
              <p:cNvSpPr>
                <a:spLocks/>
              </p:cNvSpPr>
              <p:nvPr/>
            </p:nvSpPr>
            <p:spPr bwMode="auto">
              <a:xfrm>
                <a:off x="1175" y="1554"/>
                <a:ext cx="134" cy="265"/>
              </a:xfrm>
              <a:custGeom>
                <a:avLst/>
                <a:gdLst>
                  <a:gd name="T0" fmla="*/ 1 w 1077"/>
                  <a:gd name="T1" fmla="*/ 1 h 2114"/>
                  <a:gd name="T2" fmla="*/ 1 w 1077"/>
                  <a:gd name="T3" fmla="*/ 2 h 2114"/>
                  <a:gd name="T4" fmla="*/ 1 w 1077"/>
                  <a:gd name="T5" fmla="*/ 3 h 2114"/>
                  <a:gd name="T6" fmla="*/ 1 w 1077"/>
                  <a:gd name="T7" fmla="*/ 4 h 2114"/>
                  <a:gd name="T8" fmla="*/ 0 w 1077"/>
                  <a:gd name="T9" fmla="*/ 5 h 2114"/>
                  <a:gd name="T10" fmla="*/ 0 w 1077"/>
                  <a:gd name="T11" fmla="*/ 6 h 2114"/>
                  <a:gd name="T12" fmla="*/ 0 w 1077"/>
                  <a:gd name="T13" fmla="*/ 8 h 2114"/>
                  <a:gd name="T14" fmla="*/ 0 w 1077"/>
                  <a:gd name="T15" fmla="*/ 9 h 2114"/>
                  <a:gd name="T16" fmla="*/ 0 w 1077"/>
                  <a:gd name="T17" fmla="*/ 10 h 2114"/>
                  <a:gd name="T18" fmla="*/ 0 w 1077"/>
                  <a:gd name="T19" fmla="*/ 12 h 2114"/>
                  <a:gd name="T20" fmla="*/ 0 w 1077"/>
                  <a:gd name="T21" fmla="*/ 14 h 2114"/>
                  <a:gd name="T22" fmla="*/ 1 w 1077"/>
                  <a:gd name="T23" fmla="*/ 16 h 2114"/>
                  <a:gd name="T24" fmla="*/ 1 w 1077"/>
                  <a:gd name="T25" fmla="*/ 18 h 2114"/>
                  <a:gd name="T26" fmla="*/ 2 w 1077"/>
                  <a:gd name="T27" fmla="*/ 20 h 2114"/>
                  <a:gd name="T28" fmla="*/ 3 w 1077"/>
                  <a:gd name="T29" fmla="*/ 21 h 2114"/>
                  <a:gd name="T30" fmla="*/ 4 w 1077"/>
                  <a:gd name="T31" fmla="*/ 23 h 2114"/>
                  <a:gd name="T32" fmla="*/ 5 w 1077"/>
                  <a:gd name="T33" fmla="*/ 25 h 2114"/>
                  <a:gd name="T34" fmla="*/ 6 w 1077"/>
                  <a:gd name="T35" fmla="*/ 26 h 2114"/>
                  <a:gd name="T36" fmla="*/ 7 w 1077"/>
                  <a:gd name="T37" fmla="*/ 27 h 2114"/>
                  <a:gd name="T38" fmla="*/ 8 w 1077"/>
                  <a:gd name="T39" fmla="*/ 29 h 2114"/>
                  <a:gd name="T40" fmla="*/ 10 w 1077"/>
                  <a:gd name="T41" fmla="*/ 30 h 2114"/>
                  <a:gd name="T42" fmla="*/ 11 w 1077"/>
                  <a:gd name="T43" fmla="*/ 31 h 2114"/>
                  <a:gd name="T44" fmla="*/ 13 w 1077"/>
                  <a:gd name="T45" fmla="*/ 32 h 2114"/>
                  <a:gd name="T46" fmla="*/ 15 w 1077"/>
                  <a:gd name="T47" fmla="*/ 33 h 2114"/>
                  <a:gd name="T48" fmla="*/ 16 w 1077"/>
                  <a:gd name="T49" fmla="*/ 33 h 2114"/>
                  <a:gd name="T50" fmla="*/ 16 w 1077"/>
                  <a:gd name="T51" fmla="*/ 32 h 2114"/>
                  <a:gd name="T52" fmla="*/ 16 w 1077"/>
                  <a:gd name="T53" fmla="*/ 32 h 2114"/>
                  <a:gd name="T54" fmla="*/ 14 w 1077"/>
                  <a:gd name="T55" fmla="*/ 31 h 2114"/>
                  <a:gd name="T56" fmla="*/ 13 w 1077"/>
                  <a:gd name="T57" fmla="*/ 30 h 2114"/>
                  <a:gd name="T58" fmla="*/ 11 w 1077"/>
                  <a:gd name="T59" fmla="*/ 29 h 2114"/>
                  <a:gd name="T60" fmla="*/ 10 w 1077"/>
                  <a:gd name="T61" fmla="*/ 28 h 2114"/>
                  <a:gd name="T62" fmla="*/ 9 w 1077"/>
                  <a:gd name="T63" fmla="*/ 27 h 2114"/>
                  <a:gd name="T64" fmla="*/ 7 w 1077"/>
                  <a:gd name="T65" fmla="*/ 25 h 2114"/>
                  <a:gd name="T66" fmla="*/ 6 w 1077"/>
                  <a:gd name="T67" fmla="*/ 24 h 2114"/>
                  <a:gd name="T68" fmla="*/ 5 w 1077"/>
                  <a:gd name="T69" fmla="*/ 23 h 2114"/>
                  <a:gd name="T70" fmla="*/ 4 w 1077"/>
                  <a:gd name="T71" fmla="*/ 21 h 2114"/>
                  <a:gd name="T72" fmla="*/ 3 w 1077"/>
                  <a:gd name="T73" fmla="*/ 19 h 2114"/>
                  <a:gd name="T74" fmla="*/ 3 w 1077"/>
                  <a:gd name="T75" fmla="*/ 18 h 2114"/>
                  <a:gd name="T76" fmla="*/ 2 w 1077"/>
                  <a:gd name="T77" fmla="*/ 16 h 2114"/>
                  <a:gd name="T78" fmla="*/ 2 w 1077"/>
                  <a:gd name="T79" fmla="*/ 14 h 2114"/>
                  <a:gd name="T80" fmla="*/ 2 w 1077"/>
                  <a:gd name="T81" fmla="*/ 12 h 2114"/>
                  <a:gd name="T82" fmla="*/ 1 w 1077"/>
                  <a:gd name="T83" fmla="*/ 10 h 2114"/>
                  <a:gd name="T84" fmla="*/ 1 w 1077"/>
                  <a:gd name="T85" fmla="*/ 9 h 2114"/>
                  <a:gd name="T86" fmla="*/ 1 w 1077"/>
                  <a:gd name="T87" fmla="*/ 8 h 2114"/>
                  <a:gd name="T88" fmla="*/ 2 w 1077"/>
                  <a:gd name="T89" fmla="*/ 6 h 2114"/>
                  <a:gd name="T90" fmla="*/ 2 w 1077"/>
                  <a:gd name="T91" fmla="*/ 5 h 2114"/>
                  <a:gd name="T92" fmla="*/ 2 w 1077"/>
                  <a:gd name="T93" fmla="*/ 4 h 2114"/>
                  <a:gd name="T94" fmla="*/ 2 w 1077"/>
                  <a:gd name="T95" fmla="*/ 3 h 2114"/>
                  <a:gd name="T96" fmla="*/ 3 w 1077"/>
                  <a:gd name="T97" fmla="*/ 2 h 2114"/>
                  <a:gd name="T98" fmla="*/ 3 w 1077"/>
                  <a:gd name="T99" fmla="*/ 1 h 2114"/>
                  <a:gd name="T100" fmla="*/ 3 w 1077"/>
                  <a:gd name="T101" fmla="*/ 0 h 2114"/>
                  <a:gd name="T102" fmla="*/ 2 w 1077"/>
                  <a:gd name="T103" fmla="*/ 0 h 211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7"/>
                  <a:gd name="T157" fmla="*/ 0 h 2114"/>
                  <a:gd name="T158" fmla="*/ 1077 w 1077"/>
                  <a:gd name="T159" fmla="*/ 2114 h 211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7" h="2114">
                    <a:moveTo>
                      <a:pt x="111" y="0"/>
                    </a:moveTo>
                    <a:lnTo>
                      <a:pt x="98" y="34"/>
                    </a:lnTo>
                    <a:lnTo>
                      <a:pt x="87" y="69"/>
                    </a:lnTo>
                    <a:lnTo>
                      <a:pt x="74" y="105"/>
                    </a:lnTo>
                    <a:lnTo>
                      <a:pt x="64" y="141"/>
                    </a:lnTo>
                    <a:lnTo>
                      <a:pt x="53" y="178"/>
                    </a:lnTo>
                    <a:lnTo>
                      <a:pt x="45" y="214"/>
                    </a:lnTo>
                    <a:lnTo>
                      <a:pt x="37" y="252"/>
                    </a:lnTo>
                    <a:lnTo>
                      <a:pt x="28" y="289"/>
                    </a:lnTo>
                    <a:lnTo>
                      <a:pt x="22" y="326"/>
                    </a:lnTo>
                    <a:lnTo>
                      <a:pt x="16" y="364"/>
                    </a:lnTo>
                    <a:lnTo>
                      <a:pt x="12" y="402"/>
                    </a:lnTo>
                    <a:lnTo>
                      <a:pt x="8" y="441"/>
                    </a:lnTo>
                    <a:lnTo>
                      <a:pt x="5" y="480"/>
                    </a:lnTo>
                    <a:lnTo>
                      <a:pt x="1" y="519"/>
                    </a:lnTo>
                    <a:lnTo>
                      <a:pt x="0" y="558"/>
                    </a:lnTo>
                    <a:lnTo>
                      <a:pt x="0" y="597"/>
                    </a:lnTo>
                    <a:lnTo>
                      <a:pt x="1" y="661"/>
                    </a:lnTo>
                    <a:lnTo>
                      <a:pt x="5" y="723"/>
                    </a:lnTo>
                    <a:lnTo>
                      <a:pt x="11" y="785"/>
                    </a:lnTo>
                    <a:lnTo>
                      <a:pt x="19" y="847"/>
                    </a:lnTo>
                    <a:lnTo>
                      <a:pt x="28" y="908"/>
                    </a:lnTo>
                    <a:lnTo>
                      <a:pt x="42" y="967"/>
                    </a:lnTo>
                    <a:lnTo>
                      <a:pt x="56" y="1026"/>
                    </a:lnTo>
                    <a:lnTo>
                      <a:pt x="73" y="1084"/>
                    </a:lnTo>
                    <a:lnTo>
                      <a:pt x="92" y="1142"/>
                    </a:lnTo>
                    <a:lnTo>
                      <a:pt x="112" y="1198"/>
                    </a:lnTo>
                    <a:lnTo>
                      <a:pt x="135" y="1253"/>
                    </a:lnTo>
                    <a:lnTo>
                      <a:pt x="160" y="1308"/>
                    </a:lnTo>
                    <a:lnTo>
                      <a:pt x="186" y="1361"/>
                    </a:lnTo>
                    <a:lnTo>
                      <a:pt x="215" y="1413"/>
                    </a:lnTo>
                    <a:lnTo>
                      <a:pt x="245" y="1464"/>
                    </a:lnTo>
                    <a:lnTo>
                      <a:pt x="277" y="1514"/>
                    </a:lnTo>
                    <a:lnTo>
                      <a:pt x="311" y="1563"/>
                    </a:lnTo>
                    <a:lnTo>
                      <a:pt x="346" y="1610"/>
                    </a:lnTo>
                    <a:lnTo>
                      <a:pt x="383" y="1656"/>
                    </a:lnTo>
                    <a:lnTo>
                      <a:pt x="422" y="1701"/>
                    </a:lnTo>
                    <a:lnTo>
                      <a:pt x="461" y="1744"/>
                    </a:lnTo>
                    <a:lnTo>
                      <a:pt x="504" y="1786"/>
                    </a:lnTo>
                    <a:lnTo>
                      <a:pt x="546" y="1826"/>
                    </a:lnTo>
                    <a:lnTo>
                      <a:pt x="591" y="1865"/>
                    </a:lnTo>
                    <a:lnTo>
                      <a:pt x="637" y="1902"/>
                    </a:lnTo>
                    <a:lnTo>
                      <a:pt x="683" y="1937"/>
                    </a:lnTo>
                    <a:lnTo>
                      <a:pt x="732" y="1972"/>
                    </a:lnTo>
                    <a:lnTo>
                      <a:pt x="782" y="2004"/>
                    </a:lnTo>
                    <a:lnTo>
                      <a:pt x="833" y="2034"/>
                    </a:lnTo>
                    <a:lnTo>
                      <a:pt x="885" y="2062"/>
                    </a:lnTo>
                    <a:lnTo>
                      <a:pt x="937" y="2089"/>
                    </a:lnTo>
                    <a:lnTo>
                      <a:pt x="992" y="2114"/>
                    </a:lnTo>
                    <a:lnTo>
                      <a:pt x="1013" y="2098"/>
                    </a:lnTo>
                    <a:lnTo>
                      <a:pt x="1035" y="2083"/>
                    </a:lnTo>
                    <a:lnTo>
                      <a:pt x="1056" y="2066"/>
                    </a:lnTo>
                    <a:lnTo>
                      <a:pt x="1077" y="2050"/>
                    </a:lnTo>
                    <a:lnTo>
                      <a:pt x="1023" y="2028"/>
                    </a:lnTo>
                    <a:lnTo>
                      <a:pt x="970" y="2003"/>
                    </a:lnTo>
                    <a:lnTo>
                      <a:pt x="919" y="1977"/>
                    </a:lnTo>
                    <a:lnTo>
                      <a:pt x="868" y="1948"/>
                    </a:lnTo>
                    <a:lnTo>
                      <a:pt x="819" y="1919"/>
                    </a:lnTo>
                    <a:lnTo>
                      <a:pt x="771" y="1887"/>
                    </a:lnTo>
                    <a:lnTo>
                      <a:pt x="725" y="1853"/>
                    </a:lnTo>
                    <a:lnTo>
                      <a:pt x="679" y="1818"/>
                    </a:lnTo>
                    <a:lnTo>
                      <a:pt x="635" y="1782"/>
                    </a:lnTo>
                    <a:lnTo>
                      <a:pt x="592" y="1743"/>
                    </a:lnTo>
                    <a:lnTo>
                      <a:pt x="551" y="1704"/>
                    </a:lnTo>
                    <a:lnTo>
                      <a:pt x="511" y="1662"/>
                    </a:lnTo>
                    <a:lnTo>
                      <a:pt x="473" y="1620"/>
                    </a:lnTo>
                    <a:lnTo>
                      <a:pt x="436" y="1576"/>
                    </a:lnTo>
                    <a:lnTo>
                      <a:pt x="401" y="1531"/>
                    </a:lnTo>
                    <a:lnTo>
                      <a:pt x="368" y="1485"/>
                    </a:lnTo>
                    <a:lnTo>
                      <a:pt x="336" y="1436"/>
                    </a:lnTo>
                    <a:lnTo>
                      <a:pt x="305" y="1387"/>
                    </a:lnTo>
                    <a:lnTo>
                      <a:pt x="277" y="1337"/>
                    </a:lnTo>
                    <a:lnTo>
                      <a:pt x="252" y="1286"/>
                    </a:lnTo>
                    <a:lnTo>
                      <a:pt x="227" y="1234"/>
                    </a:lnTo>
                    <a:lnTo>
                      <a:pt x="204" y="1180"/>
                    </a:lnTo>
                    <a:lnTo>
                      <a:pt x="183" y="1126"/>
                    </a:lnTo>
                    <a:lnTo>
                      <a:pt x="164" y="1070"/>
                    </a:lnTo>
                    <a:lnTo>
                      <a:pt x="148" y="1014"/>
                    </a:lnTo>
                    <a:lnTo>
                      <a:pt x="133" y="957"/>
                    </a:lnTo>
                    <a:lnTo>
                      <a:pt x="121" y="898"/>
                    </a:lnTo>
                    <a:lnTo>
                      <a:pt x="110" y="839"/>
                    </a:lnTo>
                    <a:lnTo>
                      <a:pt x="102" y="780"/>
                    </a:lnTo>
                    <a:lnTo>
                      <a:pt x="97" y="720"/>
                    </a:lnTo>
                    <a:lnTo>
                      <a:pt x="93" y="659"/>
                    </a:lnTo>
                    <a:lnTo>
                      <a:pt x="92" y="597"/>
                    </a:lnTo>
                    <a:lnTo>
                      <a:pt x="93" y="559"/>
                    </a:lnTo>
                    <a:lnTo>
                      <a:pt x="94" y="521"/>
                    </a:lnTo>
                    <a:lnTo>
                      <a:pt x="96" y="483"/>
                    </a:lnTo>
                    <a:lnTo>
                      <a:pt x="99" y="445"/>
                    </a:lnTo>
                    <a:lnTo>
                      <a:pt x="103" y="407"/>
                    </a:lnTo>
                    <a:lnTo>
                      <a:pt x="108" y="371"/>
                    </a:lnTo>
                    <a:lnTo>
                      <a:pt x="113" y="334"/>
                    </a:lnTo>
                    <a:lnTo>
                      <a:pt x="121" y="297"/>
                    </a:lnTo>
                    <a:lnTo>
                      <a:pt x="128" y="261"/>
                    </a:lnTo>
                    <a:lnTo>
                      <a:pt x="136" y="225"/>
                    </a:lnTo>
                    <a:lnTo>
                      <a:pt x="146" y="189"/>
                    </a:lnTo>
                    <a:lnTo>
                      <a:pt x="156" y="154"/>
                    </a:lnTo>
                    <a:lnTo>
                      <a:pt x="166" y="119"/>
                    </a:lnTo>
                    <a:lnTo>
                      <a:pt x="178" y="85"/>
                    </a:lnTo>
                    <a:lnTo>
                      <a:pt x="190" y="50"/>
                    </a:lnTo>
                    <a:lnTo>
                      <a:pt x="204" y="16"/>
                    </a:lnTo>
                    <a:lnTo>
                      <a:pt x="181" y="12"/>
                    </a:lnTo>
                    <a:lnTo>
                      <a:pt x="158" y="7"/>
                    </a:lnTo>
                    <a:lnTo>
                      <a:pt x="134" y="3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CDD4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3" name="Freeform 74"/>
              <p:cNvSpPr>
                <a:spLocks/>
              </p:cNvSpPr>
              <p:nvPr/>
            </p:nvSpPr>
            <p:spPr bwMode="auto">
              <a:xfrm>
                <a:off x="1181" y="1555"/>
                <a:ext cx="133" cy="260"/>
              </a:xfrm>
              <a:custGeom>
                <a:avLst/>
                <a:gdLst>
                  <a:gd name="T0" fmla="*/ 1 w 1070"/>
                  <a:gd name="T1" fmla="*/ 1 h 2076"/>
                  <a:gd name="T2" fmla="*/ 1 w 1070"/>
                  <a:gd name="T3" fmla="*/ 2 h 2076"/>
                  <a:gd name="T4" fmla="*/ 1 w 1070"/>
                  <a:gd name="T5" fmla="*/ 3 h 2076"/>
                  <a:gd name="T6" fmla="*/ 0 w 1070"/>
                  <a:gd name="T7" fmla="*/ 4 h 2076"/>
                  <a:gd name="T8" fmla="*/ 0 w 1070"/>
                  <a:gd name="T9" fmla="*/ 5 h 2076"/>
                  <a:gd name="T10" fmla="*/ 0 w 1070"/>
                  <a:gd name="T11" fmla="*/ 6 h 2076"/>
                  <a:gd name="T12" fmla="*/ 0 w 1070"/>
                  <a:gd name="T13" fmla="*/ 7 h 2076"/>
                  <a:gd name="T14" fmla="*/ 0 w 1070"/>
                  <a:gd name="T15" fmla="*/ 9 h 2076"/>
                  <a:gd name="T16" fmla="*/ 0 w 1070"/>
                  <a:gd name="T17" fmla="*/ 10 h 2076"/>
                  <a:gd name="T18" fmla="*/ 0 w 1070"/>
                  <a:gd name="T19" fmla="*/ 12 h 2076"/>
                  <a:gd name="T20" fmla="*/ 0 w 1070"/>
                  <a:gd name="T21" fmla="*/ 14 h 2076"/>
                  <a:gd name="T22" fmla="*/ 1 w 1070"/>
                  <a:gd name="T23" fmla="*/ 16 h 2076"/>
                  <a:gd name="T24" fmla="*/ 1 w 1070"/>
                  <a:gd name="T25" fmla="*/ 18 h 2076"/>
                  <a:gd name="T26" fmla="*/ 2 w 1070"/>
                  <a:gd name="T27" fmla="*/ 19 h 2076"/>
                  <a:gd name="T28" fmla="*/ 3 w 1070"/>
                  <a:gd name="T29" fmla="*/ 21 h 2076"/>
                  <a:gd name="T30" fmla="*/ 4 w 1070"/>
                  <a:gd name="T31" fmla="*/ 23 h 2076"/>
                  <a:gd name="T32" fmla="*/ 5 w 1070"/>
                  <a:gd name="T33" fmla="*/ 24 h 2076"/>
                  <a:gd name="T34" fmla="*/ 6 w 1070"/>
                  <a:gd name="T35" fmla="*/ 26 h 2076"/>
                  <a:gd name="T36" fmla="*/ 7 w 1070"/>
                  <a:gd name="T37" fmla="*/ 27 h 2076"/>
                  <a:gd name="T38" fmla="*/ 8 w 1070"/>
                  <a:gd name="T39" fmla="*/ 28 h 2076"/>
                  <a:gd name="T40" fmla="*/ 10 w 1070"/>
                  <a:gd name="T41" fmla="*/ 29 h 2076"/>
                  <a:gd name="T42" fmla="*/ 11 w 1070"/>
                  <a:gd name="T43" fmla="*/ 30 h 2076"/>
                  <a:gd name="T44" fmla="*/ 13 w 1070"/>
                  <a:gd name="T45" fmla="*/ 31 h 2076"/>
                  <a:gd name="T46" fmla="*/ 14 w 1070"/>
                  <a:gd name="T47" fmla="*/ 32 h 2076"/>
                  <a:gd name="T48" fmla="*/ 16 w 1070"/>
                  <a:gd name="T49" fmla="*/ 32 h 2076"/>
                  <a:gd name="T50" fmla="*/ 16 w 1070"/>
                  <a:gd name="T51" fmla="*/ 32 h 2076"/>
                  <a:gd name="T52" fmla="*/ 16 w 1070"/>
                  <a:gd name="T53" fmla="*/ 31 h 2076"/>
                  <a:gd name="T54" fmla="*/ 14 w 1070"/>
                  <a:gd name="T55" fmla="*/ 30 h 2076"/>
                  <a:gd name="T56" fmla="*/ 13 w 1070"/>
                  <a:gd name="T57" fmla="*/ 30 h 2076"/>
                  <a:gd name="T58" fmla="*/ 11 w 1070"/>
                  <a:gd name="T59" fmla="*/ 29 h 2076"/>
                  <a:gd name="T60" fmla="*/ 10 w 1070"/>
                  <a:gd name="T61" fmla="*/ 27 h 2076"/>
                  <a:gd name="T62" fmla="*/ 8 w 1070"/>
                  <a:gd name="T63" fmla="*/ 26 h 2076"/>
                  <a:gd name="T64" fmla="*/ 7 w 1070"/>
                  <a:gd name="T65" fmla="*/ 25 h 2076"/>
                  <a:gd name="T66" fmla="*/ 6 w 1070"/>
                  <a:gd name="T67" fmla="*/ 24 h 2076"/>
                  <a:gd name="T68" fmla="*/ 5 w 1070"/>
                  <a:gd name="T69" fmla="*/ 22 h 2076"/>
                  <a:gd name="T70" fmla="*/ 4 w 1070"/>
                  <a:gd name="T71" fmla="*/ 21 h 2076"/>
                  <a:gd name="T72" fmla="*/ 3 w 1070"/>
                  <a:gd name="T73" fmla="*/ 19 h 2076"/>
                  <a:gd name="T74" fmla="*/ 3 w 1070"/>
                  <a:gd name="T75" fmla="*/ 17 h 2076"/>
                  <a:gd name="T76" fmla="*/ 2 w 1070"/>
                  <a:gd name="T77" fmla="*/ 16 h 2076"/>
                  <a:gd name="T78" fmla="*/ 2 w 1070"/>
                  <a:gd name="T79" fmla="*/ 14 h 2076"/>
                  <a:gd name="T80" fmla="*/ 2 w 1070"/>
                  <a:gd name="T81" fmla="*/ 12 h 2076"/>
                  <a:gd name="T82" fmla="*/ 1 w 1070"/>
                  <a:gd name="T83" fmla="*/ 10 h 2076"/>
                  <a:gd name="T84" fmla="*/ 1 w 1070"/>
                  <a:gd name="T85" fmla="*/ 9 h 2076"/>
                  <a:gd name="T86" fmla="*/ 1 w 1070"/>
                  <a:gd name="T87" fmla="*/ 8 h 2076"/>
                  <a:gd name="T88" fmla="*/ 2 w 1070"/>
                  <a:gd name="T89" fmla="*/ 6 h 2076"/>
                  <a:gd name="T90" fmla="*/ 2 w 1070"/>
                  <a:gd name="T91" fmla="*/ 5 h 2076"/>
                  <a:gd name="T92" fmla="*/ 2 w 1070"/>
                  <a:gd name="T93" fmla="*/ 4 h 2076"/>
                  <a:gd name="T94" fmla="*/ 2 w 1070"/>
                  <a:gd name="T95" fmla="*/ 3 h 2076"/>
                  <a:gd name="T96" fmla="*/ 3 w 1070"/>
                  <a:gd name="T97" fmla="*/ 2 h 2076"/>
                  <a:gd name="T98" fmla="*/ 3 w 1070"/>
                  <a:gd name="T99" fmla="*/ 1 h 2076"/>
                  <a:gd name="T100" fmla="*/ 3 w 1070"/>
                  <a:gd name="T101" fmla="*/ 0 h 2076"/>
                  <a:gd name="T102" fmla="*/ 2 w 1070"/>
                  <a:gd name="T103" fmla="*/ 0 h 207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0"/>
                  <a:gd name="T157" fmla="*/ 0 h 2076"/>
                  <a:gd name="T158" fmla="*/ 1070 w 1070"/>
                  <a:gd name="T159" fmla="*/ 2076 h 207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0" h="2076">
                    <a:moveTo>
                      <a:pt x="111" y="0"/>
                    </a:moveTo>
                    <a:lnTo>
                      <a:pt x="99" y="35"/>
                    </a:lnTo>
                    <a:lnTo>
                      <a:pt x="86" y="69"/>
                    </a:lnTo>
                    <a:lnTo>
                      <a:pt x="75" y="105"/>
                    </a:lnTo>
                    <a:lnTo>
                      <a:pt x="63" y="140"/>
                    </a:lnTo>
                    <a:lnTo>
                      <a:pt x="54" y="176"/>
                    </a:lnTo>
                    <a:lnTo>
                      <a:pt x="45" y="213"/>
                    </a:lnTo>
                    <a:lnTo>
                      <a:pt x="36" y="249"/>
                    </a:lnTo>
                    <a:lnTo>
                      <a:pt x="29" y="286"/>
                    </a:lnTo>
                    <a:lnTo>
                      <a:pt x="22" y="323"/>
                    </a:lnTo>
                    <a:lnTo>
                      <a:pt x="17" y="360"/>
                    </a:lnTo>
                    <a:lnTo>
                      <a:pt x="11" y="398"/>
                    </a:lnTo>
                    <a:lnTo>
                      <a:pt x="7" y="436"/>
                    </a:lnTo>
                    <a:lnTo>
                      <a:pt x="4" y="474"/>
                    </a:lnTo>
                    <a:lnTo>
                      <a:pt x="2" y="513"/>
                    </a:lnTo>
                    <a:lnTo>
                      <a:pt x="0" y="552"/>
                    </a:lnTo>
                    <a:lnTo>
                      <a:pt x="0" y="590"/>
                    </a:lnTo>
                    <a:lnTo>
                      <a:pt x="1" y="653"/>
                    </a:lnTo>
                    <a:lnTo>
                      <a:pt x="4" y="715"/>
                    </a:lnTo>
                    <a:lnTo>
                      <a:pt x="10" y="776"/>
                    </a:lnTo>
                    <a:lnTo>
                      <a:pt x="19" y="836"/>
                    </a:lnTo>
                    <a:lnTo>
                      <a:pt x="29" y="896"/>
                    </a:lnTo>
                    <a:lnTo>
                      <a:pt x="42" y="955"/>
                    </a:lnTo>
                    <a:lnTo>
                      <a:pt x="56" y="1013"/>
                    </a:lnTo>
                    <a:lnTo>
                      <a:pt x="73" y="1071"/>
                    </a:lnTo>
                    <a:lnTo>
                      <a:pt x="91" y="1127"/>
                    </a:lnTo>
                    <a:lnTo>
                      <a:pt x="112" y="1182"/>
                    </a:lnTo>
                    <a:lnTo>
                      <a:pt x="135" y="1237"/>
                    </a:lnTo>
                    <a:lnTo>
                      <a:pt x="160" y="1290"/>
                    </a:lnTo>
                    <a:lnTo>
                      <a:pt x="186" y="1343"/>
                    </a:lnTo>
                    <a:lnTo>
                      <a:pt x="215" y="1394"/>
                    </a:lnTo>
                    <a:lnTo>
                      <a:pt x="245" y="1444"/>
                    </a:lnTo>
                    <a:lnTo>
                      <a:pt x="276" y="1492"/>
                    </a:lnTo>
                    <a:lnTo>
                      <a:pt x="310" y="1540"/>
                    </a:lnTo>
                    <a:lnTo>
                      <a:pt x="346" y="1587"/>
                    </a:lnTo>
                    <a:lnTo>
                      <a:pt x="382" y="1632"/>
                    </a:lnTo>
                    <a:lnTo>
                      <a:pt x="420" y="1675"/>
                    </a:lnTo>
                    <a:lnTo>
                      <a:pt x="461" y="1718"/>
                    </a:lnTo>
                    <a:lnTo>
                      <a:pt x="502" y="1758"/>
                    </a:lnTo>
                    <a:lnTo>
                      <a:pt x="545" y="1798"/>
                    </a:lnTo>
                    <a:lnTo>
                      <a:pt x="589" y="1835"/>
                    </a:lnTo>
                    <a:lnTo>
                      <a:pt x="635" y="1871"/>
                    </a:lnTo>
                    <a:lnTo>
                      <a:pt x="682" y="1906"/>
                    </a:lnTo>
                    <a:lnTo>
                      <a:pt x="731" y="1939"/>
                    </a:lnTo>
                    <a:lnTo>
                      <a:pt x="779" y="1970"/>
                    </a:lnTo>
                    <a:lnTo>
                      <a:pt x="830" y="1999"/>
                    </a:lnTo>
                    <a:lnTo>
                      <a:pt x="882" y="2026"/>
                    </a:lnTo>
                    <a:lnTo>
                      <a:pt x="935" y="2052"/>
                    </a:lnTo>
                    <a:lnTo>
                      <a:pt x="989" y="2076"/>
                    </a:lnTo>
                    <a:lnTo>
                      <a:pt x="1010" y="2059"/>
                    </a:lnTo>
                    <a:lnTo>
                      <a:pt x="1031" y="2043"/>
                    </a:lnTo>
                    <a:lnTo>
                      <a:pt x="1050" y="2026"/>
                    </a:lnTo>
                    <a:lnTo>
                      <a:pt x="1070" y="2009"/>
                    </a:lnTo>
                    <a:lnTo>
                      <a:pt x="1017" y="1988"/>
                    </a:lnTo>
                    <a:lnTo>
                      <a:pt x="965" y="1965"/>
                    </a:lnTo>
                    <a:lnTo>
                      <a:pt x="914" y="1939"/>
                    </a:lnTo>
                    <a:lnTo>
                      <a:pt x="863" y="1912"/>
                    </a:lnTo>
                    <a:lnTo>
                      <a:pt x="815" y="1884"/>
                    </a:lnTo>
                    <a:lnTo>
                      <a:pt x="768" y="1853"/>
                    </a:lnTo>
                    <a:lnTo>
                      <a:pt x="721" y="1820"/>
                    </a:lnTo>
                    <a:lnTo>
                      <a:pt x="676" y="1787"/>
                    </a:lnTo>
                    <a:lnTo>
                      <a:pt x="632" y="1751"/>
                    </a:lnTo>
                    <a:lnTo>
                      <a:pt x="589" y="1715"/>
                    </a:lnTo>
                    <a:lnTo>
                      <a:pt x="549" y="1675"/>
                    </a:lnTo>
                    <a:lnTo>
                      <a:pt x="510" y="1636"/>
                    </a:lnTo>
                    <a:lnTo>
                      <a:pt x="471" y="1594"/>
                    </a:lnTo>
                    <a:lnTo>
                      <a:pt x="435" y="1551"/>
                    </a:lnTo>
                    <a:lnTo>
                      <a:pt x="400" y="1507"/>
                    </a:lnTo>
                    <a:lnTo>
                      <a:pt x="366" y="1461"/>
                    </a:lnTo>
                    <a:lnTo>
                      <a:pt x="335" y="1415"/>
                    </a:lnTo>
                    <a:lnTo>
                      <a:pt x="305" y="1367"/>
                    </a:lnTo>
                    <a:lnTo>
                      <a:pt x="277" y="1317"/>
                    </a:lnTo>
                    <a:lnTo>
                      <a:pt x="250" y="1267"/>
                    </a:lnTo>
                    <a:lnTo>
                      <a:pt x="226" y="1215"/>
                    </a:lnTo>
                    <a:lnTo>
                      <a:pt x="203" y="1162"/>
                    </a:lnTo>
                    <a:lnTo>
                      <a:pt x="183" y="1109"/>
                    </a:lnTo>
                    <a:lnTo>
                      <a:pt x="164" y="1054"/>
                    </a:lnTo>
                    <a:lnTo>
                      <a:pt x="147" y="999"/>
                    </a:lnTo>
                    <a:lnTo>
                      <a:pt x="133" y="943"/>
                    </a:lnTo>
                    <a:lnTo>
                      <a:pt x="120" y="886"/>
                    </a:lnTo>
                    <a:lnTo>
                      <a:pt x="110" y="828"/>
                    </a:lnTo>
                    <a:lnTo>
                      <a:pt x="103" y="770"/>
                    </a:lnTo>
                    <a:lnTo>
                      <a:pt x="97" y="711"/>
                    </a:lnTo>
                    <a:lnTo>
                      <a:pt x="93" y="651"/>
                    </a:lnTo>
                    <a:lnTo>
                      <a:pt x="91" y="590"/>
                    </a:lnTo>
                    <a:lnTo>
                      <a:pt x="92" y="553"/>
                    </a:lnTo>
                    <a:lnTo>
                      <a:pt x="93" y="515"/>
                    </a:lnTo>
                    <a:lnTo>
                      <a:pt x="96" y="478"/>
                    </a:lnTo>
                    <a:lnTo>
                      <a:pt x="99" y="441"/>
                    </a:lnTo>
                    <a:lnTo>
                      <a:pt x="103" y="404"/>
                    </a:lnTo>
                    <a:lnTo>
                      <a:pt x="108" y="367"/>
                    </a:lnTo>
                    <a:lnTo>
                      <a:pt x="114" y="331"/>
                    </a:lnTo>
                    <a:lnTo>
                      <a:pt x="120" y="296"/>
                    </a:lnTo>
                    <a:lnTo>
                      <a:pt x="128" y="259"/>
                    </a:lnTo>
                    <a:lnTo>
                      <a:pt x="136" y="224"/>
                    </a:lnTo>
                    <a:lnTo>
                      <a:pt x="145" y="189"/>
                    </a:lnTo>
                    <a:lnTo>
                      <a:pt x="156" y="154"/>
                    </a:lnTo>
                    <a:lnTo>
                      <a:pt x="166" y="120"/>
                    </a:lnTo>
                    <a:lnTo>
                      <a:pt x="177" y="86"/>
                    </a:lnTo>
                    <a:lnTo>
                      <a:pt x="190" y="53"/>
                    </a:lnTo>
                    <a:lnTo>
                      <a:pt x="203" y="20"/>
                    </a:lnTo>
                    <a:lnTo>
                      <a:pt x="181" y="14"/>
                    </a:lnTo>
                    <a:lnTo>
                      <a:pt x="158" y="9"/>
                    </a:lnTo>
                    <a:lnTo>
                      <a:pt x="135" y="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CFD6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4" name="Freeform 75"/>
              <p:cNvSpPr>
                <a:spLocks/>
              </p:cNvSpPr>
              <p:nvPr/>
            </p:nvSpPr>
            <p:spPr bwMode="auto">
              <a:xfrm>
                <a:off x="1186" y="1557"/>
                <a:ext cx="133" cy="254"/>
              </a:xfrm>
              <a:custGeom>
                <a:avLst/>
                <a:gdLst>
                  <a:gd name="T0" fmla="*/ 2 w 1062"/>
                  <a:gd name="T1" fmla="*/ 0 h 2034"/>
                  <a:gd name="T2" fmla="*/ 1 w 1062"/>
                  <a:gd name="T3" fmla="*/ 2 h 2034"/>
                  <a:gd name="T4" fmla="*/ 1 w 1062"/>
                  <a:gd name="T5" fmla="*/ 3 h 2034"/>
                  <a:gd name="T6" fmla="*/ 1 w 1062"/>
                  <a:gd name="T7" fmla="*/ 4 h 2034"/>
                  <a:gd name="T8" fmla="*/ 0 w 1062"/>
                  <a:gd name="T9" fmla="*/ 5 h 2034"/>
                  <a:gd name="T10" fmla="*/ 0 w 1062"/>
                  <a:gd name="T11" fmla="*/ 6 h 2034"/>
                  <a:gd name="T12" fmla="*/ 0 w 1062"/>
                  <a:gd name="T13" fmla="*/ 7 h 2034"/>
                  <a:gd name="T14" fmla="*/ 0 w 1062"/>
                  <a:gd name="T15" fmla="*/ 8 h 2034"/>
                  <a:gd name="T16" fmla="*/ 0 w 1062"/>
                  <a:gd name="T17" fmla="*/ 10 h 2034"/>
                  <a:gd name="T18" fmla="*/ 0 w 1062"/>
                  <a:gd name="T19" fmla="*/ 12 h 2034"/>
                  <a:gd name="T20" fmla="*/ 1 w 1062"/>
                  <a:gd name="T21" fmla="*/ 14 h 2034"/>
                  <a:gd name="T22" fmla="*/ 1 w 1062"/>
                  <a:gd name="T23" fmla="*/ 16 h 2034"/>
                  <a:gd name="T24" fmla="*/ 1 w 1062"/>
                  <a:gd name="T25" fmla="*/ 17 h 2034"/>
                  <a:gd name="T26" fmla="*/ 2 w 1062"/>
                  <a:gd name="T27" fmla="*/ 19 h 2034"/>
                  <a:gd name="T28" fmla="*/ 3 w 1062"/>
                  <a:gd name="T29" fmla="*/ 21 h 2034"/>
                  <a:gd name="T30" fmla="*/ 4 w 1062"/>
                  <a:gd name="T31" fmla="*/ 22 h 2034"/>
                  <a:gd name="T32" fmla="*/ 5 w 1062"/>
                  <a:gd name="T33" fmla="*/ 24 h 2034"/>
                  <a:gd name="T34" fmla="*/ 6 w 1062"/>
                  <a:gd name="T35" fmla="*/ 25 h 2034"/>
                  <a:gd name="T36" fmla="*/ 7 w 1062"/>
                  <a:gd name="T37" fmla="*/ 26 h 2034"/>
                  <a:gd name="T38" fmla="*/ 9 w 1062"/>
                  <a:gd name="T39" fmla="*/ 28 h 2034"/>
                  <a:gd name="T40" fmla="*/ 10 w 1062"/>
                  <a:gd name="T41" fmla="*/ 29 h 2034"/>
                  <a:gd name="T42" fmla="*/ 11 w 1062"/>
                  <a:gd name="T43" fmla="*/ 30 h 2034"/>
                  <a:gd name="T44" fmla="*/ 13 w 1062"/>
                  <a:gd name="T45" fmla="*/ 31 h 2034"/>
                  <a:gd name="T46" fmla="*/ 15 w 1062"/>
                  <a:gd name="T47" fmla="*/ 31 h 2034"/>
                  <a:gd name="T48" fmla="*/ 16 w 1062"/>
                  <a:gd name="T49" fmla="*/ 31 h 2034"/>
                  <a:gd name="T50" fmla="*/ 16 w 1062"/>
                  <a:gd name="T51" fmla="*/ 31 h 2034"/>
                  <a:gd name="T52" fmla="*/ 16 w 1062"/>
                  <a:gd name="T53" fmla="*/ 30 h 2034"/>
                  <a:gd name="T54" fmla="*/ 14 w 1062"/>
                  <a:gd name="T55" fmla="*/ 30 h 2034"/>
                  <a:gd name="T56" fmla="*/ 13 w 1062"/>
                  <a:gd name="T57" fmla="*/ 29 h 2034"/>
                  <a:gd name="T58" fmla="*/ 11 w 1062"/>
                  <a:gd name="T59" fmla="*/ 28 h 2034"/>
                  <a:gd name="T60" fmla="*/ 10 w 1062"/>
                  <a:gd name="T61" fmla="*/ 27 h 2034"/>
                  <a:gd name="T62" fmla="*/ 9 w 1062"/>
                  <a:gd name="T63" fmla="*/ 26 h 2034"/>
                  <a:gd name="T64" fmla="*/ 7 w 1062"/>
                  <a:gd name="T65" fmla="*/ 24 h 2034"/>
                  <a:gd name="T66" fmla="*/ 6 w 1062"/>
                  <a:gd name="T67" fmla="*/ 23 h 2034"/>
                  <a:gd name="T68" fmla="*/ 5 w 1062"/>
                  <a:gd name="T69" fmla="*/ 22 h 2034"/>
                  <a:gd name="T70" fmla="*/ 4 w 1062"/>
                  <a:gd name="T71" fmla="*/ 20 h 2034"/>
                  <a:gd name="T72" fmla="*/ 4 w 1062"/>
                  <a:gd name="T73" fmla="*/ 19 h 2034"/>
                  <a:gd name="T74" fmla="*/ 3 w 1062"/>
                  <a:gd name="T75" fmla="*/ 17 h 2034"/>
                  <a:gd name="T76" fmla="*/ 2 w 1062"/>
                  <a:gd name="T77" fmla="*/ 15 h 2034"/>
                  <a:gd name="T78" fmla="*/ 2 w 1062"/>
                  <a:gd name="T79" fmla="*/ 14 h 2034"/>
                  <a:gd name="T80" fmla="*/ 2 w 1062"/>
                  <a:gd name="T81" fmla="*/ 12 h 2034"/>
                  <a:gd name="T82" fmla="*/ 2 w 1062"/>
                  <a:gd name="T83" fmla="*/ 10 h 2034"/>
                  <a:gd name="T84" fmla="*/ 2 w 1062"/>
                  <a:gd name="T85" fmla="*/ 8 h 2034"/>
                  <a:gd name="T86" fmla="*/ 2 w 1062"/>
                  <a:gd name="T87" fmla="*/ 7 h 2034"/>
                  <a:gd name="T88" fmla="*/ 2 w 1062"/>
                  <a:gd name="T89" fmla="*/ 6 h 2034"/>
                  <a:gd name="T90" fmla="*/ 2 w 1062"/>
                  <a:gd name="T91" fmla="*/ 5 h 2034"/>
                  <a:gd name="T92" fmla="*/ 2 w 1062"/>
                  <a:gd name="T93" fmla="*/ 4 h 2034"/>
                  <a:gd name="T94" fmla="*/ 2 w 1062"/>
                  <a:gd name="T95" fmla="*/ 3 h 2034"/>
                  <a:gd name="T96" fmla="*/ 3 w 1062"/>
                  <a:gd name="T97" fmla="*/ 2 h 2034"/>
                  <a:gd name="T98" fmla="*/ 3 w 1062"/>
                  <a:gd name="T99" fmla="*/ 1 h 2034"/>
                  <a:gd name="T100" fmla="*/ 3 w 1062"/>
                  <a:gd name="T101" fmla="*/ 0 h 2034"/>
                  <a:gd name="T102" fmla="*/ 2 w 1062"/>
                  <a:gd name="T103" fmla="*/ 0 h 203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62"/>
                  <a:gd name="T157" fmla="*/ 0 h 2034"/>
                  <a:gd name="T158" fmla="*/ 1062 w 1062"/>
                  <a:gd name="T159" fmla="*/ 2034 h 203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62" h="2034">
                    <a:moveTo>
                      <a:pt x="112" y="0"/>
                    </a:moveTo>
                    <a:lnTo>
                      <a:pt x="98" y="34"/>
                    </a:lnTo>
                    <a:lnTo>
                      <a:pt x="86" y="69"/>
                    </a:lnTo>
                    <a:lnTo>
                      <a:pt x="74" y="103"/>
                    </a:lnTo>
                    <a:lnTo>
                      <a:pt x="64" y="138"/>
                    </a:lnTo>
                    <a:lnTo>
                      <a:pt x="54" y="173"/>
                    </a:lnTo>
                    <a:lnTo>
                      <a:pt x="44" y="209"/>
                    </a:lnTo>
                    <a:lnTo>
                      <a:pt x="36" y="245"/>
                    </a:lnTo>
                    <a:lnTo>
                      <a:pt x="29" y="281"/>
                    </a:lnTo>
                    <a:lnTo>
                      <a:pt x="21" y="318"/>
                    </a:lnTo>
                    <a:lnTo>
                      <a:pt x="16" y="355"/>
                    </a:lnTo>
                    <a:lnTo>
                      <a:pt x="11" y="391"/>
                    </a:lnTo>
                    <a:lnTo>
                      <a:pt x="7" y="429"/>
                    </a:lnTo>
                    <a:lnTo>
                      <a:pt x="4" y="467"/>
                    </a:lnTo>
                    <a:lnTo>
                      <a:pt x="2" y="505"/>
                    </a:lnTo>
                    <a:lnTo>
                      <a:pt x="1" y="543"/>
                    </a:lnTo>
                    <a:lnTo>
                      <a:pt x="0" y="581"/>
                    </a:lnTo>
                    <a:lnTo>
                      <a:pt x="1" y="643"/>
                    </a:lnTo>
                    <a:lnTo>
                      <a:pt x="5" y="704"/>
                    </a:lnTo>
                    <a:lnTo>
                      <a:pt x="10" y="764"/>
                    </a:lnTo>
                    <a:lnTo>
                      <a:pt x="18" y="823"/>
                    </a:lnTo>
                    <a:lnTo>
                      <a:pt x="29" y="882"/>
                    </a:lnTo>
                    <a:lnTo>
                      <a:pt x="41" y="941"/>
                    </a:lnTo>
                    <a:lnTo>
                      <a:pt x="56" y="998"/>
                    </a:lnTo>
                    <a:lnTo>
                      <a:pt x="72" y="1054"/>
                    </a:lnTo>
                    <a:lnTo>
                      <a:pt x="91" y="1110"/>
                    </a:lnTo>
                    <a:lnTo>
                      <a:pt x="112" y="1164"/>
                    </a:lnTo>
                    <a:lnTo>
                      <a:pt x="135" y="1218"/>
                    </a:lnTo>
                    <a:lnTo>
                      <a:pt x="160" y="1270"/>
                    </a:lnTo>
                    <a:lnTo>
                      <a:pt x="185" y="1321"/>
                    </a:lnTo>
                    <a:lnTo>
                      <a:pt x="213" y="1371"/>
                    </a:lnTo>
                    <a:lnTo>
                      <a:pt x="244" y="1420"/>
                    </a:lnTo>
                    <a:lnTo>
                      <a:pt x="276" y="1469"/>
                    </a:lnTo>
                    <a:lnTo>
                      <a:pt x="309" y="1515"/>
                    </a:lnTo>
                    <a:lnTo>
                      <a:pt x="344" y="1560"/>
                    </a:lnTo>
                    <a:lnTo>
                      <a:pt x="381" y="1604"/>
                    </a:lnTo>
                    <a:lnTo>
                      <a:pt x="419" y="1646"/>
                    </a:lnTo>
                    <a:lnTo>
                      <a:pt x="459" y="1688"/>
                    </a:lnTo>
                    <a:lnTo>
                      <a:pt x="500" y="1727"/>
                    </a:lnTo>
                    <a:lnTo>
                      <a:pt x="543" y="1766"/>
                    </a:lnTo>
                    <a:lnTo>
                      <a:pt x="587" y="1802"/>
                    </a:lnTo>
                    <a:lnTo>
                      <a:pt x="633" y="1837"/>
                    </a:lnTo>
                    <a:lnTo>
                      <a:pt x="679" y="1871"/>
                    </a:lnTo>
                    <a:lnTo>
                      <a:pt x="727" y="1903"/>
                    </a:lnTo>
                    <a:lnTo>
                      <a:pt x="776" y="1932"/>
                    </a:lnTo>
                    <a:lnTo>
                      <a:pt x="827" y="1961"/>
                    </a:lnTo>
                    <a:lnTo>
                      <a:pt x="878" y="1987"/>
                    </a:lnTo>
                    <a:lnTo>
                      <a:pt x="931" y="2012"/>
                    </a:lnTo>
                    <a:lnTo>
                      <a:pt x="985" y="2034"/>
                    </a:lnTo>
                    <a:lnTo>
                      <a:pt x="1004" y="2017"/>
                    </a:lnTo>
                    <a:lnTo>
                      <a:pt x="1024" y="2000"/>
                    </a:lnTo>
                    <a:lnTo>
                      <a:pt x="1044" y="1983"/>
                    </a:lnTo>
                    <a:lnTo>
                      <a:pt x="1062" y="1965"/>
                    </a:lnTo>
                    <a:lnTo>
                      <a:pt x="1009" y="1945"/>
                    </a:lnTo>
                    <a:lnTo>
                      <a:pt x="959" y="1923"/>
                    </a:lnTo>
                    <a:lnTo>
                      <a:pt x="908" y="1899"/>
                    </a:lnTo>
                    <a:lnTo>
                      <a:pt x="858" y="1873"/>
                    </a:lnTo>
                    <a:lnTo>
                      <a:pt x="810" y="1846"/>
                    </a:lnTo>
                    <a:lnTo>
                      <a:pt x="762" y="1816"/>
                    </a:lnTo>
                    <a:lnTo>
                      <a:pt x="717" y="1784"/>
                    </a:lnTo>
                    <a:lnTo>
                      <a:pt x="672" y="1752"/>
                    </a:lnTo>
                    <a:lnTo>
                      <a:pt x="629" y="1718"/>
                    </a:lnTo>
                    <a:lnTo>
                      <a:pt x="586" y="1682"/>
                    </a:lnTo>
                    <a:lnTo>
                      <a:pt x="546" y="1644"/>
                    </a:lnTo>
                    <a:lnTo>
                      <a:pt x="506" y="1605"/>
                    </a:lnTo>
                    <a:lnTo>
                      <a:pt x="469" y="1564"/>
                    </a:lnTo>
                    <a:lnTo>
                      <a:pt x="432" y="1523"/>
                    </a:lnTo>
                    <a:lnTo>
                      <a:pt x="398" y="1479"/>
                    </a:lnTo>
                    <a:lnTo>
                      <a:pt x="365" y="1436"/>
                    </a:lnTo>
                    <a:lnTo>
                      <a:pt x="334" y="1389"/>
                    </a:lnTo>
                    <a:lnTo>
                      <a:pt x="304" y="1342"/>
                    </a:lnTo>
                    <a:lnTo>
                      <a:pt x="276" y="1295"/>
                    </a:lnTo>
                    <a:lnTo>
                      <a:pt x="250" y="1245"/>
                    </a:lnTo>
                    <a:lnTo>
                      <a:pt x="225" y="1195"/>
                    </a:lnTo>
                    <a:lnTo>
                      <a:pt x="203" y="1143"/>
                    </a:lnTo>
                    <a:lnTo>
                      <a:pt x="182" y="1091"/>
                    </a:lnTo>
                    <a:lnTo>
                      <a:pt x="164" y="1037"/>
                    </a:lnTo>
                    <a:lnTo>
                      <a:pt x="147" y="983"/>
                    </a:lnTo>
                    <a:lnTo>
                      <a:pt x="133" y="928"/>
                    </a:lnTo>
                    <a:lnTo>
                      <a:pt x="120" y="872"/>
                    </a:lnTo>
                    <a:lnTo>
                      <a:pt x="111" y="815"/>
                    </a:lnTo>
                    <a:lnTo>
                      <a:pt x="102" y="758"/>
                    </a:lnTo>
                    <a:lnTo>
                      <a:pt x="96" y="700"/>
                    </a:lnTo>
                    <a:lnTo>
                      <a:pt x="93" y="641"/>
                    </a:lnTo>
                    <a:lnTo>
                      <a:pt x="92" y="581"/>
                    </a:lnTo>
                    <a:lnTo>
                      <a:pt x="92" y="544"/>
                    </a:lnTo>
                    <a:lnTo>
                      <a:pt x="93" y="508"/>
                    </a:lnTo>
                    <a:lnTo>
                      <a:pt x="96" y="470"/>
                    </a:lnTo>
                    <a:lnTo>
                      <a:pt x="99" y="434"/>
                    </a:lnTo>
                    <a:lnTo>
                      <a:pt x="103" y="399"/>
                    </a:lnTo>
                    <a:lnTo>
                      <a:pt x="108" y="362"/>
                    </a:lnTo>
                    <a:lnTo>
                      <a:pt x="114" y="327"/>
                    </a:lnTo>
                    <a:lnTo>
                      <a:pt x="120" y="292"/>
                    </a:lnTo>
                    <a:lnTo>
                      <a:pt x="127" y="257"/>
                    </a:lnTo>
                    <a:lnTo>
                      <a:pt x="136" y="222"/>
                    </a:lnTo>
                    <a:lnTo>
                      <a:pt x="145" y="188"/>
                    </a:lnTo>
                    <a:lnTo>
                      <a:pt x="155" y="154"/>
                    </a:lnTo>
                    <a:lnTo>
                      <a:pt x="166" y="119"/>
                    </a:lnTo>
                    <a:lnTo>
                      <a:pt x="177" y="86"/>
                    </a:lnTo>
                    <a:lnTo>
                      <a:pt x="190" y="53"/>
                    </a:lnTo>
                    <a:lnTo>
                      <a:pt x="202" y="21"/>
                    </a:lnTo>
                    <a:lnTo>
                      <a:pt x="180" y="16"/>
                    </a:lnTo>
                    <a:lnTo>
                      <a:pt x="157" y="11"/>
                    </a:lnTo>
                    <a:lnTo>
                      <a:pt x="135" y="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0D7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5" name="Freeform 76"/>
              <p:cNvSpPr>
                <a:spLocks/>
              </p:cNvSpPr>
              <p:nvPr/>
            </p:nvSpPr>
            <p:spPr bwMode="auto">
              <a:xfrm>
                <a:off x="1192" y="1558"/>
                <a:ext cx="132" cy="249"/>
              </a:xfrm>
              <a:custGeom>
                <a:avLst/>
                <a:gdLst>
                  <a:gd name="T0" fmla="*/ 2 w 1054"/>
                  <a:gd name="T1" fmla="*/ 1 h 1989"/>
                  <a:gd name="T2" fmla="*/ 1 w 1054"/>
                  <a:gd name="T3" fmla="*/ 2 h 1989"/>
                  <a:gd name="T4" fmla="*/ 1 w 1054"/>
                  <a:gd name="T5" fmla="*/ 3 h 1989"/>
                  <a:gd name="T6" fmla="*/ 1 w 1054"/>
                  <a:gd name="T7" fmla="*/ 4 h 1989"/>
                  <a:gd name="T8" fmla="*/ 0 w 1054"/>
                  <a:gd name="T9" fmla="*/ 5 h 1989"/>
                  <a:gd name="T10" fmla="*/ 0 w 1054"/>
                  <a:gd name="T11" fmla="*/ 6 h 1989"/>
                  <a:gd name="T12" fmla="*/ 0 w 1054"/>
                  <a:gd name="T13" fmla="*/ 7 h 1989"/>
                  <a:gd name="T14" fmla="*/ 0 w 1054"/>
                  <a:gd name="T15" fmla="*/ 8 h 1989"/>
                  <a:gd name="T16" fmla="*/ 0 w 1054"/>
                  <a:gd name="T17" fmla="*/ 10 h 1989"/>
                  <a:gd name="T18" fmla="*/ 0 w 1054"/>
                  <a:gd name="T19" fmla="*/ 12 h 1989"/>
                  <a:gd name="T20" fmla="*/ 1 w 1054"/>
                  <a:gd name="T21" fmla="*/ 14 h 1989"/>
                  <a:gd name="T22" fmla="*/ 1 w 1054"/>
                  <a:gd name="T23" fmla="*/ 15 h 1989"/>
                  <a:gd name="T24" fmla="*/ 2 w 1054"/>
                  <a:gd name="T25" fmla="*/ 17 h 1989"/>
                  <a:gd name="T26" fmla="*/ 2 w 1054"/>
                  <a:gd name="T27" fmla="*/ 19 h 1989"/>
                  <a:gd name="T28" fmla="*/ 3 w 1054"/>
                  <a:gd name="T29" fmla="*/ 20 h 1989"/>
                  <a:gd name="T30" fmla="*/ 4 w 1054"/>
                  <a:gd name="T31" fmla="*/ 22 h 1989"/>
                  <a:gd name="T32" fmla="*/ 5 w 1054"/>
                  <a:gd name="T33" fmla="*/ 23 h 1989"/>
                  <a:gd name="T34" fmla="*/ 6 w 1054"/>
                  <a:gd name="T35" fmla="*/ 25 h 1989"/>
                  <a:gd name="T36" fmla="*/ 7 w 1054"/>
                  <a:gd name="T37" fmla="*/ 26 h 1989"/>
                  <a:gd name="T38" fmla="*/ 9 w 1054"/>
                  <a:gd name="T39" fmla="*/ 27 h 1989"/>
                  <a:gd name="T40" fmla="*/ 10 w 1054"/>
                  <a:gd name="T41" fmla="*/ 28 h 1989"/>
                  <a:gd name="T42" fmla="*/ 11 w 1054"/>
                  <a:gd name="T43" fmla="*/ 29 h 1989"/>
                  <a:gd name="T44" fmla="*/ 13 w 1054"/>
                  <a:gd name="T45" fmla="*/ 30 h 1989"/>
                  <a:gd name="T46" fmla="*/ 15 w 1054"/>
                  <a:gd name="T47" fmla="*/ 31 h 1989"/>
                  <a:gd name="T48" fmla="*/ 16 w 1054"/>
                  <a:gd name="T49" fmla="*/ 31 h 1989"/>
                  <a:gd name="T50" fmla="*/ 16 w 1054"/>
                  <a:gd name="T51" fmla="*/ 30 h 1989"/>
                  <a:gd name="T52" fmla="*/ 16 w 1054"/>
                  <a:gd name="T53" fmla="*/ 30 h 1989"/>
                  <a:gd name="T54" fmla="*/ 14 w 1054"/>
                  <a:gd name="T55" fmla="*/ 29 h 1989"/>
                  <a:gd name="T56" fmla="*/ 13 w 1054"/>
                  <a:gd name="T57" fmla="*/ 28 h 1989"/>
                  <a:gd name="T58" fmla="*/ 11 w 1054"/>
                  <a:gd name="T59" fmla="*/ 27 h 1989"/>
                  <a:gd name="T60" fmla="*/ 10 w 1054"/>
                  <a:gd name="T61" fmla="*/ 26 h 1989"/>
                  <a:gd name="T62" fmla="*/ 9 w 1054"/>
                  <a:gd name="T63" fmla="*/ 25 h 1989"/>
                  <a:gd name="T64" fmla="*/ 7 w 1054"/>
                  <a:gd name="T65" fmla="*/ 24 h 1989"/>
                  <a:gd name="T66" fmla="*/ 6 w 1054"/>
                  <a:gd name="T67" fmla="*/ 23 h 1989"/>
                  <a:gd name="T68" fmla="*/ 5 w 1054"/>
                  <a:gd name="T69" fmla="*/ 21 h 1989"/>
                  <a:gd name="T70" fmla="*/ 4 w 1054"/>
                  <a:gd name="T71" fmla="*/ 20 h 1989"/>
                  <a:gd name="T72" fmla="*/ 4 w 1054"/>
                  <a:gd name="T73" fmla="*/ 18 h 1989"/>
                  <a:gd name="T74" fmla="*/ 3 w 1054"/>
                  <a:gd name="T75" fmla="*/ 17 h 1989"/>
                  <a:gd name="T76" fmla="*/ 2 w 1054"/>
                  <a:gd name="T77" fmla="*/ 15 h 1989"/>
                  <a:gd name="T78" fmla="*/ 2 w 1054"/>
                  <a:gd name="T79" fmla="*/ 13 h 1989"/>
                  <a:gd name="T80" fmla="*/ 2 w 1054"/>
                  <a:gd name="T81" fmla="*/ 12 h 1989"/>
                  <a:gd name="T82" fmla="*/ 2 w 1054"/>
                  <a:gd name="T83" fmla="*/ 10 h 1989"/>
                  <a:gd name="T84" fmla="*/ 2 w 1054"/>
                  <a:gd name="T85" fmla="*/ 8 h 1989"/>
                  <a:gd name="T86" fmla="*/ 2 w 1054"/>
                  <a:gd name="T87" fmla="*/ 7 h 1989"/>
                  <a:gd name="T88" fmla="*/ 2 w 1054"/>
                  <a:gd name="T89" fmla="*/ 6 h 1989"/>
                  <a:gd name="T90" fmla="*/ 2 w 1054"/>
                  <a:gd name="T91" fmla="*/ 5 h 1989"/>
                  <a:gd name="T92" fmla="*/ 2 w 1054"/>
                  <a:gd name="T93" fmla="*/ 4 h 1989"/>
                  <a:gd name="T94" fmla="*/ 2 w 1054"/>
                  <a:gd name="T95" fmla="*/ 3 h 1989"/>
                  <a:gd name="T96" fmla="*/ 3 w 1054"/>
                  <a:gd name="T97" fmla="*/ 2 h 1989"/>
                  <a:gd name="T98" fmla="*/ 3 w 1054"/>
                  <a:gd name="T99" fmla="*/ 1 h 1989"/>
                  <a:gd name="T100" fmla="*/ 3 w 1054"/>
                  <a:gd name="T101" fmla="*/ 0 h 1989"/>
                  <a:gd name="T102" fmla="*/ 2 w 1054"/>
                  <a:gd name="T103" fmla="*/ 0 h 198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54"/>
                  <a:gd name="T157" fmla="*/ 0 h 1989"/>
                  <a:gd name="T158" fmla="*/ 1054 w 1054"/>
                  <a:gd name="T159" fmla="*/ 1989 h 1989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54" h="1989">
                    <a:moveTo>
                      <a:pt x="112" y="0"/>
                    </a:moveTo>
                    <a:lnTo>
                      <a:pt x="99" y="33"/>
                    </a:lnTo>
                    <a:lnTo>
                      <a:pt x="86" y="66"/>
                    </a:lnTo>
                    <a:lnTo>
                      <a:pt x="75" y="100"/>
                    </a:lnTo>
                    <a:lnTo>
                      <a:pt x="65" y="134"/>
                    </a:lnTo>
                    <a:lnTo>
                      <a:pt x="54" y="169"/>
                    </a:lnTo>
                    <a:lnTo>
                      <a:pt x="45" y="204"/>
                    </a:lnTo>
                    <a:lnTo>
                      <a:pt x="37" y="239"/>
                    </a:lnTo>
                    <a:lnTo>
                      <a:pt x="29" y="276"/>
                    </a:lnTo>
                    <a:lnTo>
                      <a:pt x="23" y="311"/>
                    </a:lnTo>
                    <a:lnTo>
                      <a:pt x="17" y="347"/>
                    </a:lnTo>
                    <a:lnTo>
                      <a:pt x="12" y="384"/>
                    </a:lnTo>
                    <a:lnTo>
                      <a:pt x="8" y="421"/>
                    </a:lnTo>
                    <a:lnTo>
                      <a:pt x="5" y="458"/>
                    </a:lnTo>
                    <a:lnTo>
                      <a:pt x="2" y="495"/>
                    </a:lnTo>
                    <a:lnTo>
                      <a:pt x="1" y="533"/>
                    </a:lnTo>
                    <a:lnTo>
                      <a:pt x="0" y="570"/>
                    </a:lnTo>
                    <a:lnTo>
                      <a:pt x="2" y="631"/>
                    </a:lnTo>
                    <a:lnTo>
                      <a:pt x="6" y="691"/>
                    </a:lnTo>
                    <a:lnTo>
                      <a:pt x="12" y="750"/>
                    </a:lnTo>
                    <a:lnTo>
                      <a:pt x="19" y="808"/>
                    </a:lnTo>
                    <a:lnTo>
                      <a:pt x="29" y="866"/>
                    </a:lnTo>
                    <a:lnTo>
                      <a:pt x="42" y="923"/>
                    </a:lnTo>
                    <a:lnTo>
                      <a:pt x="56" y="979"/>
                    </a:lnTo>
                    <a:lnTo>
                      <a:pt x="73" y="1034"/>
                    </a:lnTo>
                    <a:lnTo>
                      <a:pt x="92" y="1089"/>
                    </a:lnTo>
                    <a:lnTo>
                      <a:pt x="112" y="1142"/>
                    </a:lnTo>
                    <a:lnTo>
                      <a:pt x="135" y="1195"/>
                    </a:lnTo>
                    <a:lnTo>
                      <a:pt x="159" y="1247"/>
                    </a:lnTo>
                    <a:lnTo>
                      <a:pt x="186" y="1297"/>
                    </a:lnTo>
                    <a:lnTo>
                      <a:pt x="214" y="1347"/>
                    </a:lnTo>
                    <a:lnTo>
                      <a:pt x="244" y="1395"/>
                    </a:lnTo>
                    <a:lnTo>
                      <a:pt x="275" y="1441"/>
                    </a:lnTo>
                    <a:lnTo>
                      <a:pt x="309" y="1487"/>
                    </a:lnTo>
                    <a:lnTo>
                      <a:pt x="344" y="1531"/>
                    </a:lnTo>
                    <a:lnTo>
                      <a:pt x="380" y="1574"/>
                    </a:lnTo>
                    <a:lnTo>
                      <a:pt x="419" y="1616"/>
                    </a:lnTo>
                    <a:lnTo>
                      <a:pt x="458" y="1655"/>
                    </a:lnTo>
                    <a:lnTo>
                      <a:pt x="498" y="1695"/>
                    </a:lnTo>
                    <a:lnTo>
                      <a:pt x="541" y="1731"/>
                    </a:lnTo>
                    <a:lnTo>
                      <a:pt x="585" y="1767"/>
                    </a:lnTo>
                    <a:lnTo>
                      <a:pt x="630" y="1800"/>
                    </a:lnTo>
                    <a:lnTo>
                      <a:pt x="677" y="1833"/>
                    </a:lnTo>
                    <a:lnTo>
                      <a:pt x="724" y="1864"/>
                    </a:lnTo>
                    <a:lnTo>
                      <a:pt x="772" y="1892"/>
                    </a:lnTo>
                    <a:lnTo>
                      <a:pt x="823" y="1919"/>
                    </a:lnTo>
                    <a:lnTo>
                      <a:pt x="874" y="1945"/>
                    </a:lnTo>
                    <a:lnTo>
                      <a:pt x="926" y="1968"/>
                    </a:lnTo>
                    <a:lnTo>
                      <a:pt x="979" y="1989"/>
                    </a:lnTo>
                    <a:lnTo>
                      <a:pt x="999" y="1972"/>
                    </a:lnTo>
                    <a:lnTo>
                      <a:pt x="1017" y="1954"/>
                    </a:lnTo>
                    <a:lnTo>
                      <a:pt x="1036" y="1936"/>
                    </a:lnTo>
                    <a:lnTo>
                      <a:pt x="1054" y="1919"/>
                    </a:lnTo>
                    <a:lnTo>
                      <a:pt x="1002" y="1899"/>
                    </a:lnTo>
                    <a:lnTo>
                      <a:pt x="951" y="1878"/>
                    </a:lnTo>
                    <a:lnTo>
                      <a:pt x="901" y="1855"/>
                    </a:lnTo>
                    <a:lnTo>
                      <a:pt x="852" y="1831"/>
                    </a:lnTo>
                    <a:lnTo>
                      <a:pt x="805" y="1805"/>
                    </a:lnTo>
                    <a:lnTo>
                      <a:pt x="758" y="1776"/>
                    </a:lnTo>
                    <a:lnTo>
                      <a:pt x="712" y="1746"/>
                    </a:lnTo>
                    <a:lnTo>
                      <a:pt x="668" y="1714"/>
                    </a:lnTo>
                    <a:lnTo>
                      <a:pt x="625" y="1681"/>
                    </a:lnTo>
                    <a:lnTo>
                      <a:pt x="584" y="1646"/>
                    </a:lnTo>
                    <a:lnTo>
                      <a:pt x="543" y="1609"/>
                    </a:lnTo>
                    <a:lnTo>
                      <a:pt x="504" y="1572"/>
                    </a:lnTo>
                    <a:lnTo>
                      <a:pt x="466" y="1533"/>
                    </a:lnTo>
                    <a:lnTo>
                      <a:pt x="431" y="1492"/>
                    </a:lnTo>
                    <a:lnTo>
                      <a:pt x="397" y="1450"/>
                    </a:lnTo>
                    <a:lnTo>
                      <a:pt x="364" y="1406"/>
                    </a:lnTo>
                    <a:lnTo>
                      <a:pt x="332" y="1361"/>
                    </a:lnTo>
                    <a:lnTo>
                      <a:pt x="303" y="1316"/>
                    </a:lnTo>
                    <a:lnTo>
                      <a:pt x="275" y="1269"/>
                    </a:lnTo>
                    <a:lnTo>
                      <a:pt x="249" y="1220"/>
                    </a:lnTo>
                    <a:lnTo>
                      <a:pt x="226" y="1171"/>
                    </a:lnTo>
                    <a:lnTo>
                      <a:pt x="203" y="1122"/>
                    </a:lnTo>
                    <a:lnTo>
                      <a:pt x="183" y="1070"/>
                    </a:lnTo>
                    <a:lnTo>
                      <a:pt x="164" y="1018"/>
                    </a:lnTo>
                    <a:lnTo>
                      <a:pt x="148" y="964"/>
                    </a:lnTo>
                    <a:lnTo>
                      <a:pt x="133" y="910"/>
                    </a:lnTo>
                    <a:lnTo>
                      <a:pt x="121" y="856"/>
                    </a:lnTo>
                    <a:lnTo>
                      <a:pt x="111" y="800"/>
                    </a:lnTo>
                    <a:lnTo>
                      <a:pt x="103" y="744"/>
                    </a:lnTo>
                    <a:lnTo>
                      <a:pt x="97" y="687"/>
                    </a:lnTo>
                    <a:lnTo>
                      <a:pt x="94" y="629"/>
                    </a:lnTo>
                    <a:lnTo>
                      <a:pt x="93" y="570"/>
                    </a:lnTo>
                    <a:lnTo>
                      <a:pt x="93" y="534"/>
                    </a:lnTo>
                    <a:lnTo>
                      <a:pt x="95" y="498"/>
                    </a:lnTo>
                    <a:lnTo>
                      <a:pt x="97" y="462"/>
                    </a:lnTo>
                    <a:lnTo>
                      <a:pt x="100" y="426"/>
                    </a:lnTo>
                    <a:lnTo>
                      <a:pt x="104" y="391"/>
                    </a:lnTo>
                    <a:lnTo>
                      <a:pt x="108" y="356"/>
                    </a:lnTo>
                    <a:lnTo>
                      <a:pt x="115" y="321"/>
                    </a:lnTo>
                    <a:lnTo>
                      <a:pt x="121" y="286"/>
                    </a:lnTo>
                    <a:lnTo>
                      <a:pt x="128" y="252"/>
                    </a:lnTo>
                    <a:lnTo>
                      <a:pt x="136" y="219"/>
                    </a:lnTo>
                    <a:lnTo>
                      <a:pt x="146" y="184"/>
                    </a:lnTo>
                    <a:lnTo>
                      <a:pt x="155" y="151"/>
                    </a:lnTo>
                    <a:lnTo>
                      <a:pt x="166" y="118"/>
                    </a:lnTo>
                    <a:lnTo>
                      <a:pt x="178" y="86"/>
                    </a:lnTo>
                    <a:lnTo>
                      <a:pt x="189" y="53"/>
                    </a:lnTo>
                    <a:lnTo>
                      <a:pt x="203" y="21"/>
                    </a:lnTo>
                    <a:lnTo>
                      <a:pt x="180" y="16"/>
                    </a:lnTo>
                    <a:lnTo>
                      <a:pt x="157" y="10"/>
                    </a:lnTo>
                    <a:lnTo>
                      <a:pt x="135" y="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2D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6" name="Freeform 77"/>
              <p:cNvSpPr>
                <a:spLocks/>
              </p:cNvSpPr>
              <p:nvPr/>
            </p:nvSpPr>
            <p:spPr bwMode="auto">
              <a:xfrm>
                <a:off x="1198" y="1559"/>
                <a:ext cx="130" cy="243"/>
              </a:xfrm>
              <a:custGeom>
                <a:avLst/>
                <a:gdLst>
                  <a:gd name="T0" fmla="*/ 1 w 1042"/>
                  <a:gd name="T1" fmla="*/ 1 h 1944"/>
                  <a:gd name="T2" fmla="*/ 1 w 1042"/>
                  <a:gd name="T3" fmla="*/ 2 h 1944"/>
                  <a:gd name="T4" fmla="*/ 1 w 1042"/>
                  <a:gd name="T5" fmla="*/ 3 h 1944"/>
                  <a:gd name="T6" fmla="*/ 0 w 1042"/>
                  <a:gd name="T7" fmla="*/ 4 h 1944"/>
                  <a:gd name="T8" fmla="*/ 0 w 1042"/>
                  <a:gd name="T9" fmla="*/ 5 h 1944"/>
                  <a:gd name="T10" fmla="*/ 0 w 1042"/>
                  <a:gd name="T11" fmla="*/ 6 h 1944"/>
                  <a:gd name="T12" fmla="*/ 0 w 1042"/>
                  <a:gd name="T13" fmla="*/ 7 h 1944"/>
                  <a:gd name="T14" fmla="*/ 0 w 1042"/>
                  <a:gd name="T15" fmla="*/ 8 h 1944"/>
                  <a:gd name="T16" fmla="*/ 0 w 1042"/>
                  <a:gd name="T17" fmla="*/ 10 h 1944"/>
                  <a:gd name="T18" fmla="*/ 0 w 1042"/>
                  <a:gd name="T19" fmla="*/ 12 h 1944"/>
                  <a:gd name="T20" fmla="*/ 0 w 1042"/>
                  <a:gd name="T21" fmla="*/ 13 h 1944"/>
                  <a:gd name="T22" fmla="*/ 1 w 1042"/>
                  <a:gd name="T23" fmla="*/ 15 h 1944"/>
                  <a:gd name="T24" fmla="*/ 1 w 1042"/>
                  <a:gd name="T25" fmla="*/ 17 h 1944"/>
                  <a:gd name="T26" fmla="*/ 2 w 1042"/>
                  <a:gd name="T27" fmla="*/ 18 h 1944"/>
                  <a:gd name="T28" fmla="*/ 3 w 1042"/>
                  <a:gd name="T29" fmla="*/ 20 h 1944"/>
                  <a:gd name="T30" fmla="*/ 4 w 1042"/>
                  <a:gd name="T31" fmla="*/ 21 h 1944"/>
                  <a:gd name="T32" fmla="*/ 5 w 1042"/>
                  <a:gd name="T33" fmla="*/ 23 h 1944"/>
                  <a:gd name="T34" fmla="*/ 6 w 1042"/>
                  <a:gd name="T35" fmla="*/ 24 h 1944"/>
                  <a:gd name="T36" fmla="*/ 7 w 1042"/>
                  <a:gd name="T37" fmla="*/ 25 h 1944"/>
                  <a:gd name="T38" fmla="*/ 8 w 1042"/>
                  <a:gd name="T39" fmla="*/ 27 h 1944"/>
                  <a:gd name="T40" fmla="*/ 10 w 1042"/>
                  <a:gd name="T41" fmla="*/ 28 h 1944"/>
                  <a:gd name="T42" fmla="*/ 11 w 1042"/>
                  <a:gd name="T43" fmla="*/ 29 h 1944"/>
                  <a:gd name="T44" fmla="*/ 13 w 1042"/>
                  <a:gd name="T45" fmla="*/ 29 h 1944"/>
                  <a:gd name="T46" fmla="*/ 14 w 1042"/>
                  <a:gd name="T47" fmla="*/ 30 h 1944"/>
                  <a:gd name="T48" fmla="*/ 15 w 1042"/>
                  <a:gd name="T49" fmla="*/ 30 h 1944"/>
                  <a:gd name="T50" fmla="*/ 16 w 1042"/>
                  <a:gd name="T51" fmla="*/ 30 h 1944"/>
                  <a:gd name="T52" fmla="*/ 15 w 1042"/>
                  <a:gd name="T53" fmla="*/ 29 h 1944"/>
                  <a:gd name="T54" fmla="*/ 14 w 1042"/>
                  <a:gd name="T55" fmla="*/ 28 h 1944"/>
                  <a:gd name="T56" fmla="*/ 12 w 1042"/>
                  <a:gd name="T57" fmla="*/ 28 h 1944"/>
                  <a:gd name="T58" fmla="*/ 11 w 1042"/>
                  <a:gd name="T59" fmla="*/ 27 h 1944"/>
                  <a:gd name="T60" fmla="*/ 10 w 1042"/>
                  <a:gd name="T61" fmla="*/ 26 h 1944"/>
                  <a:gd name="T62" fmla="*/ 8 w 1042"/>
                  <a:gd name="T63" fmla="*/ 25 h 1944"/>
                  <a:gd name="T64" fmla="*/ 7 w 1042"/>
                  <a:gd name="T65" fmla="*/ 24 h 1944"/>
                  <a:gd name="T66" fmla="*/ 6 w 1042"/>
                  <a:gd name="T67" fmla="*/ 22 h 1944"/>
                  <a:gd name="T68" fmla="*/ 5 w 1042"/>
                  <a:gd name="T69" fmla="*/ 21 h 1944"/>
                  <a:gd name="T70" fmla="*/ 4 w 1042"/>
                  <a:gd name="T71" fmla="*/ 19 h 1944"/>
                  <a:gd name="T72" fmla="*/ 3 w 1042"/>
                  <a:gd name="T73" fmla="*/ 18 h 1944"/>
                  <a:gd name="T74" fmla="*/ 3 w 1042"/>
                  <a:gd name="T75" fmla="*/ 16 h 1944"/>
                  <a:gd name="T76" fmla="*/ 2 w 1042"/>
                  <a:gd name="T77" fmla="*/ 15 h 1944"/>
                  <a:gd name="T78" fmla="*/ 2 w 1042"/>
                  <a:gd name="T79" fmla="*/ 13 h 1944"/>
                  <a:gd name="T80" fmla="*/ 2 w 1042"/>
                  <a:gd name="T81" fmla="*/ 11 h 1944"/>
                  <a:gd name="T82" fmla="*/ 1 w 1042"/>
                  <a:gd name="T83" fmla="*/ 10 h 1944"/>
                  <a:gd name="T84" fmla="*/ 1 w 1042"/>
                  <a:gd name="T85" fmla="*/ 8 h 1944"/>
                  <a:gd name="T86" fmla="*/ 1 w 1042"/>
                  <a:gd name="T87" fmla="*/ 7 h 1944"/>
                  <a:gd name="T88" fmla="*/ 2 w 1042"/>
                  <a:gd name="T89" fmla="*/ 6 h 1944"/>
                  <a:gd name="T90" fmla="*/ 2 w 1042"/>
                  <a:gd name="T91" fmla="*/ 5 h 1944"/>
                  <a:gd name="T92" fmla="*/ 2 w 1042"/>
                  <a:gd name="T93" fmla="*/ 4 h 1944"/>
                  <a:gd name="T94" fmla="*/ 2 w 1042"/>
                  <a:gd name="T95" fmla="*/ 3 h 1944"/>
                  <a:gd name="T96" fmla="*/ 2 w 1042"/>
                  <a:gd name="T97" fmla="*/ 2 h 1944"/>
                  <a:gd name="T98" fmla="*/ 3 w 1042"/>
                  <a:gd name="T99" fmla="*/ 1 h 1944"/>
                  <a:gd name="T100" fmla="*/ 3 w 1042"/>
                  <a:gd name="T101" fmla="*/ 0 h 1944"/>
                  <a:gd name="T102" fmla="*/ 2 w 1042"/>
                  <a:gd name="T103" fmla="*/ 0 h 19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42"/>
                  <a:gd name="T157" fmla="*/ 0 h 1944"/>
                  <a:gd name="T158" fmla="*/ 1042 w 1042"/>
                  <a:gd name="T159" fmla="*/ 1944 h 194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42" h="1944">
                    <a:moveTo>
                      <a:pt x="110" y="0"/>
                    </a:moveTo>
                    <a:lnTo>
                      <a:pt x="98" y="32"/>
                    </a:lnTo>
                    <a:lnTo>
                      <a:pt x="85" y="65"/>
                    </a:lnTo>
                    <a:lnTo>
                      <a:pt x="74" y="98"/>
                    </a:lnTo>
                    <a:lnTo>
                      <a:pt x="63" y="133"/>
                    </a:lnTo>
                    <a:lnTo>
                      <a:pt x="53" y="167"/>
                    </a:lnTo>
                    <a:lnTo>
                      <a:pt x="44" y="201"/>
                    </a:lnTo>
                    <a:lnTo>
                      <a:pt x="35" y="236"/>
                    </a:lnTo>
                    <a:lnTo>
                      <a:pt x="28" y="271"/>
                    </a:lnTo>
                    <a:lnTo>
                      <a:pt x="22" y="306"/>
                    </a:lnTo>
                    <a:lnTo>
                      <a:pt x="16" y="341"/>
                    </a:lnTo>
                    <a:lnTo>
                      <a:pt x="11" y="378"/>
                    </a:lnTo>
                    <a:lnTo>
                      <a:pt x="7" y="413"/>
                    </a:lnTo>
                    <a:lnTo>
                      <a:pt x="4" y="449"/>
                    </a:lnTo>
                    <a:lnTo>
                      <a:pt x="1" y="487"/>
                    </a:lnTo>
                    <a:lnTo>
                      <a:pt x="0" y="523"/>
                    </a:lnTo>
                    <a:lnTo>
                      <a:pt x="0" y="560"/>
                    </a:lnTo>
                    <a:lnTo>
                      <a:pt x="1" y="620"/>
                    </a:lnTo>
                    <a:lnTo>
                      <a:pt x="4" y="679"/>
                    </a:lnTo>
                    <a:lnTo>
                      <a:pt x="10" y="737"/>
                    </a:lnTo>
                    <a:lnTo>
                      <a:pt x="19" y="794"/>
                    </a:lnTo>
                    <a:lnTo>
                      <a:pt x="28" y="851"/>
                    </a:lnTo>
                    <a:lnTo>
                      <a:pt x="41" y="907"/>
                    </a:lnTo>
                    <a:lnTo>
                      <a:pt x="55" y="962"/>
                    </a:lnTo>
                    <a:lnTo>
                      <a:pt x="72" y="1016"/>
                    </a:lnTo>
                    <a:lnTo>
                      <a:pt x="90" y="1070"/>
                    </a:lnTo>
                    <a:lnTo>
                      <a:pt x="111" y="1122"/>
                    </a:lnTo>
                    <a:lnTo>
                      <a:pt x="133" y="1174"/>
                    </a:lnTo>
                    <a:lnTo>
                      <a:pt x="158" y="1224"/>
                    </a:lnTo>
                    <a:lnTo>
                      <a:pt x="184" y="1274"/>
                    </a:lnTo>
                    <a:lnTo>
                      <a:pt x="212" y="1321"/>
                    </a:lnTo>
                    <a:lnTo>
                      <a:pt x="242" y="1368"/>
                    </a:lnTo>
                    <a:lnTo>
                      <a:pt x="273" y="1415"/>
                    </a:lnTo>
                    <a:lnTo>
                      <a:pt x="306" y="1458"/>
                    </a:lnTo>
                    <a:lnTo>
                      <a:pt x="340" y="1502"/>
                    </a:lnTo>
                    <a:lnTo>
                      <a:pt x="377" y="1543"/>
                    </a:lnTo>
                    <a:lnTo>
                      <a:pt x="414" y="1584"/>
                    </a:lnTo>
                    <a:lnTo>
                      <a:pt x="454" y="1623"/>
                    </a:lnTo>
                    <a:lnTo>
                      <a:pt x="494" y="1661"/>
                    </a:lnTo>
                    <a:lnTo>
                      <a:pt x="537" y="1697"/>
                    </a:lnTo>
                    <a:lnTo>
                      <a:pt x="580" y="1731"/>
                    </a:lnTo>
                    <a:lnTo>
                      <a:pt x="625" y="1763"/>
                    </a:lnTo>
                    <a:lnTo>
                      <a:pt x="670" y="1795"/>
                    </a:lnTo>
                    <a:lnTo>
                      <a:pt x="718" y="1825"/>
                    </a:lnTo>
                    <a:lnTo>
                      <a:pt x="766" y="1852"/>
                    </a:lnTo>
                    <a:lnTo>
                      <a:pt x="816" y="1878"/>
                    </a:lnTo>
                    <a:lnTo>
                      <a:pt x="867" y="1902"/>
                    </a:lnTo>
                    <a:lnTo>
                      <a:pt x="917" y="1924"/>
                    </a:lnTo>
                    <a:lnTo>
                      <a:pt x="970" y="1944"/>
                    </a:lnTo>
                    <a:lnTo>
                      <a:pt x="989" y="1926"/>
                    </a:lnTo>
                    <a:lnTo>
                      <a:pt x="1007" y="1908"/>
                    </a:lnTo>
                    <a:lnTo>
                      <a:pt x="1024" y="1890"/>
                    </a:lnTo>
                    <a:lnTo>
                      <a:pt x="1042" y="1871"/>
                    </a:lnTo>
                    <a:lnTo>
                      <a:pt x="990" y="1854"/>
                    </a:lnTo>
                    <a:lnTo>
                      <a:pt x="940" y="1834"/>
                    </a:lnTo>
                    <a:lnTo>
                      <a:pt x="890" y="1812"/>
                    </a:lnTo>
                    <a:lnTo>
                      <a:pt x="843" y="1788"/>
                    </a:lnTo>
                    <a:lnTo>
                      <a:pt x="795" y="1763"/>
                    </a:lnTo>
                    <a:lnTo>
                      <a:pt x="749" y="1735"/>
                    </a:lnTo>
                    <a:lnTo>
                      <a:pt x="705" y="1707"/>
                    </a:lnTo>
                    <a:lnTo>
                      <a:pt x="661" y="1676"/>
                    </a:lnTo>
                    <a:lnTo>
                      <a:pt x="619" y="1644"/>
                    </a:lnTo>
                    <a:lnTo>
                      <a:pt x="577" y="1611"/>
                    </a:lnTo>
                    <a:lnTo>
                      <a:pt x="538" y="1576"/>
                    </a:lnTo>
                    <a:lnTo>
                      <a:pt x="499" y="1538"/>
                    </a:lnTo>
                    <a:lnTo>
                      <a:pt x="462" y="1501"/>
                    </a:lnTo>
                    <a:lnTo>
                      <a:pt x="427" y="1461"/>
                    </a:lnTo>
                    <a:lnTo>
                      <a:pt x="392" y="1420"/>
                    </a:lnTo>
                    <a:lnTo>
                      <a:pt x="360" y="1377"/>
                    </a:lnTo>
                    <a:lnTo>
                      <a:pt x="329" y="1334"/>
                    </a:lnTo>
                    <a:lnTo>
                      <a:pt x="300" y="1289"/>
                    </a:lnTo>
                    <a:lnTo>
                      <a:pt x="273" y="1243"/>
                    </a:lnTo>
                    <a:lnTo>
                      <a:pt x="247" y="1197"/>
                    </a:lnTo>
                    <a:lnTo>
                      <a:pt x="223" y="1149"/>
                    </a:lnTo>
                    <a:lnTo>
                      <a:pt x="201" y="1099"/>
                    </a:lnTo>
                    <a:lnTo>
                      <a:pt x="181" y="1049"/>
                    </a:lnTo>
                    <a:lnTo>
                      <a:pt x="163" y="998"/>
                    </a:lnTo>
                    <a:lnTo>
                      <a:pt x="146" y="947"/>
                    </a:lnTo>
                    <a:lnTo>
                      <a:pt x="132" y="894"/>
                    </a:lnTo>
                    <a:lnTo>
                      <a:pt x="120" y="840"/>
                    </a:lnTo>
                    <a:lnTo>
                      <a:pt x="110" y="785"/>
                    </a:lnTo>
                    <a:lnTo>
                      <a:pt x="102" y="730"/>
                    </a:lnTo>
                    <a:lnTo>
                      <a:pt x="97" y="674"/>
                    </a:lnTo>
                    <a:lnTo>
                      <a:pt x="92" y="617"/>
                    </a:lnTo>
                    <a:lnTo>
                      <a:pt x="91" y="560"/>
                    </a:lnTo>
                    <a:lnTo>
                      <a:pt x="92" y="525"/>
                    </a:lnTo>
                    <a:lnTo>
                      <a:pt x="93" y="490"/>
                    </a:lnTo>
                    <a:lnTo>
                      <a:pt x="96" y="455"/>
                    </a:lnTo>
                    <a:lnTo>
                      <a:pt x="99" y="419"/>
                    </a:lnTo>
                    <a:lnTo>
                      <a:pt x="103" y="385"/>
                    </a:lnTo>
                    <a:lnTo>
                      <a:pt x="108" y="351"/>
                    </a:lnTo>
                    <a:lnTo>
                      <a:pt x="113" y="316"/>
                    </a:lnTo>
                    <a:lnTo>
                      <a:pt x="119" y="282"/>
                    </a:lnTo>
                    <a:lnTo>
                      <a:pt x="127" y="249"/>
                    </a:lnTo>
                    <a:lnTo>
                      <a:pt x="135" y="216"/>
                    </a:lnTo>
                    <a:lnTo>
                      <a:pt x="144" y="184"/>
                    </a:lnTo>
                    <a:lnTo>
                      <a:pt x="154" y="150"/>
                    </a:lnTo>
                    <a:lnTo>
                      <a:pt x="164" y="118"/>
                    </a:lnTo>
                    <a:lnTo>
                      <a:pt x="175" y="87"/>
                    </a:lnTo>
                    <a:lnTo>
                      <a:pt x="187" y="55"/>
                    </a:lnTo>
                    <a:lnTo>
                      <a:pt x="200" y="24"/>
                    </a:lnTo>
                    <a:lnTo>
                      <a:pt x="178" y="18"/>
                    </a:lnTo>
                    <a:lnTo>
                      <a:pt x="156" y="11"/>
                    </a:lnTo>
                    <a:lnTo>
                      <a:pt x="133" y="6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D4DB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7" name="Freeform 78"/>
              <p:cNvSpPr>
                <a:spLocks/>
              </p:cNvSpPr>
              <p:nvPr/>
            </p:nvSpPr>
            <p:spPr bwMode="auto">
              <a:xfrm>
                <a:off x="1204" y="1561"/>
                <a:ext cx="128" cy="237"/>
              </a:xfrm>
              <a:custGeom>
                <a:avLst/>
                <a:gdLst>
                  <a:gd name="T0" fmla="*/ 1 w 1029"/>
                  <a:gd name="T1" fmla="*/ 0 h 1898"/>
                  <a:gd name="T2" fmla="*/ 1 w 1029"/>
                  <a:gd name="T3" fmla="*/ 1 h 1898"/>
                  <a:gd name="T4" fmla="*/ 1 w 1029"/>
                  <a:gd name="T5" fmla="*/ 2 h 1898"/>
                  <a:gd name="T6" fmla="*/ 0 w 1029"/>
                  <a:gd name="T7" fmla="*/ 4 h 1898"/>
                  <a:gd name="T8" fmla="*/ 0 w 1029"/>
                  <a:gd name="T9" fmla="*/ 5 h 1898"/>
                  <a:gd name="T10" fmla="*/ 0 w 1029"/>
                  <a:gd name="T11" fmla="*/ 6 h 1898"/>
                  <a:gd name="T12" fmla="*/ 0 w 1029"/>
                  <a:gd name="T13" fmla="*/ 7 h 1898"/>
                  <a:gd name="T14" fmla="*/ 0 w 1029"/>
                  <a:gd name="T15" fmla="*/ 8 h 1898"/>
                  <a:gd name="T16" fmla="*/ 0 w 1029"/>
                  <a:gd name="T17" fmla="*/ 9 h 1898"/>
                  <a:gd name="T18" fmla="*/ 0 w 1029"/>
                  <a:gd name="T19" fmla="*/ 11 h 1898"/>
                  <a:gd name="T20" fmla="*/ 0 w 1029"/>
                  <a:gd name="T21" fmla="*/ 13 h 1898"/>
                  <a:gd name="T22" fmla="*/ 1 w 1029"/>
                  <a:gd name="T23" fmla="*/ 15 h 1898"/>
                  <a:gd name="T24" fmla="*/ 1 w 1029"/>
                  <a:gd name="T25" fmla="*/ 16 h 1898"/>
                  <a:gd name="T26" fmla="*/ 2 w 1029"/>
                  <a:gd name="T27" fmla="*/ 18 h 1898"/>
                  <a:gd name="T28" fmla="*/ 3 w 1029"/>
                  <a:gd name="T29" fmla="*/ 19 h 1898"/>
                  <a:gd name="T30" fmla="*/ 4 w 1029"/>
                  <a:gd name="T31" fmla="*/ 21 h 1898"/>
                  <a:gd name="T32" fmla="*/ 5 w 1029"/>
                  <a:gd name="T33" fmla="*/ 22 h 1898"/>
                  <a:gd name="T34" fmla="*/ 6 w 1029"/>
                  <a:gd name="T35" fmla="*/ 24 h 1898"/>
                  <a:gd name="T36" fmla="*/ 7 w 1029"/>
                  <a:gd name="T37" fmla="*/ 25 h 1898"/>
                  <a:gd name="T38" fmla="*/ 8 w 1029"/>
                  <a:gd name="T39" fmla="*/ 26 h 1898"/>
                  <a:gd name="T40" fmla="*/ 10 w 1029"/>
                  <a:gd name="T41" fmla="*/ 27 h 1898"/>
                  <a:gd name="T42" fmla="*/ 11 w 1029"/>
                  <a:gd name="T43" fmla="*/ 28 h 1898"/>
                  <a:gd name="T44" fmla="*/ 13 w 1029"/>
                  <a:gd name="T45" fmla="*/ 29 h 1898"/>
                  <a:gd name="T46" fmla="*/ 14 w 1029"/>
                  <a:gd name="T47" fmla="*/ 29 h 1898"/>
                  <a:gd name="T48" fmla="*/ 15 w 1029"/>
                  <a:gd name="T49" fmla="*/ 29 h 1898"/>
                  <a:gd name="T50" fmla="*/ 16 w 1029"/>
                  <a:gd name="T51" fmla="*/ 29 h 1898"/>
                  <a:gd name="T52" fmla="*/ 15 w 1029"/>
                  <a:gd name="T53" fmla="*/ 28 h 1898"/>
                  <a:gd name="T54" fmla="*/ 14 w 1029"/>
                  <a:gd name="T55" fmla="*/ 28 h 1898"/>
                  <a:gd name="T56" fmla="*/ 12 w 1029"/>
                  <a:gd name="T57" fmla="*/ 27 h 1898"/>
                  <a:gd name="T58" fmla="*/ 11 w 1029"/>
                  <a:gd name="T59" fmla="*/ 26 h 1898"/>
                  <a:gd name="T60" fmla="*/ 9 w 1029"/>
                  <a:gd name="T61" fmla="*/ 25 h 1898"/>
                  <a:gd name="T62" fmla="*/ 8 w 1029"/>
                  <a:gd name="T63" fmla="*/ 24 h 1898"/>
                  <a:gd name="T64" fmla="*/ 7 w 1029"/>
                  <a:gd name="T65" fmla="*/ 23 h 1898"/>
                  <a:gd name="T66" fmla="*/ 6 w 1029"/>
                  <a:gd name="T67" fmla="*/ 22 h 1898"/>
                  <a:gd name="T68" fmla="*/ 5 w 1029"/>
                  <a:gd name="T69" fmla="*/ 20 h 1898"/>
                  <a:gd name="T70" fmla="*/ 4 w 1029"/>
                  <a:gd name="T71" fmla="*/ 19 h 1898"/>
                  <a:gd name="T72" fmla="*/ 3 w 1029"/>
                  <a:gd name="T73" fmla="*/ 17 h 1898"/>
                  <a:gd name="T74" fmla="*/ 3 w 1029"/>
                  <a:gd name="T75" fmla="*/ 16 h 1898"/>
                  <a:gd name="T76" fmla="*/ 2 w 1029"/>
                  <a:gd name="T77" fmla="*/ 14 h 1898"/>
                  <a:gd name="T78" fmla="*/ 2 w 1029"/>
                  <a:gd name="T79" fmla="*/ 13 h 1898"/>
                  <a:gd name="T80" fmla="*/ 2 w 1029"/>
                  <a:gd name="T81" fmla="*/ 11 h 1898"/>
                  <a:gd name="T82" fmla="*/ 1 w 1029"/>
                  <a:gd name="T83" fmla="*/ 9 h 1898"/>
                  <a:gd name="T84" fmla="*/ 1 w 1029"/>
                  <a:gd name="T85" fmla="*/ 8 h 1898"/>
                  <a:gd name="T86" fmla="*/ 1 w 1029"/>
                  <a:gd name="T87" fmla="*/ 7 h 1898"/>
                  <a:gd name="T88" fmla="*/ 2 w 1029"/>
                  <a:gd name="T89" fmla="*/ 6 h 1898"/>
                  <a:gd name="T90" fmla="*/ 2 w 1029"/>
                  <a:gd name="T91" fmla="*/ 5 h 1898"/>
                  <a:gd name="T92" fmla="*/ 2 w 1029"/>
                  <a:gd name="T93" fmla="*/ 4 h 1898"/>
                  <a:gd name="T94" fmla="*/ 2 w 1029"/>
                  <a:gd name="T95" fmla="*/ 3 h 1898"/>
                  <a:gd name="T96" fmla="*/ 2 w 1029"/>
                  <a:gd name="T97" fmla="*/ 2 h 1898"/>
                  <a:gd name="T98" fmla="*/ 3 w 1029"/>
                  <a:gd name="T99" fmla="*/ 1 h 1898"/>
                  <a:gd name="T100" fmla="*/ 3 w 1029"/>
                  <a:gd name="T101" fmla="*/ 0 h 1898"/>
                  <a:gd name="T102" fmla="*/ 2 w 1029"/>
                  <a:gd name="T103" fmla="*/ 0 h 189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29"/>
                  <a:gd name="T157" fmla="*/ 0 h 1898"/>
                  <a:gd name="T158" fmla="*/ 1029 w 1029"/>
                  <a:gd name="T159" fmla="*/ 1898 h 189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29" h="1898">
                    <a:moveTo>
                      <a:pt x="110" y="0"/>
                    </a:moveTo>
                    <a:lnTo>
                      <a:pt x="96" y="32"/>
                    </a:lnTo>
                    <a:lnTo>
                      <a:pt x="85" y="65"/>
                    </a:lnTo>
                    <a:lnTo>
                      <a:pt x="73" y="97"/>
                    </a:lnTo>
                    <a:lnTo>
                      <a:pt x="62" y="130"/>
                    </a:lnTo>
                    <a:lnTo>
                      <a:pt x="53" y="163"/>
                    </a:lnTo>
                    <a:lnTo>
                      <a:pt x="43" y="198"/>
                    </a:lnTo>
                    <a:lnTo>
                      <a:pt x="35" y="231"/>
                    </a:lnTo>
                    <a:lnTo>
                      <a:pt x="28" y="265"/>
                    </a:lnTo>
                    <a:lnTo>
                      <a:pt x="22" y="300"/>
                    </a:lnTo>
                    <a:lnTo>
                      <a:pt x="15" y="335"/>
                    </a:lnTo>
                    <a:lnTo>
                      <a:pt x="11" y="370"/>
                    </a:lnTo>
                    <a:lnTo>
                      <a:pt x="7" y="405"/>
                    </a:lnTo>
                    <a:lnTo>
                      <a:pt x="4" y="441"/>
                    </a:lnTo>
                    <a:lnTo>
                      <a:pt x="2" y="477"/>
                    </a:lnTo>
                    <a:lnTo>
                      <a:pt x="0" y="513"/>
                    </a:lnTo>
                    <a:lnTo>
                      <a:pt x="0" y="549"/>
                    </a:lnTo>
                    <a:lnTo>
                      <a:pt x="1" y="608"/>
                    </a:lnTo>
                    <a:lnTo>
                      <a:pt x="4" y="666"/>
                    </a:lnTo>
                    <a:lnTo>
                      <a:pt x="10" y="723"/>
                    </a:lnTo>
                    <a:lnTo>
                      <a:pt x="18" y="779"/>
                    </a:lnTo>
                    <a:lnTo>
                      <a:pt x="28" y="835"/>
                    </a:lnTo>
                    <a:lnTo>
                      <a:pt x="40" y="889"/>
                    </a:lnTo>
                    <a:lnTo>
                      <a:pt x="55" y="943"/>
                    </a:lnTo>
                    <a:lnTo>
                      <a:pt x="71" y="997"/>
                    </a:lnTo>
                    <a:lnTo>
                      <a:pt x="90" y="1049"/>
                    </a:lnTo>
                    <a:lnTo>
                      <a:pt x="110" y="1101"/>
                    </a:lnTo>
                    <a:lnTo>
                      <a:pt x="133" y="1150"/>
                    </a:lnTo>
                    <a:lnTo>
                      <a:pt x="156" y="1199"/>
                    </a:lnTo>
                    <a:lnTo>
                      <a:pt x="182" y="1248"/>
                    </a:lnTo>
                    <a:lnTo>
                      <a:pt x="210" y="1295"/>
                    </a:lnTo>
                    <a:lnTo>
                      <a:pt x="239" y="1340"/>
                    </a:lnTo>
                    <a:lnTo>
                      <a:pt x="271" y="1385"/>
                    </a:lnTo>
                    <a:lnTo>
                      <a:pt x="304" y="1429"/>
                    </a:lnTo>
                    <a:lnTo>
                      <a:pt x="338" y="1471"/>
                    </a:lnTo>
                    <a:lnTo>
                      <a:pt x="373" y="1512"/>
                    </a:lnTo>
                    <a:lnTo>
                      <a:pt x="411" y="1551"/>
                    </a:lnTo>
                    <a:lnTo>
                      <a:pt x="450" y="1588"/>
                    </a:lnTo>
                    <a:lnTo>
                      <a:pt x="491" y="1625"/>
                    </a:lnTo>
                    <a:lnTo>
                      <a:pt x="532" y="1660"/>
                    </a:lnTo>
                    <a:lnTo>
                      <a:pt x="575" y="1693"/>
                    </a:lnTo>
                    <a:lnTo>
                      <a:pt x="619" y="1725"/>
                    </a:lnTo>
                    <a:lnTo>
                      <a:pt x="665" y="1755"/>
                    </a:lnTo>
                    <a:lnTo>
                      <a:pt x="712" y="1784"/>
                    </a:lnTo>
                    <a:lnTo>
                      <a:pt x="759" y="1810"/>
                    </a:lnTo>
                    <a:lnTo>
                      <a:pt x="808" y="1834"/>
                    </a:lnTo>
                    <a:lnTo>
                      <a:pt x="858" y="1857"/>
                    </a:lnTo>
                    <a:lnTo>
                      <a:pt x="909" y="1878"/>
                    </a:lnTo>
                    <a:lnTo>
                      <a:pt x="961" y="1898"/>
                    </a:lnTo>
                    <a:lnTo>
                      <a:pt x="978" y="1879"/>
                    </a:lnTo>
                    <a:lnTo>
                      <a:pt x="996" y="1860"/>
                    </a:lnTo>
                    <a:lnTo>
                      <a:pt x="1013" y="1842"/>
                    </a:lnTo>
                    <a:lnTo>
                      <a:pt x="1029" y="1823"/>
                    </a:lnTo>
                    <a:lnTo>
                      <a:pt x="978" y="1806"/>
                    </a:lnTo>
                    <a:lnTo>
                      <a:pt x="929" y="1788"/>
                    </a:lnTo>
                    <a:lnTo>
                      <a:pt x="880" y="1767"/>
                    </a:lnTo>
                    <a:lnTo>
                      <a:pt x="833" y="1744"/>
                    </a:lnTo>
                    <a:lnTo>
                      <a:pt x="786" y="1720"/>
                    </a:lnTo>
                    <a:lnTo>
                      <a:pt x="741" y="1694"/>
                    </a:lnTo>
                    <a:lnTo>
                      <a:pt x="696" y="1666"/>
                    </a:lnTo>
                    <a:lnTo>
                      <a:pt x="654" y="1637"/>
                    </a:lnTo>
                    <a:lnTo>
                      <a:pt x="612" y="1606"/>
                    </a:lnTo>
                    <a:lnTo>
                      <a:pt x="570" y="1573"/>
                    </a:lnTo>
                    <a:lnTo>
                      <a:pt x="532" y="1539"/>
                    </a:lnTo>
                    <a:lnTo>
                      <a:pt x="494" y="1503"/>
                    </a:lnTo>
                    <a:lnTo>
                      <a:pt x="457" y="1467"/>
                    </a:lnTo>
                    <a:lnTo>
                      <a:pt x="422" y="1429"/>
                    </a:lnTo>
                    <a:lnTo>
                      <a:pt x="389" y="1388"/>
                    </a:lnTo>
                    <a:lnTo>
                      <a:pt x="357" y="1348"/>
                    </a:lnTo>
                    <a:lnTo>
                      <a:pt x="327" y="1305"/>
                    </a:lnTo>
                    <a:lnTo>
                      <a:pt x="298" y="1261"/>
                    </a:lnTo>
                    <a:lnTo>
                      <a:pt x="271" y="1217"/>
                    </a:lnTo>
                    <a:lnTo>
                      <a:pt x="245" y="1171"/>
                    </a:lnTo>
                    <a:lnTo>
                      <a:pt x="222" y="1123"/>
                    </a:lnTo>
                    <a:lnTo>
                      <a:pt x="200" y="1076"/>
                    </a:lnTo>
                    <a:lnTo>
                      <a:pt x="179" y="1027"/>
                    </a:lnTo>
                    <a:lnTo>
                      <a:pt x="162" y="977"/>
                    </a:lnTo>
                    <a:lnTo>
                      <a:pt x="146" y="926"/>
                    </a:lnTo>
                    <a:lnTo>
                      <a:pt x="132" y="874"/>
                    </a:lnTo>
                    <a:lnTo>
                      <a:pt x="119" y="822"/>
                    </a:lnTo>
                    <a:lnTo>
                      <a:pt x="110" y="769"/>
                    </a:lnTo>
                    <a:lnTo>
                      <a:pt x="101" y="715"/>
                    </a:lnTo>
                    <a:lnTo>
                      <a:pt x="96" y="660"/>
                    </a:lnTo>
                    <a:lnTo>
                      <a:pt x="93" y="605"/>
                    </a:lnTo>
                    <a:lnTo>
                      <a:pt x="92" y="549"/>
                    </a:lnTo>
                    <a:lnTo>
                      <a:pt x="92" y="515"/>
                    </a:lnTo>
                    <a:lnTo>
                      <a:pt x="93" y="480"/>
                    </a:lnTo>
                    <a:lnTo>
                      <a:pt x="95" y="446"/>
                    </a:lnTo>
                    <a:lnTo>
                      <a:pt x="98" y="412"/>
                    </a:lnTo>
                    <a:lnTo>
                      <a:pt x="102" y="378"/>
                    </a:lnTo>
                    <a:lnTo>
                      <a:pt x="108" y="345"/>
                    </a:lnTo>
                    <a:lnTo>
                      <a:pt x="113" y="312"/>
                    </a:lnTo>
                    <a:lnTo>
                      <a:pt x="119" y="278"/>
                    </a:lnTo>
                    <a:lnTo>
                      <a:pt x="126" y="246"/>
                    </a:lnTo>
                    <a:lnTo>
                      <a:pt x="135" y="213"/>
                    </a:lnTo>
                    <a:lnTo>
                      <a:pt x="143" y="181"/>
                    </a:lnTo>
                    <a:lnTo>
                      <a:pt x="152" y="150"/>
                    </a:lnTo>
                    <a:lnTo>
                      <a:pt x="163" y="119"/>
                    </a:lnTo>
                    <a:lnTo>
                      <a:pt x="174" y="87"/>
                    </a:lnTo>
                    <a:lnTo>
                      <a:pt x="185" y="56"/>
                    </a:lnTo>
                    <a:lnTo>
                      <a:pt x="198" y="26"/>
                    </a:lnTo>
                    <a:lnTo>
                      <a:pt x="176" y="20"/>
                    </a:lnTo>
                    <a:lnTo>
                      <a:pt x="154" y="13"/>
                    </a:lnTo>
                    <a:lnTo>
                      <a:pt x="132" y="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D5DC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8" name="Freeform 79"/>
              <p:cNvSpPr>
                <a:spLocks/>
              </p:cNvSpPr>
              <p:nvPr/>
            </p:nvSpPr>
            <p:spPr bwMode="auto">
              <a:xfrm>
                <a:off x="1209" y="1562"/>
                <a:ext cx="127" cy="231"/>
              </a:xfrm>
              <a:custGeom>
                <a:avLst/>
                <a:gdLst>
                  <a:gd name="T0" fmla="*/ 2 w 1015"/>
                  <a:gd name="T1" fmla="*/ 1 h 1847"/>
                  <a:gd name="T2" fmla="*/ 1 w 1015"/>
                  <a:gd name="T3" fmla="*/ 2 h 1847"/>
                  <a:gd name="T4" fmla="*/ 1 w 1015"/>
                  <a:gd name="T5" fmla="*/ 3 h 1847"/>
                  <a:gd name="T6" fmla="*/ 1 w 1015"/>
                  <a:gd name="T7" fmla="*/ 4 h 1847"/>
                  <a:gd name="T8" fmla="*/ 0 w 1015"/>
                  <a:gd name="T9" fmla="*/ 5 h 1847"/>
                  <a:gd name="T10" fmla="*/ 0 w 1015"/>
                  <a:gd name="T11" fmla="*/ 6 h 1847"/>
                  <a:gd name="T12" fmla="*/ 0 w 1015"/>
                  <a:gd name="T13" fmla="*/ 7 h 1847"/>
                  <a:gd name="T14" fmla="*/ 0 w 1015"/>
                  <a:gd name="T15" fmla="*/ 8 h 1847"/>
                  <a:gd name="T16" fmla="*/ 0 w 1015"/>
                  <a:gd name="T17" fmla="*/ 9 h 1847"/>
                  <a:gd name="T18" fmla="*/ 0 w 1015"/>
                  <a:gd name="T19" fmla="*/ 11 h 1847"/>
                  <a:gd name="T20" fmla="*/ 1 w 1015"/>
                  <a:gd name="T21" fmla="*/ 13 h 1847"/>
                  <a:gd name="T22" fmla="*/ 1 w 1015"/>
                  <a:gd name="T23" fmla="*/ 14 h 1847"/>
                  <a:gd name="T24" fmla="*/ 1 w 1015"/>
                  <a:gd name="T25" fmla="*/ 16 h 1847"/>
                  <a:gd name="T26" fmla="*/ 2 w 1015"/>
                  <a:gd name="T27" fmla="*/ 18 h 1847"/>
                  <a:gd name="T28" fmla="*/ 3 w 1015"/>
                  <a:gd name="T29" fmla="*/ 19 h 1847"/>
                  <a:gd name="T30" fmla="*/ 4 w 1015"/>
                  <a:gd name="T31" fmla="*/ 21 h 1847"/>
                  <a:gd name="T32" fmla="*/ 5 w 1015"/>
                  <a:gd name="T33" fmla="*/ 22 h 1847"/>
                  <a:gd name="T34" fmla="*/ 6 w 1015"/>
                  <a:gd name="T35" fmla="*/ 23 h 1847"/>
                  <a:gd name="T36" fmla="*/ 7 w 1015"/>
                  <a:gd name="T37" fmla="*/ 24 h 1847"/>
                  <a:gd name="T38" fmla="*/ 8 w 1015"/>
                  <a:gd name="T39" fmla="*/ 25 h 1847"/>
                  <a:gd name="T40" fmla="*/ 10 w 1015"/>
                  <a:gd name="T41" fmla="*/ 26 h 1847"/>
                  <a:gd name="T42" fmla="*/ 11 w 1015"/>
                  <a:gd name="T43" fmla="*/ 27 h 1847"/>
                  <a:gd name="T44" fmla="*/ 13 w 1015"/>
                  <a:gd name="T45" fmla="*/ 28 h 1847"/>
                  <a:gd name="T46" fmla="*/ 14 w 1015"/>
                  <a:gd name="T47" fmla="*/ 29 h 1847"/>
                  <a:gd name="T48" fmla="*/ 15 w 1015"/>
                  <a:gd name="T49" fmla="*/ 29 h 1847"/>
                  <a:gd name="T50" fmla="*/ 16 w 1015"/>
                  <a:gd name="T51" fmla="*/ 28 h 1847"/>
                  <a:gd name="T52" fmla="*/ 15 w 1015"/>
                  <a:gd name="T53" fmla="*/ 27 h 1847"/>
                  <a:gd name="T54" fmla="*/ 14 w 1015"/>
                  <a:gd name="T55" fmla="*/ 27 h 1847"/>
                  <a:gd name="T56" fmla="*/ 12 w 1015"/>
                  <a:gd name="T57" fmla="*/ 26 h 1847"/>
                  <a:gd name="T58" fmla="*/ 11 w 1015"/>
                  <a:gd name="T59" fmla="*/ 25 h 1847"/>
                  <a:gd name="T60" fmla="*/ 10 w 1015"/>
                  <a:gd name="T61" fmla="*/ 25 h 1847"/>
                  <a:gd name="T62" fmla="*/ 8 w 1015"/>
                  <a:gd name="T63" fmla="*/ 24 h 1847"/>
                  <a:gd name="T64" fmla="*/ 7 w 1015"/>
                  <a:gd name="T65" fmla="*/ 22 h 1847"/>
                  <a:gd name="T66" fmla="*/ 6 w 1015"/>
                  <a:gd name="T67" fmla="*/ 21 h 1847"/>
                  <a:gd name="T68" fmla="*/ 5 w 1015"/>
                  <a:gd name="T69" fmla="*/ 20 h 1847"/>
                  <a:gd name="T70" fmla="*/ 4 w 1015"/>
                  <a:gd name="T71" fmla="*/ 19 h 1847"/>
                  <a:gd name="T72" fmla="*/ 4 w 1015"/>
                  <a:gd name="T73" fmla="*/ 17 h 1847"/>
                  <a:gd name="T74" fmla="*/ 3 w 1015"/>
                  <a:gd name="T75" fmla="*/ 16 h 1847"/>
                  <a:gd name="T76" fmla="*/ 2 w 1015"/>
                  <a:gd name="T77" fmla="*/ 14 h 1847"/>
                  <a:gd name="T78" fmla="*/ 2 w 1015"/>
                  <a:gd name="T79" fmla="*/ 13 h 1847"/>
                  <a:gd name="T80" fmla="*/ 2 w 1015"/>
                  <a:gd name="T81" fmla="*/ 11 h 1847"/>
                  <a:gd name="T82" fmla="*/ 2 w 1015"/>
                  <a:gd name="T83" fmla="*/ 9 h 1847"/>
                  <a:gd name="T84" fmla="*/ 2 w 1015"/>
                  <a:gd name="T85" fmla="*/ 8 h 1847"/>
                  <a:gd name="T86" fmla="*/ 2 w 1015"/>
                  <a:gd name="T87" fmla="*/ 7 h 1847"/>
                  <a:gd name="T88" fmla="*/ 2 w 1015"/>
                  <a:gd name="T89" fmla="*/ 6 h 1847"/>
                  <a:gd name="T90" fmla="*/ 2 w 1015"/>
                  <a:gd name="T91" fmla="*/ 5 h 1847"/>
                  <a:gd name="T92" fmla="*/ 2 w 1015"/>
                  <a:gd name="T93" fmla="*/ 4 h 1847"/>
                  <a:gd name="T94" fmla="*/ 2 w 1015"/>
                  <a:gd name="T95" fmla="*/ 3 h 1847"/>
                  <a:gd name="T96" fmla="*/ 3 w 1015"/>
                  <a:gd name="T97" fmla="*/ 2 h 1847"/>
                  <a:gd name="T98" fmla="*/ 3 w 1015"/>
                  <a:gd name="T99" fmla="*/ 1 h 1847"/>
                  <a:gd name="T100" fmla="*/ 3 w 1015"/>
                  <a:gd name="T101" fmla="*/ 0 h 1847"/>
                  <a:gd name="T102" fmla="*/ 2 w 1015"/>
                  <a:gd name="T103" fmla="*/ 0 h 1847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15"/>
                  <a:gd name="T157" fmla="*/ 0 h 1847"/>
                  <a:gd name="T158" fmla="*/ 1015 w 1015"/>
                  <a:gd name="T159" fmla="*/ 1847 h 1847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15" h="1847">
                    <a:moveTo>
                      <a:pt x="109" y="0"/>
                    </a:moveTo>
                    <a:lnTo>
                      <a:pt x="96" y="31"/>
                    </a:lnTo>
                    <a:lnTo>
                      <a:pt x="84" y="63"/>
                    </a:lnTo>
                    <a:lnTo>
                      <a:pt x="73" y="94"/>
                    </a:lnTo>
                    <a:lnTo>
                      <a:pt x="63" y="126"/>
                    </a:lnTo>
                    <a:lnTo>
                      <a:pt x="53" y="160"/>
                    </a:lnTo>
                    <a:lnTo>
                      <a:pt x="44" y="192"/>
                    </a:lnTo>
                    <a:lnTo>
                      <a:pt x="36" y="225"/>
                    </a:lnTo>
                    <a:lnTo>
                      <a:pt x="28" y="258"/>
                    </a:lnTo>
                    <a:lnTo>
                      <a:pt x="22" y="292"/>
                    </a:lnTo>
                    <a:lnTo>
                      <a:pt x="17" y="327"/>
                    </a:lnTo>
                    <a:lnTo>
                      <a:pt x="12" y="361"/>
                    </a:lnTo>
                    <a:lnTo>
                      <a:pt x="8" y="395"/>
                    </a:lnTo>
                    <a:lnTo>
                      <a:pt x="5" y="431"/>
                    </a:lnTo>
                    <a:lnTo>
                      <a:pt x="2" y="466"/>
                    </a:lnTo>
                    <a:lnTo>
                      <a:pt x="1" y="501"/>
                    </a:lnTo>
                    <a:lnTo>
                      <a:pt x="0" y="536"/>
                    </a:lnTo>
                    <a:lnTo>
                      <a:pt x="1" y="593"/>
                    </a:lnTo>
                    <a:lnTo>
                      <a:pt x="6" y="650"/>
                    </a:lnTo>
                    <a:lnTo>
                      <a:pt x="11" y="706"/>
                    </a:lnTo>
                    <a:lnTo>
                      <a:pt x="19" y="761"/>
                    </a:lnTo>
                    <a:lnTo>
                      <a:pt x="29" y="816"/>
                    </a:lnTo>
                    <a:lnTo>
                      <a:pt x="41" y="870"/>
                    </a:lnTo>
                    <a:lnTo>
                      <a:pt x="55" y="923"/>
                    </a:lnTo>
                    <a:lnTo>
                      <a:pt x="72" y="974"/>
                    </a:lnTo>
                    <a:lnTo>
                      <a:pt x="90" y="1025"/>
                    </a:lnTo>
                    <a:lnTo>
                      <a:pt x="110" y="1075"/>
                    </a:lnTo>
                    <a:lnTo>
                      <a:pt x="132" y="1125"/>
                    </a:lnTo>
                    <a:lnTo>
                      <a:pt x="156" y="1173"/>
                    </a:lnTo>
                    <a:lnTo>
                      <a:pt x="182" y="1219"/>
                    </a:lnTo>
                    <a:lnTo>
                      <a:pt x="209" y="1265"/>
                    </a:lnTo>
                    <a:lnTo>
                      <a:pt x="238" y="1310"/>
                    </a:lnTo>
                    <a:lnTo>
                      <a:pt x="269" y="1353"/>
                    </a:lnTo>
                    <a:lnTo>
                      <a:pt x="301" y="1396"/>
                    </a:lnTo>
                    <a:lnTo>
                      <a:pt x="336" y="1437"/>
                    </a:lnTo>
                    <a:lnTo>
                      <a:pt x="371" y="1477"/>
                    </a:lnTo>
                    <a:lnTo>
                      <a:pt x="408" y="1514"/>
                    </a:lnTo>
                    <a:lnTo>
                      <a:pt x="447" y="1552"/>
                    </a:lnTo>
                    <a:lnTo>
                      <a:pt x="486" y="1587"/>
                    </a:lnTo>
                    <a:lnTo>
                      <a:pt x="528" y="1620"/>
                    </a:lnTo>
                    <a:lnTo>
                      <a:pt x="570" y="1652"/>
                    </a:lnTo>
                    <a:lnTo>
                      <a:pt x="614" y="1683"/>
                    </a:lnTo>
                    <a:lnTo>
                      <a:pt x="658" y="1711"/>
                    </a:lnTo>
                    <a:lnTo>
                      <a:pt x="704" y="1739"/>
                    </a:lnTo>
                    <a:lnTo>
                      <a:pt x="752" y="1764"/>
                    </a:lnTo>
                    <a:lnTo>
                      <a:pt x="799" y="1788"/>
                    </a:lnTo>
                    <a:lnTo>
                      <a:pt x="849" y="1810"/>
                    </a:lnTo>
                    <a:lnTo>
                      <a:pt x="899" y="1830"/>
                    </a:lnTo>
                    <a:lnTo>
                      <a:pt x="951" y="1847"/>
                    </a:lnTo>
                    <a:lnTo>
                      <a:pt x="968" y="1829"/>
                    </a:lnTo>
                    <a:lnTo>
                      <a:pt x="984" y="1810"/>
                    </a:lnTo>
                    <a:lnTo>
                      <a:pt x="1000" y="1790"/>
                    </a:lnTo>
                    <a:lnTo>
                      <a:pt x="1015" y="1772"/>
                    </a:lnTo>
                    <a:lnTo>
                      <a:pt x="966" y="1755"/>
                    </a:lnTo>
                    <a:lnTo>
                      <a:pt x="917" y="1737"/>
                    </a:lnTo>
                    <a:lnTo>
                      <a:pt x="869" y="1719"/>
                    </a:lnTo>
                    <a:lnTo>
                      <a:pt x="822" y="1697"/>
                    </a:lnTo>
                    <a:lnTo>
                      <a:pt x="777" y="1674"/>
                    </a:lnTo>
                    <a:lnTo>
                      <a:pt x="732" y="1649"/>
                    </a:lnTo>
                    <a:lnTo>
                      <a:pt x="688" y="1622"/>
                    </a:lnTo>
                    <a:lnTo>
                      <a:pt x="646" y="1594"/>
                    </a:lnTo>
                    <a:lnTo>
                      <a:pt x="604" y="1564"/>
                    </a:lnTo>
                    <a:lnTo>
                      <a:pt x="565" y="1533"/>
                    </a:lnTo>
                    <a:lnTo>
                      <a:pt x="527" y="1500"/>
                    </a:lnTo>
                    <a:lnTo>
                      <a:pt x="489" y="1465"/>
                    </a:lnTo>
                    <a:lnTo>
                      <a:pt x="453" y="1429"/>
                    </a:lnTo>
                    <a:lnTo>
                      <a:pt x="419" y="1393"/>
                    </a:lnTo>
                    <a:lnTo>
                      <a:pt x="385" y="1353"/>
                    </a:lnTo>
                    <a:lnTo>
                      <a:pt x="354" y="1314"/>
                    </a:lnTo>
                    <a:lnTo>
                      <a:pt x="324" y="1272"/>
                    </a:lnTo>
                    <a:lnTo>
                      <a:pt x="295" y="1231"/>
                    </a:lnTo>
                    <a:lnTo>
                      <a:pt x="269" y="1187"/>
                    </a:lnTo>
                    <a:lnTo>
                      <a:pt x="244" y="1143"/>
                    </a:lnTo>
                    <a:lnTo>
                      <a:pt x="220" y="1097"/>
                    </a:lnTo>
                    <a:lnTo>
                      <a:pt x="200" y="1050"/>
                    </a:lnTo>
                    <a:lnTo>
                      <a:pt x="180" y="1002"/>
                    </a:lnTo>
                    <a:lnTo>
                      <a:pt x="162" y="954"/>
                    </a:lnTo>
                    <a:lnTo>
                      <a:pt x="146" y="904"/>
                    </a:lnTo>
                    <a:lnTo>
                      <a:pt x="132" y="854"/>
                    </a:lnTo>
                    <a:lnTo>
                      <a:pt x="120" y="803"/>
                    </a:lnTo>
                    <a:lnTo>
                      <a:pt x="110" y="751"/>
                    </a:lnTo>
                    <a:lnTo>
                      <a:pt x="103" y="698"/>
                    </a:lnTo>
                    <a:lnTo>
                      <a:pt x="97" y="644"/>
                    </a:lnTo>
                    <a:lnTo>
                      <a:pt x="94" y="591"/>
                    </a:lnTo>
                    <a:lnTo>
                      <a:pt x="93" y="536"/>
                    </a:lnTo>
                    <a:lnTo>
                      <a:pt x="93" y="502"/>
                    </a:lnTo>
                    <a:lnTo>
                      <a:pt x="95" y="469"/>
                    </a:lnTo>
                    <a:lnTo>
                      <a:pt x="97" y="436"/>
                    </a:lnTo>
                    <a:lnTo>
                      <a:pt x="99" y="403"/>
                    </a:lnTo>
                    <a:lnTo>
                      <a:pt x="103" y="369"/>
                    </a:lnTo>
                    <a:lnTo>
                      <a:pt x="108" y="337"/>
                    </a:lnTo>
                    <a:lnTo>
                      <a:pt x="114" y="305"/>
                    </a:lnTo>
                    <a:lnTo>
                      <a:pt x="120" y="273"/>
                    </a:lnTo>
                    <a:lnTo>
                      <a:pt x="127" y="241"/>
                    </a:lnTo>
                    <a:lnTo>
                      <a:pt x="134" y="209"/>
                    </a:lnTo>
                    <a:lnTo>
                      <a:pt x="144" y="178"/>
                    </a:lnTo>
                    <a:lnTo>
                      <a:pt x="153" y="147"/>
                    </a:lnTo>
                    <a:lnTo>
                      <a:pt x="162" y="117"/>
                    </a:lnTo>
                    <a:lnTo>
                      <a:pt x="174" y="87"/>
                    </a:lnTo>
                    <a:lnTo>
                      <a:pt x="185" y="57"/>
                    </a:lnTo>
                    <a:lnTo>
                      <a:pt x="198" y="28"/>
                    </a:lnTo>
                    <a:lnTo>
                      <a:pt x="176" y="21"/>
                    </a:lnTo>
                    <a:lnTo>
                      <a:pt x="153" y="13"/>
                    </a:lnTo>
                    <a:lnTo>
                      <a:pt x="131" y="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D7D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9" name="Freeform 80"/>
              <p:cNvSpPr>
                <a:spLocks/>
              </p:cNvSpPr>
              <p:nvPr/>
            </p:nvSpPr>
            <p:spPr bwMode="auto">
              <a:xfrm>
                <a:off x="1215" y="1564"/>
                <a:ext cx="125" cy="224"/>
              </a:xfrm>
              <a:custGeom>
                <a:avLst/>
                <a:gdLst>
                  <a:gd name="T0" fmla="*/ 2 w 997"/>
                  <a:gd name="T1" fmla="*/ 0 h 1797"/>
                  <a:gd name="T2" fmla="*/ 1 w 997"/>
                  <a:gd name="T3" fmla="*/ 1 h 1797"/>
                  <a:gd name="T4" fmla="*/ 1 w 997"/>
                  <a:gd name="T5" fmla="*/ 2 h 1797"/>
                  <a:gd name="T6" fmla="*/ 1 w 997"/>
                  <a:gd name="T7" fmla="*/ 3 h 1797"/>
                  <a:gd name="T8" fmla="*/ 0 w 997"/>
                  <a:gd name="T9" fmla="*/ 4 h 1797"/>
                  <a:gd name="T10" fmla="*/ 0 w 997"/>
                  <a:gd name="T11" fmla="*/ 5 h 1797"/>
                  <a:gd name="T12" fmla="*/ 0 w 997"/>
                  <a:gd name="T13" fmla="*/ 6 h 1797"/>
                  <a:gd name="T14" fmla="*/ 0 w 997"/>
                  <a:gd name="T15" fmla="*/ 8 h 1797"/>
                  <a:gd name="T16" fmla="*/ 0 w 997"/>
                  <a:gd name="T17" fmla="*/ 9 h 1797"/>
                  <a:gd name="T18" fmla="*/ 0 w 997"/>
                  <a:gd name="T19" fmla="*/ 11 h 1797"/>
                  <a:gd name="T20" fmla="*/ 0 w 997"/>
                  <a:gd name="T21" fmla="*/ 12 h 1797"/>
                  <a:gd name="T22" fmla="*/ 1 w 997"/>
                  <a:gd name="T23" fmla="*/ 14 h 1797"/>
                  <a:gd name="T24" fmla="*/ 1 w 997"/>
                  <a:gd name="T25" fmla="*/ 16 h 1797"/>
                  <a:gd name="T26" fmla="*/ 2 w 997"/>
                  <a:gd name="T27" fmla="*/ 17 h 1797"/>
                  <a:gd name="T28" fmla="*/ 3 w 997"/>
                  <a:gd name="T29" fmla="*/ 18 h 1797"/>
                  <a:gd name="T30" fmla="*/ 4 w 997"/>
                  <a:gd name="T31" fmla="*/ 20 h 1797"/>
                  <a:gd name="T32" fmla="*/ 5 w 997"/>
                  <a:gd name="T33" fmla="*/ 21 h 1797"/>
                  <a:gd name="T34" fmla="*/ 6 w 997"/>
                  <a:gd name="T35" fmla="*/ 22 h 1797"/>
                  <a:gd name="T36" fmla="*/ 7 w 997"/>
                  <a:gd name="T37" fmla="*/ 24 h 1797"/>
                  <a:gd name="T38" fmla="*/ 8 w 997"/>
                  <a:gd name="T39" fmla="*/ 25 h 1797"/>
                  <a:gd name="T40" fmla="*/ 10 w 997"/>
                  <a:gd name="T41" fmla="*/ 25 h 1797"/>
                  <a:gd name="T42" fmla="*/ 11 w 997"/>
                  <a:gd name="T43" fmla="*/ 26 h 1797"/>
                  <a:gd name="T44" fmla="*/ 12 w 997"/>
                  <a:gd name="T45" fmla="*/ 27 h 1797"/>
                  <a:gd name="T46" fmla="*/ 14 w 997"/>
                  <a:gd name="T47" fmla="*/ 28 h 1797"/>
                  <a:gd name="T48" fmla="*/ 15 w 997"/>
                  <a:gd name="T49" fmla="*/ 28 h 1797"/>
                  <a:gd name="T50" fmla="*/ 15 w 997"/>
                  <a:gd name="T51" fmla="*/ 27 h 1797"/>
                  <a:gd name="T52" fmla="*/ 15 w 997"/>
                  <a:gd name="T53" fmla="*/ 26 h 1797"/>
                  <a:gd name="T54" fmla="*/ 13 w 997"/>
                  <a:gd name="T55" fmla="*/ 26 h 1797"/>
                  <a:gd name="T56" fmla="*/ 12 w 997"/>
                  <a:gd name="T57" fmla="*/ 25 h 1797"/>
                  <a:gd name="T58" fmla="*/ 11 w 997"/>
                  <a:gd name="T59" fmla="*/ 25 h 1797"/>
                  <a:gd name="T60" fmla="*/ 9 w 997"/>
                  <a:gd name="T61" fmla="*/ 24 h 1797"/>
                  <a:gd name="T62" fmla="*/ 8 w 997"/>
                  <a:gd name="T63" fmla="*/ 23 h 1797"/>
                  <a:gd name="T64" fmla="*/ 7 w 997"/>
                  <a:gd name="T65" fmla="*/ 22 h 1797"/>
                  <a:gd name="T66" fmla="*/ 6 w 997"/>
                  <a:gd name="T67" fmla="*/ 20 h 1797"/>
                  <a:gd name="T68" fmla="*/ 5 w 997"/>
                  <a:gd name="T69" fmla="*/ 19 h 1797"/>
                  <a:gd name="T70" fmla="*/ 4 w 997"/>
                  <a:gd name="T71" fmla="*/ 18 h 1797"/>
                  <a:gd name="T72" fmla="*/ 3 w 997"/>
                  <a:gd name="T73" fmla="*/ 17 h 1797"/>
                  <a:gd name="T74" fmla="*/ 3 w 997"/>
                  <a:gd name="T75" fmla="*/ 15 h 1797"/>
                  <a:gd name="T76" fmla="*/ 2 w 997"/>
                  <a:gd name="T77" fmla="*/ 14 h 1797"/>
                  <a:gd name="T78" fmla="*/ 2 w 997"/>
                  <a:gd name="T79" fmla="*/ 12 h 1797"/>
                  <a:gd name="T80" fmla="*/ 2 w 997"/>
                  <a:gd name="T81" fmla="*/ 11 h 1797"/>
                  <a:gd name="T82" fmla="*/ 2 w 997"/>
                  <a:gd name="T83" fmla="*/ 9 h 1797"/>
                  <a:gd name="T84" fmla="*/ 2 w 997"/>
                  <a:gd name="T85" fmla="*/ 8 h 1797"/>
                  <a:gd name="T86" fmla="*/ 2 w 997"/>
                  <a:gd name="T87" fmla="*/ 7 h 1797"/>
                  <a:gd name="T88" fmla="*/ 2 w 997"/>
                  <a:gd name="T89" fmla="*/ 6 h 1797"/>
                  <a:gd name="T90" fmla="*/ 2 w 997"/>
                  <a:gd name="T91" fmla="*/ 5 h 1797"/>
                  <a:gd name="T92" fmla="*/ 2 w 997"/>
                  <a:gd name="T93" fmla="*/ 4 h 1797"/>
                  <a:gd name="T94" fmla="*/ 2 w 997"/>
                  <a:gd name="T95" fmla="*/ 3 h 1797"/>
                  <a:gd name="T96" fmla="*/ 3 w 997"/>
                  <a:gd name="T97" fmla="*/ 2 h 1797"/>
                  <a:gd name="T98" fmla="*/ 3 w 997"/>
                  <a:gd name="T99" fmla="*/ 1 h 1797"/>
                  <a:gd name="T100" fmla="*/ 3 w 997"/>
                  <a:gd name="T101" fmla="*/ 0 h 1797"/>
                  <a:gd name="T102" fmla="*/ 2 w 997"/>
                  <a:gd name="T103" fmla="*/ 0 h 1797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7"/>
                  <a:gd name="T157" fmla="*/ 0 h 1797"/>
                  <a:gd name="T158" fmla="*/ 997 w 997"/>
                  <a:gd name="T159" fmla="*/ 1797 h 1797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7" h="1797">
                    <a:moveTo>
                      <a:pt x="106" y="0"/>
                    </a:moveTo>
                    <a:lnTo>
                      <a:pt x="93" y="30"/>
                    </a:lnTo>
                    <a:lnTo>
                      <a:pt x="82" y="61"/>
                    </a:lnTo>
                    <a:lnTo>
                      <a:pt x="71" y="93"/>
                    </a:lnTo>
                    <a:lnTo>
                      <a:pt x="60" y="124"/>
                    </a:lnTo>
                    <a:lnTo>
                      <a:pt x="51" y="155"/>
                    </a:lnTo>
                    <a:lnTo>
                      <a:pt x="43" y="187"/>
                    </a:lnTo>
                    <a:lnTo>
                      <a:pt x="34" y="220"/>
                    </a:lnTo>
                    <a:lnTo>
                      <a:pt x="27" y="252"/>
                    </a:lnTo>
                    <a:lnTo>
                      <a:pt x="21" y="286"/>
                    </a:lnTo>
                    <a:lnTo>
                      <a:pt x="16" y="319"/>
                    </a:lnTo>
                    <a:lnTo>
                      <a:pt x="10" y="352"/>
                    </a:lnTo>
                    <a:lnTo>
                      <a:pt x="6" y="386"/>
                    </a:lnTo>
                    <a:lnTo>
                      <a:pt x="3" y="420"/>
                    </a:lnTo>
                    <a:lnTo>
                      <a:pt x="1" y="454"/>
                    </a:lnTo>
                    <a:lnTo>
                      <a:pt x="0" y="489"/>
                    </a:lnTo>
                    <a:lnTo>
                      <a:pt x="0" y="523"/>
                    </a:lnTo>
                    <a:lnTo>
                      <a:pt x="1" y="579"/>
                    </a:lnTo>
                    <a:lnTo>
                      <a:pt x="4" y="634"/>
                    </a:lnTo>
                    <a:lnTo>
                      <a:pt x="9" y="689"/>
                    </a:lnTo>
                    <a:lnTo>
                      <a:pt x="18" y="743"/>
                    </a:lnTo>
                    <a:lnTo>
                      <a:pt x="27" y="796"/>
                    </a:lnTo>
                    <a:lnTo>
                      <a:pt x="40" y="848"/>
                    </a:lnTo>
                    <a:lnTo>
                      <a:pt x="54" y="900"/>
                    </a:lnTo>
                    <a:lnTo>
                      <a:pt x="70" y="951"/>
                    </a:lnTo>
                    <a:lnTo>
                      <a:pt x="87" y="1001"/>
                    </a:lnTo>
                    <a:lnTo>
                      <a:pt x="108" y="1050"/>
                    </a:lnTo>
                    <a:lnTo>
                      <a:pt x="130" y="1097"/>
                    </a:lnTo>
                    <a:lnTo>
                      <a:pt x="153" y="1145"/>
                    </a:lnTo>
                    <a:lnTo>
                      <a:pt x="179" y="1191"/>
                    </a:lnTo>
                    <a:lnTo>
                      <a:pt x="206" y="1235"/>
                    </a:lnTo>
                    <a:lnTo>
                      <a:pt x="235" y="1279"/>
                    </a:lnTo>
                    <a:lnTo>
                      <a:pt x="265" y="1322"/>
                    </a:lnTo>
                    <a:lnTo>
                      <a:pt x="297" y="1362"/>
                    </a:lnTo>
                    <a:lnTo>
                      <a:pt x="330" y="1403"/>
                    </a:lnTo>
                    <a:lnTo>
                      <a:pt x="365" y="1441"/>
                    </a:lnTo>
                    <a:lnTo>
                      <a:pt x="402" y="1477"/>
                    </a:lnTo>
                    <a:lnTo>
                      <a:pt x="440" y="1513"/>
                    </a:lnTo>
                    <a:lnTo>
                      <a:pt x="478" y="1547"/>
                    </a:lnTo>
                    <a:lnTo>
                      <a:pt x="520" y="1580"/>
                    </a:lnTo>
                    <a:lnTo>
                      <a:pt x="562" y="1611"/>
                    </a:lnTo>
                    <a:lnTo>
                      <a:pt x="604" y="1640"/>
                    </a:lnTo>
                    <a:lnTo>
                      <a:pt x="649" y="1668"/>
                    </a:lnTo>
                    <a:lnTo>
                      <a:pt x="694" y="1694"/>
                    </a:lnTo>
                    <a:lnTo>
                      <a:pt x="741" y="1718"/>
                    </a:lnTo>
                    <a:lnTo>
                      <a:pt x="788" y="1741"/>
                    </a:lnTo>
                    <a:lnTo>
                      <a:pt x="837" y="1762"/>
                    </a:lnTo>
                    <a:lnTo>
                      <a:pt x="886" y="1780"/>
                    </a:lnTo>
                    <a:lnTo>
                      <a:pt x="937" y="1797"/>
                    </a:lnTo>
                    <a:lnTo>
                      <a:pt x="953" y="1777"/>
                    </a:lnTo>
                    <a:lnTo>
                      <a:pt x="968" y="1759"/>
                    </a:lnTo>
                    <a:lnTo>
                      <a:pt x="983" y="1739"/>
                    </a:lnTo>
                    <a:lnTo>
                      <a:pt x="997" y="1719"/>
                    </a:lnTo>
                    <a:lnTo>
                      <a:pt x="949" y="1704"/>
                    </a:lnTo>
                    <a:lnTo>
                      <a:pt x="901" y="1687"/>
                    </a:lnTo>
                    <a:lnTo>
                      <a:pt x="854" y="1669"/>
                    </a:lnTo>
                    <a:lnTo>
                      <a:pt x="809" y="1649"/>
                    </a:lnTo>
                    <a:lnTo>
                      <a:pt x="764" y="1627"/>
                    </a:lnTo>
                    <a:lnTo>
                      <a:pt x="719" y="1603"/>
                    </a:lnTo>
                    <a:lnTo>
                      <a:pt x="677" y="1577"/>
                    </a:lnTo>
                    <a:lnTo>
                      <a:pt x="635" y="1550"/>
                    </a:lnTo>
                    <a:lnTo>
                      <a:pt x="595" y="1522"/>
                    </a:lnTo>
                    <a:lnTo>
                      <a:pt x="555" y="1492"/>
                    </a:lnTo>
                    <a:lnTo>
                      <a:pt x="518" y="1460"/>
                    </a:lnTo>
                    <a:lnTo>
                      <a:pt x="482" y="1426"/>
                    </a:lnTo>
                    <a:lnTo>
                      <a:pt x="446" y="1392"/>
                    </a:lnTo>
                    <a:lnTo>
                      <a:pt x="412" y="1356"/>
                    </a:lnTo>
                    <a:lnTo>
                      <a:pt x="380" y="1319"/>
                    </a:lnTo>
                    <a:lnTo>
                      <a:pt x="349" y="1280"/>
                    </a:lnTo>
                    <a:lnTo>
                      <a:pt x="319" y="1240"/>
                    </a:lnTo>
                    <a:lnTo>
                      <a:pt x="292" y="1199"/>
                    </a:lnTo>
                    <a:lnTo>
                      <a:pt x="265" y="1157"/>
                    </a:lnTo>
                    <a:lnTo>
                      <a:pt x="241" y="1113"/>
                    </a:lnTo>
                    <a:lnTo>
                      <a:pt x="218" y="1069"/>
                    </a:lnTo>
                    <a:lnTo>
                      <a:pt x="196" y="1024"/>
                    </a:lnTo>
                    <a:lnTo>
                      <a:pt x="178" y="977"/>
                    </a:lnTo>
                    <a:lnTo>
                      <a:pt x="160" y="930"/>
                    </a:lnTo>
                    <a:lnTo>
                      <a:pt x="144" y="882"/>
                    </a:lnTo>
                    <a:lnTo>
                      <a:pt x="131" y="833"/>
                    </a:lnTo>
                    <a:lnTo>
                      <a:pt x="118" y="783"/>
                    </a:lnTo>
                    <a:lnTo>
                      <a:pt x="109" y="732"/>
                    </a:lnTo>
                    <a:lnTo>
                      <a:pt x="102" y="681"/>
                    </a:lnTo>
                    <a:lnTo>
                      <a:pt x="96" y="629"/>
                    </a:lnTo>
                    <a:lnTo>
                      <a:pt x="92" y="576"/>
                    </a:lnTo>
                    <a:lnTo>
                      <a:pt x="91" y="523"/>
                    </a:lnTo>
                    <a:lnTo>
                      <a:pt x="92" y="490"/>
                    </a:lnTo>
                    <a:lnTo>
                      <a:pt x="93" y="458"/>
                    </a:lnTo>
                    <a:lnTo>
                      <a:pt x="96" y="426"/>
                    </a:lnTo>
                    <a:lnTo>
                      <a:pt x="99" y="394"/>
                    </a:lnTo>
                    <a:lnTo>
                      <a:pt x="102" y="361"/>
                    </a:lnTo>
                    <a:lnTo>
                      <a:pt x="107" y="330"/>
                    </a:lnTo>
                    <a:lnTo>
                      <a:pt x="112" y="298"/>
                    </a:lnTo>
                    <a:lnTo>
                      <a:pt x="118" y="267"/>
                    </a:lnTo>
                    <a:lnTo>
                      <a:pt x="125" y="237"/>
                    </a:lnTo>
                    <a:lnTo>
                      <a:pt x="133" y="206"/>
                    </a:lnTo>
                    <a:lnTo>
                      <a:pt x="141" y="176"/>
                    </a:lnTo>
                    <a:lnTo>
                      <a:pt x="151" y="146"/>
                    </a:lnTo>
                    <a:lnTo>
                      <a:pt x="160" y="117"/>
                    </a:lnTo>
                    <a:lnTo>
                      <a:pt x="170" y="87"/>
                    </a:lnTo>
                    <a:lnTo>
                      <a:pt x="182" y="58"/>
                    </a:lnTo>
                    <a:lnTo>
                      <a:pt x="194" y="29"/>
                    </a:lnTo>
                    <a:lnTo>
                      <a:pt x="172" y="22"/>
                    </a:lnTo>
                    <a:lnTo>
                      <a:pt x="151" y="15"/>
                    </a:lnTo>
                    <a:lnTo>
                      <a:pt x="129" y="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D9E0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0" name="Freeform 81"/>
              <p:cNvSpPr>
                <a:spLocks/>
              </p:cNvSpPr>
              <p:nvPr/>
            </p:nvSpPr>
            <p:spPr bwMode="auto">
              <a:xfrm>
                <a:off x="1221" y="1566"/>
                <a:ext cx="122" cy="218"/>
              </a:xfrm>
              <a:custGeom>
                <a:avLst/>
                <a:gdLst>
                  <a:gd name="T0" fmla="*/ 1 w 979"/>
                  <a:gd name="T1" fmla="*/ 1 h 1744"/>
                  <a:gd name="T2" fmla="*/ 1 w 979"/>
                  <a:gd name="T3" fmla="*/ 1 h 1744"/>
                  <a:gd name="T4" fmla="*/ 1 w 979"/>
                  <a:gd name="T5" fmla="*/ 2 h 1744"/>
                  <a:gd name="T6" fmla="*/ 0 w 979"/>
                  <a:gd name="T7" fmla="*/ 3 h 1744"/>
                  <a:gd name="T8" fmla="*/ 0 w 979"/>
                  <a:gd name="T9" fmla="*/ 4 h 1744"/>
                  <a:gd name="T10" fmla="*/ 0 w 979"/>
                  <a:gd name="T11" fmla="*/ 5 h 1744"/>
                  <a:gd name="T12" fmla="*/ 0 w 979"/>
                  <a:gd name="T13" fmla="*/ 6 h 1744"/>
                  <a:gd name="T14" fmla="*/ 0 w 979"/>
                  <a:gd name="T15" fmla="*/ 7 h 1744"/>
                  <a:gd name="T16" fmla="*/ 0 w 979"/>
                  <a:gd name="T17" fmla="*/ 9 h 1744"/>
                  <a:gd name="T18" fmla="*/ 0 w 979"/>
                  <a:gd name="T19" fmla="*/ 11 h 1744"/>
                  <a:gd name="T20" fmla="*/ 0 w 979"/>
                  <a:gd name="T21" fmla="*/ 12 h 1744"/>
                  <a:gd name="T22" fmla="*/ 1 w 979"/>
                  <a:gd name="T23" fmla="*/ 14 h 1744"/>
                  <a:gd name="T24" fmla="*/ 1 w 979"/>
                  <a:gd name="T25" fmla="*/ 15 h 1744"/>
                  <a:gd name="T26" fmla="*/ 2 w 979"/>
                  <a:gd name="T27" fmla="*/ 17 h 1744"/>
                  <a:gd name="T28" fmla="*/ 3 w 979"/>
                  <a:gd name="T29" fmla="*/ 18 h 1744"/>
                  <a:gd name="T30" fmla="*/ 4 w 979"/>
                  <a:gd name="T31" fmla="*/ 20 h 1744"/>
                  <a:gd name="T32" fmla="*/ 4 w 979"/>
                  <a:gd name="T33" fmla="*/ 21 h 1744"/>
                  <a:gd name="T34" fmla="*/ 6 w 979"/>
                  <a:gd name="T35" fmla="*/ 22 h 1744"/>
                  <a:gd name="T36" fmla="*/ 7 w 979"/>
                  <a:gd name="T37" fmla="*/ 23 h 1744"/>
                  <a:gd name="T38" fmla="*/ 8 w 979"/>
                  <a:gd name="T39" fmla="*/ 24 h 1744"/>
                  <a:gd name="T40" fmla="*/ 9 w 979"/>
                  <a:gd name="T41" fmla="*/ 25 h 1744"/>
                  <a:gd name="T42" fmla="*/ 11 w 979"/>
                  <a:gd name="T43" fmla="*/ 26 h 1744"/>
                  <a:gd name="T44" fmla="*/ 12 w 979"/>
                  <a:gd name="T45" fmla="*/ 26 h 1744"/>
                  <a:gd name="T46" fmla="*/ 14 w 979"/>
                  <a:gd name="T47" fmla="*/ 27 h 1744"/>
                  <a:gd name="T48" fmla="*/ 15 w 979"/>
                  <a:gd name="T49" fmla="*/ 27 h 1744"/>
                  <a:gd name="T50" fmla="*/ 15 w 979"/>
                  <a:gd name="T51" fmla="*/ 26 h 1744"/>
                  <a:gd name="T52" fmla="*/ 14 w 979"/>
                  <a:gd name="T53" fmla="*/ 26 h 1744"/>
                  <a:gd name="T54" fmla="*/ 13 w 979"/>
                  <a:gd name="T55" fmla="*/ 25 h 1744"/>
                  <a:gd name="T56" fmla="*/ 12 w 979"/>
                  <a:gd name="T57" fmla="*/ 25 h 1744"/>
                  <a:gd name="T58" fmla="*/ 10 w 979"/>
                  <a:gd name="T59" fmla="*/ 24 h 1744"/>
                  <a:gd name="T60" fmla="*/ 9 w 979"/>
                  <a:gd name="T61" fmla="*/ 23 h 1744"/>
                  <a:gd name="T62" fmla="*/ 8 w 979"/>
                  <a:gd name="T63" fmla="*/ 22 h 1744"/>
                  <a:gd name="T64" fmla="*/ 7 w 979"/>
                  <a:gd name="T65" fmla="*/ 21 h 1744"/>
                  <a:gd name="T66" fmla="*/ 6 w 979"/>
                  <a:gd name="T67" fmla="*/ 20 h 1744"/>
                  <a:gd name="T68" fmla="*/ 5 w 979"/>
                  <a:gd name="T69" fmla="*/ 19 h 1744"/>
                  <a:gd name="T70" fmla="*/ 4 w 979"/>
                  <a:gd name="T71" fmla="*/ 18 h 1744"/>
                  <a:gd name="T72" fmla="*/ 3 w 979"/>
                  <a:gd name="T73" fmla="*/ 16 h 1744"/>
                  <a:gd name="T74" fmla="*/ 3 w 979"/>
                  <a:gd name="T75" fmla="*/ 15 h 1744"/>
                  <a:gd name="T76" fmla="*/ 2 w 979"/>
                  <a:gd name="T77" fmla="*/ 13 h 1744"/>
                  <a:gd name="T78" fmla="*/ 2 w 979"/>
                  <a:gd name="T79" fmla="*/ 12 h 1744"/>
                  <a:gd name="T80" fmla="*/ 2 w 979"/>
                  <a:gd name="T81" fmla="*/ 10 h 1744"/>
                  <a:gd name="T82" fmla="*/ 1 w 979"/>
                  <a:gd name="T83" fmla="*/ 9 h 1744"/>
                  <a:gd name="T84" fmla="*/ 1 w 979"/>
                  <a:gd name="T85" fmla="*/ 7 h 1744"/>
                  <a:gd name="T86" fmla="*/ 1 w 979"/>
                  <a:gd name="T87" fmla="*/ 7 h 1744"/>
                  <a:gd name="T88" fmla="*/ 2 w 979"/>
                  <a:gd name="T89" fmla="*/ 6 h 1744"/>
                  <a:gd name="T90" fmla="*/ 2 w 979"/>
                  <a:gd name="T91" fmla="*/ 5 h 1744"/>
                  <a:gd name="T92" fmla="*/ 2 w 979"/>
                  <a:gd name="T93" fmla="*/ 4 h 1744"/>
                  <a:gd name="T94" fmla="*/ 2 w 979"/>
                  <a:gd name="T95" fmla="*/ 3 h 1744"/>
                  <a:gd name="T96" fmla="*/ 2 w 979"/>
                  <a:gd name="T97" fmla="*/ 2 h 1744"/>
                  <a:gd name="T98" fmla="*/ 3 w 979"/>
                  <a:gd name="T99" fmla="*/ 1 h 1744"/>
                  <a:gd name="T100" fmla="*/ 3 w 979"/>
                  <a:gd name="T101" fmla="*/ 0 h 1744"/>
                  <a:gd name="T102" fmla="*/ 2 w 979"/>
                  <a:gd name="T103" fmla="*/ 0 h 1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79"/>
                  <a:gd name="T157" fmla="*/ 0 h 1744"/>
                  <a:gd name="T158" fmla="*/ 979 w 979"/>
                  <a:gd name="T159" fmla="*/ 1744 h 174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79" h="1744">
                    <a:moveTo>
                      <a:pt x="105" y="0"/>
                    </a:moveTo>
                    <a:lnTo>
                      <a:pt x="92" y="29"/>
                    </a:lnTo>
                    <a:lnTo>
                      <a:pt x="81" y="59"/>
                    </a:lnTo>
                    <a:lnTo>
                      <a:pt x="69" y="89"/>
                    </a:lnTo>
                    <a:lnTo>
                      <a:pt x="60" y="119"/>
                    </a:lnTo>
                    <a:lnTo>
                      <a:pt x="51" y="150"/>
                    </a:lnTo>
                    <a:lnTo>
                      <a:pt x="41" y="181"/>
                    </a:lnTo>
                    <a:lnTo>
                      <a:pt x="34" y="213"/>
                    </a:lnTo>
                    <a:lnTo>
                      <a:pt x="27" y="245"/>
                    </a:lnTo>
                    <a:lnTo>
                      <a:pt x="21" y="277"/>
                    </a:lnTo>
                    <a:lnTo>
                      <a:pt x="15" y="309"/>
                    </a:lnTo>
                    <a:lnTo>
                      <a:pt x="10" y="341"/>
                    </a:lnTo>
                    <a:lnTo>
                      <a:pt x="6" y="375"/>
                    </a:lnTo>
                    <a:lnTo>
                      <a:pt x="4" y="408"/>
                    </a:lnTo>
                    <a:lnTo>
                      <a:pt x="2" y="441"/>
                    </a:lnTo>
                    <a:lnTo>
                      <a:pt x="0" y="474"/>
                    </a:lnTo>
                    <a:lnTo>
                      <a:pt x="0" y="508"/>
                    </a:lnTo>
                    <a:lnTo>
                      <a:pt x="1" y="563"/>
                    </a:lnTo>
                    <a:lnTo>
                      <a:pt x="4" y="616"/>
                    </a:lnTo>
                    <a:lnTo>
                      <a:pt x="10" y="670"/>
                    </a:lnTo>
                    <a:lnTo>
                      <a:pt x="17" y="723"/>
                    </a:lnTo>
                    <a:lnTo>
                      <a:pt x="27" y="775"/>
                    </a:lnTo>
                    <a:lnTo>
                      <a:pt x="39" y="826"/>
                    </a:lnTo>
                    <a:lnTo>
                      <a:pt x="53" y="876"/>
                    </a:lnTo>
                    <a:lnTo>
                      <a:pt x="69" y="926"/>
                    </a:lnTo>
                    <a:lnTo>
                      <a:pt x="87" y="974"/>
                    </a:lnTo>
                    <a:lnTo>
                      <a:pt x="107" y="1022"/>
                    </a:lnTo>
                    <a:lnTo>
                      <a:pt x="127" y="1069"/>
                    </a:lnTo>
                    <a:lnTo>
                      <a:pt x="151" y="1115"/>
                    </a:lnTo>
                    <a:lnTo>
                      <a:pt x="176" y="1159"/>
                    </a:lnTo>
                    <a:lnTo>
                      <a:pt x="202" y="1203"/>
                    </a:lnTo>
                    <a:lnTo>
                      <a:pt x="231" y="1244"/>
                    </a:lnTo>
                    <a:lnTo>
                      <a:pt x="261" y="1286"/>
                    </a:lnTo>
                    <a:lnTo>
                      <a:pt x="292" y="1325"/>
                    </a:lnTo>
                    <a:lnTo>
                      <a:pt x="326" y="1365"/>
                    </a:lnTo>
                    <a:lnTo>
                      <a:pt x="360" y="1401"/>
                    </a:lnTo>
                    <a:lnTo>
                      <a:pt x="396" y="1437"/>
                    </a:lnTo>
                    <a:lnTo>
                      <a:pt x="434" y="1472"/>
                    </a:lnTo>
                    <a:lnTo>
                      <a:pt x="472" y="1505"/>
                    </a:lnTo>
                    <a:lnTo>
                      <a:pt x="511" y="1536"/>
                    </a:lnTo>
                    <a:lnTo>
                      <a:pt x="553" y="1566"/>
                    </a:lnTo>
                    <a:lnTo>
                      <a:pt x="595" y="1594"/>
                    </a:lnTo>
                    <a:lnTo>
                      <a:pt x="639" y="1621"/>
                    </a:lnTo>
                    <a:lnTo>
                      <a:pt x="684" y="1646"/>
                    </a:lnTo>
                    <a:lnTo>
                      <a:pt x="729" y="1669"/>
                    </a:lnTo>
                    <a:lnTo>
                      <a:pt x="776" y="1691"/>
                    </a:lnTo>
                    <a:lnTo>
                      <a:pt x="824" y="1709"/>
                    </a:lnTo>
                    <a:lnTo>
                      <a:pt x="873" y="1727"/>
                    </a:lnTo>
                    <a:lnTo>
                      <a:pt x="922" y="1744"/>
                    </a:lnTo>
                    <a:lnTo>
                      <a:pt x="937" y="1724"/>
                    </a:lnTo>
                    <a:lnTo>
                      <a:pt x="951" y="1704"/>
                    </a:lnTo>
                    <a:lnTo>
                      <a:pt x="966" y="1683"/>
                    </a:lnTo>
                    <a:lnTo>
                      <a:pt x="979" y="1664"/>
                    </a:lnTo>
                    <a:lnTo>
                      <a:pt x="932" y="1650"/>
                    </a:lnTo>
                    <a:lnTo>
                      <a:pt x="885" y="1635"/>
                    </a:lnTo>
                    <a:lnTo>
                      <a:pt x="839" y="1617"/>
                    </a:lnTo>
                    <a:lnTo>
                      <a:pt x="794" y="1597"/>
                    </a:lnTo>
                    <a:lnTo>
                      <a:pt x="750" y="1577"/>
                    </a:lnTo>
                    <a:lnTo>
                      <a:pt x="708" y="1554"/>
                    </a:lnTo>
                    <a:lnTo>
                      <a:pt x="666" y="1530"/>
                    </a:lnTo>
                    <a:lnTo>
                      <a:pt x="624" y="1504"/>
                    </a:lnTo>
                    <a:lnTo>
                      <a:pt x="585" y="1476"/>
                    </a:lnTo>
                    <a:lnTo>
                      <a:pt x="547" y="1447"/>
                    </a:lnTo>
                    <a:lnTo>
                      <a:pt x="509" y="1417"/>
                    </a:lnTo>
                    <a:lnTo>
                      <a:pt x="474" y="1384"/>
                    </a:lnTo>
                    <a:lnTo>
                      <a:pt x="439" y="1351"/>
                    </a:lnTo>
                    <a:lnTo>
                      <a:pt x="406" y="1316"/>
                    </a:lnTo>
                    <a:lnTo>
                      <a:pt x="374" y="1280"/>
                    </a:lnTo>
                    <a:lnTo>
                      <a:pt x="343" y="1242"/>
                    </a:lnTo>
                    <a:lnTo>
                      <a:pt x="315" y="1204"/>
                    </a:lnTo>
                    <a:lnTo>
                      <a:pt x="287" y="1164"/>
                    </a:lnTo>
                    <a:lnTo>
                      <a:pt x="261" y="1124"/>
                    </a:lnTo>
                    <a:lnTo>
                      <a:pt x="237" y="1081"/>
                    </a:lnTo>
                    <a:lnTo>
                      <a:pt x="216" y="1039"/>
                    </a:lnTo>
                    <a:lnTo>
                      <a:pt x="195" y="994"/>
                    </a:lnTo>
                    <a:lnTo>
                      <a:pt x="175" y="950"/>
                    </a:lnTo>
                    <a:lnTo>
                      <a:pt x="159" y="904"/>
                    </a:lnTo>
                    <a:lnTo>
                      <a:pt x="143" y="856"/>
                    </a:lnTo>
                    <a:lnTo>
                      <a:pt x="129" y="809"/>
                    </a:lnTo>
                    <a:lnTo>
                      <a:pt x="118" y="761"/>
                    </a:lnTo>
                    <a:lnTo>
                      <a:pt x="109" y="712"/>
                    </a:lnTo>
                    <a:lnTo>
                      <a:pt x="101" y="662"/>
                    </a:lnTo>
                    <a:lnTo>
                      <a:pt x="96" y="611"/>
                    </a:lnTo>
                    <a:lnTo>
                      <a:pt x="92" y="560"/>
                    </a:lnTo>
                    <a:lnTo>
                      <a:pt x="91" y="508"/>
                    </a:lnTo>
                    <a:lnTo>
                      <a:pt x="92" y="476"/>
                    </a:lnTo>
                    <a:lnTo>
                      <a:pt x="93" y="445"/>
                    </a:lnTo>
                    <a:lnTo>
                      <a:pt x="95" y="414"/>
                    </a:lnTo>
                    <a:lnTo>
                      <a:pt x="98" y="383"/>
                    </a:lnTo>
                    <a:lnTo>
                      <a:pt x="101" y="352"/>
                    </a:lnTo>
                    <a:lnTo>
                      <a:pt x="107" y="322"/>
                    </a:lnTo>
                    <a:lnTo>
                      <a:pt x="112" y="290"/>
                    </a:lnTo>
                    <a:lnTo>
                      <a:pt x="117" y="260"/>
                    </a:lnTo>
                    <a:lnTo>
                      <a:pt x="124" y="231"/>
                    </a:lnTo>
                    <a:lnTo>
                      <a:pt x="132" y="201"/>
                    </a:lnTo>
                    <a:lnTo>
                      <a:pt x="140" y="172"/>
                    </a:lnTo>
                    <a:lnTo>
                      <a:pt x="148" y="143"/>
                    </a:lnTo>
                    <a:lnTo>
                      <a:pt x="159" y="114"/>
                    </a:lnTo>
                    <a:lnTo>
                      <a:pt x="169" y="86"/>
                    </a:lnTo>
                    <a:lnTo>
                      <a:pt x="179" y="58"/>
                    </a:lnTo>
                    <a:lnTo>
                      <a:pt x="191" y="31"/>
                    </a:lnTo>
                    <a:lnTo>
                      <a:pt x="170" y="23"/>
                    </a:lnTo>
                    <a:lnTo>
                      <a:pt x="148" y="14"/>
                    </a:lnTo>
                    <a:lnTo>
                      <a:pt x="126" y="7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DAE1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1" name="Freeform 82"/>
              <p:cNvSpPr>
                <a:spLocks/>
              </p:cNvSpPr>
              <p:nvPr/>
            </p:nvSpPr>
            <p:spPr bwMode="auto">
              <a:xfrm>
                <a:off x="1227" y="1567"/>
                <a:ext cx="119" cy="212"/>
              </a:xfrm>
              <a:custGeom>
                <a:avLst/>
                <a:gdLst>
                  <a:gd name="T0" fmla="*/ 1 w 959"/>
                  <a:gd name="T1" fmla="*/ 1 h 1690"/>
                  <a:gd name="T2" fmla="*/ 1 w 959"/>
                  <a:gd name="T3" fmla="*/ 1 h 1690"/>
                  <a:gd name="T4" fmla="*/ 1 w 959"/>
                  <a:gd name="T5" fmla="*/ 2 h 1690"/>
                  <a:gd name="T6" fmla="*/ 0 w 959"/>
                  <a:gd name="T7" fmla="*/ 3 h 1690"/>
                  <a:gd name="T8" fmla="*/ 0 w 959"/>
                  <a:gd name="T9" fmla="*/ 4 h 1690"/>
                  <a:gd name="T10" fmla="*/ 0 w 959"/>
                  <a:gd name="T11" fmla="*/ 5 h 1690"/>
                  <a:gd name="T12" fmla="*/ 0 w 959"/>
                  <a:gd name="T13" fmla="*/ 6 h 1690"/>
                  <a:gd name="T14" fmla="*/ 0 w 959"/>
                  <a:gd name="T15" fmla="*/ 7 h 1690"/>
                  <a:gd name="T16" fmla="*/ 0 w 959"/>
                  <a:gd name="T17" fmla="*/ 9 h 1690"/>
                  <a:gd name="T18" fmla="*/ 0 w 959"/>
                  <a:gd name="T19" fmla="*/ 10 h 1690"/>
                  <a:gd name="T20" fmla="*/ 0 w 959"/>
                  <a:gd name="T21" fmla="*/ 12 h 1690"/>
                  <a:gd name="T22" fmla="*/ 1 w 959"/>
                  <a:gd name="T23" fmla="*/ 13 h 1690"/>
                  <a:gd name="T24" fmla="*/ 1 w 959"/>
                  <a:gd name="T25" fmla="*/ 15 h 1690"/>
                  <a:gd name="T26" fmla="*/ 2 w 959"/>
                  <a:gd name="T27" fmla="*/ 16 h 1690"/>
                  <a:gd name="T28" fmla="*/ 3 w 959"/>
                  <a:gd name="T29" fmla="*/ 18 h 1690"/>
                  <a:gd name="T30" fmla="*/ 3 w 959"/>
                  <a:gd name="T31" fmla="*/ 19 h 1690"/>
                  <a:gd name="T32" fmla="*/ 4 w 959"/>
                  <a:gd name="T33" fmla="*/ 20 h 1690"/>
                  <a:gd name="T34" fmla="*/ 5 w 959"/>
                  <a:gd name="T35" fmla="*/ 21 h 1690"/>
                  <a:gd name="T36" fmla="*/ 7 w 959"/>
                  <a:gd name="T37" fmla="*/ 23 h 1690"/>
                  <a:gd name="T38" fmla="*/ 8 w 959"/>
                  <a:gd name="T39" fmla="*/ 23 h 1690"/>
                  <a:gd name="T40" fmla="*/ 9 w 959"/>
                  <a:gd name="T41" fmla="*/ 24 h 1690"/>
                  <a:gd name="T42" fmla="*/ 10 w 959"/>
                  <a:gd name="T43" fmla="*/ 25 h 1690"/>
                  <a:gd name="T44" fmla="*/ 12 w 959"/>
                  <a:gd name="T45" fmla="*/ 26 h 1690"/>
                  <a:gd name="T46" fmla="*/ 13 w 959"/>
                  <a:gd name="T47" fmla="*/ 26 h 1690"/>
                  <a:gd name="T48" fmla="*/ 14 w 959"/>
                  <a:gd name="T49" fmla="*/ 26 h 1690"/>
                  <a:gd name="T50" fmla="*/ 15 w 959"/>
                  <a:gd name="T51" fmla="*/ 26 h 1690"/>
                  <a:gd name="T52" fmla="*/ 14 w 959"/>
                  <a:gd name="T53" fmla="*/ 25 h 1690"/>
                  <a:gd name="T54" fmla="*/ 13 w 959"/>
                  <a:gd name="T55" fmla="*/ 25 h 1690"/>
                  <a:gd name="T56" fmla="*/ 11 w 959"/>
                  <a:gd name="T57" fmla="*/ 24 h 1690"/>
                  <a:gd name="T58" fmla="*/ 10 w 959"/>
                  <a:gd name="T59" fmla="*/ 23 h 1690"/>
                  <a:gd name="T60" fmla="*/ 9 w 959"/>
                  <a:gd name="T61" fmla="*/ 23 h 1690"/>
                  <a:gd name="T62" fmla="*/ 8 w 959"/>
                  <a:gd name="T63" fmla="*/ 22 h 1690"/>
                  <a:gd name="T64" fmla="*/ 7 w 959"/>
                  <a:gd name="T65" fmla="*/ 21 h 1690"/>
                  <a:gd name="T66" fmla="*/ 6 w 959"/>
                  <a:gd name="T67" fmla="*/ 20 h 1690"/>
                  <a:gd name="T68" fmla="*/ 5 w 959"/>
                  <a:gd name="T69" fmla="*/ 18 h 1690"/>
                  <a:gd name="T70" fmla="*/ 4 w 959"/>
                  <a:gd name="T71" fmla="*/ 17 h 1690"/>
                  <a:gd name="T72" fmla="*/ 3 w 959"/>
                  <a:gd name="T73" fmla="*/ 16 h 1690"/>
                  <a:gd name="T74" fmla="*/ 3 w 959"/>
                  <a:gd name="T75" fmla="*/ 15 h 1690"/>
                  <a:gd name="T76" fmla="*/ 2 w 959"/>
                  <a:gd name="T77" fmla="*/ 13 h 1690"/>
                  <a:gd name="T78" fmla="*/ 2 w 959"/>
                  <a:gd name="T79" fmla="*/ 12 h 1690"/>
                  <a:gd name="T80" fmla="*/ 2 w 959"/>
                  <a:gd name="T81" fmla="*/ 10 h 1690"/>
                  <a:gd name="T82" fmla="*/ 1 w 959"/>
                  <a:gd name="T83" fmla="*/ 9 h 1690"/>
                  <a:gd name="T84" fmla="*/ 1 w 959"/>
                  <a:gd name="T85" fmla="*/ 7 h 1690"/>
                  <a:gd name="T86" fmla="*/ 1 w 959"/>
                  <a:gd name="T87" fmla="*/ 6 h 1690"/>
                  <a:gd name="T88" fmla="*/ 2 w 959"/>
                  <a:gd name="T89" fmla="*/ 5 h 1690"/>
                  <a:gd name="T90" fmla="*/ 2 w 959"/>
                  <a:gd name="T91" fmla="*/ 5 h 1690"/>
                  <a:gd name="T92" fmla="*/ 2 w 959"/>
                  <a:gd name="T93" fmla="*/ 4 h 1690"/>
                  <a:gd name="T94" fmla="*/ 2 w 959"/>
                  <a:gd name="T95" fmla="*/ 3 h 1690"/>
                  <a:gd name="T96" fmla="*/ 2 w 959"/>
                  <a:gd name="T97" fmla="*/ 2 h 1690"/>
                  <a:gd name="T98" fmla="*/ 3 w 959"/>
                  <a:gd name="T99" fmla="*/ 1 h 1690"/>
                  <a:gd name="T100" fmla="*/ 3 w 959"/>
                  <a:gd name="T101" fmla="*/ 0 h 1690"/>
                  <a:gd name="T102" fmla="*/ 2 w 959"/>
                  <a:gd name="T103" fmla="*/ 0 h 169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59"/>
                  <a:gd name="T157" fmla="*/ 0 h 1690"/>
                  <a:gd name="T158" fmla="*/ 959 w 959"/>
                  <a:gd name="T159" fmla="*/ 1690 h 169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59" h="1690">
                    <a:moveTo>
                      <a:pt x="103" y="0"/>
                    </a:moveTo>
                    <a:lnTo>
                      <a:pt x="91" y="29"/>
                    </a:lnTo>
                    <a:lnTo>
                      <a:pt x="79" y="58"/>
                    </a:lnTo>
                    <a:lnTo>
                      <a:pt x="69" y="88"/>
                    </a:lnTo>
                    <a:lnTo>
                      <a:pt x="60" y="117"/>
                    </a:lnTo>
                    <a:lnTo>
                      <a:pt x="50" y="147"/>
                    </a:lnTo>
                    <a:lnTo>
                      <a:pt x="42" y="177"/>
                    </a:lnTo>
                    <a:lnTo>
                      <a:pt x="34" y="208"/>
                    </a:lnTo>
                    <a:lnTo>
                      <a:pt x="27" y="238"/>
                    </a:lnTo>
                    <a:lnTo>
                      <a:pt x="21" y="269"/>
                    </a:lnTo>
                    <a:lnTo>
                      <a:pt x="16" y="301"/>
                    </a:lnTo>
                    <a:lnTo>
                      <a:pt x="11" y="332"/>
                    </a:lnTo>
                    <a:lnTo>
                      <a:pt x="8" y="365"/>
                    </a:lnTo>
                    <a:lnTo>
                      <a:pt x="5" y="397"/>
                    </a:lnTo>
                    <a:lnTo>
                      <a:pt x="2" y="429"/>
                    </a:lnTo>
                    <a:lnTo>
                      <a:pt x="1" y="461"/>
                    </a:lnTo>
                    <a:lnTo>
                      <a:pt x="0" y="494"/>
                    </a:lnTo>
                    <a:lnTo>
                      <a:pt x="1" y="547"/>
                    </a:lnTo>
                    <a:lnTo>
                      <a:pt x="5" y="600"/>
                    </a:lnTo>
                    <a:lnTo>
                      <a:pt x="11" y="652"/>
                    </a:lnTo>
                    <a:lnTo>
                      <a:pt x="18" y="703"/>
                    </a:lnTo>
                    <a:lnTo>
                      <a:pt x="27" y="754"/>
                    </a:lnTo>
                    <a:lnTo>
                      <a:pt x="40" y="804"/>
                    </a:lnTo>
                    <a:lnTo>
                      <a:pt x="53" y="853"/>
                    </a:lnTo>
                    <a:lnTo>
                      <a:pt x="69" y="901"/>
                    </a:lnTo>
                    <a:lnTo>
                      <a:pt x="87" y="948"/>
                    </a:lnTo>
                    <a:lnTo>
                      <a:pt x="105" y="995"/>
                    </a:lnTo>
                    <a:lnTo>
                      <a:pt x="127" y="1040"/>
                    </a:lnTo>
                    <a:lnTo>
                      <a:pt x="150" y="1084"/>
                    </a:lnTo>
                    <a:lnTo>
                      <a:pt x="174" y="1128"/>
                    </a:lnTo>
                    <a:lnTo>
                      <a:pt x="201" y="1170"/>
                    </a:lnTo>
                    <a:lnTo>
                      <a:pt x="228" y="1211"/>
                    </a:lnTo>
                    <a:lnTo>
                      <a:pt x="258" y="1251"/>
                    </a:lnTo>
                    <a:lnTo>
                      <a:pt x="289" y="1290"/>
                    </a:lnTo>
                    <a:lnTo>
                      <a:pt x="321" y="1327"/>
                    </a:lnTo>
                    <a:lnTo>
                      <a:pt x="355" y="1363"/>
                    </a:lnTo>
                    <a:lnTo>
                      <a:pt x="391" y="1397"/>
                    </a:lnTo>
                    <a:lnTo>
                      <a:pt x="427" y="1431"/>
                    </a:lnTo>
                    <a:lnTo>
                      <a:pt x="464" y="1463"/>
                    </a:lnTo>
                    <a:lnTo>
                      <a:pt x="504" y="1493"/>
                    </a:lnTo>
                    <a:lnTo>
                      <a:pt x="544" y="1521"/>
                    </a:lnTo>
                    <a:lnTo>
                      <a:pt x="586" y="1548"/>
                    </a:lnTo>
                    <a:lnTo>
                      <a:pt x="628" y="1574"/>
                    </a:lnTo>
                    <a:lnTo>
                      <a:pt x="673" y="1598"/>
                    </a:lnTo>
                    <a:lnTo>
                      <a:pt x="718" y="1620"/>
                    </a:lnTo>
                    <a:lnTo>
                      <a:pt x="763" y="1640"/>
                    </a:lnTo>
                    <a:lnTo>
                      <a:pt x="810" y="1658"/>
                    </a:lnTo>
                    <a:lnTo>
                      <a:pt x="858" y="1675"/>
                    </a:lnTo>
                    <a:lnTo>
                      <a:pt x="906" y="1690"/>
                    </a:lnTo>
                    <a:lnTo>
                      <a:pt x="920" y="1669"/>
                    </a:lnTo>
                    <a:lnTo>
                      <a:pt x="933" y="1650"/>
                    </a:lnTo>
                    <a:lnTo>
                      <a:pt x="947" y="1629"/>
                    </a:lnTo>
                    <a:lnTo>
                      <a:pt x="959" y="1608"/>
                    </a:lnTo>
                    <a:lnTo>
                      <a:pt x="913" y="1596"/>
                    </a:lnTo>
                    <a:lnTo>
                      <a:pt x="867" y="1581"/>
                    </a:lnTo>
                    <a:lnTo>
                      <a:pt x="822" y="1565"/>
                    </a:lnTo>
                    <a:lnTo>
                      <a:pt x="779" y="1547"/>
                    </a:lnTo>
                    <a:lnTo>
                      <a:pt x="736" y="1527"/>
                    </a:lnTo>
                    <a:lnTo>
                      <a:pt x="695" y="1505"/>
                    </a:lnTo>
                    <a:lnTo>
                      <a:pt x="653" y="1482"/>
                    </a:lnTo>
                    <a:lnTo>
                      <a:pt x="614" y="1457"/>
                    </a:lnTo>
                    <a:lnTo>
                      <a:pt x="575" y="1431"/>
                    </a:lnTo>
                    <a:lnTo>
                      <a:pt x="538" y="1403"/>
                    </a:lnTo>
                    <a:lnTo>
                      <a:pt x="502" y="1374"/>
                    </a:lnTo>
                    <a:lnTo>
                      <a:pt x="466" y="1342"/>
                    </a:lnTo>
                    <a:lnTo>
                      <a:pt x="432" y="1310"/>
                    </a:lnTo>
                    <a:lnTo>
                      <a:pt x="400" y="1277"/>
                    </a:lnTo>
                    <a:lnTo>
                      <a:pt x="369" y="1242"/>
                    </a:lnTo>
                    <a:lnTo>
                      <a:pt x="339" y="1205"/>
                    </a:lnTo>
                    <a:lnTo>
                      <a:pt x="311" y="1168"/>
                    </a:lnTo>
                    <a:lnTo>
                      <a:pt x="284" y="1130"/>
                    </a:lnTo>
                    <a:lnTo>
                      <a:pt x="259" y="1090"/>
                    </a:lnTo>
                    <a:lnTo>
                      <a:pt x="235" y="1050"/>
                    </a:lnTo>
                    <a:lnTo>
                      <a:pt x="213" y="1008"/>
                    </a:lnTo>
                    <a:lnTo>
                      <a:pt x="193" y="966"/>
                    </a:lnTo>
                    <a:lnTo>
                      <a:pt x="175" y="922"/>
                    </a:lnTo>
                    <a:lnTo>
                      <a:pt x="158" y="877"/>
                    </a:lnTo>
                    <a:lnTo>
                      <a:pt x="143" y="832"/>
                    </a:lnTo>
                    <a:lnTo>
                      <a:pt x="130" y="786"/>
                    </a:lnTo>
                    <a:lnTo>
                      <a:pt x="119" y="739"/>
                    </a:lnTo>
                    <a:lnTo>
                      <a:pt x="109" y="692"/>
                    </a:lnTo>
                    <a:lnTo>
                      <a:pt x="102" y="643"/>
                    </a:lnTo>
                    <a:lnTo>
                      <a:pt x="97" y="594"/>
                    </a:lnTo>
                    <a:lnTo>
                      <a:pt x="94" y="544"/>
                    </a:lnTo>
                    <a:lnTo>
                      <a:pt x="93" y="494"/>
                    </a:lnTo>
                    <a:lnTo>
                      <a:pt x="93" y="464"/>
                    </a:lnTo>
                    <a:lnTo>
                      <a:pt x="94" y="433"/>
                    </a:lnTo>
                    <a:lnTo>
                      <a:pt x="96" y="403"/>
                    </a:lnTo>
                    <a:lnTo>
                      <a:pt x="99" y="373"/>
                    </a:lnTo>
                    <a:lnTo>
                      <a:pt x="102" y="343"/>
                    </a:lnTo>
                    <a:lnTo>
                      <a:pt x="106" y="314"/>
                    </a:lnTo>
                    <a:lnTo>
                      <a:pt x="111" y="285"/>
                    </a:lnTo>
                    <a:lnTo>
                      <a:pt x="118" y="256"/>
                    </a:lnTo>
                    <a:lnTo>
                      <a:pt x="124" y="227"/>
                    </a:lnTo>
                    <a:lnTo>
                      <a:pt x="131" y="199"/>
                    </a:lnTo>
                    <a:lnTo>
                      <a:pt x="139" y="170"/>
                    </a:lnTo>
                    <a:lnTo>
                      <a:pt x="148" y="141"/>
                    </a:lnTo>
                    <a:lnTo>
                      <a:pt x="157" y="114"/>
                    </a:lnTo>
                    <a:lnTo>
                      <a:pt x="166" y="88"/>
                    </a:lnTo>
                    <a:lnTo>
                      <a:pt x="178" y="61"/>
                    </a:lnTo>
                    <a:lnTo>
                      <a:pt x="189" y="34"/>
                    </a:lnTo>
                    <a:lnTo>
                      <a:pt x="167" y="25"/>
                    </a:lnTo>
                    <a:lnTo>
                      <a:pt x="146" y="17"/>
                    </a:lnTo>
                    <a:lnTo>
                      <a:pt x="125" y="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DCE3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2" name="Freeform 83"/>
              <p:cNvSpPr>
                <a:spLocks/>
              </p:cNvSpPr>
              <p:nvPr/>
            </p:nvSpPr>
            <p:spPr bwMode="auto">
              <a:xfrm>
                <a:off x="1232" y="1569"/>
                <a:ext cx="117" cy="205"/>
              </a:xfrm>
              <a:custGeom>
                <a:avLst/>
                <a:gdLst>
                  <a:gd name="T0" fmla="*/ 1 w 936"/>
                  <a:gd name="T1" fmla="*/ 0 h 1633"/>
                  <a:gd name="T2" fmla="*/ 1 w 936"/>
                  <a:gd name="T3" fmla="*/ 1 h 1633"/>
                  <a:gd name="T4" fmla="*/ 1 w 936"/>
                  <a:gd name="T5" fmla="*/ 2 h 1633"/>
                  <a:gd name="T6" fmla="*/ 1 w 936"/>
                  <a:gd name="T7" fmla="*/ 3 h 1633"/>
                  <a:gd name="T8" fmla="*/ 0 w 936"/>
                  <a:gd name="T9" fmla="*/ 4 h 1633"/>
                  <a:gd name="T10" fmla="*/ 0 w 936"/>
                  <a:gd name="T11" fmla="*/ 5 h 1633"/>
                  <a:gd name="T12" fmla="*/ 0 w 936"/>
                  <a:gd name="T13" fmla="*/ 6 h 1633"/>
                  <a:gd name="T14" fmla="*/ 0 w 936"/>
                  <a:gd name="T15" fmla="*/ 7 h 1633"/>
                  <a:gd name="T16" fmla="*/ 0 w 936"/>
                  <a:gd name="T17" fmla="*/ 8 h 1633"/>
                  <a:gd name="T18" fmla="*/ 0 w 936"/>
                  <a:gd name="T19" fmla="*/ 10 h 1633"/>
                  <a:gd name="T20" fmla="*/ 0 w 936"/>
                  <a:gd name="T21" fmla="*/ 12 h 1633"/>
                  <a:gd name="T22" fmla="*/ 1 w 936"/>
                  <a:gd name="T23" fmla="*/ 13 h 1633"/>
                  <a:gd name="T24" fmla="*/ 1 w 936"/>
                  <a:gd name="T25" fmla="*/ 14 h 1633"/>
                  <a:gd name="T26" fmla="*/ 2 w 936"/>
                  <a:gd name="T27" fmla="*/ 16 h 1633"/>
                  <a:gd name="T28" fmla="*/ 3 w 936"/>
                  <a:gd name="T29" fmla="*/ 17 h 1633"/>
                  <a:gd name="T30" fmla="*/ 4 w 936"/>
                  <a:gd name="T31" fmla="*/ 18 h 1633"/>
                  <a:gd name="T32" fmla="*/ 4 w 936"/>
                  <a:gd name="T33" fmla="*/ 20 h 1633"/>
                  <a:gd name="T34" fmla="*/ 6 w 936"/>
                  <a:gd name="T35" fmla="*/ 21 h 1633"/>
                  <a:gd name="T36" fmla="*/ 7 w 936"/>
                  <a:gd name="T37" fmla="*/ 22 h 1633"/>
                  <a:gd name="T38" fmla="*/ 8 w 936"/>
                  <a:gd name="T39" fmla="*/ 23 h 1633"/>
                  <a:gd name="T40" fmla="*/ 9 w 936"/>
                  <a:gd name="T41" fmla="*/ 24 h 1633"/>
                  <a:gd name="T42" fmla="*/ 10 w 936"/>
                  <a:gd name="T43" fmla="*/ 24 h 1633"/>
                  <a:gd name="T44" fmla="*/ 12 w 936"/>
                  <a:gd name="T45" fmla="*/ 25 h 1633"/>
                  <a:gd name="T46" fmla="*/ 13 w 936"/>
                  <a:gd name="T47" fmla="*/ 25 h 1633"/>
                  <a:gd name="T48" fmla="*/ 14 w 936"/>
                  <a:gd name="T49" fmla="*/ 25 h 1633"/>
                  <a:gd name="T50" fmla="*/ 15 w 936"/>
                  <a:gd name="T51" fmla="*/ 25 h 1633"/>
                  <a:gd name="T52" fmla="*/ 14 w 936"/>
                  <a:gd name="T53" fmla="*/ 24 h 1633"/>
                  <a:gd name="T54" fmla="*/ 13 w 936"/>
                  <a:gd name="T55" fmla="*/ 24 h 1633"/>
                  <a:gd name="T56" fmla="*/ 11 w 936"/>
                  <a:gd name="T57" fmla="*/ 23 h 1633"/>
                  <a:gd name="T58" fmla="*/ 10 w 936"/>
                  <a:gd name="T59" fmla="*/ 23 h 1633"/>
                  <a:gd name="T60" fmla="*/ 9 w 936"/>
                  <a:gd name="T61" fmla="*/ 22 h 1633"/>
                  <a:gd name="T62" fmla="*/ 8 w 936"/>
                  <a:gd name="T63" fmla="*/ 21 h 1633"/>
                  <a:gd name="T64" fmla="*/ 7 w 936"/>
                  <a:gd name="T65" fmla="*/ 20 h 1633"/>
                  <a:gd name="T66" fmla="*/ 6 w 936"/>
                  <a:gd name="T67" fmla="*/ 19 h 1633"/>
                  <a:gd name="T68" fmla="*/ 5 w 936"/>
                  <a:gd name="T69" fmla="*/ 18 h 1633"/>
                  <a:gd name="T70" fmla="*/ 4 w 936"/>
                  <a:gd name="T71" fmla="*/ 17 h 1633"/>
                  <a:gd name="T72" fmla="*/ 3 w 936"/>
                  <a:gd name="T73" fmla="*/ 15 h 1633"/>
                  <a:gd name="T74" fmla="*/ 3 w 936"/>
                  <a:gd name="T75" fmla="*/ 14 h 1633"/>
                  <a:gd name="T76" fmla="*/ 2 w 936"/>
                  <a:gd name="T77" fmla="*/ 13 h 1633"/>
                  <a:gd name="T78" fmla="*/ 2 w 936"/>
                  <a:gd name="T79" fmla="*/ 11 h 1633"/>
                  <a:gd name="T80" fmla="*/ 2 w 936"/>
                  <a:gd name="T81" fmla="*/ 10 h 1633"/>
                  <a:gd name="T82" fmla="*/ 2 w 936"/>
                  <a:gd name="T83" fmla="*/ 8 h 1633"/>
                  <a:gd name="T84" fmla="*/ 2 w 936"/>
                  <a:gd name="T85" fmla="*/ 7 h 1633"/>
                  <a:gd name="T86" fmla="*/ 2 w 936"/>
                  <a:gd name="T87" fmla="*/ 6 h 1633"/>
                  <a:gd name="T88" fmla="*/ 2 w 936"/>
                  <a:gd name="T89" fmla="*/ 5 h 1633"/>
                  <a:gd name="T90" fmla="*/ 2 w 936"/>
                  <a:gd name="T91" fmla="*/ 4 h 1633"/>
                  <a:gd name="T92" fmla="*/ 2 w 936"/>
                  <a:gd name="T93" fmla="*/ 4 h 1633"/>
                  <a:gd name="T94" fmla="*/ 2 w 936"/>
                  <a:gd name="T95" fmla="*/ 3 h 1633"/>
                  <a:gd name="T96" fmla="*/ 2 w 936"/>
                  <a:gd name="T97" fmla="*/ 2 h 1633"/>
                  <a:gd name="T98" fmla="*/ 3 w 936"/>
                  <a:gd name="T99" fmla="*/ 1 h 1633"/>
                  <a:gd name="T100" fmla="*/ 3 w 936"/>
                  <a:gd name="T101" fmla="*/ 0 h 1633"/>
                  <a:gd name="T102" fmla="*/ 2 w 936"/>
                  <a:gd name="T103" fmla="*/ 0 h 163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36"/>
                  <a:gd name="T157" fmla="*/ 0 h 1633"/>
                  <a:gd name="T158" fmla="*/ 936 w 936"/>
                  <a:gd name="T159" fmla="*/ 1633 h 1633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36" h="1633">
                    <a:moveTo>
                      <a:pt x="100" y="0"/>
                    </a:moveTo>
                    <a:lnTo>
                      <a:pt x="88" y="27"/>
                    </a:lnTo>
                    <a:lnTo>
                      <a:pt x="78" y="55"/>
                    </a:lnTo>
                    <a:lnTo>
                      <a:pt x="68" y="83"/>
                    </a:lnTo>
                    <a:lnTo>
                      <a:pt x="57" y="112"/>
                    </a:lnTo>
                    <a:lnTo>
                      <a:pt x="49" y="141"/>
                    </a:lnTo>
                    <a:lnTo>
                      <a:pt x="41" y="170"/>
                    </a:lnTo>
                    <a:lnTo>
                      <a:pt x="33" y="200"/>
                    </a:lnTo>
                    <a:lnTo>
                      <a:pt x="26" y="229"/>
                    </a:lnTo>
                    <a:lnTo>
                      <a:pt x="21" y="259"/>
                    </a:lnTo>
                    <a:lnTo>
                      <a:pt x="16" y="291"/>
                    </a:lnTo>
                    <a:lnTo>
                      <a:pt x="10" y="321"/>
                    </a:lnTo>
                    <a:lnTo>
                      <a:pt x="7" y="352"/>
                    </a:lnTo>
                    <a:lnTo>
                      <a:pt x="4" y="383"/>
                    </a:lnTo>
                    <a:lnTo>
                      <a:pt x="2" y="414"/>
                    </a:lnTo>
                    <a:lnTo>
                      <a:pt x="1" y="445"/>
                    </a:lnTo>
                    <a:lnTo>
                      <a:pt x="0" y="477"/>
                    </a:lnTo>
                    <a:lnTo>
                      <a:pt x="1" y="529"/>
                    </a:lnTo>
                    <a:lnTo>
                      <a:pt x="5" y="580"/>
                    </a:lnTo>
                    <a:lnTo>
                      <a:pt x="10" y="631"/>
                    </a:lnTo>
                    <a:lnTo>
                      <a:pt x="18" y="681"/>
                    </a:lnTo>
                    <a:lnTo>
                      <a:pt x="27" y="730"/>
                    </a:lnTo>
                    <a:lnTo>
                      <a:pt x="38" y="778"/>
                    </a:lnTo>
                    <a:lnTo>
                      <a:pt x="52" y="825"/>
                    </a:lnTo>
                    <a:lnTo>
                      <a:pt x="68" y="873"/>
                    </a:lnTo>
                    <a:lnTo>
                      <a:pt x="84" y="919"/>
                    </a:lnTo>
                    <a:lnTo>
                      <a:pt x="104" y="963"/>
                    </a:lnTo>
                    <a:lnTo>
                      <a:pt x="125" y="1008"/>
                    </a:lnTo>
                    <a:lnTo>
                      <a:pt x="146" y="1050"/>
                    </a:lnTo>
                    <a:lnTo>
                      <a:pt x="170" y="1093"/>
                    </a:lnTo>
                    <a:lnTo>
                      <a:pt x="196" y="1133"/>
                    </a:lnTo>
                    <a:lnTo>
                      <a:pt x="224" y="1173"/>
                    </a:lnTo>
                    <a:lnTo>
                      <a:pt x="252" y="1211"/>
                    </a:lnTo>
                    <a:lnTo>
                      <a:pt x="283" y="1249"/>
                    </a:lnTo>
                    <a:lnTo>
                      <a:pt x="315" y="1285"/>
                    </a:lnTo>
                    <a:lnTo>
                      <a:pt x="348" y="1320"/>
                    </a:lnTo>
                    <a:lnTo>
                      <a:pt x="383" y="1353"/>
                    </a:lnTo>
                    <a:lnTo>
                      <a:pt x="418" y="1386"/>
                    </a:lnTo>
                    <a:lnTo>
                      <a:pt x="456" y="1416"/>
                    </a:lnTo>
                    <a:lnTo>
                      <a:pt x="494" y="1445"/>
                    </a:lnTo>
                    <a:lnTo>
                      <a:pt x="533" y="1473"/>
                    </a:lnTo>
                    <a:lnTo>
                      <a:pt x="575" y="1499"/>
                    </a:lnTo>
                    <a:lnTo>
                      <a:pt x="617" y="1523"/>
                    </a:lnTo>
                    <a:lnTo>
                      <a:pt x="659" y="1546"/>
                    </a:lnTo>
                    <a:lnTo>
                      <a:pt x="703" y="1566"/>
                    </a:lnTo>
                    <a:lnTo>
                      <a:pt x="748" y="1586"/>
                    </a:lnTo>
                    <a:lnTo>
                      <a:pt x="794" y="1604"/>
                    </a:lnTo>
                    <a:lnTo>
                      <a:pt x="841" y="1619"/>
                    </a:lnTo>
                    <a:lnTo>
                      <a:pt x="888" y="1633"/>
                    </a:lnTo>
                    <a:lnTo>
                      <a:pt x="901" y="1612"/>
                    </a:lnTo>
                    <a:lnTo>
                      <a:pt x="913" y="1591"/>
                    </a:lnTo>
                    <a:lnTo>
                      <a:pt x="925" y="1571"/>
                    </a:lnTo>
                    <a:lnTo>
                      <a:pt x="936" y="1550"/>
                    </a:lnTo>
                    <a:lnTo>
                      <a:pt x="892" y="1538"/>
                    </a:lnTo>
                    <a:lnTo>
                      <a:pt x="847" y="1525"/>
                    </a:lnTo>
                    <a:lnTo>
                      <a:pt x="804" y="1509"/>
                    </a:lnTo>
                    <a:lnTo>
                      <a:pt x="762" y="1492"/>
                    </a:lnTo>
                    <a:lnTo>
                      <a:pt x="719" y="1473"/>
                    </a:lnTo>
                    <a:lnTo>
                      <a:pt x="679" y="1452"/>
                    </a:lnTo>
                    <a:lnTo>
                      <a:pt x="639" y="1430"/>
                    </a:lnTo>
                    <a:lnTo>
                      <a:pt x="600" y="1406"/>
                    </a:lnTo>
                    <a:lnTo>
                      <a:pt x="563" y="1382"/>
                    </a:lnTo>
                    <a:lnTo>
                      <a:pt x="526" y="1355"/>
                    </a:lnTo>
                    <a:lnTo>
                      <a:pt x="491" y="1326"/>
                    </a:lnTo>
                    <a:lnTo>
                      <a:pt x="457" y="1296"/>
                    </a:lnTo>
                    <a:lnTo>
                      <a:pt x="423" y="1265"/>
                    </a:lnTo>
                    <a:lnTo>
                      <a:pt x="392" y="1233"/>
                    </a:lnTo>
                    <a:lnTo>
                      <a:pt x="362" y="1200"/>
                    </a:lnTo>
                    <a:lnTo>
                      <a:pt x="333" y="1165"/>
                    </a:lnTo>
                    <a:lnTo>
                      <a:pt x="305" y="1129"/>
                    </a:lnTo>
                    <a:lnTo>
                      <a:pt x="279" y="1092"/>
                    </a:lnTo>
                    <a:lnTo>
                      <a:pt x="255" y="1053"/>
                    </a:lnTo>
                    <a:lnTo>
                      <a:pt x="231" y="1015"/>
                    </a:lnTo>
                    <a:lnTo>
                      <a:pt x="211" y="975"/>
                    </a:lnTo>
                    <a:lnTo>
                      <a:pt x="191" y="933"/>
                    </a:lnTo>
                    <a:lnTo>
                      <a:pt x="172" y="892"/>
                    </a:lnTo>
                    <a:lnTo>
                      <a:pt x="156" y="848"/>
                    </a:lnTo>
                    <a:lnTo>
                      <a:pt x="141" y="804"/>
                    </a:lnTo>
                    <a:lnTo>
                      <a:pt x="129" y="760"/>
                    </a:lnTo>
                    <a:lnTo>
                      <a:pt x="118" y="714"/>
                    </a:lnTo>
                    <a:lnTo>
                      <a:pt x="109" y="668"/>
                    </a:lnTo>
                    <a:lnTo>
                      <a:pt x="102" y="622"/>
                    </a:lnTo>
                    <a:lnTo>
                      <a:pt x="97" y="574"/>
                    </a:lnTo>
                    <a:lnTo>
                      <a:pt x="93" y="526"/>
                    </a:lnTo>
                    <a:lnTo>
                      <a:pt x="92" y="477"/>
                    </a:lnTo>
                    <a:lnTo>
                      <a:pt x="92" y="448"/>
                    </a:lnTo>
                    <a:lnTo>
                      <a:pt x="95" y="418"/>
                    </a:lnTo>
                    <a:lnTo>
                      <a:pt x="96" y="389"/>
                    </a:lnTo>
                    <a:lnTo>
                      <a:pt x="99" y="361"/>
                    </a:lnTo>
                    <a:lnTo>
                      <a:pt x="102" y="332"/>
                    </a:lnTo>
                    <a:lnTo>
                      <a:pt x="106" y="304"/>
                    </a:lnTo>
                    <a:lnTo>
                      <a:pt x="111" y="275"/>
                    </a:lnTo>
                    <a:lnTo>
                      <a:pt x="116" y="248"/>
                    </a:lnTo>
                    <a:lnTo>
                      <a:pt x="123" y="220"/>
                    </a:lnTo>
                    <a:lnTo>
                      <a:pt x="130" y="193"/>
                    </a:lnTo>
                    <a:lnTo>
                      <a:pt x="137" y="165"/>
                    </a:lnTo>
                    <a:lnTo>
                      <a:pt x="145" y="139"/>
                    </a:lnTo>
                    <a:lnTo>
                      <a:pt x="155" y="112"/>
                    </a:lnTo>
                    <a:lnTo>
                      <a:pt x="164" y="86"/>
                    </a:lnTo>
                    <a:lnTo>
                      <a:pt x="174" y="60"/>
                    </a:lnTo>
                    <a:lnTo>
                      <a:pt x="185" y="34"/>
                    </a:lnTo>
                    <a:lnTo>
                      <a:pt x="164" y="25"/>
                    </a:lnTo>
                    <a:lnTo>
                      <a:pt x="143" y="17"/>
                    </a:lnTo>
                    <a:lnTo>
                      <a:pt x="121" y="8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DDE4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3" name="Freeform 84"/>
              <p:cNvSpPr>
                <a:spLocks/>
              </p:cNvSpPr>
              <p:nvPr/>
            </p:nvSpPr>
            <p:spPr bwMode="auto">
              <a:xfrm>
                <a:off x="1238" y="1572"/>
                <a:ext cx="114" cy="196"/>
              </a:xfrm>
              <a:custGeom>
                <a:avLst/>
                <a:gdLst>
                  <a:gd name="T0" fmla="*/ 1 w 911"/>
                  <a:gd name="T1" fmla="*/ 0 h 1574"/>
                  <a:gd name="T2" fmla="*/ 1 w 911"/>
                  <a:gd name="T3" fmla="*/ 1 h 1574"/>
                  <a:gd name="T4" fmla="*/ 1 w 911"/>
                  <a:gd name="T5" fmla="*/ 2 h 1574"/>
                  <a:gd name="T6" fmla="*/ 1 w 911"/>
                  <a:gd name="T7" fmla="*/ 3 h 1574"/>
                  <a:gd name="T8" fmla="*/ 0 w 911"/>
                  <a:gd name="T9" fmla="*/ 4 h 1574"/>
                  <a:gd name="T10" fmla="*/ 0 w 911"/>
                  <a:gd name="T11" fmla="*/ 5 h 1574"/>
                  <a:gd name="T12" fmla="*/ 0 w 911"/>
                  <a:gd name="T13" fmla="*/ 6 h 1574"/>
                  <a:gd name="T14" fmla="*/ 0 w 911"/>
                  <a:gd name="T15" fmla="*/ 7 h 1574"/>
                  <a:gd name="T16" fmla="*/ 0 w 911"/>
                  <a:gd name="T17" fmla="*/ 8 h 1574"/>
                  <a:gd name="T18" fmla="*/ 0 w 911"/>
                  <a:gd name="T19" fmla="*/ 9 h 1574"/>
                  <a:gd name="T20" fmla="*/ 0 w 911"/>
                  <a:gd name="T21" fmla="*/ 11 h 1574"/>
                  <a:gd name="T22" fmla="*/ 1 w 911"/>
                  <a:gd name="T23" fmla="*/ 12 h 1574"/>
                  <a:gd name="T24" fmla="*/ 1 w 911"/>
                  <a:gd name="T25" fmla="*/ 14 h 1574"/>
                  <a:gd name="T26" fmla="*/ 2 w 911"/>
                  <a:gd name="T27" fmla="*/ 15 h 1574"/>
                  <a:gd name="T28" fmla="*/ 3 w 911"/>
                  <a:gd name="T29" fmla="*/ 16 h 1574"/>
                  <a:gd name="T30" fmla="*/ 3 w 911"/>
                  <a:gd name="T31" fmla="*/ 18 h 1574"/>
                  <a:gd name="T32" fmla="*/ 4 w 911"/>
                  <a:gd name="T33" fmla="*/ 19 h 1574"/>
                  <a:gd name="T34" fmla="*/ 5 w 911"/>
                  <a:gd name="T35" fmla="*/ 20 h 1574"/>
                  <a:gd name="T36" fmla="*/ 6 w 911"/>
                  <a:gd name="T37" fmla="*/ 21 h 1574"/>
                  <a:gd name="T38" fmla="*/ 8 w 911"/>
                  <a:gd name="T39" fmla="*/ 22 h 1574"/>
                  <a:gd name="T40" fmla="*/ 9 w 911"/>
                  <a:gd name="T41" fmla="*/ 22 h 1574"/>
                  <a:gd name="T42" fmla="*/ 10 w 911"/>
                  <a:gd name="T43" fmla="*/ 23 h 1574"/>
                  <a:gd name="T44" fmla="*/ 11 w 911"/>
                  <a:gd name="T45" fmla="*/ 24 h 1574"/>
                  <a:gd name="T46" fmla="*/ 13 w 911"/>
                  <a:gd name="T47" fmla="*/ 24 h 1574"/>
                  <a:gd name="T48" fmla="*/ 14 w 911"/>
                  <a:gd name="T49" fmla="*/ 24 h 1574"/>
                  <a:gd name="T50" fmla="*/ 14 w 911"/>
                  <a:gd name="T51" fmla="*/ 23 h 1574"/>
                  <a:gd name="T52" fmla="*/ 14 w 911"/>
                  <a:gd name="T53" fmla="*/ 23 h 1574"/>
                  <a:gd name="T54" fmla="*/ 12 w 911"/>
                  <a:gd name="T55" fmla="*/ 23 h 1574"/>
                  <a:gd name="T56" fmla="*/ 11 w 911"/>
                  <a:gd name="T57" fmla="*/ 22 h 1574"/>
                  <a:gd name="T58" fmla="*/ 10 w 911"/>
                  <a:gd name="T59" fmla="*/ 21 h 1574"/>
                  <a:gd name="T60" fmla="*/ 9 w 911"/>
                  <a:gd name="T61" fmla="*/ 21 h 1574"/>
                  <a:gd name="T62" fmla="*/ 8 w 911"/>
                  <a:gd name="T63" fmla="*/ 20 h 1574"/>
                  <a:gd name="T64" fmla="*/ 7 w 911"/>
                  <a:gd name="T65" fmla="*/ 19 h 1574"/>
                  <a:gd name="T66" fmla="*/ 6 w 911"/>
                  <a:gd name="T67" fmla="*/ 18 h 1574"/>
                  <a:gd name="T68" fmla="*/ 5 w 911"/>
                  <a:gd name="T69" fmla="*/ 17 h 1574"/>
                  <a:gd name="T70" fmla="*/ 4 w 911"/>
                  <a:gd name="T71" fmla="*/ 16 h 1574"/>
                  <a:gd name="T72" fmla="*/ 3 w 911"/>
                  <a:gd name="T73" fmla="*/ 15 h 1574"/>
                  <a:gd name="T74" fmla="*/ 3 w 911"/>
                  <a:gd name="T75" fmla="*/ 13 h 1574"/>
                  <a:gd name="T76" fmla="*/ 2 w 911"/>
                  <a:gd name="T77" fmla="*/ 12 h 1574"/>
                  <a:gd name="T78" fmla="*/ 2 w 911"/>
                  <a:gd name="T79" fmla="*/ 11 h 1574"/>
                  <a:gd name="T80" fmla="*/ 2 w 911"/>
                  <a:gd name="T81" fmla="*/ 9 h 1574"/>
                  <a:gd name="T82" fmla="*/ 2 w 911"/>
                  <a:gd name="T83" fmla="*/ 8 h 1574"/>
                  <a:gd name="T84" fmla="*/ 2 w 911"/>
                  <a:gd name="T85" fmla="*/ 7 h 1574"/>
                  <a:gd name="T86" fmla="*/ 2 w 911"/>
                  <a:gd name="T87" fmla="*/ 6 h 1574"/>
                  <a:gd name="T88" fmla="*/ 2 w 911"/>
                  <a:gd name="T89" fmla="*/ 5 h 1574"/>
                  <a:gd name="T90" fmla="*/ 2 w 911"/>
                  <a:gd name="T91" fmla="*/ 4 h 1574"/>
                  <a:gd name="T92" fmla="*/ 2 w 911"/>
                  <a:gd name="T93" fmla="*/ 3 h 1574"/>
                  <a:gd name="T94" fmla="*/ 2 w 911"/>
                  <a:gd name="T95" fmla="*/ 2 h 1574"/>
                  <a:gd name="T96" fmla="*/ 2 w 911"/>
                  <a:gd name="T97" fmla="*/ 2 h 1574"/>
                  <a:gd name="T98" fmla="*/ 3 w 911"/>
                  <a:gd name="T99" fmla="*/ 1 h 1574"/>
                  <a:gd name="T100" fmla="*/ 3 w 911"/>
                  <a:gd name="T101" fmla="*/ 0 h 1574"/>
                  <a:gd name="T102" fmla="*/ 2 w 911"/>
                  <a:gd name="T103" fmla="*/ 0 h 157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11"/>
                  <a:gd name="T157" fmla="*/ 0 h 1574"/>
                  <a:gd name="T158" fmla="*/ 911 w 911"/>
                  <a:gd name="T159" fmla="*/ 1574 h 157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11" h="1574">
                    <a:moveTo>
                      <a:pt x="96" y="0"/>
                    </a:moveTo>
                    <a:lnTo>
                      <a:pt x="85" y="27"/>
                    </a:lnTo>
                    <a:lnTo>
                      <a:pt x="73" y="54"/>
                    </a:lnTo>
                    <a:lnTo>
                      <a:pt x="64" y="80"/>
                    </a:lnTo>
                    <a:lnTo>
                      <a:pt x="55" y="107"/>
                    </a:lnTo>
                    <a:lnTo>
                      <a:pt x="46" y="136"/>
                    </a:lnTo>
                    <a:lnTo>
                      <a:pt x="38" y="165"/>
                    </a:lnTo>
                    <a:lnTo>
                      <a:pt x="31" y="193"/>
                    </a:lnTo>
                    <a:lnTo>
                      <a:pt x="25" y="222"/>
                    </a:lnTo>
                    <a:lnTo>
                      <a:pt x="18" y="251"/>
                    </a:lnTo>
                    <a:lnTo>
                      <a:pt x="13" y="280"/>
                    </a:lnTo>
                    <a:lnTo>
                      <a:pt x="9" y="309"/>
                    </a:lnTo>
                    <a:lnTo>
                      <a:pt x="6" y="339"/>
                    </a:lnTo>
                    <a:lnTo>
                      <a:pt x="3" y="369"/>
                    </a:lnTo>
                    <a:lnTo>
                      <a:pt x="1" y="399"/>
                    </a:lnTo>
                    <a:lnTo>
                      <a:pt x="0" y="430"/>
                    </a:lnTo>
                    <a:lnTo>
                      <a:pt x="0" y="460"/>
                    </a:lnTo>
                    <a:lnTo>
                      <a:pt x="1" y="510"/>
                    </a:lnTo>
                    <a:lnTo>
                      <a:pt x="4" y="560"/>
                    </a:lnTo>
                    <a:lnTo>
                      <a:pt x="9" y="609"/>
                    </a:lnTo>
                    <a:lnTo>
                      <a:pt x="16" y="658"/>
                    </a:lnTo>
                    <a:lnTo>
                      <a:pt x="26" y="705"/>
                    </a:lnTo>
                    <a:lnTo>
                      <a:pt x="37" y="752"/>
                    </a:lnTo>
                    <a:lnTo>
                      <a:pt x="50" y="798"/>
                    </a:lnTo>
                    <a:lnTo>
                      <a:pt x="65" y="843"/>
                    </a:lnTo>
                    <a:lnTo>
                      <a:pt x="82" y="888"/>
                    </a:lnTo>
                    <a:lnTo>
                      <a:pt x="100" y="932"/>
                    </a:lnTo>
                    <a:lnTo>
                      <a:pt x="120" y="974"/>
                    </a:lnTo>
                    <a:lnTo>
                      <a:pt x="142" y="1016"/>
                    </a:lnTo>
                    <a:lnTo>
                      <a:pt x="166" y="1056"/>
                    </a:lnTo>
                    <a:lnTo>
                      <a:pt x="191" y="1096"/>
                    </a:lnTo>
                    <a:lnTo>
                      <a:pt x="218" y="1134"/>
                    </a:lnTo>
                    <a:lnTo>
                      <a:pt x="246" y="1171"/>
                    </a:lnTo>
                    <a:lnTo>
                      <a:pt x="276" y="1208"/>
                    </a:lnTo>
                    <a:lnTo>
                      <a:pt x="307" y="1243"/>
                    </a:lnTo>
                    <a:lnTo>
                      <a:pt x="339" y="1276"/>
                    </a:lnTo>
                    <a:lnTo>
                      <a:pt x="373" y="1308"/>
                    </a:lnTo>
                    <a:lnTo>
                      <a:pt x="409" y="1340"/>
                    </a:lnTo>
                    <a:lnTo>
                      <a:pt x="445" y="1369"/>
                    </a:lnTo>
                    <a:lnTo>
                      <a:pt x="482" y="1397"/>
                    </a:lnTo>
                    <a:lnTo>
                      <a:pt x="521" y="1423"/>
                    </a:lnTo>
                    <a:lnTo>
                      <a:pt x="560" y="1448"/>
                    </a:lnTo>
                    <a:lnTo>
                      <a:pt x="602" y="1471"/>
                    </a:lnTo>
                    <a:lnTo>
                      <a:pt x="643" y="1493"/>
                    </a:lnTo>
                    <a:lnTo>
                      <a:pt x="686" y="1513"/>
                    </a:lnTo>
                    <a:lnTo>
                      <a:pt x="729" y="1531"/>
                    </a:lnTo>
                    <a:lnTo>
                      <a:pt x="774" y="1547"/>
                    </a:lnTo>
                    <a:lnTo>
                      <a:pt x="820" y="1562"/>
                    </a:lnTo>
                    <a:lnTo>
                      <a:pt x="866" y="1574"/>
                    </a:lnTo>
                    <a:lnTo>
                      <a:pt x="878" y="1554"/>
                    </a:lnTo>
                    <a:lnTo>
                      <a:pt x="889" y="1533"/>
                    </a:lnTo>
                    <a:lnTo>
                      <a:pt x="901" y="1512"/>
                    </a:lnTo>
                    <a:lnTo>
                      <a:pt x="911" y="1491"/>
                    </a:lnTo>
                    <a:lnTo>
                      <a:pt x="867" y="1480"/>
                    </a:lnTo>
                    <a:lnTo>
                      <a:pt x="824" y="1467"/>
                    </a:lnTo>
                    <a:lnTo>
                      <a:pt x="782" y="1453"/>
                    </a:lnTo>
                    <a:lnTo>
                      <a:pt x="741" y="1436"/>
                    </a:lnTo>
                    <a:lnTo>
                      <a:pt x="700" y="1418"/>
                    </a:lnTo>
                    <a:lnTo>
                      <a:pt x="661" y="1399"/>
                    </a:lnTo>
                    <a:lnTo>
                      <a:pt x="622" y="1378"/>
                    </a:lnTo>
                    <a:lnTo>
                      <a:pt x="585" y="1355"/>
                    </a:lnTo>
                    <a:lnTo>
                      <a:pt x="549" y="1331"/>
                    </a:lnTo>
                    <a:lnTo>
                      <a:pt x="512" y="1305"/>
                    </a:lnTo>
                    <a:lnTo>
                      <a:pt x="478" y="1278"/>
                    </a:lnTo>
                    <a:lnTo>
                      <a:pt x="445" y="1250"/>
                    </a:lnTo>
                    <a:lnTo>
                      <a:pt x="413" y="1220"/>
                    </a:lnTo>
                    <a:lnTo>
                      <a:pt x="383" y="1189"/>
                    </a:lnTo>
                    <a:lnTo>
                      <a:pt x="354" y="1157"/>
                    </a:lnTo>
                    <a:lnTo>
                      <a:pt x="325" y="1124"/>
                    </a:lnTo>
                    <a:lnTo>
                      <a:pt x="299" y="1089"/>
                    </a:lnTo>
                    <a:lnTo>
                      <a:pt x="273" y="1053"/>
                    </a:lnTo>
                    <a:lnTo>
                      <a:pt x="249" y="1017"/>
                    </a:lnTo>
                    <a:lnTo>
                      <a:pt x="227" y="978"/>
                    </a:lnTo>
                    <a:lnTo>
                      <a:pt x="206" y="940"/>
                    </a:lnTo>
                    <a:lnTo>
                      <a:pt x="187" y="901"/>
                    </a:lnTo>
                    <a:lnTo>
                      <a:pt x="169" y="860"/>
                    </a:lnTo>
                    <a:lnTo>
                      <a:pt x="153" y="819"/>
                    </a:lnTo>
                    <a:lnTo>
                      <a:pt x="139" y="776"/>
                    </a:lnTo>
                    <a:lnTo>
                      <a:pt x="126" y="732"/>
                    </a:lnTo>
                    <a:lnTo>
                      <a:pt x="116" y="689"/>
                    </a:lnTo>
                    <a:lnTo>
                      <a:pt x="108" y="644"/>
                    </a:lnTo>
                    <a:lnTo>
                      <a:pt x="100" y="599"/>
                    </a:lnTo>
                    <a:lnTo>
                      <a:pt x="95" y="554"/>
                    </a:lnTo>
                    <a:lnTo>
                      <a:pt x="92" y="507"/>
                    </a:lnTo>
                    <a:lnTo>
                      <a:pt x="91" y="460"/>
                    </a:lnTo>
                    <a:lnTo>
                      <a:pt x="92" y="432"/>
                    </a:lnTo>
                    <a:lnTo>
                      <a:pt x="93" y="404"/>
                    </a:lnTo>
                    <a:lnTo>
                      <a:pt x="94" y="376"/>
                    </a:lnTo>
                    <a:lnTo>
                      <a:pt x="97" y="348"/>
                    </a:lnTo>
                    <a:lnTo>
                      <a:pt x="100" y="321"/>
                    </a:lnTo>
                    <a:lnTo>
                      <a:pt x="105" y="294"/>
                    </a:lnTo>
                    <a:lnTo>
                      <a:pt x="109" y="267"/>
                    </a:lnTo>
                    <a:lnTo>
                      <a:pt x="114" y="240"/>
                    </a:lnTo>
                    <a:lnTo>
                      <a:pt x="120" y="213"/>
                    </a:lnTo>
                    <a:lnTo>
                      <a:pt x="127" y="187"/>
                    </a:lnTo>
                    <a:lnTo>
                      <a:pt x="135" y="161"/>
                    </a:lnTo>
                    <a:lnTo>
                      <a:pt x="142" y="136"/>
                    </a:lnTo>
                    <a:lnTo>
                      <a:pt x="151" y="111"/>
                    </a:lnTo>
                    <a:lnTo>
                      <a:pt x="160" y="86"/>
                    </a:lnTo>
                    <a:lnTo>
                      <a:pt x="170" y="61"/>
                    </a:lnTo>
                    <a:lnTo>
                      <a:pt x="180" y="36"/>
                    </a:lnTo>
                    <a:lnTo>
                      <a:pt x="160" y="27"/>
                    </a:lnTo>
                    <a:lnTo>
                      <a:pt x="139" y="17"/>
                    </a:lnTo>
                    <a:lnTo>
                      <a:pt x="117" y="8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DEE4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4" name="Freeform 85"/>
              <p:cNvSpPr>
                <a:spLocks/>
              </p:cNvSpPr>
              <p:nvPr/>
            </p:nvSpPr>
            <p:spPr bwMode="auto">
              <a:xfrm>
                <a:off x="1244" y="1574"/>
                <a:ext cx="110" cy="189"/>
              </a:xfrm>
              <a:custGeom>
                <a:avLst/>
                <a:gdLst>
                  <a:gd name="T0" fmla="*/ 1 w 885"/>
                  <a:gd name="T1" fmla="*/ 0 h 1516"/>
                  <a:gd name="T2" fmla="*/ 1 w 885"/>
                  <a:gd name="T3" fmla="*/ 1 h 1516"/>
                  <a:gd name="T4" fmla="*/ 1 w 885"/>
                  <a:gd name="T5" fmla="*/ 2 h 1516"/>
                  <a:gd name="T6" fmla="*/ 0 w 885"/>
                  <a:gd name="T7" fmla="*/ 3 h 1516"/>
                  <a:gd name="T8" fmla="*/ 0 w 885"/>
                  <a:gd name="T9" fmla="*/ 4 h 1516"/>
                  <a:gd name="T10" fmla="*/ 0 w 885"/>
                  <a:gd name="T11" fmla="*/ 5 h 1516"/>
                  <a:gd name="T12" fmla="*/ 0 w 885"/>
                  <a:gd name="T13" fmla="*/ 5 h 1516"/>
                  <a:gd name="T14" fmla="*/ 0 w 885"/>
                  <a:gd name="T15" fmla="*/ 6 h 1516"/>
                  <a:gd name="T16" fmla="*/ 0 w 885"/>
                  <a:gd name="T17" fmla="*/ 8 h 1516"/>
                  <a:gd name="T18" fmla="*/ 0 w 885"/>
                  <a:gd name="T19" fmla="*/ 9 h 1516"/>
                  <a:gd name="T20" fmla="*/ 0 w 885"/>
                  <a:gd name="T21" fmla="*/ 11 h 1516"/>
                  <a:gd name="T22" fmla="*/ 1 w 885"/>
                  <a:gd name="T23" fmla="*/ 12 h 1516"/>
                  <a:gd name="T24" fmla="*/ 1 w 885"/>
                  <a:gd name="T25" fmla="*/ 13 h 1516"/>
                  <a:gd name="T26" fmla="*/ 2 w 885"/>
                  <a:gd name="T27" fmla="*/ 15 h 1516"/>
                  <a:gd name="T28" fmla="*/ 2 w 885"/>
                  <a:gd name="T29" fmla="*/ 16 h 1516"/>
                  <a:gd name="T30" fmla="*/ 3 w 885"/>
                  <a:gd name="T31" fmla="*/ 17 h 1516"/>
                  <a:gd name="T32" fmla="*/ 4 w 885"/>
                  <a:gd name="T33" fmla="*/ 18 h 1516"/>
                  <a:gd name="T34" fmla="*/ 5 w 885"/>
                  <a:gd name="T35" fmla="*/ 19 h 1516"/>
                  <a:gd name="T36" fmla="*/ 6 w 885"/>
                  <a:gd name="T37" fmla="*/ 20 h 1516"/>
                  <a:gd name="T38" fmla="*/ 7 w 885"/>
                  <a:gd name="T39" fmla="*/ 21 h 1516"/>
                  <a:gd name="T40" fmla="*/ 8 w 885"/>
                  <a:gd name="T41" fmla="*/ 22 h 1516"/>
                  <a:gd name="T42" fmla="*/ 10 w 885"/>
                  <a:gd name="T43" fmla="*/ 22 h 1516"/>
                  <a:gd name="T44" fmla="*/ 11 w 885"/>
                  <a:gd name="T45" fmla="*/ 23 h 1516"/>
                  <a:gd name="T46" fmla="*/ 12 w 885"/>
                  <a:gd name="T47" fmla="*/ 23 h 1516"/>
                  <a:gd name="T48" fmla="*/ 13 w 885"/>
                  <a:gd name="T49" fmla="*/ 23 h 1516"/>
                  <a:gd name="T50" fmla="*/ 14 w 885"/>
                  <a:gd name="T51" fmla="*/ 23 h 1516"/>
                  <a:gd name="T52" fmla="*/ 13 w 885"/>
                  <a:gd name="T53" fmla="*/ 22 h 1516"/>
                  <a:gd name="T54" fmla="*/ 12 w 885"/>
                  <a:gd name="T55" fmla="*/ 22 h 1516"/>
                  <a:gd name="T56" fmla="*/ 11 w 885"/>
                  <a:gd name="T57" fmla="*/ 21 h 1516"/>
                  <a:gd name="T58" fmla="*/ 9 w 885"/>
                  <a:gd name="T59" fmla="*/ 21 h 1516"/>
                  <a:gd name="T60" fmla="*/ 8 w 885"/>
                  <a:gd name="T61" fmla="*/ 20 h 1516"/>
                  <a:gd name="T62" fmla="*/ 7 w 885"/>
                  <a:gd name="T63" fmla="*/ 19 h 1516"/>
                  <a:gd name="T64" fmla="*/ 6 w 885"/>
                  <a:gd name="T65" fmla="*/ 18 h 1516"/>
                  <a:gd name="T66" fmla="*/ 5 w 885"/>
                  <a:gd name="T67" fmla="*/ 17 h 1516"/>
                  <a:gd name="T68" fmla="*/ 4 w 885"/>
                  <a:gd name="T69" fmla="*/ 16 h 1516"/>
                  <a:gd name="T70" fmla="*/ 4 w 885"/>
                  <a:gd name="T71" fmla="*/ 15 h 1516"/>
                  <a:gd name="T72" fmla="*/ 3 w 885"/>
                  <a:gd name="T73" fmla="*/ 14 h 1516"/>
                  <a:gd name="T74" fmla="*/ 3 w 885"/>
                  <a:gd name="T75" fmla="*/ 13 h 1516"/>
                  <a:gd name="T76" fmla="*/ 2 w 885"/>
                  <a:gd name="T77" fmla="*/ 12 h 1516"/>
                  <a:gd name="T78" fmla="*/ 2 w 885"/>
                  <a:gd name="T79" fmla="*/ 10 h 1516"/>
                  <a:gd name="T80" fmla="*/ 2 w 885"/>
                  <a:gd name="T81" fmla="*/ 9 h 1516"/>
                  <a:gd name="T82" fmla="*/ 1 w 885"/>
                  <a:gd name="T83" fmla="*/ 8 h 1516"/>
                  <a:gd name="T84" fmla="*/ 1 w 885"/>
                  <a:gd name="T85" fmla="*/ 6 h 1516"/>
                  <a:gd name="T86" fmla="*/ 1 w 885"/>
                  <a:gd name="T87" fmla="*/ 6 h 1516"/>
                  <a:gd name="T88" fmla="*/ 2 w 885"/>
                  <a:gd name="T89" fmla="*/ 5 h 1516"/>
                  <a:gd name="T90" fmla="*/ 2 w 885"/>
                  <a:gd name="T91" fmla="*/ 4 h 1516"/>
                  <a:gd name="T92" fmla="*/ 2 w 885"/>
                  <a:gd name="T93" fmla="*/ 3 h 1516"/>
                  <a:gd name="T94" fmla="*/ 2 w 885"/>
                  <a:gd name="T95" fmla="*/ 2 h 1516"/>
                  <a:gd name="T96" fmla="*/ 2 w 885"/>
                  <a:gd name="T97" fmla="*/ 2 h 1516"/>
                  <a:gd name="T98" fmla="*/ 3 w 885"/>
                  <a:gd name="T99" fmla="*/ 1 h 1516"/>
                  <a:gd name="T100" fmla="*/ 2 w 885"/>
                  <a:gd name="T101" fmla="*/ 0 h 1516"/>
                  <a:gd name="T102" fmla="*/ 2 w 885"/>
                  <a:gd name="T103" fmla="*/ 0 h 151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885"/>
                  <a:gd name="T157" fmla="*/ 0 h 1516"/>
                  <a:gd name="T158" fmla="*/ 885 w 885"/>
                  <a:gd name="T159" fmla="*/ 1516 h 151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885" h="1516">
                    <a:moveTo>
                      <a:pt x="93" y="0"/>
                    </a:moveTo>
                    <a:lnTo>
                      <a:pt x="82" y="26"/>
                    </a:lnTo>
                    <a:lnTo>
                      <a:pt x="72" y="52"/>
                    </a:lnTo>
                    <a:lnTo>
                      <a:pt x="63" y="78"/>
                    </a:lnTo>
                    <a:lnTo>
                      <a:pt x="53" y="105"/>
                    </a:lnTo>
                    <a:lnTo>
                      <a:pt x="45" y="131"/>
                    </a:lnTo>
                    <a:lnTo>
                      <a:pt x="38" y="159"/>
                    </a:lnTo>
                    <a:lnTo>
                      <a:pt x="31" y="186"/>
                    </a:lnTo>
                    <a:lnTo>
                      <a:pt x="24" y="214"/>
                    </a:lnTo>
                    <a:lnTo>
                      <a:pt x="19" y="241"/>
                    </a:lnTo>
                    <a:lnTo>
                      <a:pt x="14" y="270"/>
                    </a:lnTo>
                    <a:lnTo>
                      <a:pt x="10" y="298"/>
                    </a:lnTo>
                    <a:lnTo>
                      <a:pt x="7" y="327"/>
                    </a:lnTo>
                    <a:lnTo>
                      <a:pt x="4" y="355"/>
                    </a:lnTo>
                    <a:lnTo>
                      <a:pt x="3" y="384"/>
                    </a:lnTo>
                    <a:lnTo>
                      <a:pt x="0" y="414"/>
                    </a:lnTo>
                    <a:lnTo>
                      <a:pt x="0" y="443"/>
                    </a:lnTo>
                    <a:lnTo>
                      <a:pt x="1" y="492"/>
                    </a:lnTo>
                    <a:lnTo>
                      <a:pt x="5" y="540"/>
                    </a:lnTo>
                    <a:lnTo>
                      <a:pt x="10" y="588"/>
                    </a:lnTo>
                    <a:lnTo>
                      <a:pt x="17" y="634"/>
                    </a:lnTo>
                    <a:lnTo>
                      <a:pt x="26" y="680"/>
                    </a:lnTo>
                    <a:lnTo>
                      <a:pt x="37" y="726"/>
                    </a:lnTo>
                    <a:lnTo>
                      <a:pt x="49" y="770"/>
                    </a:lnTo>
                    <a:lnTo>
                      <a:pt x="64" y="814"/>
                    </a:lnTo>
                    <a:lnTo>
                      <a:pt x="80" y="858"/>
                    </a:lnTo>
                    <a:lnTo>
                      <a:pt x="99" y="899"/>
                    </a:lnTo>
                    <a:lnTo>
                      <a:pt x="119" y="941"/>
                    </a:lnTo>
                    <a:lnTo>
                      <a:pt x="139" y="981"/>
                    </a:lnTo>
                    <a:lnTo>
                      <a:pt x="163" y="1019"/>
                    </a:lnTo>
                    <a:lnTo>
                      <a:pt x="187" y="1058"/>
                    </a:lnTo>
                    <a:lnTo>
                      <a:pt x="213" y="1095"/>
                    </a:lnTo>
                    <a:lnTo>
                      <a:pt x="241" y="1131"/>
                    </a:lnTo>
                    <a:lnTo>
                      <a:pt x="270" y="1166"/>
                    </a:lnTo>
                    <a:lnTo>
                      <a:pt x="300" y="1199"/>
                    </a:lnTo>
                    <a:lnTo>
                      <a:pt x="331" y="1231"/>
                    </a:lnTo>
                    <a:lnTo>
                      <a:pt x="365" y="1262"/>
                    </a:lnTo>
                    <a:lnTo>
                      <a:pt x="399" y="1292"/>
                    </a:lnTo>
                    <a:lnTo>
                      <a:pt x="434" y="1321"/>
                    </a:lnTo>
                    <a:lnTo>
                      <a:pt x="471" y="1348"/>
                    </a:lnTo>
                    <a:lnTo>
                      <a:pt x="508" y="1372"/>
                    </a:lnTo>
                    <a:lnTo>
                      <a:pt x="547" y="1396"/>
                    </a:lnTo>
                    <a:lnTo>
                      <a:pt x="587" y="1418"/>
                    </a:lnTo>
                    <a:lnTo>
                      <a:pt x="627" y="1439"/>
                    </a:lnTo>
                    <a:lnTo>
                      <a:pt x="670" y="1458"/>
                    </a:lnTo>
                    <a:lnTo>
                      <a:pt x="712" y="1475"/>
                    </a:lnTo>
                    <a:lnTo>
                      <a:pt x="755" y="1491"/>
                    </a:lnTo>
                    <a:lnTo>
                      <a:pt x="800" y="1504"/>
                    </a:lnTo>
                    <a:lnTo>
                      <a:pt x="844" y="1516"/>
                    </a:lnTo>
                    <a:lnTo>
                      <a:pt x="856" y="1495"/>
                    </a:lnTo>
                    <a:lnTo>
                      <a:pt x="866" y="1474"/>
                    </a:lnTo>
                    <a:lnTo>
                      <a:pt x="875" y="1452"/>
                    </a:lnTo>
                    <a:lnTo>
                      <a:pt x="885" y="1431"/>
                    </a:lnTo>
                    <a:lnTo>
                      <a:pt x="843" y="1421"/>
                    </a:lnTo>
                    <a:lnTo>
                      <a:pt x="802" y="1409"/>
                    </a:lnTo>
                    <a:lnTo>
                      <a:pt x="761" y="1395"/>
                    </a:lnTo>
                    <a:lnTo>
                      <a:pt x="721" y="1380"/>
                    </a:lnTo>
                    <a:lnTo>
                      <a:pt x="681" y="1363"/>
                    </a:lnTo>
                    <a:lnTo>
                      <a:pt x="644" y="1344"/>
                    </a:lnTo>
                    <a:lnTo>
                      <a:pt x="606" y="1324"/>
                    </a:lnTo>
                    <a:lnTo>
                      <a:pt x="570" y="1303"/>
                    </a:lnTo>
                    <a:lnTo>
                      <a:pt x="535" y="1279"/>
                    </a:lnTo>
                    <a:lnTo>
                      <a:pt x="501" y="1255"/>
                    </a:lnTo>
                    <a:lnTo>
                      <a:pt x="467" y="1229"/>
                    </a:lnTo>
                    <a:lnTo>
                      <a:pt x="435" y="1202"/>
                    </a:lnTo>
                    <a:lnTo>
                      <a:pt x="404" y="1173"/>
                    </a:lnTo>
                    <a:lnTo>
                      <a:pt x="374" y="1144"/>
                    </a:lnTo>
                    <a:lnTo>
                      <a:pt x="346" y="1113"/>
                    </a:lnTo>
                    <a:lnTo>
                      <a:pt x="319" y="1081"/>
                    </a:lnTo>
                    <a:lnTo>
                      <a:pt x="293" y="1048"/>
                    </a:lnTo>
                    <a:lnTo>
                      <a:pt x="268" y="1013"/>
                    </a:lnTo>
                    <a:lnTo>
                      <a:pt x="245" y="978"/>
                    </a:lnTo>
                    <a:lnTo>
                      <a:pt x="224" y="942"/>
                    </a:lnTo>
                    <a:lnTo>
                      <a:pt x="204" y="904"/>
                    </a:lnTo>
                    <a:lnTo>
                      <a:pt x="185" y="867"/>
                    </a:lnTo>
                    <a:lnTo>
                      <a:pt x="168" y="827"/>
                    </a:lnTo>
                    <a:lnTo>
                      <a:pt x="152" y="788"/>
                    </a:lnTo>
                    <a:lnTo>
                      <a:pt x="138" y="747"/>
                    </a:lnTo>
                    <a:lnTo>
                      <a:pt x="127" y="706"/>
                    </a:lnTo>
                    <a:lnTo>
                      <a:pt x="117" y="663"/>
                    </a:lnTo>
                    <a:lnTo>
                      <a:pt x="107" y="621"/>
                    </a:lnTo>
                    <a:lnTo>
                      <a:pt x="101" y="577"/>
                    </a:lnTo>
                    <a:lnTo>
                      <a:pt x="96" y="533"/>
                    </a:lnTo>
                    <a:lnTo>
                      <a:pt x="94" y="488"/>
                    </a:lnTo>
                    <a:lnTo>
                      <a:pt x="93" y="443"/>
                    </a:lnTo>
                    <a:lnTo>
                      <a:pt x="93" y="416"/>
                    </a:lnTo>
                    <a:lnTo>
                      <a:pt x="94" y="389"/>
                    </a:lnTo>
                    <a:lnTo>
                      <a:pt x="96" y="363"/>
                    </a:lnTo>
                    <a:lnTo>
                      <a:pt x="98" y="336"/>
                    </a:lnTo>
                    <a:lnTo>
                      <a:pt x="101" y="311"/>
                    </a:lnTo>
                    <a:lnTo>
                      <a:pt x="105" y="285"/>
                    </a:lnTo>
                    <a:lnTo>
                      <a:pt x="109" y="259"/>
                    </a:lnTo>
                    <a:lnTo>
                      <a:pt x="115" y="234"/>
                    </a:lnTo>
                    <a:lnTo>
                      <a:pt x="120" y="208"/>
                    </a:lnTo>
                    <a:lnTo>
                      <a:pt x="126" y="183"/>
                    </a:lnTo>
                    <a:lnTo>
                      <a:pt x="133" y="158"/>
                    </a:lnTo>
                    <a:lnTo>
                      <a:pt x="141" y="134"/>
                    </a:lnTo>
                    <a:lnTo>
                      <a:pt x="149" y="109"/>
                    </a:lnTo>
                    <a:lnTo>
                      <a:pt x="157" y="85"/>
                    </a:lnTo>
                    <a:lnTo>
                      <a:pt x="166" y="61"/>
                    </a:lnTo>
                    <a:lnTo>
                      <a:pt x="177" y="39"/>
                    </a:lnTo>
                    <a:lnTo>
                      <a:pt x="156" y="28"/>
                    </a:lnTo>
                    <a:lnTo>
                      <a:pt x="135" y="19"/>
                    </a:lnTo>
                    <a:lnTo>
                      <a:pt x="115" y="1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DFE5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5" name="Freeform 86"/>
              <p:cNvSpPr>
                <a:spLocks/>
              </p:cNvSpPr>
              <p:nvPr/>
            </p:nvSpPr>
            <p:spPr bwMode="auto">
              <a:xfrm>
                <a:off x="1250" y="1576"/>
                <a:ext cx="107" cy="182"/>
              </a:xfrm>
              <a:custGeom>
                <a:avLst/>
                <a:gdLst>
                  <a:gd name="T0" fmla="*/ 1 w 856"/>
                  <a:gd name="T1" fmla="*/ 0 h 1455"/>
                  <a:gd name="T2" fmla="*/ 1 w 856"/>
                  <a:gd name="T3" fmla="*/ 1 h 1455"/>
                  <a:gd name="T4" fmla="*/ 1 w 856"/>
                  <a:gd name="T5" fmla="*/ 2 h 1455"/>
                  <a:gd name="T6" fmla="*/ 1 w 856"/>
                  <a:gd name="T7" fmla="*/ 3 h 1455"/>
                  <a:gd name="T8" fmla="*/ 0 w 856"/>
                  <a:gd name="T9" fmla="*/ 4 h 1455"/>
                  <a:gd name="T10" fmla="*/ 0 w 856"/>
                  <a:gd name="T11" fmla="*/ 5 h 1455"/>
                  <a:gd name="T12" fmla="*/ 0 w 856"/>
                  <a:gd name="T13" fmla="*/ 5 h 1455"/>
                  <a:gd name="T14" fmla="*/ 0 w 856"/>
                  <a:gd name="T15" fmla="*/ 6 h 1455"/>
                  <a:gd name="T16" fmla="*/ 0 w 856"/>
                  <a:gd name="T17" fmla="*/ 7 h 1455"/>
                  <a:gd name="T18" fmla="*/ 0 w 856"/>
                  <a:gd name="T19" fmla="*/ 9 h 1455"/>
                  <a:gd name="T20" fmla="*/ 0 w 856"/>
                  <a:gd name="T21" fmla="*/ 10 h 1455"/>
                  <a:gd name="T22" fmla="*/ 1 w 856"/>
                  <a:gd name="T23" fmla="*/ 12 h 1455"/>
                  <a:gd name="T24" fmla="*/ 1 w 856"/>
                  <a:gd name="T25" fmla="*/ 13 h 1455"/>
                  <a:gd name="T26" fmla="*/ 2 w 856"/>
                  <a:gd name="T27" fmla="*/ 14 h 1455"/>
                  <a:gd name="T28" fmla="*/ 3 w 856"/>
                  <a:gd name="T29" fmla="*/ 15 h 1455"/>
                  <a:gd name="T30" fmla="*/ 3 w 856"/>
                  <a:gd name="T31" fmla="*/ 17 h 1455"/>
                  <a:gd name="T32" fmla="*/ 4 w 856"/>
                  <a:gd name="T33" fmla="*/ 18 h 1455"/>
                  <a:gd name="T34" fmla="*/ 5 w 856"/>
                  <a:gd name="T35" fmla="*/ 19 h 1455"/>
                  <a:gd name="T36" fmla="*/ 6 w 856"/>
                  <a:gd name="T37" fmla="*/ 19 h 1455"/>
                  <a:gd name="T38" fmla="*/ 7 w 856"/>
                  <a:gd name="T39" fmla="*/ 20 h 1455"/>
                  <a:gd name="T40" fmla="*/ 8 w 856"/>
                  <a:gd name="T41" fmla="*/ 21 h 1455"/>
                  <a:gd name="T42" fmla="*/ 10 w 856"/>
                  <a:gd name="T43" fmla="*/ 22 h 1455"/>
                  <a:gd name="T44" fmla="*/ 11 w 856"/>
                  <a:gd name="T45" fmla="*/ 22 h 1455"/>
                  <a:gd name="T46" fmla="*/ 12 w 856"/>
                  <a:gd name="T47" fmla="*/ 23 h 1455"/>
                  <a:gd name="T48" fmla="*/ 13 w 856"/>
                  <a:gd name="T49" fmla="*/ 22 h 1455"/>
                  <a:gd name="T50" fmla="*/ 13 w 856"/>
                  <a:gd name="T51" fmla="*/ 22 h 1455"/>
                  <a:gd name="T52" fmla="*/ 13 w 856"/>
                  <a:gd name="T53" fmla="*/ 21 h 1455"/>
                  <a:gd name="T54" fmla="*/ 12 w 856"/>
                  <a:gd name="T55" fmla="*/ 21 h 1455"/>
                  <a:gd name="T56" fmla="*/ 10 w 856"/>
                  <a:gd name="T57" fmla="*/ 20 h 1455"/>
                  <a:gd name="T58" fmla="*/ 9 w 856"/>
                  <a:gd name="T59" fmla="*/ 20 h 1455"/>
                  <a:gd name="T60" fmla="*/ 8 w 856"/>
                  <a:gd name="T61" fmla="*/ 19 h 1455"/>
                  <a:gd name="T62" fmla="*/ 7 w 856"/>
                  <a:gd name="T63" fmla="*/ 18 h 1455"/>
                  <a:gd name="T64" fmla="*/ 6 w 856"/>
                  <a:gd name="T65" fmla="*/ 18 h 1455"/>
                  <a:gd name="T66" fmla="*/ 5 w 856"/>
                  <a:gd name="T67" fmla="*/ 17 h 1455"/>
                  <a:gd name="T68" fmla="*/ 5 w 856"/>
                  <a:gd name="T69" fmla="*/ 16 h 1455"/>
                  <a:gd name="T70" fmla="*/ 4 w 856"/>
                  <a:gd name="T71" fmla="*/ 15 h 1455"/>
                  <a:gd name="T72" fmla="*/ 3 w 856"/>
                  <a:gd name="T73" fmla="*/ 14 h 1455"/>
                  <a:gd name="T74" fmla="*/ 3 w 856"/>
                  <a:gd name="T75" fmla="*/ 12 h 1455"/>
                  <a:gd name="T76" fmla="*/ 2 w 856"/>
                  <a:gd name="T77" fmla="*/ 11 h 1455"/>
                  <a:gd name="T78" fmla="*/ 2 w 856"/>
                  <a:gd name="T79" fmla="*/ 10 h 1455"/>
                  <a:gd name="T80" fmla="*/ 2 w 856"/>
                  <a:gd name="T81" fmla="*/ 9 h 1455"/>
                  <a:gd name="T82" fmla="*/ 2 w 856"/>
                  <a:gd name="T83" fmla="*/ 7 h 1455"/>
                  <a:gd name="T84" fmla="*/ 2 w 856"/>
                  <a:gd name="T85" fmla="*/ 6 h 1455"/>
                  <a:gd name="T86" fmla="*/ 2 w 856"/>
                  <a:gd name="T87" fmla="*/ 6 h 1455"/>
                  <a:gd name="T88" fmla="*/ 2 w 856"/>
                  <a:gd name="T89" fmla="*/ 5 h 1455"/>
                  <a:gd name="T90" fmla="*/ 2 w 856"/>
                  <a:gd name="T91" fmla="*/ 4 h 1455"/>
                  <a:gd name="T92" fmla="*/ 2 w 856"/>
                  <a:gd name="T93" fmla="*/ 3 h 1455"/>
                  <a:gd name="T94" fmla="*/ 2 w 856"/>
                  <a:gd name="T95" fmla="*/ 2 h 1455"/>
                  <a:gd name="T96" fmla="*/ 2 w 856"/>
                  <a:gd name="T97" fmla="*/ 2 h 1455"/>
                  <a:gd name="T98" fmla="*/ 3 w 856"/>
                  <a:gd name="T99" fmla="*/ 1 h 1455"/>
                  <a:gd name="T100" fmla="*/ 2 w 856"/>
                  <a:gd name="T101" fmla="*/ 1 h 1455"/>
                  <a:gd name="T102" fmla="*/ 2 w 856"/>
                  <a:gd name="T103" fmla="*/ 0 h 145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856"/>
                  <a:gd name="T157" fmla="*/ 0 h 1455"/>
                  <a:gd name="T158" fmla="*/ 856 w 856"/>
                  <a:gd name="T159" fmla="*/ 1455 h 145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856" h="1455">
                    <a:moveTo>
                      <a:pt x="89" y="0"/>
                    </a:moveTo>
                    <a:lnTo>
                      <a:pt x="79" y="25"/>
                    </a:lnTo>
                    <a:lnTo>
                      <a:pt x="69" y="50"/>
                    </a:lnTo>
                    <a:lnTo>
                      <a:pt x="60" y="75"/>
                    </a:lnTo>
                    <a:lnTo>
                      <a:pt x="51" y="100"/>
                    </a:lnTo>
                    <a:lnTo>
                      <a:pt x="44" y="125"/>
                    </a:lnTo>
                    <a:lnTo>
                      <a:pt x="36" y="151"/>
                    </a:lnTo>
                    <a:lnTo>
                      <a:pt x="29" y="177"/>
                    </a:lnTo>
                    <a:lnTo>
                      <a:pt x="23" y="204"/>
                    </a:lnTo>
                    <a:lnTo>
                      <a:pt x="18" y="231"/>
                    </a:lnTo>
                    <a:lnTo>
                      <a:pt x="14" y="258"/>
                    </a:lnTo>
                    <a:lnTo>
                      <a:pt x="9" y="285"/>
                    </a:lnTo>
                    <a:lnTo>
                      <a:pt x="6" y="312"/>
                    </a:lnTo>
                    <a:lnTo>
                      <a:pt x="3" y="340"/>
                    </a:lnTo>
                    <a:lnTo>
                      <a:pt x="2" y="368"/>
                    </a:lnTo>
                    <a:lnTo>
                      <a:pt x="1" y="396"/>
                    </a:lnTo>
                    <a:lnTo>
                      <a:pt x="0" y="424"/>
                    </a:lnTo>
                    <a:lnTo>
                      <a:pt x="1" y="471"/>
                    </a:lnTo>
                    <a:lnTo>
                      <a:pt x="4" y="518"/>
                    </a:lnTo>
                    <a:lnTo>
                      <a:pt x="9" y="563"/>
                    </a:lnTo>
                    <a:lnTo>
                      <a:pt x="17" y="608"/>
                    </a:lnTo>
                    <a:lnTo>
                      <a:pt x="25" y="653"/>
                    </a:lnTo>
                    <a:lnTo>
                      <a:pt x="35" y="696"/>
                    </a:lnTo>
                    <a:lnTo>
                      <a:pt x="48" y="740"/>
                    </a:lnTo>
                    <a:lnTo>
                      <a:pt x="62" y="783"/>
                    </a:lnTo>
                    <a:lnTo>
                      <a:pt x="78" y="824"/>
                    </a:lnTo>
                    <a:lnTo>
                      <a:pt x="96" y="865"/>
                    </a:lnTo>
                    <a:lnTo>
                      <a:pt x="115" y="904"/>
                    </a:lnTo>
                    <a:lnTo>
                      <a:pt x="136" y="942"/>
                    </a:lnTo>
                    <a:lnTo>
                      <a:pt x="158" y="981"/>
                    </a:lnTo>
                    <a:lnTo>
                      <a:pt x="182" y="1017"/>
                    </a:lnTo>
                    <a:lnTo>
                      <a:pt x="208" y="1053"/>
                    </a:lnTo>
                    <a:lnTo>
                      <a:pt x="234" y="1088"/>
                    </a:lnTo>
                    <a:lnTo>
                      <a:pt x="263" y="1121"/>
                    </a:lnTo>
                    <a:lnTo>
                      <a:pt x="292" y="1153"/>
                    </a:lnTo>
                    <a:lnTo>
                      <a:pt x="322" y="1184"/>
                    </a:lnTo>
                    <a:lnTo>
                      <a:pt x="354" y="1214"/>
                    </a:lnTo>
                    <a:lnTo>
                      <a:pt x="387" y="1242"/>
                    </a:lnTo>
                    <a:lnTo>
                      <a:pt x="421" y="1269"/>
                    </a:lnTo>
                    <a:lnTo>
                      <a:pt x="458" y="1295"/>
                    </a:lnTo>
                    <a:lnTo>
                      <a:pt x="494" y="1319"/>
                    </a:lnTo>
                    <a:lnTo>
                      <a:pt x="531" y="1342"/>
                    </a:lnTo>
                    <a:lnTo>
                      <a:pt x="570" y="1363"/>
                    </a:lnTo>
                    <a:lnTo>
                      <a:pt x="609" y="1382"/>
                    </a:lnTo>
                    <a:lnTo>
                      <a:pt x="650" y="1400"/>
                    </a:lnTo>
                    <a:lnTo>
                      <a:pt x="691" y="1417"/>
                    </a:lnTo>
                    <a:lnTo>
                      <a:pt x="733" y="1431"/>
                    </a:lnTo>
                    <a:lnTo>
                      <a:pt x="776" y="1444"/>
                    </a:lnTo>
                    <a:lnTo>
                      <a:pt x="820" y="1455"/>
                    </a:lnTo>
                    <a:lnTo>
                      <a:pt x="829" y="1433"/>
                    </a:lnTo>
                    <a:lnTo>
                      <a:pt x="839" y="1412"/>
                    </a:lnTo>
                    <a:lnTo>
                      <a:pt x="848" y="1391"/>
                    </a:lnTo>
                    <a:lnTo>
                      <a:pt x="856" y="1369"/>
                    </a:lnTo>
                    <a:lnTo>
                      <a:pt x="816" y="1359"/>
                    </a:lnTo>
                    <a:lnTo>
                      <a:pt x="775" y="1348"/>
                    </a:lnTo>
                    <a:lnTo>
                      <a:pt x="736" y="1335"/>
                    </a:lnTo>
                    <a:lnTo>
                      <a:pt x="697" y="1320"/>
                    </a:lnTo>
                    <a:lnTo>
                      <a:pt x="660" y="1305"/>
                    </a:lnTo>
                    <a:lnTo>
                      <a:pt x="624" y="1287"/>
                    </a:lnTo>
                    <a:lnTo>
                      <a:pt x="587" y="1267"/>
                    </a:lnTo>
                    <a:lnTo>
                      <a:pt x="552" y="1248"/>
                    </a:lnTo>
                    <a:lnTo>
                      <a:pt x="519" y="1226"/>
                    </a:lnTo>
                    <a:lnTo>
                      <a:pt x="486" y="1202"/>
                    </a:lnTo>
                    <a:lnTo>
                      <a:pt x="454" y="1177"/>
                    </a:lnTo>
                    <a:lnTo>
                      <a:pt x="422" y="1151"/>
                    </a:lnTo>
                    <a:lnTo>
                      <a:pt x="392" y="1124"/>
                    </a:lnTo>
                    <a:lnTo>
                      <a:pt x="364" y="1096"/>
                    </a:lnTo>
                    <a:lnTo>
                      <a:pt x="336" y="1066"/>
                    </a:lnTo>
                    <a:lnTo>
                      <a:pt x="310" y="1036"/>
                    </a:lnTo>
                    <a:lnTo>
                      <a:pt x="285" y="1004"/>
                    </a:lnTo>
                    <a:lnTo>
                      <a:pt x="262" y="971"/>
                    </a:lnTo>
                    <a:lnTo>
                      <a:pt x="240" y="937"/>
                    </a:lnTo>
                    <a:lnTo>
                      <a:pt x="219" y="903"/>
                    </a:lnTo>
                    <a:lnTo>
                      <a:pt x="199" y="867"/>
                    </a:lnTo>
                    <a:lnTo>
                      <a:pt x="182" y="830"/>
                    </a:lnTo>
                    <a:lnTo>
                      <a:pt x="165" y="793"/>
                    </a:lnTo>
                    <a:lnTo>
                      <a:pt x="151" y="754"/>
                    </a:lnTo>
                    <a:lnTo>
                      <a:pt x="137" y="716"/>
                    </a:lnTo>
                    <a:lnTo>
                      <a:pt x="126" y="676"/>
                    </a:lnTo>
                    <a:lnTo>
                      <a:pt x="115" y="635"/>
                    </a:lnTo>
                    <a:lnTo>
                      <a:pt x="107" y="595"/>
                    </a:lnTo>
                    <a:lnTo>
                      <a:pt x="101" y="553"/>
                    </a:lnTo>
                    <a:lnTo>
                      <a:pt x="96" y="511"/>
                    </a:lnTo>
                    <a:lnTo>
                      <a:pt x="93" y="468"/>
                    </a:lnTo>
                    <a:lnTo>
                      <a:pt x="92" y="424"/>
                    </a:lnTo>
                    <a:lnTo>
                      <a:pt x="92" y="398"/>
                    </a:lnTo>
                    <a:lnTo>
                      <a:pt x="93" y="374"/>
                    </a:lnTo>
                    <a:lnTo>
                      <a:pt x="96" y="349"/>
                    </a:lnTo>
                    <a:lnTo>
                      <a:pt x="98" y="324"/>
                    </a:lnTo>
                    <a:lnTo>
                      <a:pt x="101" y="299"/>
                    </a:lnTo>
                    <a:lnTo>
                      <a:pt x="104" y="274"/>
                    </a:lnTo>
                    <a:lnTo>
                      <a:pt x="108" y="249"/>
                    </a:lnTo>
                    <a:lnTo>
                      <a:pt x="113" y="225"/>
                    </a:lnTo>
                    <a:lnTo>
                      <a:pt x="118" y="201"/>
                    </a:lnTo>
                    <a:lnTo>
                      <a:pt x="125" y="177"/>
                    </a:lnTo>
                    <a:lnTo>
                      <a:pt x="131" y="153"/>
                    </a:lnTo>
                    <a:lnTo>
                      <a:pt x="138" y="131"/>
                    </a:lnTo>
                    <a:lnTo>
                      <a:pt x="145" y="108"/>
                    </a:lnTo>
                    <a:lnTo>
                      <a:pt x="154" y="85"/>
                    </a:lnTo>
                    <a:lnTo>
                      <a:pt x="163" y="62"/>
                    </a:lnTo>
                    <a:lnTo>
                      <a:pt x="172" y="40"/>
                    </a:lnTo>
                    <a:lnTo>
                      <a:pt x="152" y="30"/>
                    </a:lnTo>
                    <a:lnTo>
                      <a:pt x="131" y="20"/>
                    </a:lnTo>
                    <a:lnTo>
                      <a:pt x="110" y="9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E1E6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6" name="Freeform 87"/>
              <p:cNvSpPr>
                <a:spLocks/>
              </p:cNvSpPr>
              <p:nvPr/>
            </p:nvSpPr>
            <p:spPr bwMode="auto">
              <a:xfrm>
                <a:off x="1255" y="1579"/>
                <a:ext cx="103" cy="174"/>
              </a:xfrm>
              <a:custGeom>
                <a:avLst/>
                <a:gdLst>
                  <a:gd name="T0" fmla="*/ 1 w 824"/>
                  <a:gd name="T1" fmla="*/ 0 h 1392"/>
                  <a:gd name="T2" fmla="*/ 1 w 824"/>
                  <a:gd name="T3" fmla="*/ 1 h 1392"/>
                  <a:gd name="T4" fmla="*/ 1 w 824"/>
                  <a:gd name="T5" fmla="*/ 2 h 1392"/>
                  <a:gd name="T6" fmla="*/ 0 w 824"/>
                  <a:gd name="T7" fmla="*/ 3 h 1392"/>
                  <a:gd name="T8" fmla="*/ 0 w 824"/>
                  <a:gd name="T9" fmla="*/ 3 h 1392"/>
                  <a:gd name="T10" fmla="*/ 0 w 824"/>
                  <a:gd name="T11" fmla="*/ 4 h 1392"/>
                  <a:gd name="T12" fmla="*/ 0 w 824"/>
                  <a:gd name="T13" fmla="*/ 5 h 1392"/>
                  <a:gd name="T14" fmla="*/ 0 w 824"/>
                  <a:gd name="T15" fmla="*/ 6 h 1392"/>
                  <a:gd name="T16" fmla="*/ 0 w 824"/>
                  <a:gd name="T17" fmla="*/ 7 h 1392"/>
                  <a:gd name="T18" fmla="*/ 0 w 824"/>
                  <a:gd name="T19" fmla="*/ 8 h 1392"/>
                  <a:gd name="T20" fmla="*/ 0 w 824"/>
                  <a:gd name="T21" fmla="*/ 10 h 1392"/>
                  <a:gd name="T22" fmla="*/ 1 w 824"/>
                  <a:gd name="T23" fmla="*/ 11 h 1392"/>
                  <a:gd name="T24" fmla="*/ 1 w 824"/>
                  <a:gd name="T25" fmla="*/ 12 h 1392"/>
                  <a:gd name="T26" fmla="*/ 2 w 824"/>
                  <a:gd name="T27" fmla="*/ 13 h 1392"/>
                  <a:gd name="T28" fmla="*/ 2 w 824"/>
                  <a:gd name="T29" fmla="*/ 15 h 1392"/>
                  <a:gd name="T30" fmla="*/ 3 w 824"/>
                  <a:gd name="T31" fmla="*/ 16 h 1392"/>
                  <a:gd name="T32" fmla="*/ 4 w 824"/>
                  <a:gd name="T33" fmla="*/ 17 h 1392"/>
                  <a:gd name="T34" fmla="*/ 5 w 824"/>
                  <a:gd name="T35" fmla="*/ 18 h 1392"/>
                  <a:gd name="T36" fmla="*/ 6 w 824"/>
                  <a:gd name="T37" fmla="*/ 19 h 1392"/>
                  <a:gd name="T38" fmla="*/ 7 w 824"/>
                  <a:gd name="T39" fmla="*/ 19 h 1392"/>
                  <a:gd name="T40" fmla="*/ 8 w 824"/>
                  <a:gd name="T41" fmla="*/ 20 h 1392"/>
                  <a:gd name="T42" fmla="*/ 9 w 824"/>
                  <a:gd name="T43" fmla="*/ 21 h 1392"/>
                  <a:gd name="T44" fmla="*/ 11 w 824"/>
                  <a:gd name="T45" fmla="*/ 21 h 1392"/>
                  <a:gd name="T46" fmla="*/ 12 w 824"/>
                  <a:gd name="T47" fmla="*/ 22 h 1392"/>
                  <a:gd name="T48" fmla="*/ 13 w 824"/>
                  <a:gd name="T49" fmla="*/ 21 h 1392"/>
                  <a:gd name="T50" fmla="*/ 13 w 824"/>
                  <a:gd name="T51" fmla="*/ 21 h 1392"/>
                  <a:gd name="T52" fmla="*/ 12 w 824"/>
                  <a:gd name="T53" fmla="*/ 20 h 1392"/>
                  <a:gd name="T54" fmla="*/ 11 w 824"/>
                  <a:gd name="T55" fmla="*/ 20 h 1392"/>
                  <a:gd name="T56" fmla="*/ 10 w 824"/>
                  <a:gd name="T57" fmla="*/ 20 h 1392"/>
                  <a:gd name="T58" fmla="*/ 9 w 824"/>
                  <a:gd name="T59" fmla="*/ 19 h 1392"/>
                  <a:gd name="T60" fmla="*/ 8 w 824"/>
                  <a:gd name="T61" fmla="*/ 18 h 1392"/>
                  <a:gd name="T62" fmla="*/ 7 w 824"/>
                  <a:gd name="T63" fmla="*/ 18 h 1392"/>
                  <a:gd name="T64" fmla="*/ 6 w 824"/>
                  <a:gd name="T65" fmla="*/ 17 h 1392"/>
                  <a:gd name="T66" fmla="*/ 5 w 824"/>
                  <a:gd name="T67" fmla="*/ 16 h 1392"/>
                  <a:gd name="T68" fmla="*/ 4 w 824"/>
                  <a:gd name="T69" fmla="*/ 15 h 1392"/>
                  <a:gd name="T70" fmla="*/ 4 w 824"/>
                  <a:gd name="T71" fmla="*/ 14 h 1392"/>
                  <a:gd name="T72" fmla="*/ 3 w 824"/>
                  <a:gd name="T73" fmla="*/ 13 h 1392"/>
                  <a:gd name="T74" fmla="*/ 3 w 824"/>
                  <a:gd name="T75" fmla="*/ 12 h 1392"/>
                  <a:gd name="T76" fmla="*/ 2 w 824"/>
                  <a:gd name="T77" fmla="*/ 11 h 1392"/>
                  <a:gd name="T78" fmla="*/ 2 w 824"/>
                  <a:gd name="T79" fmla="*/ 10 h 1392"/>
                  <a:gd name="T80" fmla="*/ 2 w 824"/>
                  <a:gd name="T81" fmla="*/ 8 h 1392"/>
                  <a:gd name="T82" fmla="*/ 2 w 824"/>
                  <a:gd name="T83" fmla="*/ 7 h 1392"/>
                  <a:gd name="T84" fmla="*/ 1 w 824"/>
                  <a:gd name="T85" fmla="*/ 6 h 1392"/>
                  <a:gd name="T86" fmla="*/ 2 w 824"/>
                  <a:gd name="T87" fmla="*/ 5 h 1392"/>
                  <a:gd name="T88" fmla="*/ 2 w 824"/>
                  <a:gd name="T89" fmla="*/ 5 h 1392"/>
                  <a:gd name="T90" fmla="*/ 2 w 824"/>
                  <a:gd name="T91" fmla="*/ 4 h 1392"/>
                  <a:gd name="T92" fmla="*/ 2 w 824"/>
                  <a:gd name="T93" fmla="*/ 3 h 1392"/>
                  <a:gd name="T94" fmla="*/ 2 w 824"/>
                  <a:gd name="T95" fmla="*/ 2 h 1392"/>
                  <a:gd name="T96" fmla="*/ 2 w 824"/>
                  <a:gd name="T97" fmla="*/ 2 h 1392"/>
                  <a:gd name="T98" fmla="*/ 3 w 824"/>
                  <a:gd name="T99" fmla="*/ 1 h 1392"/>
                  <a:gd name="T100" fmla="*/ 2 w 824"/>
                  <a:gd name="T101" fmla="*/ 1 h 1392"/>
                  <a:gd name="T102" fmla="*/ 2 w 824"/>
                  <a:gd name="T103" fmla="*/ 0 h 139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824"/>
                  <a:gd name="T157" fmla="*/ 0 h 1392"/>
                  <a:gd name="T158" fmla="*/ 824 w 824"/>
                  <a:gd name="T159" fmla="*/ 1392 h 139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824" h="1392">
                    <a:moveTo>
                      <a:pt x="84" y="0"/>
                    </a:moveTo>
                    <a:lnTo>
                      <a:pt x="73" y="22"/>
                    </a:lnTo>
                    <a:lnTo>
                      <a:pt x="64" y="46"/>
                    </a:lnTo>
                    <a:lnTo>
                      <a:pt x="56" y="70"/>
                    </a:lnTo>
                    <a:lnTo>
                      <a:pt x="48" y="95"/>
                    </a:lnTo>
                    <a:lnTo>
                      <a:pt x="40" y="119"/>
                    </a:lnTo>
                    <a:lnTo>
                      <a:pt x="33" y="144"/>
                    </a:lnTo>
                    <a:lnTo>
                      <a:pt x="27" y="169"/>
                    </a:lnTo>
                    <a:lnTo>
                      <a:pt x="22" y="195"/>
                    </a:lnTo>
                    <a:lnTo>
                      <a:pt x="16" y="220"/>
                    </a:lnTo>
                    <a:lnTo>
                      <a:pt x="12" y="246"/>
                    </a:lnTo>
                    <a:lnTo>
                      <a:pt x="8" y="272"/>
                    </a:lnTo>
                    <a:lnTo>
                      <a:pt x="5" y="297"/>
                    </a:lnTo>
                    <a:lnTo>
                      <a:pt x="3" y="324"/>
                    </a:lnTo>
                    <a:lnTo>
                      <a:pt x="1" y="350"/>
                    </a:lnTo>
                    <a:lnTo>
                      <a:pt x="0" y="377"/>
                    </a:lnTo>
                    <a:lnTo>
                      <a:pt x="0" y="404"/>
                    </a:lnTo>
                    <a:lnTo>
                      <a:pt x="1" y="449"/>
                    </a:lnTo>
                    <a:lnTo>
                      <a:pt x="3" y="494"/>
                    </a:lnTo>
                    <a:lnTo>
                      <a:pt x="8" y="538"/>
                    </a:lnTo>
                    <a:lnTo>
                      <a:pt x="14" y="582"/>
                    </a:lnTo>
                    <a:lnTo>
                      <a:pt x="24" y="624"/>
                    </a:lnTo>
                    <a:lnTo>
                      <a:pt x="34" y="667"/>
                    </a:lnTo>
                    <a:lnTo>
                      <a:pt x="45" y="708"/>
                    </a:lnTo>
                    <a:lnTo>
                      <a:pt x="59" y="749"/>
                    </a:lnTo>
                    <a:lnTo>
                      <a:pt x="75" y="788"/>
                    </a:lnTo>
                    <a:lnTo>
                      <a:pt x="92" y="828"/>
                    </a:lnTo>
                    <a:lnTo>
                      <a:pt x="111" y="865"/>
                    </a:lnTo>
                    <a:lnTo>
                      <a:pt x="131" y="903"/>
                    </a:lnTo>
                    <a:lnTo>
                      <a:pt x="152" y="939"/>
                    </a:lnTo>
                    <a:lnTo>
                      <a:pt x="175" y="974"/>
                    </a:lnTo>
                    <a:lnTo>
                      <a:pt x="200" y="1009"/>
                    </a:lnTo>
                    <a:lnTo>
                      <a:pt x="226" y="1042"/>
                    </a:lnTo>
                    <a:lnTo>
                      <a:pt x="253" y="1074"/>
                    </a:lnTo>
                    <a:lnTo>
                      <a:pt x="281" y="1105"/>
                    </a:lnTo>
                    <a:lnTo>
                      <a:pt x="311" y="1134"/>
                    </a:lnTo>
                    <a:lnTo>
                      <a:pt x="342" y="1163"/>
                    </a:lnTo>
                    <a:lnTo>
                      <a:pt x="374" y="1190"/>
                    </a:lnTo>
                    <a:lnTo>
                      <a:pt x="408" y="1216"/>
                    </a:lnTo>
                    <a:lnTo>
                      <a:pt x="442" y="1240"/>
                    </a:lnTo>
                    <a:lnTo>
                      <a:pt x="477" y="1264"/>
                    </a:lnTo>
                    <a:lnTo>
                      <a:pt x="513" y="1285"/>
                    </a:lnTo>
                    <a:lnTo>
                      <a:pt x="551" y="1305"/>
                    </a:lnTo>
                    <a:lnTo>
                      <a:pt x="588" y="1324"/>
                    </a:lnTo>
                    <a:lnTo>
                      <a:pt x="628" y="1341"/>
                    </a:lnTo>
                    <a:lnTo>
                      <a:pt x="668" y="1356"/>
                    </a:lnTo>
                    <a:lnTo>
                      <a:pt x="709" y="1370"/>
                    </a:lnTo>
                    <a:lnTo>
                      <a:pt x="750" y="1382"/>
                    </a:lnTo>
                    <a:lnTo>
                      <a:pt x="792" y="1392"/>
                    </a:lnTo>
                    <a:lnTo>
                      <a:pt x="801" y="1371"/>
                    </a:lnTo>
                    <a:lnTo>
                      <a:pt x="809" y="1349"/>
                    </a:lnTo>
                    <a:lnTo>
                      <a:pt x="817" y="1327"/>
                    </a:lnTo>
                    <a:lnTo>
                      <a:pt x="824" y="1304"/>
                    </a:lnTo>
                    <a:lnTo>
                      <a:pt x="784" y="1296"/>
                    </a:lnTo>
                    <a:lnTo>
                      <a:pt x="746" y="1286"/>
                    </a:lnTo>
                    <a:lnTo>
                      <a:pt x="709" y="1273"/>
                    </a:lnTo>
                    <a:lnTo>
                      <a:pt x="672" y="1260"/>
                    </a:lnTo>
                    <a:lnTo>
                      <a:pt x="636" y="1244"/>
                    </a:lnTo>
                    <a:lnTo>
                      <a:pt x="601" y="1228"/>
                    </a:lnTo>
                    <a:lnTo>
                      <a:pt x="566" y="1210"/>
                    </a:lnTo>
                    <a:lnTo>
                      <a:pt x="533" y="1190"/>
                    </a:lnTo>
                    <a:lnTo>
                      <a:pt x="500" y="1169"/>
                    </a:lnTo>
                    <a:lnTo>
                      <a:pt x="469" y="1147"/>
                    </a:lnTo>
                    <a:lnTo>
                      <a:pt x="438" y="1124"/>
                    </a:lnTo>
                    <a:lnTo>
                      <a:pt x="409" y="1099"/>
                    </a:lnTo>
                    <a:lnTo>
                      <a:pt x="380" y="1073"/>
                    </a:lnTo>
                    <a:lnTo>
                      <a:pt x="353" y="1046"/>
                    </a:lnTo>
                    <a:lnTo>
                      <a:pt x="326" y="1018"/>
                    </a:lnTo>
                    <a:lnTo>
                      <a:pt x="301" y="989"/>
                    </a:lnTo>
                    <a:lnTo>
                      <a:pt x="277" y="959"/>
                    </a:lnTo>
                    <a:lnTo>
                      <a:pt x="254" y="927"/>
                    </a:lnTo>
                    <a:lnTo>
                      <a:pt x="232" y="894"/>
                    </a:lnTo>
                    <a:lnTo>
                      <a:pt x="213" y="861"/>
                    </a:lnTo>
                    <a:lnTo>
                      <a:pt x="194" y="828"/>
                    </a:lnTo>
                    <a:lnTo>
                      <a:pt x="177" y="793"/>
                    </a:lnTo>
                    <a:lnTo>
                      <a:pt x="162" y="756"/>
                    </a:lnTo>
                    <a:lnTo>
                      <a:pt x="147" y="720"/>
                    </a:lnTo>
                    <a:lnTo>
                      <a:pt x="135" y="683"/>
                    </a:lnTo>
                    <a:lnTo>
                      <a:pt x="123" y="645"/>
                    </a:lnTo>
                    <a:lnTo>
                      <a:pt x="114" y="606"/>
                    </a:lnTo>
                    <a:lnTo>
                      <a:pt x="106" y="567"/>
                    </a:lnTo>
                    <a:lnTo>
                      <a:pt x="99" y="527"/>
                    </a:lnTo>
                    <a:lnTo>
                      <a:pt x="95" y="486"/>
                    </a:lnTo>
                    <a:lnTo>
                      <a:pt x="92" y="446"/>
                    </a:lnTo>
                    <a:lnTo>
                      <a:pt x="91" y="404"/>
                    </a:lnTo>
                    <a:lnTo>
                      <a:pt x="91" y="381"/>
                    </a:lnTo>
                    <a:lnTo>
                      <a:pt x="92" y="357"/>
                    </a:lnTo>
                    <a:lnTo>
                      <a:pt x="94" y="333"/>
                    </a:lnTo>
                    <a:lnTo>
                      <a:pt x="96" y="309"/>
                    </a:lnTo>
                    <a:lnTo>
                      <a:pt x="98" y="286"/>
                    </a:lnTo>
                    <a:lnTo>
                      <a:pt x="103" y="262"/>
                    </a:lnTo>
                    <a:lnTo>
                      <a:pt x="106" y="239"/>
                    </a:lnTo>
                    <a:lnTo>
                      <a:pt x="111" y="217"/>
                    </a:lnTo>
                    <a:lnTo>
                      <a:pt x="116" y="194"/>
                    </a:lnTo>
                    <a:lnTo>
                      <a:pt x="121" y="172"/>
                    </a:lnTo>
                    <a:lnTo>
                      <a:pt x="127" y="149"/>
                    </a:lnTo>
                    <a:lnTo>
                      <a:pt x="134" y="127"/>
                    </a:lnTo>
                    <a:lnTo>
                      <a:pt x="141" y="105"/>
                    </a:lnTo>
                    <a:lnTo>
                      <a:pt x="149" y="84"/>
                    </a:lnTo>
                    <a:lnTo>
                      <a:pt x="156" y="63"/>
                    </a:lnTo>
                    <a:lnTo>
                      <a:pt x="166" y="42"/>
                    </a:lnTo>
                    <a:lnTo>
                      <a:pt x="145" y="31"/>
                    </a:lnTo>
                    <a:lnTo>
                      <a:pt x="125" y="20"/>
                    </a:lnTo>
                    <a:lnTo>
                      <a:pt x="105" y="1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E2E7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7" name="Freeform 88"/>
              <p:cNvSpPr>
                <a:spLocks/>
              </p:cNvSpPr>
              <p:nvPr/>
            </p:nvSpPr>
            <p:spPr bwMode="auto">
              <a:xfrm>
                <a:off x="1261" y="1581"/>
                <a:ext cx="99" cy="166"/>
              </a:xfrm>
              <a:custGeom>
                <a:avLst/>
                <a:gdLst>
                  <a:gd name="T0" fmla="*/ 1 w 791"/>
                  <a:gd name="T1" fmla="*/ 0 h 1329"/>
                  <a:gd name="T2" fmla="*/ 1 w 791"/>
                  <a:gd name="T3" fmla="*/ 1 h 1329"/>
                  <a:gd name="T4" fmla="*/ 1 w 791"/>
                  <a:gd name="T5" fmla="*/ 2 h 1329"/>
                  <a:gd name="T6" fmla="*/ 0 w 791"/>
                  <a:gd name="T7" fmla="*/ 2 h 1329"/>
                  <a:gd name="T8" fmla="*/ 0 w 791"/>
                  <a:gd name="T9" fmla="*/ 3 h 1329"/>
                  <a:gd name="T10" fmla="*/ 0 w 791"/>
                  <a:gd name="T11" fmla="*/ 4 h 1329"/>
                  <a:gd name="T12" fmla="*/ 0 w 791"/>
                  <a:gd name="T13" fmla="*/ 5 h 1329"/>
                  <a:gd name="T14" fmla="*/ 0 w 791"/>
                  <a:gd name="T15" fmla="*/ 6 h 1329"/>
                  <a:gd name="T16" fmla="*/ 0 w 791"/>
                  <a:gd name="T17" fmla="*/ 7 h 1329"/>
                  <a:gd name="T18" fmla="*/ 0 w 791"/>
                  <a:gd name="T19" fmla="*/ 8 h 1329"/>
                  <a:gd name="T20" fmla="*/ 0 w 791"/>
                  <a:gd name="T21" fmla="*/ 9 h 1329"/>
                  <a:gd name="T22" fmla="*/ 1 w 791"/>
                  <a:gd name="T23" fmla="*/ 10 h 1329"/>
                  <a:gd name="T24" fmla="*/ 1 w 791"/>
                  <a:gd name="T25" fmla="*/ 12 h 1329"/>
                  <a:gd name="T26" fmla="*/ 2 w 791"/>
                  <a:gd name="T27" fmla="*/ 13 h 1329"/>
                  <a:gd name="T28" fmla="*/ 2 w 791"/>
                  <a:gd name="T29" fmla="*/ 14 h 1329"/>
                  <a:gd name="T30" fmla="*/ 3 w 791"/>
                  <a:gd name="T31" fmla="*/ 15 h 1329"/>
                  <a:gd name="T32" fmla="*/ 4 w 791"/>
                  <a:gd name="T33" fmla="*/ 16 h 1329"/>
                  <a:gd name="T34" fmla="*/ 5 w 791"/>
                  <a:gd name="T35" fmla="*/ 17 h 1329"/>
                  <a:gd name="T36" fmla="*/ 6 w 791"/>
                  <a:gd name="T37" fmla="*/ 18 h 1329"/>
                  <a:gd name="T38" fmla="*/ 7 w 791"/>
                  <a:gd name="T39" fmla="*/ 18 h 1329"/>
                  <a:gd name="T40" fmla="*/ 8 w 791"/>
                  <a:gd name="T41" fmla="*/ 19 h 1329"/>
                  <a:gd name="T42" fmla="*/ 9 w 791"/>
                  <a:gd name="T43" fmla="*/ 20 h 1329"/>
                  <a:gd name="T44" fmla="*/ 10 w 791"/>
                  <a:gd name="T45" fmla="*/ 20 h 1329"/>
                  <a:gd name="T46" fmla="*/ 11 w 791"/>
                  <a:gd name="T47" fmla="*/ 21 h 1329"/>
                  <a:gd name="T48" fmla="*/ 12 w 791"/>
                  <a:gd name="T49" fmla="*/ 20 h 1329"/>
                  <a:gd name="T50" fmla="*/ 12 w 791"/>
                  <a:gd name="T51" fmla="*/ 20 h 1329"/>
                  <a:gd name="T52" fmla="*/ 12 w 791"/>
                  <a:gd name="T53" fmla="*/ 19 h 1329"/>
                  <a:gd name="T54" fmla="*/ 11 w 791"/>
                  <a:gd name="T55" fmla="*/ 19 h 1329"/>
                  <a:gd name="T56" fmla="*/ 10 w 791"/>
                  <a:gd name="T57" fmla="*/ 18 h 1329"/>
                  <a:gd name="T58" fmla="*/ 9 w 791"/>
                  <a:gd name="T59" fmla="*/ 18 h 1329"/>
                  <a:gd name="T60" fmla="*/ 8 w 791"/>
                  <a:gd name="T61" fmla="*/ 17 h 1329"/>
                  <a:gd name="T62" fmla="*/ 7 w 791"/>
                  <a:gd name="T63" fmla="*/ 17 h 1329"/>
                  <a:gd name="T64" fmla="*/ 6 w 791"/>
                  <a:gd name="T65" fmla="*/ 16 h 1329"/>
                  <a:gd name="T66" fmla="*/ 5 w 791"/>
                  <a:gd name="T67" fmla="*/ 15 h 1329"/>
                  <a:gd name="T68" fmla="*/ 4 w 791"/>
                  <a:gd name="T69" fmla="*/ 14 h 1329"/>
                  <a:gd name="T70" fmla="*/ 4 w 791"/>
                  <a:gd name="T71" fmla="*/ 13 h 1329"/>
                  <a:gd name="T72" fmla="*/ 3 w 791"/>
                  <a:gd name="T73" fmla="*/ 12 h 1329"/>
                  <a:gd name="T74" fmla="*/ 3 w 791"/>
                  <a:gd name="T75" fmla="*/ 11 h 1329"/>
                  <a:gd name="T76" fmla="*/ 2 w 791"/>
                  <a:gd name="T77" fmla="*/ 10 h 1329"/>
                  <a:gd name="T78" fmla="*/ 2 w 791"/>
                  <a:gd name="T79" fmla="*/ 9 h 1329"/>
                  <a:gd name="T80" fmla="*/ 2 w 791"/>
                  <a:gd name="T81" fmla="*/ 8 h 1329"/>
                  <a:gd name="T82" fmla="*/ 2 w 791"/>
                  <a:gd name="T83" fmla="*/ 7 h 1329"/>
                  <a:gd name="T84" fmla="*/ 2 w 791"/>
                  <a:gd name="T85" fmla="*/ 6 h 1329"/>
                  <a:gd name="T86" fmla="*/ 2 w 791"/>
                  <a:gd name="T87" fmla="*/ 5 h 1329"/>
                  <a:gd name="T88" fmla="*/ 2 w 791"/>
                  <a:gd name="T89" fmla="*/ 4 h 1329"/>
                  <a:gd name="T90" fmla="*/ 2 w 791"/>
                  <a:gd name="T91" fmla="*/ 4 h 1329"/>
                  <a:gd name="T92" fmla="*/ 2 w 791"/>
                  <a:gd name="T93" fmla="*/ 3 h 1329"/>
                  <a:gd name="T94" fmla="*/ 2 w 791"/>
                  <a:gd name="T95" fmla="*/ 2 h 1329"/>
                  <a:gd name="T96" fmla="*/ 2 w 791"/>
                  <a:gd name="T97" fmla="*/ 2 h 1329"/>
                  <a:gd name="T98" fmla="*/ 2 w 791"/>
                  <a:gd name="T99" fmla="*/ 1 h 1329"/>
                  <a:gd name="T100" fmla="*/ 2 w 791"/>
                  <a:gd name="T101" fmla="*/ 0 h 1329"/>
                  <a:gd name="T102" fmla="*/ 2 w 791"/>
                  <a:gd name="T103" fmla="*/ 0 h 132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791"/>
                  <a:gd name="T157" fmla="*/ 0 h 1329"/>
                  <a:gd name="T158" fmla="*/ 791 w 791"/>
                  <a:gd name="T159" fmla="*/ 1329 h 1329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791" h="1329">
                    <a:moveTo>
                      <a:pt x="80" y="0"/>
                    </a:moveTo>
                    <a:lnTo>
                      <a:pt x="71" y="22"/>
                    </a:lnTo>
                    <a:lnTo>
                      <a:pt x="62" y="45"/>
                    </a:lnTo>
                    <a:lnTo>
                      <a:pt x="53" y="68"/>
                    </a:lnTo>
                    <a:lnTo>
                      <a:pt x="46" y="91"/>
                    </a:lnTo>
                    <a:lnTo>
                      <a:pt x="39" y="113"/>
                    </a:lnTo>
                    <a:lnTo>
                      <a:pt x="33" y="137"/>
                    </a:lnTo>
                    <a:lnTo>
                      <a:pt x="26" y="161"/>
                    </a:lnTo>
                    <a:lnTo>
                      <a:pt x="21" y="185"/>
                    </a:lnTo>
                    <a:lnTo>
                      <a:pt x="16" y="209"/>
                    </a:lnTo>
                    <a:lnTo>
                      <a:pt x="12" y="234"/>
                    </a:lnTo>
                    <a:lnTo>
                      <a:pt x="9" y="259"/>
                    </a:lnTo>
                    <a:lnTo>
                      <a:pt x="6" y="284"/>
                    </a:lnTo>
                    <a:lnTo>
                      <a:pt x="4" y="309"/>
                    </a:lnTo>
                    <a:lnTo>
                      <a:pt x="1" y="334"/>
                    </a:lnTo>
                    <a:lnTo>
                      <a:pt x="0" y="358"/>
                    </a:lnTo>
                    <a:lnTo>
                      <a:pt x="0" y="384"/>
                    </a:lnTo>
                    <a:lnTo>
                      <a:pt x="1" y="428"/>
                    </a:lnTo>
                    <a:lnTo>
                      <a:pt x="4" y="471"/>
                    </a:lnTo>
                    <a:lnTo>
                      <a:pt x="9" y="513"/>
                    </a:lnTo>
                    <a:lnTo>
                      <a:pt x="15" y="555"/>
                    </a:lnTo>
                    <a:lnTo>
                      <a:pt x="23" y="595"/>
                    </a:lnTo>
                    <a:lnTo>
                      <a:pt x="34" y="636"/>
                    </a:lnTo>
                    <a:lnTo>
                      <a:pt x="45" y="676"/>
                    </a:lnTo>
                    <a:lnTo>
                      <a:pt x="59" y="714"/>
                    </a:lnTo>
                    <a:lnTo>
                      <a:pt x="73" y="753"/>
                    </a:lnTo>
                    <a:lnTo>
                      <a:pt x="90" y="790"/>
                    </a:lnTo>
                    <a:lnTo>
                      <a:pt x="107" y="827"/>
                    </a:lnTo>
                    <a:lnTo>
                      <a:pt x="127" y="863"/>
                    </a:lnTo>
                    <a:lnTo>
                      <a:pt x="148" y="897"/>
                    </a:lnTo>
                    <a:lnTo>
                      <a:pt x="170" y="931"/>
                    </a:lnTo>
                    <a:lnTo>
                      <a:pt x="193" y="964"/>
                    </a:lnTo>
                    <a:lnTo>
                      <a:pt x="218" y="996"/>
                    </a:lnTo>
                    <a:lnTo>
                      <a:pt x="244" y="1026"/>
                    </a:lnTo>
                    <a:lnTo>
                      <a:pt x="272" y="1056"/>
                    </a:lnTo>
                    <a:lnTo>
                      <a:pt x="300" y="1084"/>
                    </a:lnTo>
                    <a:lnTo>
                      <a:pt x="330" y="1111"/>
                    </a:lnTo>
                    <a:lnTo>
                      <a:pt x="362" y="1137"/>
                    </a:lnTo>
                    <a:lnTo>
                      <a:pt x="394" y="1162"/>
                    </a:lnTo>
                    <a:lnTo>
                      <a:pt x="427" y="1186"/>
                    </a:lnTo>
                    <a:lnTo>
                      <a:pt x="460" y="1208"/>
                    </a:lnTo>
                    <a:lnTo>
                      <a:pt x="495" y="1227"/>
                    </a:lnTo>
                    <a:lnTo>
                      <a:pt x="532" y="1247"/>
                    </a:lnTo>
                    <a:lnTo>
                      <a:pt x="568" y="1265"/>
                    </a:lnTo>
                    <a:lnTo>
                      <a:pt x="605" y="1280"/>
                    </a:lnTo>
                    <a:lnTo>
                      <a:pt x="644" y="1295"/>
                    </a:lnTo>
                    <a:lnTo>
                      <a:pt x="683" y="1308"/>
                    </a:lnTo>
                    <a:lnTo>
                      <a:pt x="724" y="1319"/>
                    </a:lnTo>
                    <a:lnTo>
                      <a:pt x="764" y="1329"/>
                    </a:lnTo>
                    <a:lnTo>
                      <a:pt x="772" y="1307"/>
                    </a:lnTo>
                    <a:lnTo>
                      <a:pt x="779" y="1284"/>
                    </a:lnTo>
                    <a:lnTo>
                      <a:pt x="785" y="1263"/>
                    </a:lnTo>
                    <a:lnTo>
                      <a:pt x="791" y="1241"/>
                    </a:lnTo>
                    <a:lnTo>
                      <a:pt x="754" y="1232"/>
                    </a:lnTo>
                    <a:lnTo>
                      <a:pt x="718" y="1222"/>
                    </a:lnTo>
                    <a:lnTo>
                      <a:pt x="681" y="1211"/>
                    </a:lnTo>
                    <a:lnTo>
                      <a:pt x="647" y="1198"/>
                    </a:lnTo>
                    <a:lnTo>
                      <a:pt x="612" y="1184"/>
                    </a:lnTo>
                    <a:lnTo>
                      <a:pt x="578" y="1168"/>
                    </a:lnTo>
                    <a:lnTo>
                      <a:pt x="545" y="1150"/>
                    </a:lnTo>
                    <a:lnTo>
                      <a:pt x="514" y="1132"/>
                    </a:lnTo>
                    <a:lnTo>
                      <a:pt x="483" y="1112"/>
                    </a:lnTo>
                    <a:lnTo>
                      <a:pt x="452" y="1091"/>
                    </a:lnTo>
                    <a:lnTo>
                      <a:pt x="423" y="1068"/>
                    </a:lnTo>
                    <a:lnTo>
                      <a:pt x="395" y="1046"/>
                    </a:lnTo>
                    <a:lnTo>
                      <a:pt x="368" y="1021"/>
                    </a:lnTo>
                    <a:lnTo>
                      <a:pt x="341" y="995"/>
                    </a:lnTo>
                    <a:lnTo>
                      <a:pt x="316" y="969"/>
                    </a:lnTo>
                    <a:lnTo>
                      <a:pt x="292" y="941"/>
                    </a:lnTo>
                    <a:lnTo>
                      <a:pt x="269" y="912"/>
                    </a:lnTo>
                    <a:lnTo>
                      <a:pt x="247" y="882"/>
                    </a:lnTo>
                    <a:lnTo>
                      <a:pt x="228" y="852"/>
                    </a:lnTo>
                    <a:lnTo>
                      <a:pt x="208" y="819"/>
                    </a:lnTo>
                    <a:lnTo>
                      <a:pt x="190" y="787"/>
                    </a:lnTo>
                    <a:lnTo>
                      <a:pt x="174" y="754"/>
                    </a:lnTo>
                    <a:lnTo>
                      <a:pt x="159" y="720"/>
                    </a:lnTo>
                    <a:lnTo>
                      <a:pt x="146" y="685"/>
                    </a:lnTo>
                    <a:lnTo>
                      <a:pt x="133" y="650"/>
                    </a:lnTo>
                    <a:lnTo>
                      <a:pt x="123" y="614"/>
                    </a:lnTo>
                    <a:lnTo>
                      <a:pt x="114" y="576"/>
                    </a:lnTo>
                    <a:lnTo>
                      <a:pt x="106" y="539"/>
                    </a:lnTo>
                    <a:lnTo>
                      <a:pt x="100" y="502"/>
                    </a:lnTo>
                    <a:lnTo>
                      <a:pt x="96" y="463"/>
                    </a:lnTo>
                    <a:lnTo>
                      <a:pt x="93" y="424"/>
                    </a:lnTo>
                    <a:lnTo>
                      <a:pt x="92" y="384"/>
                    </a:lnTo>
                    <a:lnTo>
                      <a:pt x="93" y="362"/>
                    </a:lnTo>
                    <a:lnTo>
                      <a:pt x="94" y="340"/>
                    </a:lnTo>
                    <a:lnTo>
                      <a:pt x="95" y="317"/>
                    </a:lnTo>
                    <a:lnTo>
                      <a:pt x="97" y="295"/>
                    </a:lnTo>
                    <a:lnTo>
                      <a:pt x="99" y="273"/>
                    </a:lnTo>
                    <a:lnTo>
                      <a:pt x="102" y="252"/>
                    </a:lnTo>
                    <a:lnTo>
                      <a:pt x="106" y="230"/>
                    </a:lnTo>
                    <a:lnTo>
                      <a:pt x="110" y="208"/>
                    </a:lnTo>
                    <a:lnTo>
                      <a:pt x="115" y="187"/>
                    </a:lnTo>
                    <a:lnTo>
                      <a:pt x="120" y="166"/>
                    </a:lnTo>
                    <a:lnTo>
                      <a:pt x="125" y="146"/>
                    </a:lnTo>
                    <a:lnTo>
                      <a:pt x="131" y="125"/>
                    </a:lnTo>
                    <a:lnTo>
                      <a:pt x="138" y="104"/>
                    </a:lnTo>
                    <a:lnTo>
                      <a:pt x="146" y="84"/>
                    </a:lnTo>
                    <a:lnTo>
                      <a:pt x="153" y="64"/>
                    </a:lnTo>
                    <a:lnTo>
                      <a:pt x="161" y="44"/>
                    </a:lnTo>
                    <a:lnTo>
                      <a:pt x="141" y="33"/>
                    </a:lnTo>
                    <a:lnTo>
                      <a:pt x="121" y="22"/>
                    </a:lnTo>
                    <a:lnTo>
                      <a:pt x="100" y="11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E3E8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8" name="Freeform 89"/>
              <p:cNvSpPr>
                <a:spLocks/>
              </p:cNvSpPr>
              <p:nvPr/>
            </p:nvSpPr>
            <p:spPr bwMode="auto">
              <a:xfrm>
                <a:off x="1267" y="1584"/>
                <a:ext cx="94" cy="158"/>
              </a:xfrm>
              <a:custGeom>
                <a:avLst/>
                <a:gdLst>
                  <a:gd name="T0" fmla="*/ 1 w 756"/>
                  <a:gd name="T1" fmla="*/ 0 h 1262"/>
                  <a:gd name="T2" fmla="*/ 1 w 756"/>
                  <a:gd name="T3" fmla="*/ 1 h 1262"/>
                  <a:gd name="T4" fmla="*/ 0 w 756"/>
                  <a:gd name="T5" fmla="*/ 2 h 1262"/>
                  <a:gd name="T6" fmla="*/ 0 w 756"/>
                  <a:gd name="T7" fmla="*/ 2 h 1262"/>
                  <a:gd name="T8" fmla="*/ 0 w 756"/>
                  <a:gd name="T9" fmla="*/ 3 h 1262"/>
                  <a:gd name="T10" fmla="*/ 0 w 756"/>
                  <a:gd name="T11" fmla="*/ 4 h 1262"/>
                  <a:gd name="T12" fmla="*/ 0 w 756"/>
                  <a:gd name="T13" fmla="*/ 5 h 1262"/>
                  <a:gd name="T14" fmla="*/ 0 w 756"/>
                  <a:gd name="T15" fmla="*/ 5 h 1262"/>
                  <a:gd name="T16" fmla="*/ 0 w 756"/>
                  <a:gd name="T17" fmla="*/ 6 h 1262"/>
                  <a:gd name="T18" fmla="*/ 0 w 756"/>
                  <a:gd name="T19" fmla="*/ 8 h 1262"/>
                  <a:gd name="T20" fmla="*/ 0 w 756"/>
                  <a:gd name="T21" fmla="*/ 9 h 1262"/>
                  <a:gd name="T22" fmla="*/ 1 w 756"/>
                  <a:gd name="T23" fmla="*/ 10 h 1262"/>
                  <a:gd name="T24" fmla="*/ 1 w 756"/>
                  <a:gd name="T25" fmla="*/ 11 h 1262"/>
                  <a:gd name="T26" fmla="*/ 2 w 756"/>
                  <a:gd name="T27" fmla="*/ 12 h 1262"/>
                  <a:gd name="T28" fmla="*/ 2 w 756"/>
                  <a:gd name="T29" fmla="*/ 13 h 1262"/>
                  <a:gd name="T30" fmla="*/ 3 w 756"/>
                  <a:gd name="T31" fmla="*/ 14 h 1262"/>
                  <a:gd name="T32" fmla="*/ 4 w 756"/>
                  <a:gd name="T33" fmla="*/ 15 h 1262"/>
                  <a:gd name="T34" fmla="*/ 4 w 756"/>
                  <a:gd name="T35" fmla="*/ 16 h 1262"/>
                  <a:gd name="T36" fmla="*/ 5 w 756"/>
                  <a:gd name="T37" fmla="*/ 17 h 1262"/>
                  <a:gd name="T38" fmla="*/ 6 w 756"/>
                  <a:gd name="T39" fmla="*/ 18 h 1262"/>
                  <a:gd name="T40" fmla="*/ 7 w 756"/>
                  <a:gd name="T41" fmla="*/ 18 h 1262"/>
                  <a:gd name="T42" fmla="*/ 8 w 756"/>
                  <a:gd name="T43" fmla="*/ 19 h 1262"/>
                  <a:gd name="T44" fmla="*/ 10 w 756"/>
                  <a:gd name="T45" fmla="*/ 19 h 1262"/>
                  <a:gd name="T46" fmla="*/ 11 w 756"/>
                  <a:gd name="T47" fmla="*/ 20 h 1262"/>
                  <a:gd name="T48" fmla="*/ 11 w 756"/>
                  <a:gd name="T49" fmla="*/ 19 h 1262"/>
                  <a:gd name="T50" fmla="*/ 12 w 756"/>
                  <a:gd name="T51" fmla="*/ 19 h 1262"/>
                  <a:gd name="T52" fmla="*/ 11 w 756"/>
                  <a:gd name="T53" fmla="*/ 18 h 1262"/>
                  <a:gd name="T54" fmla="*/ 10 w 756"/>
                  <a:gd name="T55" fmla="*/ 18 h 1262"/>
                  <a:gd name="T56" fmla="*/ 9 w 756"/>
                  <a:gd name="T57" fmla="*/ 18 h 1262"/>
                  <a:gd name="T58" fmla="*/ 8 w 756"/>
                  <a:gd name="T59" fmla="*/ 17 h 1262"/>
                  <a:gd name="T60" fmla="*/ 7 w 756"/>
                  <a:gd name="T61" fmla="*/ 17 h 1262"/>
                  <a:gd name="T62" fmla="*/ 6 w 756"/>
                  <a:gd name="T63" fmla="*/ 16 h 1262"/>
                  <a:gd name="T64" fmla="*/ 5 w 756"/>
                  <a:gd name="T65" fmla="*/ 15 h 1262"/>
                  <a:gd name="T66" fmla="*/ 5 w 756"/>
                  <a:gd name="T67" fmla="*/ 14 h 1262"/>
                  <a:gd name="T68" fmla="*/ 4 w 756"/>
                  <a:gd name="T69" fmla="*/ 14 h 1262"/>
                  <a:gd name="T70" fmla="*/ 3 w 756"/>
                  <a:gd name="T71" fmla="*/ 13 h 1262"/>
                  <a:gd name="T72" fmla="*/ 3 w 756"/>
                  <a:gd name="T73" fmla="*/ 12 h 1262"/>
                  <a:gd name="T74" fmla="*/ 2 w 756"/>
                  <a:gd name="T75" fmla="*/ 11 h 1262"/>
                  <a:gd name="T76" fmla="*/ 2 w 756"/>
                  <a:gd name="T77" fmla="*/ 10 h 1262"/>
                  <a:gd name="T78" fmla="*/ 2 w 756"/>
                  <a:gd name="T79" fmla="*/ 9 h 1262"/>
                  <a:gd name="T80" fmla="*/ 1 w 756"/>
                  <a:gd name="T81" fmla="*/ 7 h 1262"/>
                  <a:gd name="T82" fmla="*/ 1 w 756"/>
                  <a:gd name="T83" fmla="*/ 6 h 1262"/>
                  <a:gd name="T84" fmla="*/ 1 w 756"/>
                  <a:gd name="T85" fmla="*/ 5 h 1262"/>
                  <a:gd name="T86" fmla="*/ 2 w 756"/>
                  <a:gd name="T87" fmla="*/ 4 h 1262"/>
                  <a:gd name="T88" fmla="*/ 2 w 756"/>
                  <a:gd name="T89" fmla="*/ 3 h 1262"/>
                  <a:gd name="T90" fmla="*/ 2 w 756"/>
                  <a:gd name="T91" fmla="*/ 1 h 1262"/>
                  <a:gd name="T92" fmla="*/ 2 w 756"/>
                  <a:gd name="T93" fmla="*/ 1 h 1262"/>
                  <a:gd name="T94" fmla="*/ 1 w 756"/>
                  <a:gd name="T95" fmla="*/ 0 h 12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756"/>
                  <a:gd name="T145" fmla="*/ 0 h 1262"/>
                  <a:gd name="T146" fmla="*/ 756 w 756"/>
                  <a:gd name="T147" fmla="*/ 1262 h 12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756" h="1262">
                    <a:moveTo>
                      <a:pt x="75" y="0"/>
                    </a:moveTo>
                    <a:lnTo>
                      <a:pt x="65" y="21"/>
                    </a:lnTo>
                    <a:lnTo>
                      <a:pt x="58" y="42"/>
                    </a:lnTo>
                    <a:lnTo>
                      <a:pt x="50" y="63"/>
                    </a:lnTo>
                    <a:lnTo>
                      <a:pt x="43" y="85"/>
                    </a:lnTo>
                    <a:lnTo>
                      <a:pt x="36" y="107"/>
                    </a:lnTo>
                    <a:lnTo>
                      <a:pt x="30" y="130"/>
                    </a:lnTo>
                    <a:lnTo>
                      <a:pt x="25" y="152"/>
                    </a:lnTo>
                    <a:lnTo>
                      <a:pt x="20" y="175"/>
                    </a:lnTo>
                    <a:lnTo>
                      <a:pt x="15" y="197"/>
                    </a:lnTo>
                    <a:lnTo>
                      <a:pt x="12" y="220"/>
                    </a:lnTo>
                    <a:lnTo>
                      <a:pt x="7" y="244"/>
                    </a:lnTo>
                    <a:lnTo>
                      <a:pt x="5" y="267"/>
                    </a:lnTo>
                    <a:lnTo>
                      <a:pt x="3" y="291"/>
                    </a:lnTo>
                    <a:lnTo>
                      <a:pt x="1" y="315"/>
                    </a:lnTo>
                    <a:lnTo>
                      <a:pt x="0" y="339"/>
                    </a:lnTo>
                    <a:lnTo>
                      <a:pt x="0" y="362"/>
                    </a:lnTo>
                    <a:lnTo>
                      <a:pt x="1" y="404"/>
                    </a:lnTo>
                    <a:lnTo>
                      <a:pt x="4" y="444"/>
                    </a:lnTo>
                    <a:lnTo>
                      <a:pt x="8" y="485"/>
                    </a:lnTo>
                    <a:lnTo>
                      <a:pt x="15" y="525"/>
                    </a:lnTo>
                    <a:lnTo>
                      <a:pt x="23" y="564"/>
                    </a:lnTo>
                    <a:lnTo>
                      <a:pt x="32" y="603"/>
                    </a:lnTo>
                    <a:lnTo>
                      <a:pt x="44" y="641"/>
                    </a:lnTo>
                    <a:lnTo>
                      <a:pt x="56" y="678"/>
                    </a:lnTo>
                    <a:lnTo>
                      <a:pt x="71" y="714"/>
                    </a:lnTo>
                    <a:lnTo>
                      <a:pt x="86" y="751"/>
                    </a:lnTo>
                    <a:lnTo>
                      <a:pt x="103" y="786"/>
                    </a:lnTo>
                    <a:lnTo>
                      <a:pt x="122" y="819"/>
                    </a:lnTo>
                    <a:lnTo>
                      <a:pt x="141" y="852"/>
                    </a:lnTo>
                    <a:lnTo>
                      <a:pt x="163" y="885"/>
                    </a:lnTo>
                    <a:lnTo>
                      <a:pt x="186" y="917"/>
                    </a:lnTo>
                    <a:lnTo>
                      <a:pt x="210" y="947"/>
                    </a:lnTo>
                    <a:lnTo>
                      <a:pt x="235" y="976"/>
                    </a:lnTo>
                    <a:lnTo>
                      <a:pt x="262" y="1004"/>
                    </a:lnTo>
                    <a:lnTo>
                      <a:pt x="289" y="1031"/>
                    </a:lnTo>
                    <a:lnTo>
                      <a:pt x="318" y="1057"/>
                    </a:lnTo>
                    <a:lnTo>
                      <a:pt x="347" y="1082"/>
                    </a:lnTo>
                    <a:lnTo>
                      <a:pt x="378" y="1105"/>
                    </a:lnTo>
                    <a:lnTo>
                      <a:pt x="409" y="1127"/>
                    </a:lnTo>
                    <a:lnTo>
                      <a:pt x="442" y="1148"/>
                    </a:lnTo>
                    <a:lnTo>
                      <a:pt x="475" y="1168"/>
                    </a:lnTo>
                    <a:lnTo>
                      <a:pt x="510" y="1186"/>
                    </a:lnTo>
                    <a:lnTo>
                      <a:pt x="545" y="1202"/>
                    </a:lnTo>
                    <a:lnTo>
                      <a:pt x="581" y="1218"/>
                    </a:lnTo>
                    <a:lnTo>
                      <a:pt x="618" y="1231"/>
                    </a:lnTo>
                    <a:lnTo>
                      <a:pt x="655" y="1244"/>
                    </a:lnTo>
                    <a:lnTo>
                      <a:pt x="693" y="1254"/>
                    </a:lnTo>
                    <a:lnTo>
                      <a:pt x="733" y="1262"/>
                    </a:lnTo>
                    <a:lnTo>
                      <a:pt x="739" y="1241"/>
                    </a:lnTo>
                    <a:lnTo>
                      <a:pt x="745" y="1219"/>
                    </a:lnTo>
                    <a:lnTo>
                      <a:pt x="750" y="1196"/>
                    </a:lnTo>
                    <a:lnTo>
                      <a:pt x="756" y="1173"/>
                    </a:lnTo>
                    <a:lnTo>
                      <a:pt x="720" y="1166"/>
                    </a:lnTo>
                    <a:lnTo>
                      <a:pt x="685" y="1156"/>
                    </a:lnTo>
                    <a:lnTo>
                      <a:pt x="652" y="1145"/>
                    </a:lnTo>
                    <a:lnTo>
                      <a:pt x="619" y="1134"/>
                    </a:lnTo>
                    <a:lnTo>
                      <a:pt x="585" y="1120"/>
                    </a:lnTo>
                    <a:lnTo>
                      <a:pt x="553" y="1105"/>
                    </a:lnTo>
                    <a:lnTo>
                      <a:pt x="522" y="1089"/>
                    </a:lnTo>
                    <a:lnTo>
                      <a:pt x="492" y="1071"/>
                    </a:lnTo>
                    <a:lnTo>
                      <a:pt x="463" y="1053"/>
                    </a:lnTo>
                    <a:lnTo>
                      <a:pt x="434" y="1032"/>
                    </a:lnTo>
                    <a:lnTo>
                      <a:pt x="406" y="1011"/>
                    </a:lnTo>
                    <a:lnTo>
                      <a:pt x="379" y="989"/>
                    </a:lnTo>
                    <a:lnTo>
                      <a:pt x="353" y="965"/>
                    </a:lnTo>
                    <a:lnTo>
                      <a:pt x="328" y="942"/>
                    </a:lnTo>
                    <a:lnTo>
                      <a:pt x="304" y="916"/>
                    </a:lnTo>
                    <a:lnTo>
                      <a:pt x="281" y="890"/>
                    </a:lnTo>
                    <a:lnTo>
                      <a:pt x="261" y="863"/>
                    </a:lnTo>
                    <a:lnTo>
                      <a:pt x="240" y="834"/>
                    </a:lnTo>
                    <a:lnTo>
                      <a:pt x="220" y="805"/>
                    </a:lnTo>
                    <a:lnTo>
                      <a:pt x="202" y="776"/>
                    </a:lnTo>
                    <a:lnTo>
                      <a:pt x="186" y="744"/>
                    </a:lnTo>
                    <a:lnTo>
                      <a:pt x="170" y="713"/>
                    </a:lnTo>
                    <a:lnTo>
                      <a:pt x="156" y="680"/>
                    </a:lnTo>
                    <a:lnTo>
                      <a:pt x="142" y="648"/>
                    </a:lnTo>
                    <a:lnTo>
                      <a:pt x="131" y="614"/>
                    </a:lnTo>
                    <a:lnTo>
                      <a:pt x="120" y="579"/>
                    </a:lnTo>
                    <a:lnTo>
                      <a:pt x="112" y="545"/>
                    </a:lnTo>
                    <a:lnTo>
                      <a:pt x="105" y="509"/>
                    </a:lnTo>
                    <a:lnTo>
                      <a:pt x="100" y="473"/>
                    </a:lnTo>
                    <a:lnTo>
                      <a:pt x="96" y="437"/>
                    </a:lnTo>
                    <a:lnTo>
                      <a:pt x="94" y="400"/>
                    </a:lnTo>
                    <a:lnTo>
                      <a:pt x="92" y="362"/>
                    </a:lnTo>
                    <a:lnTo>
                      <a:pt x="94" y="321"/>
                    </a:lnTo>
                    <a:lnTo>
                      <a:pt x="97" y="279"/>
                    </a:lnTo>
                    <a:lnTo>
                      <a:pt x="102" y="239"/>
                    </a:lnTo>
                    <a:lnTo>
                      <a:pt x="108" y="198"/>
                    </a:lnTo>
                    <a:lnTo>
                      <a:pt x="117" y="160"/>
                    </a:lnTo>
                    <a:lnTo>
                      <a:pt x="128" y="121"/>
                    </a:lnTo>
                    <a:lnTo>
                      <a:pt x="140" y="83"/>
                    </a:lnTo>
                    <a:lnTo>
                      <a:pt x="155" y="46"/>
                    </a:lnTo>
                    <a:lnTo>
                      <a:pt x="135" y="34"/>
                    </a:lnTo>
                    <a:lnTo>
                      <a:pt x="115" y="23"/>
                    </a:lnTo>
                    <a:lnTo>
                      <a:pt x="96" y="1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E4E8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9" name="Freeform 90"/>
              <p:cNvSpPr>
                <a:spLocks/>
              </p:cNvSpPr>
              <p:nvPr/>
            </p:nvSpPr>
            <p:spPr bwMode="auto">
              <a:xfrm>
                <a:off x="1272" y="1587"/>
                <a:ext cx="90" cy="149"/>
              </a:xfrm>
              <a:custGeom>
                <a:avLst/>
                <a:gdLst>
                  <a:gd name="T0" fmla="*/ 1 w 717"/>
                  <a:gd name="T1" fmla="*/ 0 h 1197"/>
                  <a:gd name="T2" fmla="*/ 1 w 717"/>
                  <a:gd name="T3" fmla="*/ 1 h 1197"/>
                  <a:gd name="T4" fmla="*/ 1 w 717"/>
                  <a:gd name="T5" fmla="*/ 2 h 1197"/>
                  <a:gd name="T6" fmla="*/ 0 w 717"/>
                  <a:gd name="T7" fmla="*/ 2 h 1197"/>
                  <a:gd name="T8" fmla="*/ 0 w 717"/>
                  <a:gd name="T9" fmla="*/ 3 h 1197"/>
                  <a:gd name="T10" fmla="*/ 0 w 717"/>
                  <a:gd name="T11" fmla="*/ 4 h 1197"/>
                  <a:gd name="T12" fmla="*/ 0 w 717"/>
                  <a:gd name="T13" fmla="*/ 4 h 1197"/>
                  <a:gd name="T14" fmla="*/ 0 w 717"/>
                  <a:gd name="T15" fmla="*/ 5 h 1197"/>
                  <a:gd name="T16" fmla="*/ 0 w 717"/>
                  <a:gd name="T17" fmla="*/ 6 h 1197"/>
                  <a:gd name="T18" fmla="*/ 0 w 717"/>
                  <a:gd name="T19" fmla="*/ 7 h 1197"/>
                  <a:gd name="T20" fmla="*/ 0 w 717"/>
                  <a:gd name="T21" fmla="*/ 8 h 1197"/>
                  <a:gd name="T22" fmla="*/ 1 w 717"/>
                  <a:gd name="T23" fmla="*/ 9 h 1197"/>
                  <a:gd name="T24" fmla="*/ 1 w 717"/>
                  <a:gd name="T25" fmla="*/ 10 h 1197"/>
                  <a:gd name="T26" fmla="*/ 2 w 717"/>
                  <a:gd name="T27" fmla="*/ 11 h 1197"/>
                  <a:gd name="T28" fmla="*/ 2 w 717"/>
                  <a:gd name="T29" fmla="*/ 13 h 1197"/>
                  <a:gd name="T30" fmla="*/ 3 w 717"/>
                  <a:gd name="T31" fmla="*/ 13 h 1197"/>
                  <a:gd name="T32" fmla="*/ 4 w 717"/>
                  <a:gd name="T33" fmla="*/ 14 h 1197"/>
                  <a:gd name="T34" fmla="*/ 4 w 717"/>
                  <a:gd name="T35" fmla="*/ 15 h 1197"/>
                  <a:gd name="T36" fmla="*/ 5 w 717"/>
                  <a:gd name="T37" fmla="*/ 16 h 1197"/>
                  <a:gd name="T38" fmla="*/ 6 w 717"/>
                  <a:gd name="T39" fmla="*/ 17 h 1197"/>
                  <a:gd name="T40" fmla="*/ 7 w 717"/>
                  <a:gd name="T41" fmla="*/ 17 h 1197"/>
                  <a:gd name="T42" fmla="*/ 8 w 717"/>
                  <a:gd name="T43" fmla="*/ 18 h 1197"/>
                  <a:gd name="T44" fmla="*/ 9 w 717"/>
                  <a:gd name="T45" fmla="*/ 18 h 1197"/>
                  <a:gd name="T46" fmla="*/ 10 w 717"/>
                  <a:gd name="T47" fmla="*/ 18 h 1197"/>
                  <a:gd name="T48" fmla="*/ 11 w 717"/>
                  <a:gd name="T49" fmla="*/ 18 h 1197"/>
                  <a:gd name="T50" fmla="*/ 11 w 717"/>
                  <a:gd name="T51" fmla="*/ 18 h 1197"/>
                  <a:gd name="T52" fmla="*/ 11 w 717"/>
                  <a:gd name="T53" fmla="*/ 17 h 1197"/>
                  <a:gd name="T54" fmla="*/ 10 w 717"/>
                  <a:gd name="T55" fmla="*/ 17 h 1197"/>
                  <a:gd name="T56" fmla="*/ 9 w 717"/>
                  <a:gd name="T57" fmla="*/ 16 h 1197"/>
                  <a:gd name="T58" fmla="*/ 8 w 717"/>
                  <a:gd name="T59" fmla="*/ 16 h 1197"/>
                  <a:gd name="T60" fmla="*/ 7 w 717"/>
                  <a:gd name="T61" fmla="*/ 15 h 1197"/>
                  <a:gd name="T62" fmla="*/ 6 w 717"/>
                  <a:gd name="T63" fmla="*/ 15 h 1197"/>
                  <a:gd name="T64" fmla="*/ 5 w 717"/>
                  <a:gd name="T65" fmla="*/ 14 h 1197"/>
                  <a:gd name="T66" fmla="*/ 5 w 717"/>
                  <a:gd name="T67" fmla="*/ 13 h 1197"/>
                  <a:gd name="T68" fmla="*/ 4 w 717"/>
                  <a:gd name="T69" fmla="*/ 13 h 1197"/>
                  <a:gd name="T70" fmla="*/ 3 w 717"/>
                  <a:gd name="T71" fmla="*/ 12 h 1197"/>
                  <a:gd name="T72" fmla="*/ 3 w 717"/>
                  <a:gd name="T73" fmla="*/ 11 h 1197"/>
                  <a:gd name="T74" fmla="*/ 2 w 717"/>
                  <a:gd name="T75" fmla="*/ 10 h 1197"/>
                  <a:gd name="T76" fmla="*/ 2 w 717"/>
                  <a:gd name="T77" fmla="*/ 9 h 1197"/>
                  <a:gd name="T78" fmla="*/ 2 w 717"/>
                  <a:gd name="T79" fmla="*/ 8 h 1197"/>
                  <a:gd name="T80" fmla="*/ 2 w 717"/>
                  <a:gd name="T81" fmla="*/ 7 h 1197"/>
                  <a:gd name="T82" fmla="*/ 2 w 717"/>
                  <a:gd name="T83" fmla="*/ 6 h 1197"/>
                  <a:gd name="T84" fmla="*/ 2 w 717"/>
                  <a:gd name="T85" fmla="*/ 5 h 1197"/>
                  <a:gd name="T86" fmla="*/ 2 w 717"/>
                  <a:gd name="T87" fmla="*/ 3 h 1197"/>
                  <a:gd name="T88" fmla="*/ 2 w 717"/>
                  <a:gd name="T89" fmla="*/ 2 h 1197"/>
                  <a:gd name="T90" fmla="*/ 2 w 717"/>
                  <a:gd name="T91" fmla="*/ 1 h 1197"/>
                  <a:gd name="T92" fmla="*/ 2 w 717"/>
                  <a:gd name="T93" fmla="*/ 0 h 1197"/>
                  <a:gd name="T94" fmla="*/ 1 w 717"/>
                  <a:gd name="T95" fmla="*/ 0 h 119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717"/>
                  <a:gd name="T145" fmla="*/ 0 h 1197"/>
                  <a:gd name="T146" fmla="*/ 717 w 717"/>
                  <a:gd name="T147" fmla="*/ 1197 h 119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717" h="1197">
                    <a:moveTo>
                      <a:pt x="69" y="0"/>
                    </a:moveTo>
                    <a:lnTo>
                      <a:pt x="61" y="20"/>
                    </a:lnTo>
                    <a:lnTo>
                      <a:pt x="54" y="40"/>
                    </a:lnTo>
                    <a:lnTo>
                      <a:pt x="46" y="60"/>
                    </a:lnTo>
                    <a:lnTo>
                      <a:pt x="39" y="81"/>
                    </a:lnTo>
                    <a:lnTo>
                      <a:pt x="33" y="102"/>
                    </a:lnTo>
                    <a:lnTo>
                      <a:pt x="28" y="122"/>
                    </a:lnTo>
                    <a:lnTo>
                      <a:pt x="23" y="143"/>
                    </a:lnTo>
                    <a:lnTo>
                      <a:pt x="18" y="164"/>
                    </a:lnTo>
                    <a:lnTo>
                      <a:pt x="14" y="186"/>
                    </a:lnTo>
                    <a:lnTo>
                      <a:pt x="10" y="208"/>
                    </a:lnTo>
                    <a:lnTo>
                      <a:pt x="7" y="229"/>
                    </a:lnTo>
                    <a:lnTo>
                      <a:pt x="5" y="251"/>
                    </a:lnTo>
                    <a:lnTo>
                      <a:pt x="3" y="273"/>
                    </a:lnTo>
                    <a:lnTo>
                      <a:pt x="2" y="296"/>
                    </a:lnTo>
                    <a:lnTo>
                      <a:pt x="1" y="318"/>
                    </a:lnTo>
                    <a:lnTo>
                      <a:pt x="0" y="340"/>
                    </a:lnTo>
                    <a:lnTo>
                      <a:pt x="1" y="380"/>
                    </a:lnTo>
                    <a:lnTo>
                      <a:pt x="4" y="419"/>
                    </a:lnTo>
                    <a:lnTo>
                      <a:pt x="8" y="458"/>
                    </a:lnTo>
                    <a:lnTo>
                      <a:pt x="14" y="495"/>
                    </a:lnTo>
                    <a:lnTo>
                      <a:pt x="22" y="532"/>
                    </a:lnTo>
                    <a:lnTo>
                      <a:pt x="31" y="570"/>
                    </a:lnTo>
                    <a:lnTo>
                      <a:pt x="41" y="606"/>
                    </a:lnTo>
                    <a:lnTo>
                      <a:pt x="54" y="641"/>
                    </a:lnTo>
                    <a:lnTo>
                      <a:pt x="67" y="676"/>
                    </a:lnTo>
                    <a:lnTo>
                      <a:pt x="82" y="710"/>
                    </a:lnTo>
                    <a:lnTo>
                      <a:pt x="98" y="743"/>
                    </a:lnTo>
                    <a:lnTo>
                      <a:pt x="116" y="775"/>
                    </a:lnTo>
                    <a:lnTo>
                      <a:pt x="136" y="808"/>
                    </a:lnTo>
                    <a:lnTo>
                      <a:pt x="155" y="838"/>
                    </a:lnTo>
                    <a:lnTo>
                      <a:pt x="177" y="868"/>
                    </a:lnTo>
                    <a:lnTo>
                      <a:pt x="200" y="897"/>
                    </a:lnTo>
                    <a:lnTo>
                      <a:pt x="224" y="925"/>
                    </a:lnTo>
                    <a:lnTo>
                      <a:pt x="249" y="951"/>
                    </a:lnTo>
                    <a:lnTo>
                      <a:pt x="276" y="977"/>
                    </a:lnTo>
                    <a:lnTo>
                      <a:pt x="303" y="1002"/>
                    </a:lnTo>
                    <a:lnTo>
                      <a:pt x="331" y="1024"/>
                    </a:lnTo>
                    <a:lnTo>
                      <a:pt x="360" y="1047"/>
                    </a:lnTo>
                    <a:lnTo>
                      <a:pt x="391" y="1068"/>
                    </a:lnTo>
                    <a:lnTo>
                      <a:pt x="422" y="1088"/>
                    </a:lnTo>
                    <a:lnTo>
                      <a:pt x="453" y="1106"/>
                    </a:lnTo>
                    <a:lnTo>
                      <a:pt x="486" y="1124"/>
                    </a:lnTo>
                    <a:lnTo>
                      <a:pt x="520" y="1140"/>
                    </a:lnTo>
                    <a:lnTo>
                      <a:pt x="555" y="1154"/>
                    </a:lnTo>
                    <a:lnTo>
                      <a:pt x="589" y="1167"/>
                    </a:lnTo>
                    <a:lnTo>
                      <a:pt x="626" y="1178"/>
                    </a:lnTo>
                    <a:lnTo>
                      <a:pt x="662" y="1188"/>
                    </a:lnTo>
                    <a:lnTo>
                      <a:pt x="699" y="1197"/>
                    </a:lnTo>
                    <a:lnTo>
                      <a:pt x="704" y="1174"/>
                    </a:lnTo>
                    <a:lnTo>
                      <a:pt x="710" y="1152"/>
                    </a:lnTo>
                    <a:lnTo>
                      <a:pt x="714" y="1129"/>
                    </a:lnTo>
                    <a:lnTo>
                      <a:pt x="717" y="1106"/>
                    </a:lnTo>
                    <a:lnTo>
                      <a:pt x="684" y="1099"/>
                    </a:lnTo>
                    <a:lnTo>
                      <a:pt x="651" y="1090"/>
                    </a:lnTo>
                    <a:lnTo>
                      <a:pt x="619" y="1079"/>
                    </a:lnTo>
                    <a:lnTo>
                      <a:pt x="588" y="1068"/>
                    </a:lnTo>
                    <a:lnTo>
                      <a:pt x="557" y="1056"/>
                    </a:lnTo>
                    <a:lnTo>
                      <a:pt x="527" y="1041"/>
                    </a:lnTo>
                    <a:lnTo>
                      <a:pt x="498" y="1025"/>
                    </a:lnTo>
                    <a:lnTo>
                      <a:pt x="469" y="1009"/>
                    </a:lnTo>
                    <a:lnTo>
                      <a:pt x="441" y="991"/>
                    </a:lnTo>
                    <a:lnTo>
                      <a:pt x="414" y="973"/>
                    </a:lnTo>
                    <a:lnTo>
                      <a:pt x="388" y="953"/>
                    </a:lnTo>
                    <a:lnTo>
                      <a:pt x="363" y="932"/>
                    </a:lnTo>
                    <a:lnTo>
                      <a:pt x="338" y="910"/>
                    </a:lnTo>
                    <a:lnTo>
                      <a:pt x="315" y="886"/>
                    </a:lnTo>
                    <a:lnTo>
                      <a:pt x="292" y="863"/>
                    </a:lnTo>
                    <a:lnTo>
                      <a:pt x="271" y="838"/>
                    </a:lnTo>
                    <a:lnTo>
                      <a:pt x="251" y="812"/>
                    </a:lnTo>
                    <a:lnTo>
                      <a:pt x="231" y="786"/>
                    </a:lnTo>
                    <a:lnTo>
                      <a:pt x="213" y="758"/>
                    </a:lnTo>
                    <a:lnTo>
                      <a:pt x="196" y="730"/>
                    </a:lnTo>
                    <a:lnTo>
                      <a:pt x="180" y="701"/>
                    </a:lnTo>
                    <a:lnTo>
                      <a:pt x="166" y="670"/>
                    </a:lnTo>
                    <a:lnTo>
                      <a:pt x="152" y="640"/>
                    </a:lnTo>
                    <a:lnTo>
                      <a:pt x="140" y="609"/>
                    </a:lnTo>
                    <a:lnTo>
                      <a:pt x="128" y="578"/>
                    </a:lnTo>
                    <a:lnTo>
                      <a:pt x="119" y="545"/>
                    </a:lnTo>
                    <a:lnTo>
                      <a:pt x="111" y="513"/>
                    </a:lnTo>
                    <a:lnTo>
                      <a:pt x="105" y="478"/>
                    </a:lnTo>
                    <a:lnTo>
                      <a:pt x="99" y="445"/>
                    </a:lnTo>
                    <a:lnTo>
                      <a:pt x="95" y="411"/>
                    </a:lnTo>
                    <a:lnTo>
                      <a:pt x="93" y="376"/>
                    </a:lnTo>
                    <a:lnTo>
                      <a:pt x="92" y="340"/>
                    </a:lnTo>
                    <a:lnTo>
                      <a:pt x="93" y="302"/>
                    </a:lnTo>
                    <a:lnTo>
                      <a:pt x="96" y="264"/>
                    </a:lnTo>
                    <a:lnTo>
                      <a:pt x="100" y="226"/>
                    </a:lnTo>
                    <a:lnTo>
                      <a:pt x="107" y="190"/>
                    </a:lnTo>
                    <a:lnTo>
                      <a:pt x="115" y="154"/>
                    </a:lnTo>
                    <a:lnTo>
                      <a:pt x="124" y="118"/>
                    </a:lnTo>
                    <a:lnTo>
                      <a:pt x="136" y="83"/>
                    </a:lnTo>
                    <a:lnTo>
                      <a:pt x="148" y="49"/>
                    </a:lnTo>
                    <a:lnTo>
                      <a:pt x="128" y="36"/>
                    </a:lnTo>
                    <a:lnTo>
                      <a:pt x="109" y="24"/>
                    </a:lnTo>
                    <a:lnTo>
                      <a:pt x="89" y="1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E5E9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0" name="Freeform 91"/>
              <p:cNvSpPr>
                <a:spLocks/>
              </p:cNvSpPr>
              <p:nvPr/>
            </p:nvSpPr>
            <p:spPr bwMode="auto">
              <a:xfrm>
                <a:off x="1278" y="1590"/>
                <a:ext cx="85" cy="141"/>
              </a:xfrm>
              <a:custGeom>
                <a:avLst/>
                <a:gdLst>
                  <a:gd name="T0" fmla="*/ 1 w 677"/>
                  <a:gd name="T1" fmla="*/ 1 h 1127"/>
                  <a:gd name="T2" fmla="*/ 0 w 677"/>
                  <a:gd name="T3" fmla="*/ 2 h 1127"/>
                  <a:gd name="T4" fmla="*/ 0 w 677"/>
                  <a:gd name="T5" fmla="*/ 3 h 1127"/>
                  <a:gd name="T6" fmla="*/ 0 w 677"/>
                  <a:gd name="T7" fmla="*/ 4 h 1127"/>
                  <a:gd name="T8" fmla="*/ 0 w 677"/>
                  <a:gd name="T9" fmla="*/ 6 h 1127"/>
                  <a:gd name="T10" fmla="*/ 0 w 677"/>
                  <a:gd name="T11" fmla="*/ 7 h 1127"/>
                  <a:gd name="T12" fmla="*/ 0 w 677"/>
                  <a:gd name="T13" fmla="*/ 8 h 1127"/>
                  <a:gd name="T14" fmla="*/ 1 w 677"/>
                  <a:gd name="T15" fmla="*/ 9 h 1127"/>
                  <a:gd name="T16" fmla="*/ 1 w 677"/>
                  <a:gd name="T17" fmla="*/ 10 h 1127"/>
                  <a:gd name="T18" fmla="*/ 2 w 677"/>
                  <a:gd name="T19" fmla="*/ 11 h 1127"/>
                  <a:gd name="T20" fmla="*/ 2 w 677"/>
                  <a:gd name="T21" fmla="*/ 12 h 1127"/>
                  <a:gd name="T22" fmla="*/ 3 w 677"/>
                  <a:gd name="T23" fmla="*/ 13 h 1127"/>
                  <a:gd name="T24" fmla="*/ 3 w 677"/>
                  <a:gd name="T25" fmla="*/ 14 h 1127"/>
                  <a:gd name="T26" fmla="*/ 4 w 677"/>
                  <a:gd name="T27" fmla="*/ 14 h 1127"/>
                  <a:gd name="T28" fmla="*/ 5 w 677"/>
                  <a:gd name="T29" fmla="*/ 15 h 1127"/>
                  <a:gd name="T30" fmla="*/ 6 w 677"/>
                  <a:gd name="T31" fmla="*/ 16 h 1127"/>
                  <a:gd name="T32" fmla="*/ 7 w 677"/>
                  <a:gd name="T33" fmla="*/ 16 h 1127"/>
                  <a:gd name="T34" fmla="*/ 8 w 677"/>
                  <a:gd name="T35" fmla="*/ 17 h 1127"/>
                  <a:gd name="T36" fmla="*/ 9 w 677"/>
                  <a:gd name="T37" fmla="*/ 17 h 1127"/>
                  <a:gd name="T38" fmla="*/ 10 w 677"/>
                  <a:gd name="T39" fmla="*/ 18 h 1127"/>
                  <a:gd name="T40" fmla="*/ 11 w 677"/>
                  <a:gd name="T41" fmla="*/ 17 h 1127"/>
                  <a:gd name="T42" fmla="*/ 11 w 677"/>
                  <a:gd name="T43" fmla="*/ 17 h 1127"/>
                  <a:gd name="T44" fmla="*/ 10 w 677"/>
                  <a:gd name="T45" fmla="*/ 16 h 1127"/>
                  <a:gd name="T46" fmla="*/ 9 w 677"/>
                  <a:gd name="T47" fmla="*/ 16 h 1127"/>
                  <a:gd name="T48" fmla="*/ 8 w 677"/>
                  <a:gd name="T49" fmla="*/ 16 h 1127"/>
                  <a:gd name="T50" fmla="*/ 7 w 677"/>
                  <a:gd name="T51" fmla="*/ 15 h 1127"/>
                  <a:gd name="T52" fmla="*/ 7 w 677"/>
                  <a:gd name="T53" fmla="*/ 15 h 1127"/>
                  <a:gd name="T54" fmla="*/ 6 w 677"/>
                  <a:gd name="T55" fmla="*/ 14 h 1127"/>
                  <a:gd name="T56" fmla="*/ 5 w 677"/>
                  <a:gd name="T57" fmla="*/ 13 h 1127"/>
                  <a:gd name="T58" fmla="*/ 4 w 677"/>
                  <a:gd name="T59" fmla="*/ 13 h 1127"/>
                  <a:gd name="T60" fmla="*/ 4 w 677"/>
                  <a:gd name="T61" fmla="*/ 12 h 1127"/>
                  <a:gd name="T62" fmla="*/ 3 w 677"/>
                  <a:gd name="T63" fmla="*/ 11 h 1127"/>
                  <a:gd name="T64" fmla="*/ 3 w 677"/>
                  <a:gd name="T65" fmla="*/ 10 h 1127"/>
                  <a:gd name="T66" fmla="*/ 2 w 677"/>
                  <a:gd name="T67" fmla="*/ 9 h 1127"/>
                  <a:gd name="T68" fmla="*/ 2 w 677"/>
                  <a:gd name="T69" fmla="*/ 8 h 1127"/>
                  <a:gd name="T70" fmla="*/ 2 w 677"/>
                  <a:gd name="T71" fmla="*/ 8 h 1127"/>
                  <a:gd name="T72" fmla="*/ 2 w 677"/>
                  <a:gd name="T73" fmla="*/ 7 h 1127"/>
                  <a:gd name="T74" fmla="*/ 2 w 677"/>
                  <a:gd name="T75" fmla="*/ 6 h 1127"/>
                  <a:gd name="T76" fmla="*/ 2 w 677"/>
                  <a:gd name="T77" fmla="*/ 4 h 1127"/>
                  <a:gd name="T78" fmla="*/ 2 w 677"/>
                  <a:gd name="T79" fmla="*/ 3 h 1127"/>
                  <a:gd name="T80" fmla="*/ 2 w 677"/>
                  <a:gd name="T81" fmla="*/ 2 h 1127"/>
                  <a:gd name="T82" fmla="*/ 2 w 677"/>
                  <a:gd name="T83" fmla="*/ 1 h 1127"/>
                  <a:gd name="T84" fmla="*/ 2 w 677"/>
                  <a:gd name="T85" fmla="*/ 1 h 1127"/>
                  <a:gd name="T86" fmla="*/ 1 w 677"/>
                  <a:gd name="T87" fmla="*/ 0 h 112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77"/>
                  <a:gd name="T133" fmla="*/ 0 h 1127"/>
                  <a:gd name="T134" fmla="*/ 677 w 677"/>
                  <a:gd name="T135" fmla="*/ 1127 h 112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77" h="1127">
                    <a:moveTo>
                      <a:pt x="63" y="0"/>
                    </a:moveTo>
                    <a:lnTo>
                      <a:pt x="48" y="37"/>
                    </a:lnTo>
                    <a:lnTo>
                      <a:pt x="36" y="75"/>
                    </a:lnTo>
                    <a:lnTo>
                      <a:pt x="25" y="114"/>
                    </a:lnTo>
                    <a:lnTo>
                      <a:pt x="16" y="152"/>
                    </a:lnTo>
                    <a:lnTo>
                      <a:pt x="10" y="193"/>
                    </a:lnTo>
                    <a:lnTo>
                      <a:pt x="5" y="233"/>
                    </a:lnTo>
                    <a:lnTo>
                      <a:pt x="2" y="275"/>
                    </a:lnTo>
                    <a:lnTo>
                      <a:pt x="0" y="316"/>
                    </a:lnTo>
                    <a:lnTo>
                      <a:pt x="2" y="354"/>
                    </a:lnTo>
                    <a:lnTo>
                      <a:pt x="4" y="391"/>
                    </a:lnTo>
                    <a:lnTo>
                      <a:pt x="8" y="427"/>
                    </a:lnTo>
                    <a:lnTo>
                      <a:pt x="13" y="463"/>
                    </a:lnTo>
                    <a:lnTo>
                      <a:pt x="20" y="499"/>
                    </a:lnTo>
                    <a:lnTo>
                      <a:pt x="28" y="533"/>
                    </a:lnTo>
                    <a:lnTo>
                      <a:pt x="39" y="568"/>
                    </a:lnTo>
                    <a:lnTo>
                      <a:pt x="50" y="602"/>
                    </a:lnTo>
                    <a:lnTo>
                      <a:pt x="64" y="634"/>
                    </a:lnTo>
                    <a:lnTo>
                      <a:pt x="78" y="667"/>
                    </a:lnTo>
                    <a:lnTo>
                      <a:pt x="94" y="698"/>
                    </a:lnTo>
                    <a:lnTo>
                      <a:pt x="110" y="730"/>
                    </a:lnTo>
                    <a:lnTo>
                      <a:pt x="128" y="759"/>
                    </a:lnTo>
                    <a:lnTo>
                      <a:pt x="148" y="788"/>
                    </a:lnTo>
                    <a:lnTo>
                      <a:pt x="169" y="817"/>
                    </a:lnTo>
                    <a:lnTo>
                      <a:pt x="189" y="844"/>
                    </a:lnTo>
                    <a:lnTo>
                      <a:pt x="212" y="870"/>
                    </a:lnTo>
                    <a:lnTo>
                      <a:pt x="236" y="896"/>
                    </a:lnTo>
                    <a:lnTo>
                      <a:pt x="261" y="919"/>
                    </a:lnTo>
                    <a:lnTo>
                      <a:pt x="287" y="943"/>
                    </a:lnTo>
                    <a:lnTo>
                      <a:pt x="314" y="965"/>
                    </a:lnTo>
                    <a:lnTo>
                      <a:pt x="342" y="986"/>
                    </a:lnTo>
                    <a:lnTo>
                      <a:pt x="371" y="1007"/>
                    </a:lnTo>
                    <a:lnTo>
                      <a:pt x="400" y="1025"/>
                    </a:lnTo>
                    <a:lnTo>
                      <a:pt x="430" y="1043"/>
                    </a:lnTo>
                    <a:lnTo>
                      <a:pt x="461" y="1059"/>
                    </a:lnTo>
                    <a:lnTo>
                      <a:pt x="493" y="1074"/>
                    </a:lnTo>
                    <a:lnTo>
                      <a:pt x="527" y="1088"/>
                    </a:lnTo>
                    <a:lnTo>
                      <a:pt x="560" y="1099"/>
                    </a:lnTo>
                    <a:lnTo>
                      <a:pt x="593" y="1110"/>
                    </a:lnTo>
                    <a:lnTo>
                      <a:pt x="628" y="1120"/>
                    </a:lnTo>
                    <a:lnTo>
                      <a:pt x="664" y="1127"/>
                    </a:lnTo>
                    <a:lnTo>
                      <a:pt x="668" y="1105"/>
                    </a:lnTo>
                    <a:lnTo>
                      <a:pt x="671" y="1082"/>
                    </a:lnTo>
                    <a:lnTo>
                      <a:pt x="674" y="1060"/>
                    </a:lnTo>
                    <a:lnTo>
                      <a:pt x="677" y="1037"/>
                    </a:lnTo>
                    <a:lnTo>
                      <a:pt x="646" y="1030"/>
                    </a:lnTo>
                    <a:lnTo>
                      <a:pt x="615" y="1021"/>
                    </a:lnTo>
                    <a:lnTo>
                      <a:pt x="585" y="1011"/>
                    </a:lnTo>
                    <a:lnTo>
                      <a:pt x="556" y="1000"/>
                    </a:lnTo>
                    <a:lnTo>
                      <a:pt x="527" y="988"/>
                    </a:lnTo>
                    <a:lnTo>
                      <a:pt x="499" y="974"/>
                    </a:lnTo>
                    <a:lnTo>
                      <a:pt x="472" y="960"/>
                    </a:lnTo>
                    <a:lnTo>
                      <a:pt x="445" y="944"/>
                    </a:lnTo>
                    <a:lnTo>
                      <a:pt x="419" y="928"/>
                    </a:lnTo>
                    <a:lnTo>
                      <a:pt x="394" y="910"/>
                    </a:lnTo>
                    <a:lnTo>
                      <a:pt x="369" y="891"/>
                    </a:lnTo>
                    <a:lnTo>
                      <a:pt x="345" y="872"/>
                    </a:lnTo>
                    <a:lnTo>
                      <a:pt x="322" y="851"/>
                    </a:lnTo>
                    <a:lnTo>
                      <a:pt x="300" y="829"/>
                    </a:lnTo>
                    <a:lnTo>
                      <a:pt x="280" y="806"/>
                    </a:lnTo>
                    <a:lnTo>
                      <a:pt x="259" y="784"/>
                    </a:lnTo>
                    <a:lnTo>
                      <a:pt x="240" y="759"/>
                    </a:lnTo>
                    <a:lnTo>
                      <a:pt x="223" y="734"/>
                    </a:lnTo>
                    <a:lnTo>
                      <a:pt x="205" y="708"/>
                    </a:lnTo>
                    <a:lnTo>
                      <a:pt x="189" y="682"/>
                    </a:lnTo>
                    <a:lnTo>
                      <a:pt x="174" y="655"/>
                    </a:lnTo>
                    <a:lnTo>
                      <a:pt x="160" y="627"/>
                    </a:lnTo>
                    <a:lnTo>
                      <a:pt x="148" y="598"/>
                    </a:lnTo>
                    <a:lnTo>
                      <a:pt x="136" y="569"/>
                    </a:lnTo>
                    <a:lnTo>
                      <a:pt x="126" y="539"/>
                    </a:lnTo>
                    <a:lnTo>
                      <a:pt x="118" y="508"/>
                    </a:lnTo>
                    <a:lnTo>
                      <a:pt x="109" y="477"/>
                    </a:lnTo>
                    <a:lnTo>
                      <a:pt x="103" y="446"/>
                    </a:lnTo>
                    <a:lnTo>
                      <a:pt x="99" y="414"/>
                    </a:lnTo>
                    <a:lnTo>
                      <a:pt x="95" y="382"/>
                    </a:lnTo>
                    <a:lnTo>
                      <a:pt x="93" y="350"/>
                    </a:lnTo>
                    <a:lnTo>
                      <a:pt x="92" y="316"/>
                    </a:lnTo>
                    <a:lnTo>
                      <a:pt x="93" y="281"/>
                    </a:lnTo>
                    <a:lnTo>
                      <a:pt x="95" y="247"/>
                    </a:lnTo>
                    <a:lnTo>
                      <a:pt x="99" y="214"/>
                    </a:lnTo>
                    <a:lnTo>
                      <a:pt x="105" y="179"/>
                    </a:lnTo>
                    <a:lnTo>
                      <a:pt x="112" y="146"/>
                    </a:lnTo>
                    <a:lnTo>
                      <a:pt x="120" y="114"/>
                    </a:lnTo>
                    <a:lnTo>
                      <a:pt x="130" y="83"/>
                    </a:lnTo>
                    <a:lnTo>
                      <a:pt x="142" y="51"/>
                    </a:lnTo>
                    <a:lnTo>
                      <a:pt x="122" y="38"/>
                    </a:lnTo>
                    <a:lnTo>
                      <a:pt x="103" y="26"/>
                    </a:lnTo>
                    <a:lnTo>
                      <a:pt x="82" y="12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E6EA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1" name="Freeform 92"/>
              <p:cNvSpPr>
                <a:spLocks/>
              </p:cNvSpPr>
              <p:nvPr/>
            </p:nvSpPr>
            <p:spPr bwMode="auto">
              <a:xfrm>
                <a:off x="1284" y="1593"/>
                <a:ext cx="79" cy="132"/>
              </a:xfrm>
              <a:custGeom>
                <a:avLst/>
                <a:gdLst>
                  <a:gd name="T0" fmla="*/ 1 w 634"/>
                  <a:gd name="T1" fmla="*/ 0 h 1057"/>
                  <a:gd name="T2" fmla="*/ 0 w 634"/>
                  <a:gd name="T3" fmla="*/ 2 h 1057"/>
                  <a:gd name="T4" fmla="*/ 0 w 634"/>
                  <a:gd name="T5" fmla="*/ 3 h 1057"/>
                  <a:gd name="T6" fmla="*/ 0 w 634"/>
                  <a:gd name="T7" fmla="*/ 4 h 1057"/>
                  <a:gd name="T8" fmla="*/ 0 w 634"/>
                  <a:gd name="T9" fmla="*/ 5 h 1057"/>
                  <a:gd name="T10" fmla="*/ 0 w 634"/>
                  <a:gd name="T11" fmla="*/ 6 h 1057"/>
                  <a:gd name="T12" fmla="*/ 0 w 634"/>
                  <a:gd name="T13" fmla="*/ 7 h 1057"/>
                  <a:gd name="T14" fmla="*/ 0 w 634"/>
                  <a:gd name="T15" fmla="*/ 8 h 1057"/>
                  <a:gd name="T16" fmla="*/ 1 w 634"/>
                  <a:gd name="T17" fmla="*/ 9 h 1057"/>
                  <a:gd name="T18" fmla="*/ 1 w 634"/>
                  <a:gd name="T19" fmla="*/ 10 h 1057"/>
                  <a:gd name="T20" fmla="*/ 2 w 634"/>
                  <a:gd name="T21" fmla="*/ 11 h 1057"/>
                  <a:gd name="T22" fmla="*/ 2 w 634"/>
                  <a:gd name="T23" fmla="*/ 12 h 1057"/>
                  <a:gd name="T24" fmla="*/ 3 w 634"/>
                  <a:gd name="T25" fmla="*/ 13 h 1057"/>
                  <a:gd name="T26" fmla="*/ 4 w 634"/>
                  <a:gd name="T27" fmla="*/ 13 h 1057"/>
                  <a:gd name="T28" fmla="*/ 5 w 634"/>
                  <a:gd name="T29" fmla="*/ 14 h 1057"/>
                  <a:gd name="T30" fmla="*/ 5 w 634"/>
                  <a:gd name="T31" fmla="*/ 15 h 1057"/>
                  <a:gd name="T32" fmla="*/ 6 w 634"/>
                  <a:gd name="T33" fmla="*/ 15 h 1057"/>
                  <a:gd name="T34" fmla="*/ 7 w 634"/>
                  <a:gd name="T35" fmla="*/ 16 h 1057"/>
                  <a:gd name="T36" fmla="*/ 8 w 634"/>
                  <a:gd name="T37" fmla="*/ 16 h 1057"/>
                  <a:gd name="T38" fmla="*/ 9 w 634"/>
                  <a:gd name="T39" fmla="*/ 16 h 1057"/>
                  <a:gd name="T40" fmla="*/ 10 w 634"/>
                  <a:gd name="T41" fmla="*/ 16 h 1057"/>
                  <a:gd name="T42" fmla="*/ 10 w 634"/>
                  <a:gd name="T43" fmla="*/ 15 h 1057"/>
                  <a:gd name="T44" fmla="*/ 9 w 634"/>
                  <a:gd name="T45" fmla="*/ 15 h 1057"/>
                  <a:gd name="T46" fmla="*/ 8 w 634"/>
                  <a:gd name="T47" fmla="*/ 15 h 1057"/>
                  <a:gd name="T48" fmla="*/ 8 w 634"/>
                  <a:gd name="T49" fmla="*/ 14 h 1057"/>
                  <a:gd name="T50" fmla="*/ 7 w 634"/>
                  <a:gd name="T51" fmla="*/ 14 h 1057"/>
                  <a:gd name="T52" fmla="*/ 6 w 634"/>
                  <a:gd name="T53" fmla="*/ 13 h 1057"/>
                  <a:gd name="T54" fmla="*/ 5 w 634"/>
                  <a:gd name="T55" fmla="*/ 13 h 1057"/>
                  <a:gd name="T56" fmla="*/ 5 w 634"/>
                  <a:gd name="T57" fmla="*/ 12 h 1057"/>
                  <a:gd name="T58" fmla="*/ 4 w 634"/>
                  <a:gd name="T59" fmla="*/ 12 h 1057"/>
                  <a:gd name="T60" fmla="*/ 4 w 634"/>
                  <a:gd name="T61" fmla="*/ 11 h 1057"/>
                  <a:gd name="T62" fmla="*/ 3 w 634"/>
                  <a:gd name="T63" fmla="*/ 10 h 1057"/>
                  <a:gd name="T64" fmla="*/ 3 w 634"/>
                  <a:gd name="T65" fmla="*/ 9 h 1057"/>
                  <a:gd name="T66" fmla="*/ 2 w 634"/>
                  <a:gd name="T67" fmla="*/ 9 h 1057"/>
                  <a:gd name="T68" fmla="*/ 2 w 634"/>
                  <a:gd name="T69" fmla="*/ 8 h 1057"/>
                  <a:gd name="T70" fmla="*/ 2 w 634"/>
                  <a:gd name="T71" fmla="*/ 7 h 1057"/>
                  <a:gd name="T72" fmla="*/ 1 w 634"/>
                  <a:gd name="T73" fmla="*/ 6 h 1057"/>
                  <a:gd name="T74" fmla="*/ 1 w 634"/>
                  <a:gd name="T75" fmla="*/ 5 h 1057"/>
                  <a:gd name="T76" fmla="*/ 1 w 634"/>
                  <a:gd name="T77" fmla="*/ 4 h 1057"/>
                  <a:gd name="T78" fmla="*/ 1 w 634"/>
                  <a:gd name="T79" fmla="*/ 3 h 1057"/>
                  <a:gd name="T80" fmla="*/ 2 w 634"/>
                  <a:gd name="T81" fmla="*/ 2 h 1057"/>
                  <a:gd name="T82" fmla="*/ 2 w 634"/>
                  <a:gd name="T83" fmla="*/ 1 h 1057"/>
                  <a:gd name="T84" fmla="*/ 2 w 634"/>
                  <a:gd name="T85" fmla="*/ 1 h 1057"/>
                  <a:gd name="T86" fmla="*/ 1 w 634"/>
                  <a:gd name="T87" fmla="*/ 0 h 105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34"/>
                  <a:gd name="T133" fmla="*/ 0 h 1057"/>
                  <a:gd name="T134" fmla="*/ 634 w 634"/>
                  <a:gd name="T135" fmla="*/ 1057 h 105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34" h="1057">
                    <a:moveTo>
                      <a:pt x="56" y="0"/>
                    </a:moveTo>
                    <a:lnTo>
                      <a:pt x="44" y="34"/>
                    </a:lnTo>
                    <a:lnTo>
                      <a:pt x="32" y="69"/>
                    </a:lnTo>
                    <a:lnTo>
                      <a:pt x="23" y="105"/>
                    </a:lnTo>
                    <a:lnTo>
                      <a:pt x="15" y="141"/>
                    </a:lnTo>
                    <a:lnTo>
                      <a:pt x="8" y="177"/>
                    </a:lnTo>
                    <a:lnTo>
                      <a:pt x="4" y="215"/>
                    </a:lnTo>
                    <a:lnTo>
                      <a:pt x="1" y="253"/>
                    </a:lnTo>
                    <a:lnTo>
                      <a:pt x="0" y="291"/>
                    </a:lnTo>
                    <a:lnTo>
                      <a:pt x="1" y="327"/>
                    </a:lnTo>
                    <a:lnTo>
                      <a:pt x="3" y="362"/>
                    </a:lnTo>
                    <a:lnTo>
                      <a:pt x="7" y="396"/>
                    </a:lnTo>
                    <a:lnTo>
                      <a:pt x="13" y="429"/>
                    </a:lnTo>
                    <a:lnTo>
                      <a:pt x="19" y="464"/>
                    </a:lnTo>
                    <a:lnTo>
                      <a:pt x="27" y="496"/>
                    </a:lnTo>
                    <a:lnTo>
                      <a:pt x="36" y="529"/>
                    </a:lnTo>
                    <a:lnTo>
                      <a:pt x="48" y="560"/>
                    </a:lnTo>
                    <a:lnTo>
                      <a:pt x="60" y="591"/>
                    </a:lnTo>
                    <a:lnTo>
                      <a:pt x="74" y="621"/>
                    </a:lnTo>
                    <a:lnTo>
                      <a:pt x="88" y="652"/>
                    </a:lnTo>
                    <a:lnTo>
                      <a:pt x="104" y="681"/>
                    </a:lnTo>
                    <a:lnTo>
                      <a:pt x="121" y="709"/>
                    </a:lnTo>
                    <a:lnTo>
                      <a:pt x="139" y="737"/>
                    </a:lnTo>
                    <a:lnTo>
                      <a:pt x="159" y="763"/>
                    </a:lnTo>
                    <a:lnTo>
                      <a:pt x="179" y="789"/>
                    </a:lnTo>
                    <a:lnTo>
                      <a:pt x="200" y="814"/>
                    </a:lnTo>
                    <a:lnTo>
                      <a:pt x="223" y="837"/>
                    </a:lnTo>
                    <a:lnTo>
                      <a:pt x="246" y="861"/>
                    </a:lnTo>
                    <a:lnTo>
                      <a:pt x="271" y="883"/>
                    </a:lnTo>
                    <a:lnTo>
                      <a:pt x="296" y="904"/>
                    </a:lnTo>
                    <a:lnTo>
                      <a:pt x="322" y="924"/>
                    </a:lnTo>
                    <a:lnTo>
                      <a:pt x="349" y="942"/>
                    </a:lnTo>
                    <a:lnTo>
                      <a:pt x="377" y="960"/>
                    </a:lnTo>
                    <a:lnTo>
                      <a:pt x="406" y="976"/>
                    </a:lnTo>
                    <a:lnTo>
                      <a:pt x="435" y="992"/>
                    </a:lnTo>
                    <a:lnTo>
                      <a:pt x="465" y="1007"/>
                    </a:lnTo>
                    <a:lnTo>
                      <a:pt x="496" y="1019"/>
                    </a:lnTo>
                    <a:lnTo>
                      <a:pt x="527" y="1030"/>
                    </a:lnTo>
                    <a:lnTo>
                      <a:pt x="559" y="1041"/>
                    </a:lnTo>
                    <a:lnTo>
                      <a:pt x="592" y="1050"/>
                    </a:lnTo>
                    <a:lnTo>
                      <a:pt x="625" y="1057"/>
                    </a:lnTo>
                    <a:lnTo>
                      <a:pt x="628" y="1035"/>
                    </a:lnTo>
                    <a:lnTo>
                      <a:pt x="631" y="1012"/>
                    </a:lnTo>
                    <a:lnTo>
                      <a:pt x="633" y="988"/>
                    </a:lnTo>
                    <a:lnTo>
                      <a:pt x="634" y="965"/>
                    </a:lnTo>
                    <a:lnTo>
                      <a:pt x="605" y="958"/>
                    </a:lnTo>
                    <a:lnTo>
                      <a:pt x="577" y="951"/>
                    </a:lnTo>
                    <a:lnTo>
                      <a:pt x="549" y="941"/>
                    </a:lnTo>
                    <a:lnTo>
                      <a:pt x="522" y="931"/>
                    </a:lnTo>
                    <a:lnTo>
                      <a:pt x="495" y="918"/>
                    </a:lnTo>
                    <a:lnTo>
                      <a:pt x="469" y="906"/>
                    </a:lnTo>
                    <a:lnTo>
                      <a:pt x="443" y="892"/>
                    </a:lnTo>
                    <a:lnTo>
                      <a:pt x="418" y="878"/>
                    </a:lnTo>
                    <a:lnTo>
                      <a:pt x="394" y="862"/>
                    </a:lnTo>
                    <a:lnTo>
                      <a:pt x="371" y="846"/>
                    </a:lnTo>
                    <a:lnTo>
                      <a:pt x="349" y="828"/>
                    </a:lnTo>
                    <a:lnTo>
                      <a:pt x="326" y="809"/>
                    </a:lnTo>
                    <a:lnTo>
                      <a:pt x="305" y="790"/>
                    </a:lnTo>
                    <a:lnTo>
                      <a:pt x="284" y="770"/>
                    </a:lnTo>
                    <a:lnTo>
                      <a:pt x="266" y="749"/>
                    </a:lnTo>
                    <a:lnTo>
                      <a:pt x="247" y="726"/>
                    </a:lnTo>
                    <a:lnTo>
                      <a:pt x="229" y="705"/>
                    </a:lnTo>
                    <a:lnTo>
                      <a:pt x="213" y="681"/>
                    </a:lnTo>
                    <a:lnTo>
                      <a:pt x="196" y="657"/>
                    </a:lnTo>
                    <a:lnTo>
                      <a:pt x="182" y="632"/>
                    </a:lnTo>
                    <a:lnTo>
                      <a:pt x="168" y="607"/>
                    </a:lnTo>
                    <a:lnTo>
                      <a:pt x="156" y="580"/>
                    </a:lnTo>
                    <a:lnTo>
                      <a:pt x="143" y="554"/>
                    </a:lnTo>
                    <a:lnTo>
                      <a:pt x="133" y="527"/>
                    </a:lnTo>
                    <a:lnTo>
                      <a:pt x="124" y="499"/>
                    </a:lnTo>
                    <a:lnTo>
                      <a:pt x="115" y="471"/>
                    </a:lnTo>
                    <a:lnTo>
                      <a:pt x="108" y="442"/>
                    </a:lnTo>
                    <a:lnTo>
                      <a:pt x="103" y="413"/>
                    </a:lnTo>
                    <a:lnTo>
                      <a:pt x="98" y="383"/>
                    </a:lnTo>
                    <a:lnTo>
                      <a:pt x="95" y="353"/>
                    </a:lnTo>
                    <a:lnTo>
                      <a:pt x="93" y="323"/>
                    </a:lnTo>
                    <a:lnTo>
                      <a:pt x="93" y="291"/>
                    </a:lnTo>
                    <a:lnTo>
                      <a:pt x="93" y="260"/>
                    </a:lnTo>
                    <a:lnTo>
                      <a:pt x="95" y="229"/>
                    </a:lnTo>
                    <a:lnTo>
                      <a:pt x="99" y="199"/>
                    </a:lnTo>
                    <a:lnTo>
                      <a:pt x="103" y="169"/>
                    </a:lnTo>
                    <a:lnTo>
                      <a:pt x="109" y="140"/>
                    </a:lnTo>
                    <a:lnTo>
                      <a:pt x="116" y="111"/>
                    </a:lnTo>
                    <a:lnTo>
                      <a:pt x="125" y="82"/>
                    </a:lnTo>
                    <a:lnTo>
                      <a:pt x="134" y="54"/>
                    </a:lnTo>
                    <a:lnTo>
                      <a:pt x="115" y="40"/>
                    </a:lnTo>
                    <a:lnTo>
                      <a:pt x="96" y="27"/>
                    </a:lnTo>
                    <a:lnTo>
                      <a:pt x="76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E7EB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" name="Freeform 93"/>
              <p:cNvSpPr>
                <a:spLocks/>
              </p:cNvSpPr>
              <p:nvPr/>
            </p:nvSpPr>
            <p:spPr bwMode="auto">
              <a:xfrm>
                <a:off x="1290" y="1596"/>
                <a:ext cx="73" cy="123"/>
              </a:xfrm>
              <a:custGeom>
                <a:avLst/>
                <a:gdLst>
                  <a:gd name="T0" fmla="*/ 1 w 589"/>
                  <a:gd name="T1" fmla="*/ 0 h 986"/>
                  <a:gd name="T2" fmla="*/ 0 w 589"/>
                  <a:gd name="T3" fmla="*/ 1 h 986"/>
                  <a:gd name="T4" fmla="*/ 0 w 589"/>
                  <a:gd name="T5" fmla="*/ 2 h 986"/>
                  <a:gd name="T6" fmla="*/ 0 w 589"/>
                  <a:gd name="T7" fmla="*/ 4 h 986"/>
                  <a:gd name="T8" fmla="*/ 0 w 589"/>
                  <a:gd name="T9" fmla="*/ 5 h 986"/>
                  <a:gd name="T10" fmla="*/ 0 w 589"/>
                  <a:gd name="T11" fmla="*/ 6 h 986"/>
                  <a:gd name="T12" fmla="*/ 0 w 589"/>
                  <a:gd name="T13" fmla="*/ 7 h 986"/>
                  <a:gd name="T14" fmla="*/ 0 w 589"/>
                  <a:gd name="T15" fmla="*/ 8 h 986"/>
                  <a:gd name="T16" fmla="*/ 1 w 589"/>
                  <a:gd name="T17" fmla="*/ 8 h 986"/>
                  <a:gd name="T18" fmla="*/ 1 w 589"/>
                  <a:gd name="T19" fmla="*/ 9 h 986"/>
                  <a:gd name="T20" fmla="*/ 2 w 589"/>
                  <a:gd name="T21" fmla="*/ 10 h 986"/>
                  <a:gd name="T22" fmla="*/ 2 w 589"/>
                  <a:gd name="T23" fmla="*/ 11 h 986"/>
                  <a:gd name="T24" fmla="*/ 3 w 589"/>
                  <a:gd name="T25" fmla="*/ 12 h 986"/>
                  <a:gd name="T26" fmla="*/ 4 w 589"/>
                  <a:gd name="T27" fmla="*/ 12 h 986"/>
                  <a:gd name="T28" fmla="*/ 4 w 589"/>
                  <a:gd name="T29" fmla="*/ 13 h 986"/>
                  <a:gd name="T30" fmla="*/ 5 w 589"/>
                  <a:gd name="T31" fmla="*/ 14 h 986"/>
                  <a:gd name="T32" fmla="*/ 6 w 589"/>
                  <a:gd name="T33" fmla="*/ 14 h 986"/>
                  <a:gd name="T34" fmla="*/ 7 w 589"/>
                  <a:gd name="T35" fmla="*/ 15 h 986"/>
                  <a:gd name="T36" fmla="*/ 8 w 589"/>
                  <a:gd name="T37" fmla="*/ 15 h 986"/>
                  <a:gd name="T38" fmla="*/ 9 w 589"/>
                  <a:gd name="T39" fmla="*/ 15 h 986"/>
                  <a:gd name="T40" fmla="*/ 9 w 589"/>
                  <a:gd name="T41" fmla="*/ 15 h 986"/>
                  <a:gd name="T42" fmla="*/ 9 w 589"/>
                  <a:gd name="T43" fmla="*/ 14 h 986"/>
                  <a:gd name="T44" fmla="*/ 9 w 589"/>
                  <a:gd name="T45" fmla="*/ 14 h 986"/>
                  <a:gd name="T46" fmla="*/ 8 w 589"/>
                  <a:gd name="T47" fmla="*/ 14 h 986"/>
                  <a:gd name="T48" fmla="*/ 7 w 589"/>
                  <a:gd name="T49" fmla="*/ 13 h 986"/>
                  <a:gd name="T50" fmla="*/ 7 w 589"/>
                  <a:gd name="T51" fmla="*/ 13 h 986"/>
                  <a:gd name="T52" fmla="*/ 6 w 589"/>
                  <a:gd name="T53" fmla="*/ 13 h 986"/>
                  <a:gd name="T54" fmla="*/ 5 w 589"/>
                  <a:gd name="T55" fmla="*/ 12 h 986"/>
                  <a:gd name="T56" fmla="*/ 5 w 589"/>
                  <a:gd name="T57" fmla="*/ 12 h 986"/>
                  <a:gd name="T58" fmla="*/ 4 w 589"/>
                  <a:gd name="T59" fmla="*/ 11 h 986"/>
                  <a:gd name="T60" fmla="*/ 4 w 589"/>
                  <a:gd name="T61" fmla="*/ 10 h 986"/>
                  <a:gd name="T62" fmla="*/ 3 w 589"/>
                  <a:gd name="T63" fmla="*/ 10 h 986"/>
                  <a:gd name="T64" fmla="*/ 3 w 589"/>
                  <a:gd name="T65" fmla="*/ 9 h 986"/>
                  <a:gd name="T66" fmla="*/ 2 w 589"/>
                  <a:gd name="T67" fmla="*/ 8 h 986"/>
                  <a:gd name="T68" fmla="*/ 2 w 589"/>
                  <a:gd name="T69" fmla="*/ 7 h 986"/>
                  <a:gd name="T70" fmla="*/ 2 w 589"/>
                  <a:gd name="T71" fmla="*/ 7 h 986"/>
                  <a:gd name="T72" fmla="*/ 2 w 589"/>
                  <a:gd name="T73" fmla="*/ 6 h 986"/>
                  <a:gd name="T74" fmla="*/ 1 w 589"/>
                  <a:gd name="T75" fmla="*/ 5 h 986"/>
                  <a:gd name="T76" fmla="*/ 1 w 589"/>
                  <a:gd name="T77" fmla="*/ 4 h 986"/>
                  <a:gd name="T78" fmla="*/ 1 w 589"/>
                  <a:gd name="T79" fmla="*/ 3 h 986"/>
                  <a:gd name="T80" fmla="*/ 1 w 589"/>
                  <a:gd name="T81" fmla="*/ 2 h 986"/>
                  <a:gd name="T82" fmla="*/ 2 w 589"/>
                  <a:gd name="T83" fmla="*/ 2 h 986"/>
                  <a:gd name="T84" fmla="*/ 2 w 589"/>
                  <a:gd name="T85" fmla="*/ 1 h 986"/>
                  <a:gd name="T86" fmla="*/ 1 w 589"/>
                  <a:gd name="T87" fmla="*/ 0 h 986"/>
                  <a:gd name="T88" fmla="*/ 1 w 589"/>
                  <a:gd name="T89" fmla="*/ 0 h 98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589"/>
                  <a:gd name="T136" fmla="*/ 0 h 986"/>
                  <a:gd name="T137" fmla="*/ 589 w 589"/>
                  <a:gd name="T138" fmla="*/ 986 h 98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589" h="986">
                    <a:moveTo>
                      <a:pt x="50" y="0"/>
                    </a:moveTo>
                    <a:lnTo>
                      <a:pt x="38" y="32"/>
                    </a:lnTo>
                    <a:lnTo>
                      <a:pt x="28" y="63"/>
                    </a:lnTo>
                    <a:lnTo>
                      <a:pt x="20" y="95"/>
                    </a:lnTo>
                    <a:lnTo>
                      <a:pt x="13" y="128"/>
                    </a:lnTo>
                    <a:lnTo>
                      <a:pt x="7" y="163"/>
                    </a:lnTo>
                    <a:lnTo>
                      <a:pt x="3" y="196"/>
                    </a:lnTo>
                    <a:lnTo>
                      <a:pt x="1" y="230"/>
                    </a:lnTo>
                    <a:lnTo>
                      <a:pt x="0" y="265"/>
                    </a:lnTo>
                    <a:lnTo>
                      <a:pt x="1" y="299"/>
                    </a:lnTo>
                    <a:lnTo>
                      <a:pt x="3" y="331"/>
                    </a:lnTo>
                    <a:lnTo>
                      <a:pt x="7" y="363"/>
                    </a:lnTo>
                    <a:lnTo>
                      <a:pt x="11" y="395"/>
                    </a:lnTo>
                    <a:lnTo>
                      <a:pt x="17" y="426"/>
                    </a:lnTo>
                    <a:lnTo>
                      <a:pt x="26" y="457"/>
                    </a:lnTo>
                    <a:lnTo>
                      <a:pt x="34" y="488"/>
                    </a:lnTo>
                    <a:lnTo>
                      <a:pt x="44" y="518"/>
                    </a:lnTo>
                    <a:lnTo>
                      <a:pt x="56" y="547"/>
                    </a:lnTo>
                    <a:lnTo>
                      <a:pt x="68" y="576"/>
                    </a:lnTo>
                    <a:lnTo>
                      <a:pt x="82" y="604"/>
                    </a:lnTo>
                    <a:lnTo>
                      <a:pt x="97" y="631"/>
                    </a:lnTo>
                    <a:lnTo>
                      <a:pt x="113" y="657"/>
                    </a:lnTo>
                    <a:lnTo>
                      <a:pt x="131" y="683"/>
                    </a:lnTo>
                    <a:lnTo>
                      <a:pt x="148" y="708"/>
                    </a:lnTo>
                    <a:lnTo>
                      <a:pt x="167" y="733"/>
                    </a:lnTo>
                    <a:lnTo>
                      <a:pt x="188" y="755"/>
                    </a:lnTo>
                    <a:lnTo>
                      <a:pt x="208" y="778"/>
                    </a:lnTo>
                    <a:lnTo>
                      <a:pt x="230" y="800"/>
                    </a:lnTo>
                    <a:lnTo>
                      <a:pt x="253" y="821"/>
                    </a:lnTo>
                    <a:lnTo>
                      <a:pt x="277" y="840"/>
                    </a:lnTo>
                    <a:lnTo>
                      <a:pt x="302" y="859"/>
                    </a:lnTo>
                    <a:lnTo>
                      <a:pt x="327" y="877"/>
                    </a:lnTo>
                    <a:lnTo>
                      <a:pt x="353" y="893"/>
                    </a:lnTo>
                    <a:lnTo>
                      <a:pt x="380" y="909"/>
                    </a:lnTo>
                    <a:lnTo>
                      <a:pt x="407" y="923"/>
                    </a:lnTo>
                    <a:lnTo>
                      <a:pt x="435" y="937"/>
                    </a:lnTo>
                    <a:lnTo>
                      <a:pt x="464" y="949"/>
                    </a:lnTo>
                    <a:lnTo>
                      <a:pt x="493" y="960"/>
                    </a:lnTo>
                    <a:lnTo>
                      <a:pt x="523" y="970"/>
                    </a:lnTo>
                    <a:lnTo>
                      <a:pt x="554" y="979"/>
                    </a:lnTo>
                    <a:lnTo>
                      <a:pt x="585" y="986"/>
                    </a:lnTo>
                    <a:lnTo>
                      <a:pt x="586" y="964"/>
                    </a:lnTo>
                    <a:lnTo>
                      <a:pt x="588" y="942"/>
                    </a:lnTo>
                    <a:lnTo>
                      <a:pt x="589" y="921"/>
                    </a:lnTo>
                    <a:lnTo>
                      <a:pt x="589" y="900"/>
                    </a:lnTo>
                    <a:lnTo>
                      <a:pt x="589" y="892"/>
                    </a:lnTo>
                    <a:lnTo>
                      <a:pt x="562" y="885"/>
                    </a:lnTo>
                    <a:lnTo>
                      <a:pt x="536" y="878"/>
                    </a:lnTo>
                    <a:lnTo>
                      <a:pt x="510" y="868"/>
                    </a:lnTo>
                    <a:lnTo>
                      <a:pt x="485" y="859"/>
                    </a:lnTo>
                    <a:lnTo>
                      <a:pt x="462" y="848"/>
                    </a:lnTo>
                    <a:lnTo>
                      <a:pt x="438" y="836"/>
                    </a:lnTo>
                    <a:lnTo>
                      <a:pt x="414" y="823"/>
                    </a:lnTo>
                    <a:lnTo>
                      <a:pt x="391" y="809"/>
                    </a:lnTo>
                    <a:lnTo>
                      <a:pt x="369" y="795"/>
                    </a:lnTo>
                    <a:lnTo>
                      <a:pt x="347" y="779"/>
                    </a:lnTo>
                    <a:lnTo>
                      <a:pt x="327" y="763"/>
                    </a:lnTo>
                    <a:lnTo>
                      <a:pt x="307" y="745"/>
                    </a:lnTo>
                    <a:lnTo>
                      <a:pt x="287" y="727"/>
                    </a:lnTo>
                    <a:lnTo>
                      <a:pt x="269" y="709"/>
                    </a:lnTo>
                    <a:lnTo>
                      <a:pt x="251" y="689"/>
                    </a:lnTo>
                    <a:lnTo>
                      <a:pt x="233" y="668"/>
                    </a:lnTo>
                    <a:lnTo>
                      <a:pt x="218" y="647"/>
                    </a:lnTo>
                    <a:lnTo>
                      <a:pt x="202" y="626"/>
                    </a:lnTo>
                    <a:lnTo>
                      <a:pt x="188" y="603"/>
                    </a:lnTo>
                    <a:lnTo>
                      <a:pt x="174" y="580"/>
                    </a:lnTo>
                    <a:lnTo>
                      <a:pt x="162" y="557"/>
                    </a:lnTo>
                    <a:lnTo>
                      <a:pt x="150" y="532"/>
                    </a:lnTo>
                    <a:lnTo>
                      <a:pt x="139" y="508"/>
                    </a:lnTo>
                    <a:lnTo>
                      <a:pt x="130" y="482"/>
                    </a:lnTo>
                    <a:lnTo>
                      <a:pt x="121" y="457"/>
                    </a:lnTo>
                    <a:lnTo>
                      <a:pt x="114" y="430"/>
                    </a:lnTo>
                    <a:lnTo>
                      <a:pt x="107" y="404"/>
                    </a:lnTo>
                    <a:lnTo>
                      <a:pt x="102" y="378"/>
                    </a:lnTo>
                    <a:lnTo>
                      <a:pt x="97" y="349"/>
                    </a:lnTo>
                    <a:lnTo>
                      <a:pt x="94" y="322"/>
                    </a:lnTo>
                    <a:lnTo>
                      <a:pt x="92" y="293"/>
                    </a:lnTo>
                    <a:lnTo>
                      <a:pt x="92" y="265"/>
                    </a:lnTo>
                    <a:lnTo>
                      <a:pt x="92" y="238"/>
                    </a:lnTo>
                    <a:lnTo>
                      <a:pt x="94" y="211"/>
                    </a:lnTo>
                    <a:lnTo>
                      <a:pt x="97" y="184"/>
                    </a:lnTo>
                    <a:lnTo>
                      <a:pt x="100" y="158"/>
                    </a:lnTo>
                    <a:lnTo>
                      <a:pt x="106" y="133"/>
                    </a:lnTo>
                    <a:lnTo>
                      <a:pt x="112" y="107"/>
                    </a:lnTo>
                    <a:lnTo>
                      <a:pt x="119" y="82"/>
                    </a:lnTo>
                    <a:lnTo>
                      <a:pt x="126" y="57"/>
                    </a:lnTo>
                    <a:lnTo>
                      <a:pt x="108" y="42"/>
                    </a:lnTo>
                    <a:lnTo>
                      <a:pt x="89" y="28"/>
                    </a:lnTo>
                    <a:lnTo>
                      <a:pt x="69" y="14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E8EB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3" name="Freeform 94"/>
              <p:cNvSpPr>
                <a:spLocks/>
              </p:cNvSpPr>
              <p:nvPr/>
            </p:nvSpPr>
            <p:spPr bwMode="auto">
              <a:xfrm>
                <a:off x="1296" y="1599"/>
                <a:ext cx="67" cy="114"/>
              </a:xfrm>
              <a:custGeom>
                <a:avLst/>
                <a:gdLst>
                  <a:gd name="T0" fmla="*/ 0 w 542"/>
                  <a:gd name="T1" fmla="*/ 1 h 911"/>
                  <a:gd name="T2" fmla="*/ 0 w 542"/>
                  <a:gd name="T3" fmla="*/ 1 h 911"/>
                  <a:gd name="T4" fmla="*/ 0 w 542"/>
                  <a:gd name="T5" fmla="*/ 2 h 911"/>
                  <a:gd name="T6" fmla="*/ 0 w 542"/>
                  <a:gd name="T7" fmla="*/ 3 h 911"/>
                  <a:gd name="T8" fmla="*/ 0 w 542"/>
                  <a:gd name="T9" fmla="*/ 4 h 911"/>
                  <a:gd name="T10" fmla="*/ 0 w 542"/>
                  <a:gd name="T11" fmla="*/ 5 h 911"/>
                  <a:gd name="T12" fmla="*/ 0 w 542"/>
                  <a:gd name="T13" fmla="*/ 6 h 911"/>
                  <a:gd name="T14" fmla="*/ 0 w 542"/>
                  <a:gd name="T15" fmla="*/ 7 h 911"/>
                  <a:gd name="T16" fmla="*/ 1 w 542"/>
                  <a:gd name="T17" fmla="*/ 8 h 911"/>
                  <a:gd name="T18" fmla="*/ 1 w 542"/>
                  <a:gd name="T19" fmla="*/ 9 h 911"/>
                  <a:gd name="T20" fmla="*/ 2 w 542"/>
                  <a:gd name="T21" fmla="*/ 9 h 911"/>
                  <a:gd name="T22" fmla="*/ 2 w 542"/>
                  <a:gd name="T23" fmla="*/ 10 h 911"/>
                  <a:gd name="T24" fmla="*/ 3 w 542"/>
                  <a:gd name="T25" fmla="*/ 11 h 911"/>
                  <a:gd name="T26" fmla="*/ 3 w 542"/>
                  <a:gd name="T27" fmla="*/ 12 h 911"/>
                  <a:gd name="T28" fmla="*/ 4 w 542"/>
                  <a:gd name="T29" fmla="*/ 12 h 911"/>
                  <a:gd name="T30" fmla="*/ 5 w 542"/>
                  <a:gd name="T31" fmla="*/ 13 h 911"/>
                  <a:gd name="T32" fmla="*/ 5 w 542"/>
                  <a:gd name="T33" fmla="*/ 13 h 911"/>
                  <a:gd name="T34" fmla="*/ 6 w 542"/>
                  <a:gd name="T35" fmla="*/ 14 h 911"/>
                  <a:gd name="T36" fmla="*/ 7 w 542"/>
                  <a:gd name="T37" fmla="*/ 14 h 911"/>
                  <a:gd name="T38" fmla="*/ 8 w 542"/>
                  <a:gd name="T39" fmla="*/ 14 h 911"/>
                  <a:gd name="T40" fmla="*/ 8 w 542"/>
                  <a:gd name="T41" fmla="*/ 14 h 911"/>
                  <a:gd name="T42" fmla="*/ 8 w 542"/>
                  <a:gd name="T43" fmla="*/ 14 h 911"/>
                  <a:gd name="T44" fmla="*/ 8 w 542"/>
                  <a:gd name="T45" fmla="*/ 13 h 911"/>
                  <a:gd name="T46" fmla="*/ 8 w 542"/>
                  <a:gd name="T47" fmla="*/ 13 h 911"/>
                  <a:gd name="T48" fmla="*/ 8 w 542"/>
                  <a:gd name="T49" fmla="*/ 13 h 911"/>
                  <a:gd name="T50" fmla="*/ 7 w 542"/>
                  <a:gd name="T51" fmla="*/ 12 h 911"/>
                  <a:gd name="T52" fmla="*/ 7 w 542"/>
                  <a:gd name="T53" fmla="*/ 12 h 911"/>
                  <a:gd name="T54" fmla="*/ 6 w 542"/>
                  <a:gd name="T55" fmla="*/ 12 h 911"/>
                  <a:gd name="T56" fmla="*/ 5 w 542"/>
                  <a:gd name="T57" fmla="*/ 11 h 911"/>
                  <a:gd name="T58" fmla="*/ 5 w 542"/>
                  <a:gd name="T59" fmla="*/ 11 h 911"/>
                  <a:gd name="T60" fmla="*/ 4 w 542"/>
                  <a:gd name="T61" fmla="*/ 10 h 911"/>
                  <a:gd name="T62" fmla="*/ 4 w 542"/>
                  <a:gd name="T63" fmla="*/ 10 h 911"/>
                  <a:gd name="T64" fmla="*/ 3 w 542"/>
                  <a:gd name="T65" fmla="*/ 9 h 911"/>
                  <a:gd name="T66" fmla="*/ 3 w 542"/>
                  <a:gd name="T67" fmla="*/ 9 h 911"/>
                  <a:gd name="T68" fmla="*/ 2 w 542"/>
                  <a:gd name="T69" fmla="*/ 8 h 911"/>
                  <a:gd name="T70" fmla="*/ 2 w 542"/>
                  <a:gd name="T71" fmla="*/ 7 h 911"/>
                  <a:gd name="T72" fmla="*/ 2 w 542"/>
                  <a:gd name="T73" fmla="*/ 7 h 911"/>
                  <a:gd name="T74" fmla="*/ 2 w 542"/>
                  <a:gd name="T75" fmla="*/ 6 h 911"/>
                  <a:gd name="T76" fmla="*/ 1 w 542"/>
                  <a:gd name="T77" fmla="*/ 5 h 911"/>
                  <a:gd name="T78" fmla="*/ 1 w 542"/>
                  <a:gd name="T79" fmla="*/ 4 h 911"/>
                  <a:gd name="T80" fmla="*/ 1 w 542"/>
                  <a:gd name="T81" fmla="*/ 3 h 911"/>
                  <a:gd name="T82" fmla="*/ 1 w 542"/>
                  <a:gd name="T83" fmla="*/ 3 h 911"/>
                  <a:gd name="T84" fmla="*/ 1 w 542"/>
                  <a:gd name="T85" fmla="*/ 2 h 911"/>
                  <a:gd name="T86" fmla="*/ 2 w 542"/>
                  <a:gd name="T87" fmla="*/ 1 h 911"/>
                  <a:gd name="T88" fmla="*/ 1 w 542"/>
                  <a:gd name="T89" fmla="*/ 1 h 911"/>
                  <a:gd name="T90" fmla="*/ 1 w 542"/>
                  <a:gd name="T91" fmla="*/ 0 h 911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42"/>
                  <a:gd name="T139" fmla="*/ 0 h 911"/>
                  <a:gd name="T140" fmla="*/ 542 w 542"/>
                  <a:gd name="T141" fmla="*/ 911 h 911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42" h="911">
                    <a:moveTo>
                      <a:pt x="41" y="0"/>
                    </a:moveTo>
                    <a:lnTo>
                      <a:pt x="32" y="28"/>
                    </a:lnTo>
                    <a:lnTo>
                      <a:pt x="23" y="57"/>
                    </a:lnTo>
                    <a:lnTo>
                      <a:pt x="16" y="86"/>
                    </a:lnTo>
                    <a:lnTo>
                      <a:pt x="10" y="115"/>
                    </a:lnTo>
                    <a:lnTo>
                      <a:pt x="6" y="145"/>
                    </a:lnTo>
                    <a:lnTo>
                      <a:pt x="2" y="175"/>
                    </a:lnTo>
                    <a:lnTo>
                      <a:pt x="0" y="206"/>
                    </a:lnTo>
                    <a:lnTo>
                      <a:pt x="0" y="237"/>
                    </a:lnTo>
                    <a:lnTo>
                      <a:pt x="0" y="269"/>
                    </a:lnTo>
                    <a:lnTo>
                      <a:pt x="2" y="299"/>
                    </a:lnTo>
                    <a:lnTo>
                      <a:pt x="5" y="329"/>
                    </a:lnTo>
                    <a:lnTo>
                      <a:pt x="10" y="359"/>
                    </a:lnTo>
                    <a:lnTo>
                      <a:pt x="15" y="388"/>
                    </a:lnTo>
                    <a:lnTo>
                      <a:pt x="22" y="417"/>
                    </a:lnTo>
                    <a:lnTo>
                      <a:pt x="31" y="445"/>
                    </a:lnTo>
                    <a:lnTo>
                      <a:pt x="40" y="473"/>
                    </a:lnTo>
                    <a:lnTo>
                      <a:pt x="50" y="500"/>
                    </a:lnTo>
                    <a:lnTo>
                      <a:pt x="63" y="526"/>
                    </a:lnTo>
                    <a:lnTo>
                      <a:pt x="75" y="553"/>
                    </a:lnTo>
                    <a:lnTo>
                      <a:pt x="89" y="578"/>
                    </a:lnTo>
                    <a:lnTo>
                      <a:pt x="103" y="603"/>
                    </a:lnTo>
                    <a:lnTo>
                      <a:pt x="120" y="627"/>
                    </a:lnTo>
                    <a:lnTo>
                      <a:pt x="136" y="651"/>
                    </a:lnTo>
                    <a:lnTo>
                      <a:pt x="154" y="672"/>
                    </a:lnTo>
                    <a:lnTo>
                      <a:pt x="173" y="695"/>
                    </a:lnTo>
                    <a:lnTo>
                      <a:pt x="191" y="716"/>
                    </a:lnTo>
                    <a:lnTo>
                      <a:pt x="212" y="736"/>
                    </a:lnTo>
                    <a:lnTo>
                      <a:pt x="233" y="755"/>
                    </a:lnTo>
                    <a:lnTo>
                      <a:pt x="256" y="774"/>
                    </a:lnTo>
                    <a:lnTo>
                      <a:pt x="278" y="792"/>
                    </a:lnTo>
                    <a:lnTo>
                      <a:pt x="301" y="808"/>
                    </a:lnTo>
                    <a:lnTo>
                      <a:pt x="325" y="824"/>
                    </a:lnTo>
                    <a:lnTo>
                      <a:pt x="350" y="838"/>
                    </a:lnTo>
                    <a:lnTo>
                      <a:pt x="376" y="852"/>
                    </a:lnTo>
                    <a:lnTo>
                      <a:pt x="402" y="864"/>
                    </a:lnTo>
                    <a:lnTo>
                      <a:pt x="429" y="877"/>
                    </a:lnTo>
                    <a:lnTo>
                      <a:pt x="456" y="887"/>
                    </a:lnTo>
                    <a:lnTo>
                      <a:pt x="484" y="897"/>
                    </a:lnTo>
                    <a:lnTo>
                      <a:pt x="512" y="904"/>
                    </a:lnTo>
                    <a:lnTo>
                      <a:pt x="541" y="911"/>
                    </a:lnTo>
                    <a:lnTo>
                      <a:pt x="541" y="902"/>
                    </a:lnTo>
                    <a:lnTo>
                      <a:pt x="542" y="891"/>
                    </a:lnTo>
                    <a:lnTo>
                      <a:pt x="542" y="881"/>
                    </a:lnTo>
                    <a:lnTo>
                      <a:pt x="542" y="872"/>
                    </a:lnTo>
                    <a:lnTo>
                      <a:pt x="542" y="858"/>
                    </a:lnTo>
                    <a:lnTo>
                      <a:pt x="541" y="844"/>
                    </a:lnTo>
                    <a:lnTo>
                      <a:pt x="541" y="830"/>
                    </a:lnTo>
                    <a:lnTo>
                      <a:pt x="540" y="817"/>
                    </a:lnTo>
                    <a:lnTo>
                      <a:pt x="516" y="809"/>
                    </a:lnTo>
                    <a:lnTo>
                      <a:pt x="492" y="802"/>
                    </a:lnTo>
                    <a:lnTo>
                      <a:pt x="470" y="794"/>
                    </a:lnTo>
                    <a:lnTo>
                      <a:pt x="447" y="784"/>
                    </a:lnTo>
                    <a:lnTo>
                      <a:pt x="425" y="774"/>
                    </a:lnTo>
                    <a:lnTo>
                      <a:pt x="403" y="763"/>
                    </a:lnTo>
                    <a:lnTo>
                      <a:pt x="381" y="750"/>
                    </a:lnTo>
                    <a:lnTo>
                      <a:pt x="361" y="738"/>
                    </a:lnTo>
                    <a:lnTo>
                      <a:pt x="341" y="723"/>
                    </a:lnTo>
                    <a:lnTo>
                      <a:pt x="321" y="709"/>
                    </a:lnTo>
                    <a:lnTo>
                      <a:pt x="303" y="694"/>
                    </a:lnTo>
                    <a:lnTo>
                      <a:pt x="285" y="678"/>
                    </a:lnTo>
                    <a:lnTo>
                      <a:pt x="267" y="661"/>
                    </a:lnTo>
                    <a:lnTo>
                      <a:pt x="251" y="643"/>
                    </a:lnTo>
                    <a:lnTo>
                      <a:pt x="234" y="626"/>
                    </a:lnTo>
                    <a:lnTo>
                      <a:pt x="218" y="607"/>
                    </a:lnTo>
                    <a:lnTo>
                      <a:pt x="204" y="587"/>
                    </a:lnTo>
                    <a:lnTo>
                      <a:pt x="190" y="567"/>
                    </a:lnTo>
                    <a:lnTo>
                      <a:pt x="177" y="547"/>
                    </a:lnTo>
                    <a:lnTo>
                      <a:pt x="165" y="526"/>
                    </a:lnTo>
                    <a:lnTo>
                      <a:pt x="154" y="504"/>
                    </a:lnTo>
                    <a:lnTo>
                      <a:pt x="143" y="482"/>
                    </a:lnTo>
                    <a:lnTo>
                      <a:pt x="133" y="460"/>
                    </a:lnTo>
                    <a:lnTo>
                      <a:pt x="125" y="437"/>
                    </a:lnTo>
                    <a:lnTo>
                      <a:pt x="117" y="413"/>
                    </a:lnTo>
                    <a:lnTo>
                      <a:pt x="111" y="389"/>
                    </a:lnTo>
                    <a:lnTo>
                      <a:pt x="104" y="364"/>
                    </a:lnTo>
                    <a:lnTo>
                      <a:pt x="100" y="340"/>
                    </a:lnTo>
                    <a:lnTo>
                      <a:pt x="96" y="314"/>
                    </a:lnTo>
                    <a:lnTo>
                      <a:pt x="93" y="289"/>
                    </a:lnTo>
                    <a:lnTo>
                      <a:pt x="92" y="263"/>
                    </a:lnTo>
                    <a:lnTo>
                      <a:pt x="91" y="237"/>
                    </a:lnTo>
                    <a:lnTo>
                      <a:pt x="92" y="215"/>
                    </a:lnTo>
                    <a:lnTo>
                      <a:pt x="93" y="192"/>
                    </a:lnTo>
                    <a:lnTo>
                      <a:pt x="95" y="169"/>
                    </a:lnTo>
                    <a:lnTo>
                      <a:pt x="98" y="146"/>
                    </a:lnTo>
                    <a:lnTo>
                      <a:pt x="101" y="124"/>
                    </a:lnTo>
                    <a:lnTo>
                      <a:pt x="106" y="102"/>
                    </a:lnTo>
                    <a:lnTo>
                      <a:pt x="112" y="81"/>
                    </a:lnTo>
                    <a:lnTo>
                      <a:pt x="118" y="60"/>
                    </a:lnTo>
                    <a:lnTo>
                      <a:pt x="99" y="44"/>
                    </a:lnTo>
                    <a:lnTo>
                      <a:pt x="80" y="29"/>
                    </a:lnTo>
                    <a:lnTo>
                      <a:pt x="61" y="14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EAEC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4" name="Freeform 95"/>
              <p:cNvSpPr>
                <a:spLocks/>
              </p:cNvSpPr>
              <p:nvPr/>
            </p:nvSpPr>
            <p:spPr bwMode="auto">
              <a:xfrm>
                <a:off x="1301" y="1603"/>
                <a:ext cx="62" cy="105"/>
              </a:xfrm>
              <a:custGeom>
                <a:avLst/>
                <a:gdLst>
                  <a:gd name="T0" fmla="*/ 0 w 497"/>
                  <a:gd name="T1" fmla="*/ 0 h 835"/>
                  <a:gd name="T2" fmla="*/ 0 w 497"/>
                  <a:gd name="T3" fmla="*/ 1 h 835"/>
                  <a:gd name="T4" fmla="*/ 0 w 497"/>
                  <a:gd name="T5" fmla="*/ 2 h 835"/>
                  <a:gd name="T6" fmla="*/ 0 w 497"/>
                  <a:gd name="T7" fmla="*/ 3 h 835"/>
                  <a:gd name="T8" fmla="*/ 0 w 497"/>
                  <a:gd name="T9" fmla="*/ 4 h 835"/>
                  <a:gd name="T10" fmla="*/ 0 w 497"/>
                  <a:gd name="T11" fmla="*/ 5 h 835"/>
                  <a:gd name="T12" fmla="*/ 0 w 497"/>
                  <a:gd name="T13" fmla="*/ 6 h 835"/>
                  <a:gd name="T14" fmla="*/ 0 w 497"/>
                  <a:gd name="T15" fmla="*/ 6 h 835"/>
                  <a:gd name="T16" fmla="*/ 1 w 497"/>
                  <a:gd name="T17" fmla="*/ 7 h 835"/>
                  <a:gd name="T18" fmla="*/ 1 w 497"/>
                  <a:gd name="T19" fmla="*/ 8 h 835"/>
                  <a:gd name="T20" fmla="*/ 1 w 497"/>
                  <a:gd name="T21" fmla="*/ 9 h 835"/>
                  <a:gd name="T22" fmla="*/ 2 w 497"/>
                  <a:gd name="T23" fmla="*/ 9 h 835"/>
                  <a:gd name="T24" fmla="*/ 2 w 497"/>
                  <a:gd name="T25" fmla="*/ 10 h 835"/>
                  <a:gd name="T26" fmla="*/ 3 w 497"/>
                  <a:gd name="T27" fmla="*/ 11 h 835"/>
                  <a:gd name="T28" fmla="*/ 4 w 497"/>
                  <a:gd name="T29" fmla="*/ 11 h 835"/>
                  <a:gd name="T30" fmla="*/ 4 w 497"/>
                  <a:gd name="T31" fmla="*/ 12 h 835"/>
                  <a:gd name="T32" fmla="*/ 5 w 497"/>
                  <a:gd name="T33" fmla="*/ 12 h 835"/>
                  <a:gd name="T34" fmla="*/ 6 w 497"/>
                  <a:gd name="T35" fmla="*/ 12 h 835"/>
                  <a:gd name="T36" fmla="*/ 6 w 497"/>
                  <a:gd name="T37" fmla="*/ 13 h 835"/>
                  <a:gd name="T38" fmla="*/ 7 w 497"/>
                  <a:gd name="T39" fmla="*/ 13 h 835"/>
                  <a:gd name="T40" fmla="*/ 8 w 497"/>
                  <a:gd name="T41" fmla="*/ 13 h 835"/>
                  <a:gd name="T42" fmla="*/ 8 w 497"/>
                  <a:gd name="T43" fmla="*/ 12 h 835"/>
                  <a:gd name="T44" fmla="*/ 7 w 497"/>
                  <a:gd name="T45" fmla="*/ 12 h 835"/>
                  <a:gd name="T46" fmla="*/ 7 w 497"/>
                  <a:gd name="T47" fmla="*/ 11 h 835"/>
                  <a:gd name="T48" fmla="*/ 6 w 497"/>
                  <a:gd name="T49" fmla="*/ 11 h 835"/>
                  <a:gd name="T50" fmla="*/ 5 w 497"/>
                  <a:gd name="T51" fmla="*/ 11 h 835"/>
                  <a:gd name="T52" fmla="*/ 5 w 497"/>
                  <a:gd name="T53" fmla="*/ 10 h 835"/>
                  <a:gd name="T54" fmla="*/ 4 w 497"/>
                  <a:gd name="T55" fmla="*/ 10 h 835"/>
                  <a:gd name="T56" fmla="*/ 4 w 497"/>
                  <a:gd name="T57" fmla="*/ 9 h 835"/>
                  <a:gd name="T58" fmla="*/ 3 w 497"/>
                  <a:gd name="T59" fmla="*/ 9 h 835"/>
                  <a:gd name="T60" fmla="*/ 3 w 497"/>
                  <a:gd name="T61" fmla="*/ 8 h 835"/>
                  <a:gd name="T62" fmla="*/ 3 w 497"/>
                  <a:gd name="T63" fmla="*/ 8 h 835"/>
                  <a:gd name="T64" fmla="*/ 2 w 497"/>
                  <a:gd name="T65" fmla="*/ 7 h 835"/>
                  <a:gd name="T66" fmla="*/ 2 w 497"/>
                  <a:gd name="T67" fmla="*/ 6 h 835"/>
                  <a:gd name="T68" fmla="*/ 2 w 497"/>
                  <a:gd name="T69" fmla="*/ 6 h 835"/>
                  <a:gd name="T70" fmla="*/ 2 w 497"/>
                  <a:gd name="T71" fmla="*/ 5 h 835"/>
                  <a:gd name="T72" fmla="*/ 1 w 497"/>
                  <a:gd name="T73" fmla="*/ 4 h 835"/>
                  <a:gd name="T74" fmla="*/ 1 w 497"/>
                  <a:gd name="T75" fmla="*/ 4 h 835"/>
                  <a:gd name="T76" fmla="*/ 1 w 497"/>
                  <a:gd name="T77" fmla="*/ 3 h 835"/>
                  <a:gd name="T78" fmla="*/ 1 w 497"/>
                  <a:gd name="T79" fmla="*/ 2 h 835"/>
                  <a:gd name="T80" fmla="*/ 1 w 497"/>
                  <a:gd name="T81" fmla="*/ 2 h 835"/>
                  <a:gd name="T82" fmla="*/ 2 w 497"/>
                  <a:gd name="T83" fmla="*/ 1 h 835"/>
                  <a:gd name="T84" fmla="*/ 1 w 497"/>
                  <a:gd name="T85" fmla="*/ 1 h 835"/>
                  <a:gd name="T86" fmla="*/ 1 w 497"/>
                  <a:gd name="T87" fmla="*/ 0 h 83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497"/>
                  <a:gd name="T133" fmla="*/ 0 h 835"/>
                  <a:gd name="T134" fmla="*/ 497 w 497"/>
                  <a:gd name="T135" fmla="*/ 835 h 83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497" h="835">
                    <a:moveTo>
                      <a:pt x="34" y="0"/>
                    </a:moveTo>
                    <a:lnTo>
                      <a:pt x="27" y="25"/>
                    </a:lnTo>
                    <a:lnTo>
                      <a:pt x="20" y="50"/>
                    </a:lnTo>
                    <a:lnTo>
                      <a:pt x="14" y="76"/>
                    </a:lnTo>
                    <a:lnTo>
                      <a:pt x="8" y="101"/>
                    </a:lnTo>
                    <a:lnTo>
                      <a:pt x="5" y="127"/>
                    </a:lnTo>
                    <a:lnTo>
                      <a:pt x="2" y="154"/>
                    </a:lnTo>
                    <a:lnTo>
                      <a:pt x="0" y="181"/>
                    </a:lnTo>
                    <a:lnTo>
                      <a:pt x="0" y="208"/>
                    </a:lnTo>
                    <a:lnTo>
                      <a:pt x="0" y="236"/>
                    </a:lnTo>
                    <a:lnTo>
                      <a:pt x="2" y="265"/>
                    </a:lnTo>
                    <a:lnTo>
                      <a:pt x="5" y="292"/>
                    </a:lnTo>
                    <a:lnTo>
                      <a:pt x="10" y="321"/>
                    </a:lnTo>
                    <a:lnTo>
                      <a:pt x="15" y="347"/>
                    </a:lnTo>
                    <a:lnTo>
                      <a:pt x="22" y="373"/>
                    </a:lnTo>
                    <a:lnTo>
                      <a:pt x="29" y="400"/>
                    </a:lnTo>
                    <a:lnTo>
                      <a:pt x="38" y="425"/>
                    </a:lnTo>
                    <a:lnTo>
                      <a:pt x="47" y="451"/>
                    </a:lnTo>
                    <a:lnTo>
                      <a:pt x="58" y="475"/>
                    </a:lnTo>
                    <a:lnTo>
                      <a:pt x="70" y="500"/>
                    </a:lnTo>
                    <a:lnTo>
                      <a:pt x="82" y="523"/>
                    </a:lnTo>
                    <a:lnTo>
                      <a:pt x="96" y="546"/>
                    </a:lnTo>
                    <a:lnTo>
                      <a:pt x="110" y="569"/>
                    </a:lnTo>
                    <a:lnTo>
                      <a:pt x="126" y="590"/>
                    </a:lnTo>
                    <a:lnTo>
                      <a:pt x="141" y="611"/>
                    </a:lnTo>
                    <a:lnTo>
                      <a:pt x="159" y="632"/>
                    </a:lnTo>
                    <a:lnTo>
                      <a:pt x="177" y="652"/>
                    </a:lnTo>
                    <a:lnTo>
                      <a:pt x="195" y="670"/>
                    </a:lnTo>
                    <a:lnTo>
                      <a:pt x="215" y="688"/>
                    </a:lnTo>
                    <a:lnTo>
                      <a:pt x="235" y="706"/>
                    </a:lnTo>
                    <a:lnTo>
                      <a:pt x="255" y="722"/>
                    </a:lnTo>
                    <a:lnTo>
                      <a:pt x="277" y="738"/>
                    </a:lnTo>
                    <a:lnTo>
                      <a:pt x="299" y="752"/>
                    </a:lnTo>
                    <a:lnTo>
                      <a:pt x="322" y="766"/>
                    </a:lnTo>
                    <a:lnTo>
                      <a:pt x="346" y="779"/>
                    </a:lnTo>
                    <a:lnTo>
                      <a:pt x="370" y="791"/>
                    </a:lnTo>
                    <a:lnTo>
                      <a:pt x="393" y="802"/>
                    </a:lnTo>
                    <a:lnTo>
                      <a:pt x="418" y="811"/>
                    </a:lnTo>
                    <a:lnTo>
                      <a:pt x="444" y="821"/>
                    </a:lnTo>
                    <a:lnTo>
                      <a:pt x="470" y="828"/>
                    </a:lnTo>
                    <a:lnTo>
                      <a:pt x="497" y="835"/>
                    </a:lnTo>
                    <a:lnTo>
                      <a:pt x="496" y="810"/>
                    </a:lnTo>
                    <a:lnTo>
                      <a:pt x="495" y="787"/>
                    </a:lnTo>
                    <a:lnTo>
                      <a:pt x="493" y="763"/>
                    </a:lnTo>
                    <a:lnTo>
                      <a:pt x="491" y="739"/>
                    </a:lnTo>
                    <a:lnTo>
                      <a:pt x="469" y="732"/>
                    </a:lnTo>
                    <a:lnTo>
                      <a:pt x="448" y="724"/>
                    </a:lnTo>
                    <a:lnTo>
                      <a:pt x="428" y="716"/>
                    </a:lnTo>
                    <a:lnTo>
                      <a:pt x="408" y="708"/>
                    </a:lnTo>
                    <a:lnTo>
                      <a:pt x="388" y="697"/>
                    </a:lnTo>
                    <a:lnTo>
                      <a:pt x="369" y="687"/>
                    </a:lnTo>
                    <a:lnTo>
                      <a:pt x="350" y="676"/>
                    </a:lnTo>
                    <a:lnTo>
                      <a:pt x="331" y="663"/>
                    </a:lnTo>
                    <a:lnTo>
                      <a:pt x="314" y="651"/>
                    </a:lnTo>
                    <a:lnTo>
                      <a:pt x="296" y="637"/>
                    </a:lnTo>
                    <a:lnTo>
                      <a:pt x="279" y="623"/>
                    </a:lnTo>
                    <a:lnTo>
                      <a:pt x="264" y="608"/>
                    </a:lnTo>
                    <a:lnTo>
                      <a:pt x="248" y="592"/>
                    </a:lnTo>
                    <a:lnTo>
                      <a:pt x="233" y="577"/>
                    </a:lnTo>
                    <a:lnTo>
                      <a:pt x="219" y="560"/>
                    </a:lnTo>
                    <a:lnTo>
                      <a:pt x="205" y="543"/>
                    </a:lnTo>
                    <a:lnTo>
                      <a:pt x="192" y="525"/>
                    </a:lnTo>
                    <a:lnTo>
                      <a:pt x="180" y="507"/>
                    </a:lnTo>
                    <a:lnTo>
                      <a:pt x="168" y="489"/>
                    </a:lnTo>
                    <a:lnTo>
                      <a:pt x="158" y="469"/>
                    </a:lnTo>
                    <a:lnTo>
                      <a:pt x="148" y="449"/>
                    </a:lnTo>
                    <a:lnTo>
                      <a:pt x="138" y="429"/>
                    </a:lnTo>
                    <a:lnTo>
                      <a:pt x="130" y="409"/>
                    </a:lnTo>
                    <a:lnTo>
                      <a:pt x="122" y="388"/>
                    </a:lnTo>
                    <a:lnTo>
                      <a:pt x="115" y="367"/>
                    </a:lnTo>
                    <a:lnTo>
                      <a:pt x="109" y="345"/>
                    </a:lnTo>
                    <a:lnTo>
                      <a:pt x="104" y="324"/>
                    </a:lnTo>
                    <a:lnTo>
                      <a:pt x="100" y="301"/>
                    </a:lnTo>
                    <a:lnTo>
                      <a:pt x="97" y="278"/>
                    </a:lnTo>
                    <a:lnTo>
                      <a:pt x="94" y="255"/>
                    </a:lnTo>
                    <a:lnTo>
                      <a:pt x="93" y="232"/>
                    </a:lnTo>
                    <a:lnTo>
                      <a:pt x="91" y="208"/>
                    </a:lnTo>
                    <a:lnTo>
                      <a:pt x="93" y="190"/>
                    </a:lnTo>
                    <a:lnTo>
                      <a:pt x="94" y="171"/>
                    </a:lnTo>
                    <a:lnTo>
                      <a:pt x="95" y="152"/>
                    </a:lnTo>
                    <a:lnTo>
                      <a:pt x="97" y="135"/>
                    </a:lnTo>
                    <a:lnTo>
                      <a:pt x="100" y="116"/>
                    </a:lnTo>
                    <a:lnTo>
                      <a:pt x="103" y="98"/>
                    </a:lnTo>
                    <a:lnTo>
                      <a:pt x="107" y="81"/>
                    </a:lnTo>
                    <a:lnTo>
                      <a:pt x="111" y="63"/>
                    </a:lnTo>
                    <a:lnTo>
                      <a:pt x="93" y="48"/>
                    </a:lnTo>
                    <a:lnTo>
                      <a:pt x="74" y="31"/>
                    </a:lnTo>
                    <a:lnTo>
                      <a:pt x="54" y="1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EBED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5" name="Freeform 96"/>
              <p:cNvSpPr>
                <a:spLocks/>
              </p:cNvSpPr>
              <p:nvPr/>
            </p:nvSpPr>
            <p:spPr bwMode="auto">
              <a:xfrm>
                <a:off x="1307" y="1607"/>
                <a:ext cx="56" cy="95"/>
              </a:xfrm>
              <a:custGeom>
                <a:avLst/>
                <a:gdLst>
                  <a:gd name="T0" fmla="*/ 0 w 449"/>
                  <a:gd name="T1" fmla="*/ 0 h 757"/>
                  <a:gd name="T2" fmla="*/ 0 w 449"/>
                  <a:gd name="T3" fmla="*/ 1 h 757"/>
                  <a:gd name="T4" fmla="*/ 0 w 449"/>
                  <a:gd name="T5" fmla="*/ 2 h 757"/>
                  <a:gd name="T6" fmla="*/ 0 w 449"/>
                  <a:gd name="T7" fmla="*/ 2 h 757"/>
                  <a:gd name="T8" fmla="*/ 0 w 449"/>
                  <a:gd name="T9" fmla="*/ 3 h 757"/>
                  <a:gd name="T10" fmla="*/ 0 w 449"/>
                  <a:gd name="T11" fmla="*/ 4 h 757"/>
                  <a:gd name="T12" fmla="*/ 0 w 449"/>
                  <a:gd name="T13" fmla="*/ 5 h 757"/>
                  <a:gd name="T14" fmla="*/ 0 w 449"/>
                  <a:gd name="T15" fmla="*/ 6 h 757"/>
                  <a:gd name="T16" fmla="*/ 1 w 449"/>
                  <a:gd name="T17" fmla="*/ 6 h 757"/>
                  <a:gd name="T18" fmla="*/ 1 w 449"/>
                  <a:gd name="T19" fmla="*/ 7 h 757"/>
                  <a:gd name="T20" fmla="*/ 1 w 449"/>
                  <a:gd name="T21" fmla="*/ 8 h 757"/>
                  <a:gd name="T22" fmla="*/ 2 w 449"/>
                  <a:gd name="T23" fmla="*/ 8 h 757"/>
                  <a:gd name="T24" fmla="*/ 2 w 449"/>
                  <a:gd name="T25" fmla="*/ 9 h 757"/>
                  <a:gd name="T26" fmla="*/ 3 w 449"/>
                  <a:gd name="T27" fmla="*/ 9 h 757"/>
                  <a:gd name="T28" fmla="*/ 3 w 449"/>
                  <a:gd name="T29" fmla="*/ 10 h 757"/>
                  <a:gd name="T30" fmla="*/ 4 w 449"/>
                  <a:gd name="T31" fmla="*/ 10 h 757"/>
                  <a:gd name="T32" fmla="*/ 4 w 449"/>
                  <a:gd name="T33" fmla="*/ 11 h 757"/>
                  <a:gd name="T34" fmla="*/ 5 w 449"/>
                  <a:gd name="T35" fmla="*/ 11 h 757"/>
                  <a:gd name="T36" fmla="*/ 6 w 449"/>
                  <a:gd name="T37" fmla="*/ 12 h 757"/>
                  <a:gd name="T38" fmla="*/ 7 w 449"/>
                  <a:gd name="T39" fmla="*/ 12 h 757"/>
                  <a:gd name="T40" fmla="*/ 7 w 449"/>
                  <a:gd name="T41" fmla="*/ 12 h 757"/>
                  <a:gd name="T42" fmla="*/ 7 w 449"/>
                  <a:gd name="T43" fmla="*/ 11 h 757"/>
                  <a:gd name="T44" fmla="*/ 6 w 449"/>
                  <a:gd name="T45" fmla="*/ 10 h 757"/>
                  <a:gd name="T46" fmla="*/ 6 w 449"/>
                  <a:gd name="T47" fmla="*/ 10 h 757"/>
                  <a:gd name="T48" fmla="*/ 5 w 449"/>
                  <a:gd name="T49" fmla="*/ 10 h 757"/>
                  <a:gd name="T50" fmla="*/ 5 w 449"/>
                  <a:gd name="T51" fmla="*/ 9 h 757"/>
                  <a:gd name="T52" fmla="*/ 4 w 449"/>
                  <a:gd name="T53" fmla="*/ 9 h 757"/>
                  <a:gd name="T54" fmla="*/ 4 w 449"/>
                  <a:gd name="T55" fmla="*/ 9 h 757"/>
                  <a:gd name="T56" fmla="*/ 3 w 449"/>
                  <a:gd name="T57" fmla="*/ 8 h 757"/>
                  <a:gd name="T58" fmla="*/ 3 w 449"/>
                  <a:gd name="T59" fmla="*/ 8 h 757"/>
                  <a:gd name="T60" fmla="*/ 3 w 449"/>
                  <a:gd name="T61" fmla="*/ 7 h 757"/>
                  <a:gd name="T62" fmla="*/ 2 w 449"/>
                  <a:gd name="T63" fmla="*/ 7 h 757"/>
                  <a:gd name="T64" fmla="*/ 2 w 449"/>
                  <a:gd name="T65" fmla="*/ 6 h 757"/>
                  <a:gd name="T66" fmla="*/ 2 w 449"/>
                  <a:gd name="T67" fmla="*/ 6 h 757"/>
                  <a:gd name="T68" fmla="*/ 2 w 449"/>
                  <a:gd name="T69" fmla="*/ 5 h 757"/>
                  <a:gd name="T70" fmla="*/ 2 w 449"/>
                  <a:gd name="T71" fmla="*/ 4 h 757"/>
                  <a:gd name="T72" fmla="*/ 1 w 449"/>
                  <a:gd name="T73" fmla="*/ 4 h 757"/>
                  <a:gd name="T74" fmla="*/ 1 w 449"/>
                  <a:gd name="T75" fmla="*/ 3 h 757"/>
                  <a:gd name="T76" fmla="*/ 1 w 449"/>
                  <a:gd name="T77" fmla="*/ 2 h 757"/>
                  <a:gd name="T78" fmla="*/ 1 w 449"/>
                  <a:gd name="T79" fmla="*/ 2 h 757"/>
                  <a:gd name="T80" fmla="*/ 1 w 449"/>
                  <a:gd name="T81" fmla="*/ 1 h 757"/>
                  <a:gd name="T82" fmla="*/ 1 w 449"/>
                  <a:gd name="T83" fmla="*/ 0 h 75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49"/>
                  <a:gd name="T127" fmla="*/ 0 h 757"/>
                  <a:gd name="T128" fmla="*/ 449 w 449"/>
                  <a:gd name="T129" fmla="*/ 757 h 75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49" h="757">
                    <a:moveTo>
                      <a:pt x="27" y="0"/>
                    </a:moveTo>
                    <a:lnTo>
                      <a:pt x="21" y="21"/>
                    </a:lnTo>
                    <a:lnTo>
                      <a:pt x="15" y="42"/>
                    </a:lnTo>
                    <a:lnTo>
                      <a:pt x="10" y="64"/>
                    </a:lnTo>
                    <a:lnTo>
                      <a:pt x="7" y="86"/>
                    </a:lnTo>
                    <a:lnTo>
                      <a:pt x="4" y="109"/>
                    </a:lnTo>
                    <a:lnTo>
                      <a:pt x="2" y="132"/>
                    </a:lnTo>
                    <a:lnTo>
                      <a:pt x="1" y="155"/>
                    </a:lnTo>
                    <a:lnTo>
                      <a:pt x="0" y="177"/>
                    </a:lnTo>
                    <a:lnTo>
                      <a:pt x="1" y="203"/>
                    </a:lnTo>
                    <a:lnTo>
                      <a:pt x="2" y="229"/>
                    </a:lnTo>
                    <a:lnTo>
                      <a:pt x="5" y="254"/>
                    </a:lnTo>
                    <a:lnTo>
                      <a:pt x="9" y="280"/>
                    </a:lnTo>
                    <a:lnTo>
                      <a:pt x="13" y="304"/>
                    </a:lnTo>
                    <a:lnTo>
                      <a:pt x="20" y="329"/>
                    </a:lnTo>
                    <a:lnTo>
                      <a:pt x="26" y="353"/>
                    </a:lnTo>
                    <a:lnTo>
                      <a:pt x="34" y="377"/>
                    </a:lnTo>
                    <a:lnTo>
                      <a:pt x="42" y="400"/>
                    </a:lnTo>
                    <a:lnTo>
                      <a:pt x="52" y="422"/>
                    </a:lnTo>
                    <a:lnTo>
                      <a:pt x="63" y="444"/>
                    </a:lnTo>
                    <a:lnTo>
                      <a:pt x="74" y="466"/>
                    </a:lnTo>
                    <a:lnTo>
                      <a:pt x="86" y="487"/>
                    </a:lnTo>
                    <a:lnTo>
                      <a:pt x="99" y="507"/>
                    </a:lnTo>
                    <a:lnTo>
                      <a:pt x="113" y="527"/>
                    </a:lnTo>
                    <a:lnTo>
                      <a:pt x="127" y="547"/>
                    </a:lnTo>
                    <a:lnTo>
                      <a:pt x="143" y="566"/>
                    </a:lnTo>
                    <a:lnTo>
                      <a:pt x="160" y="583"/>
                    </a:lnTo>
                    <a:lnTo>
                      <a:pt x="176" y="601"/>
                    </a:lnTo>
                    <a:lnTo>
                      <a:pt x="194" y="618"/>
                    </a:lnTo>
                    <a:lnTo>
                      <a:pt x="212" y="634"/>
                    </a:lnTo>
                    <a:lnTo>
                      <a:pt x="230" y="649"/>
                    </a:lnTo>
                    <a:lnTo>
                      <a:pt x="250" y="663"/>
                    </a:lnTo>
                    <a:lnTo>
                      <a:pt x="270" y="678"/>
                    </a:lnTo>
                    <a:lnTo>
                      <a:pt x="290" y="690"/>
                    </a:lnTo>
                    <a:lnTo>
                      <a:pt x="312" y="703"/>
                    </a:lnTo>
                    <a:lnTo>
                      <a:pt x="334" y="714"/>
                    </a:lnTo>
                    <a:lnTo>
                      <a:pt x="356" y="724"/>
                    </a:lnTo>
                    <a:lnTo>
                      <a:pt x="379" y="734"/>
                    </a:lnTo>
                    <a:lnTo>
                      <a:pt x="401" y="742"/>
                    </a:lnTo>
                    <a:lnTo>
                      <a:pt x="425" y="749"/>
                    </a:lnTo>
                    <a:lnTo>
                      <a:pt x="449" y="757"/>
                    </a:lnTo>
                    <a:lnTo>
                      <a:pt x="447" y="732"/>
                    </a:lnTo>
                    <a:lnTo>
                      <a:pt x="445" y="707"/>
                    </a:lnTo>
                    <a:lnTo>
                      <a:pt x="442" y="682"/>
                    </a:lnTo>
                    <a:lnTo>
                      <a:pt x="438" y="657"/>
                    </a:lnTo>
                    <a:lnTo>
                      <a:pt x="419" y="651"/>
                    </a:lnTo>
                    <a:lnTo>
                      <a:pt x="400" y="643"/>
                    </a:lnTo>
                    <a:lnTo>
                      <a:pt x="383" y="635"/>
                    </a:lnTo>
                    <a:lnTo>
                      <a:pt x="365" y="627"/>
                    </a:lnTo>
                    <a:lnTo>
                      <a:pt x="347" y="618"/>
                    </a:lnTo>
                    <a:lnTo>
                      <a:pt x="331" y="607"/>
                    </a:lnTo>
                    <a:lnTo>
                      <a:pt x="314" y="597"/>
                    </a:lnTo>
                    <a:lnTo>
                      <a:pt x="299" y="585"/>
                    </a:lnTo>
                    <a:lnTo>
                      <a:pt x="283" y="574"/>
                    </a:lnTo>
                    <a:lnTo>
                      <a:pt x="269" y="561"/>
                    </a:lnTo>
                    <a:lnTo>
                      <a:pt x="254" y="548"/>
                    </a:lnTo>
                    <a:lnTo>
                      <a:pt x="240" y="534"/>
                    </a:lnTo>
                    <a:lnTo>
                      <a:pt x="226" y="521"/>
                    </a:lnTo>
                    <a:lnTo>
                      <a:pt x="214" y="506"/>
                    </a:lnTo>
                    <a:lnTo>
                      <a:pt x="201" y="492"/>
                    </a:lnTo>
                    <a:lnTo>
                      <a:pt x="190" y="476"/>
                    </a:lnTo>
                    <a:lnTo>
                      <a:pt x="178" y="460"/>
                    </a:lnTo>
                    <a:lnTo>
                      <a:pt x="168" y="444"/>
                    </a:lnTo>
                    <a:lnTo>
                      <a:pt x="158" y="427"/>
                    </a:lnTo>
                    <a:lnTo>
                      <a:pt x="148" y="410"/>
                    </a:lnTo>
                    <a:lnTo>
                      <a:pt x="140" y="392"/>
                    </a:lnTo>
                    <a:lnTo>
                      <a:pt x="132" y="375"/>
                    </a:lnTo>
                    <a:lnTo>
                      <a:pt x="124" y="356"/>
                    </a:lnTo>
                    <a:lnTo>
                      <a:pt x="118" y="337"/>
                    </a:lnTo>
                    <a:lnTo>
                      <a:pt x="112" y="319"/>
                    </a:lnTo>
                    <a:lnTo>
                      <a:pt x="107" y="299"/>
                    </a:lnTo>
                    <a:lnTo>
                      <a:pt x="103" y="279"/>
                    </a:lnTo>
                    <a:lnTo>
                      <a:pt x="98" y="259"/>
                    </a:lnTo>
                    <a:lnTo>
                      <a:pt x="95" y="240"/>
                    </a:lnTo>
                    <a:lnTo>
                      <a:pt x="93" y="219"/>
                    </a:lnTo>
                    <a:lnTo>
                      <a:pt x="92" y="198"/>
                    </a:lnTo>
                    <a:lnTo>
                      <a:pt x="92" y="177"/>
                    </a:lnTo>
                    <a:lnTo>
                      <a:pt x="92" y="149"/>
                    </a:lnTo>
                    <a:lnTo>
                      <a:pt x="95" y="121"/>
                    </a:lnTo>
                    <a:lnTo>
                      <a:pt x="98" y="94"/>
                    </a:lnTo>
                    <a:lnTo>
                      <a:pt x="104" y="68"/>
                    </a:lnTo>
                    <a:lnTo>
                      <a:pt x="85" y="51"/>
                    </a:lnTo>
                    <a:lnTo>
                      <a:pt x="66" y="33"/>
                    </a:lnTo>
                    <a:lnTo>
                      <a:pt x="47" y="1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CED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6" name="Freeform 97"/>
              <p:cNvSpPr>
                <a:spLocks/>
              </p:cNvSpPr>
              <p:nvPr/>
            </p:nvSpPr>
            <p:spPr bwMode="auto">
              <a:xfrm>
                <a:off x="1313" y="1611"/>
                <a:ext cx="50" cy="84"/>
              </a:xfrm>
              <a:custGeom>
                <a:avLst/>
                <a:gdLst>
                  <a:gd name="T0" fmla="*/ 0 w 400"/>
                  <a:gd name="T1" fmla="*/ 0 h 676"/>
                  <a:gd name="T2" fmla="*/ 0 w 400"/>
                  <a:gd name="T3" fmla="*/ 1 h 676"/>
                  <a:gd name="T4" fmla="*/ 0 w 400"/>
                  <a:gd name="T5" fmla="*/ 1 h 676"/>
                  <a:gd name="T6" fmla="*/ 0 w 400"/>
                  <a:gd name="T7" fmla="*/ 2 h 676"/>
                  <a:gd name="T8" fmla="*/ 0 w 400"/>
                  <a:gd name="T9" fmla="*/ 3 h 676"/>
                  <a:gd name="T10" fmla="*/ 0 w 400"/>
                  <a:gd name="T11" fmla="*/ 3 h 676"/>
                  <a:gd name="T12" fmla="*/ 0 w 400"/>
                  <a:gd name="T13" fmla="*/ 4 h 676"/>
                  <a:gd name="T14" fmla="*/ 0 w 400"/>
                  <a:gd name="T15" fmla="*/ 5 h 676"/>
                  <a:gd name="T16" fmla="*/ 1 w 400"/>
                  <a:gd name="T17" fmla="*/ 5 h 676"/>
                  <a:gd name="T18" fmla="*/ 1 w 400"/>
                  <a:gd name="T19" fmla="*/ 6 h 676"/>
                  <a:gd name="T20" fmla="*/ 1 w 400"/>
                  <a:gd name="T21" fmla="*/ 7 h 676"/>
                  <a:gd name="T22" fmla="*/ 2 w 400"/>
                  <a:gd name="T23" fmla="*/ 7 h 676"/>
                  <a:gd name="T24" fmla="*/ 2 w 400"/>
                  <a:gd name="T25" fmla="*/ 8 h 676"/>
                  <a:gd name="T26" fmla="*/ 3 w 400"/>
                  <a:gd name="T27" fmla="*/ 8 h 676"/>
                  <a:gd name="T28" fmla="*/ 3 w 400"/>
                  <a:gd name="T29" fmla="*/ 9 h 676"/>
                  <a:gd name="T30" fmla="*/ 3 w 400"/>
                  <a:gd name="T31" fmla="*/ 9 h 676"/>
                  <a:gd name="T32" fmla="*/ 4 w 400"/>
                  <a:gd name="T33" fmla="*/ 9 h 676"/>
                  <a:gd name="T34" fmla="*/ 5 w 400"/>
                  <a:gd name="T35" fmla="*/ 10 h 676"/>
                  <a:gd name="T36" fmla="*/ 5 w 400"/>
                  <a:gd name="T37" fmla="*/ 10 h 676"/>
                  <a:gd name="T38" fmla="*/ 6 w 400"/>
                  <a:gd name="T39" fmla="*/ 10 h 676"/>
                  <a:gd name="T40" fmla="*/ 6 w 400"/>
                  <a:gd name="T41" fmla="*/ 10 h 676"/>
                  <a:gd name="T42" fmla="*/ 6 w 400"/>
                  <a:gd name="T43" fmla="*/ 9 h 676"/>
                  <a:gd name="T44" fmla="*/ 6 w 400"/>
                  <a:gd name="T45" fmla="*/ 9 h 676"/>
                  <a:gd name="T46" fmla="*/ 5 w 400"/>
                  <a:gd name="T47" fmla="*/ 8 h 676"/>
                  <a:gd name="T48" fmla="*/ 5 w 400"/>
                  <a:gd name="T49" fmla="*/ 8 h 676"/>
                  <a:gd name="T50" fmla="*/ 4 w 400"/>
                  <a:gd name="T51" fmla="*/ 8 h 676"/>
                  <a:gd name="T52" fmla="*/ 4 w 400"/>
                  <a:gd name="T53" fmla="*/ 8 h 676"/>
                  <a:gd name="T54" fmla="*/ 3 w 400"/>
                  <a:gd name="T55" fmla="*/ 7 h 676"/>
                  <a:gd name="T56" fmla="*/ 3 w 400"/>
                  <a:gd name="T57" fmla="*/ 7 h 676"/>
                  <a:gd name="T58" fmla="*/ 3 w 400"/>
                  <a:gd name="T59" fmla="*/ 6 h 676"/>
                  <a:gd name="T60" fmla="*/ 3 w 400"/>
                  <a:gd name="T61" fmla="*/ 6 h 676"/>
                  <a:gd name="T62" fmla="*/ 2 w 400"/>
                  <a:gd name="T63" fmla="*/ 6 h 676"/>
                  <a:gd name="T64" fmla="*/ 2 w 400"/>
                  <a:gd name="T65" fmla="*/ 5 h 676"/>
                  <a:gd name="T66" fmla="*/ 2 w 400"/>
                  <a:gd name="T67" fmla="*/ 5 h 676"/>
                  <a:gd name="T68" fmla="*/ 2 w 400"/>
                  <a:gd name="T69" fmla="*/ 4 h 676"/>
                  <a:gd name="T70" fmla="*/ 2 w 400"/>
                  <a:gd name="T71" fmla="*/ 4 h 676"/>
                  <a:gd name="T72" fmla="*/ 2 w 400"/>
                  <a:gd name="T73" fmla="*/ 3 h 676"/>
                  <a:gd name="T74" fmla="*/ 2 w 400"/>
                  <a:gd name="T75" fmla="*/ 2 h 676"/>
                  <a:gd name="T76" fmla="*/ 2 w 400"/>
                  <a:gd name="T77" fmla="*/ 2 h 676"/>
                  <a:gd name="T78" fmla="*/ 2 w 400"/>
                  <a:gd name="T79" fmla="*/ 1 h 676"/>
                  <a:gd name="T80" fmla="*/ 1 w 400"/>
                  <a:gd name="T81" fmla="*/ 1 h 676"/>
                  <a:gd name="T82" fmla="*/ 1 w 400"/>
                  <a:gd name="T83" fmla="*/ 0 h 6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00"/>
                  <a:gd name="T127" fmla="*/ 0 h 676"/>
                  <a:gd name="T128" fmla="*/ 400 w 400"/>
                  <a:gd name="T129" fmla="*/ 676 h 6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00" h="676">
                    <a:moveTo>
                      <a:pt x="20" y="0"/>
                    </a:moveTo>
                    <a:lnTo>
                      <a:pt x="16" y="18"/>
                    </a:lnTo>
                    <a:lnTo>
                      <a:pt x="12" y="35"/>
                    </a:lnTo>
                    <a:lnTo>
                      <a:pt x="9" y="53"/>
                    </a:lnTo>
                    <a:lnTo>
                      <a:pt x="6" y="72"/>
                    </a:lnTo>
                    <a:lnTo>
                      <a:pt x="4" y="89"/>
                    </a:lnTo>
                    <a:lnTo>
                      <a:pt x="3" y="108"/>
                    </a:lnTo>
                    <a:lnTo>
                      <a:pt x="2" y="127"/>
                    </a:lnTo>
                    <a:lnTo>
                      <a:pt x="0" y="145"/>
                    </a:lnTo>
                    <a:lnTo>
                      <a:pt x="2" y="169"/>
                    </a:lnTo>
                    <a:lnTo>
                      <a:pt x="3" y="192"/>
                    </a:lnTo>
                    <a:lnTo>
                      <a:pt x="6" y="215"/>
                    </a:lnTo>
                    <a:lnTo>
                      <a:pt x="9" y="238"/>
                    </a:lnTo>
                    <a:lnTo>
                      <a:pt x="13" y="261"/>
                    </a:lnTo>
                    <a:lnTo>
                      <a:pt x="18" y="282"/>
                    </a:lnTo>
                    <a:lnTo>
                      <a:pt x="24" y="304"/>
                    </a:lnTo>
                    <a:lnTo>
                      <a:pt x="31" y="325"/>
                    </a:lnTo>
                    <a:lnTo>
                      <a:pt x="39" y="346"/>
                    </a:lnTo>
                    <a:lnTo>
                      <a:pt x="47" y="366"/>
                    </a:lnTo>
                    <a:lnTo>
                      <a:pt x="57" y="386"/>
                    </a:lnTo>
                    <a:lnTo>
                      <a:pt x="67" y="406"/>
                    </a:lnTo>
                    <a:lnTo>
                      <a:pt x="77" y="426"/>
                    </a:lnTo>
                    <a:lnTo>
                      <a:pt x="89" y="444"/>
                    </a:lnTo>
                    <a:lnTo>
                      <a:pt x="101" y="462"/>
                    </a:lnTo>
                    <a:lnTo>
                      <a:pt x="114" y="480"/>
                    </a:lnTo>
                    <a:lnTo>
                      <a:pt x="128" y="497"/>
                    </a:lnTo>
                    <a:lnTo>
                      <a:pt x="142" y="514"/>
                    </a:lnTo>
                    <a:lnTo>
                      <a:pt x="157" y="529"/>
                    </a:lnTo>
                    <a:lnTo>
                      <a:pt x="173" y="545"/>
                    </a:lnTo>
                    <a:lnTo>
                      <a:pt x="188" y="560"/>
                    </a:lnTo>
                    <a:lnTo>
                      <a:pt x="205" y="574"/>
                    </a:lnTo>
                    <a:lnTo>
                      <a:pt x="223" y="588"/>
                    </a:lnTo>
                    <a:lnTo>
                      <a:pt x="240" y="600"/>
                    </a:lnTo>
                    <a:lnTo>
                      <a:pt x="259" y="613"/>
                    </a:lnTo>
                    <a:lnTo>
                      <a:pt x="278" y="624"/>
                    </a:lnTo>
                    <a:lnTo>
                      <a:pt x="297" y="634"/>
                    </a:lnTo>
                    <a:lnTo>
                      <a:pt x="317" y="645"/>
                    </a:lnTo>
                    <a:lnTo>
                      <a:pt x="337" y="653"/>
                    </a:lnTo>
                    <a:lnTo>
                      <a:pt x="357" y="661"/>
                    </a:lnTo>
                    <a:lnTo>
                      <a:pt x="378" y="669"/>
                    </a:lnTo>
                    <a:lnTo>
                      <a:pt x="400" y="676"/>
                    </a:lnTo>
                    <a:lnTo>
                      <a:pt x="397" y="650"/>
                    </a:lnTo>
                    <a:lnTo>
                      <a:pt x="393" y="624"/>
                    </a:lnTo>
                    <a:lnTo>
                      <a:pt x="388" y="598"/>
                    </a:lnTo>
                    <a:lnTo>
                      <a:pt x="381" y="572"/>
                    </a:lnTo>
                    <a:lnTo>
                      <a:pt x="366" y="566"/>
                    </a:lnTo>
                    <a:lnTo>
                      <a:pt x="350" y="559"/>
                    </a:lnTo>
                    <a:lnTo>
                      <a:pt x="336" y="550"/>
                    </a:lnTo>
                    <a:lnTo>
                      <a:pt x="321" y="542"/>
                    </a:lnTo>
                    <a:lnTo>
                      <a:pt x="307" y="534"/>
                    </a:lnTo>
                    <a:lnTo>
                      <a:pt x="292" y="524"/>
                    </a:lnTo>
                    <a:lnTo>
                      <a:pt x="279" y="515"/>
                    </a:lnTo>
                    <a:lnTo>
                      <a:pt x="265" y="505"/>
                    </a:lnTo>
                    <a:lnTo>
                      <a:pt x="253" y="493"/>
                    </a:lnTo>
                    <a:lnTo>
                      <a:pt x="239" y="482"/>
                    </a:lnTo>
                    <a:lnTo>
                      <a:pt x="228" y="470"/>
                    </a:lnTo>
                    <a:lnTo>
                      <a:pt x="216" y="459"/>
                    </a:lnTo>
                    <a:lnTo>
                      <a:pt x="205" y="445"/>
                    </a:lnTo>
                    <a:lnTo>
                      <a:pt x="194" y="433"/>
                    </a:lnTo>
                    <a:lnTo>
                      <a:pt x="183" y="419"/>
                    </a:lnTo>
                    <a:lnTo>
                      <a:pt x="174" y="406"/>
                    </a:lnTo>
                    <a:lnTo>
                      <a:pt x="164" y="391"/>
                    </a:lnTo>
                    <a:lnTo>
                      <a:pt x="156" y="378"/>
                    </a:lnTo>
                    <a:lnTo>
                      <a:pt x="148" y="362"/>
                    </a:lnTo>
                    <a:lnTo>
                      <a:pt x="140" y="348"/>
                    </a:lnTo>
                    <a:lnTo>
                      <a:pt x="132" y="332"/>
                    </a:lnTo>
                    <a:lnTo>
                      <a:pt x="126" y="317"/>
                    </a:lnTo>
                    <a:lnTo>
                      <a:pt x="120" y="300"/>
                    </a:lnTo>
                    <a:lnTo>
                      <a:pt x="115" y="284"/>
                    </a:lnTo>
                    <a:lnTo>
                      <a:pt x="109" y="268"/>
                    </a:lnTo>
                    <a:lnTo>
                      <a:pt x="105" y="251"/>
                    </a:lnTo>
                    <a:lnTo>
                      <a:pt x="101" y="234"/>
                    </a:lnTo>
                    <a:lnTo>
                      <a:pt x="98" y="217"/>
                    </a:lnTo>
                    <a:lnTo>
                      <a:pt x="96" y="199"/>
                    </a:lnTo>
                    <a:lnTo>
                      <a:pt x="94" y="182"/>
                    </a:lnTo>
                    <a:lnTo>
                      <a:pt x="93" y="163"/>
                    </a:lnTo>
                    <a:lnTo>
                      <a:pt x="93" y="145"/>
                    </a:lnTo>
                    <a:lnTo>
                      <a:pt x="93" y="128"/>
                    </a:lnTo>
                    <a:lnTo>
                      <a:pt x="94" y="110"/>
                    </a:lnTo>
                    <a:lnTo>
                      <a:pt x="96" y="92"/>
                    </a:lnTo>
                    <a:lnTo>
                      <a:pt x="98" y="75"/>
                    </a:lnTo>
                    <a:lnTo>
                      <a:pt x="79" y="56"/>
                    </a:lnTo>
                    <a:lnTo>
                      <a:pt x="61" y="37"/>
                    </a:lnTo>
                    <a:lnTo>
                      <a:pt x="40" y="1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EDEE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7" name="Freeform 98"/>
              <p:cNvSpPr>
                <a:spLocks/>
              </p:cNvSpPr>
              <p:nvPr/>
            </p:nvSpPr>
            <p:spPr bwMode="auto">
              <a:xfrm>
                <a:off x="1319" y="1616"/>
                <a:ext cx="43" cy="73"/>
              </a:xfrm>
              <a:custGeom>
                <a:avLst/>
                <a:gdLst>
                  <a:gd name="T0" fmla="*/ 0 w 346"/>
                  <a:gd name="T1" fmla="*/ 0 h 589"/>
                  <a:gd name="T2" fmla="*/ 0 w 346"/>
                  <a:gd name="T3" fmla="*/ 1 h 589"/>
                  <a:gd name="T4" fmla="*/ 0 w 346"/>
                  <a:gd name="T5" fmla="*/ 2 h 589"/>
                  <a:gd name="T6" fmla="*/ 0 w 346"/>
                  <a:gd name="T7" fmla="*/ 3 h 589"/>
                  <a:gd name="T8" fmla="*/ 0 w 346"/>
                  <a:gd name="T9" fmla="*/ 3 h 589"/>
                  <a:gd name="T10" fmla="*/ 0 w 346"/>
                  <a:gd name="T11" fmla="*/ 4 h 589"/>
                  <a:gd name="T12" fmla="*/ 0 w 346"/>
                  <a:gd name="T13" fmla="*/ 4 h 589"/>
                  <a:gd name="T14" fmla="*/ 1 w 346"/>
                  <a:gd name="T15" fmla="*/ 5 h 589"/>
                  <a:gd name="T16" fmla="*/ 1 w 346"/>
                  <a:gd name="T17" fmla="*/ 5 h 589"/>
                  <a:gd name="T18" fmla="*/ 1 w 346"/>
                  <a:gd name="T19" fmla="*/ 6 h 589"/>
                  <a:gd name="T20" fmla="*/ 2 w 346"/>
                  <a:gd name="T21" fmla="*/ 7 h 589"/>
                  <a:gd name="T22" fmla="*/ 2 w 346"/>
                  <a:gd name="T23" fmla="*/ 7 h 589"/>
                  <a:gd name="T24" fmla="*/ 2 w 346"/>
                  <a:gd name="T25" fmla="*/ 7 h 589"/>
                  <a:gd name="T26" fmla="*/ 3 w 346"/>
                  <a:gd name="T27" fmla="*/ 8 h 589"/>
                  <a:gd name="T28" fmla="*/ 3 w 346"/>
                  <a:gd name="T29" fmla="*/ 8 h 589"/>
                  <a:gd name="T30" fmla="*/ 4 w 346"/>
                  <a:gd name="T31" fmla="*/ 8 h 589"/>
                  <a:gd name="T32" fmla="*/ 4 w 346"/>
                  <a:gd name="T33" fmla="*/ 9 h 589"/>
                  <a:gd name="T34" fmla="*/ 5 w 346"/>
                  <a:gd name="T35" fmla="*/ 9 h 589"/>
                  <a:gd name="T36" fmla="*/ 5 w 346"/>
                  <a:gd name="T37" fmla="*/ 9 h 589"/>
                  <a:gd name="T38" fmla="*/ 5 w 346"/>
                  <a:gd name="T39" fmla="*/ 8 h 589"/>
                  <a:gd name="T40" fmla="*/ 5 w 346"/>
                  <a:gd name="T41" fmla="*/ 7 h 589"/>
                  <a:gd name="T42" fmla="*/ 4 w 346"/>
                  <a:gd name="T43" fmla="*/ 7 h 589"/>
                  <a:gd name="T44" fmla="*/ 3 w 346"/>
                  <a:gd name="T45" fmla="*/ 6 h 589"/>
                  <a:gd name="T46" fmla="*/ 3 w 346"/>
                  <a:gd name="T47" fmla="*/ 5 h 589"/>
                  <a:gd name="T48" fmla="*/ 2 w 346"/>
                  <a:gd name="T49" fmla="*/ 5 h 589"/>
                  <a:gd name="T50" fmla="*/ 2 w 346"/>
                  <a:gd name="T51" fmla="*/ 4 h 589"/>
                  <a:gd name="T52" fmla="*/ 2 w 346"/>
                  <a:gd name="T53" fmla="*/ 3 h 589"/>
                  <a:gd name="T54" fmla="*/ 1 w 346"/>
                  <a:gd name="T55" fmla="*/ 2 h 589"/>
                  <a:gd name="T56" fmla="*/ 1 w 346"/>
                  <a:gd name="T57" fmla="*/ 2 h 589"/>
                  <a:gd name="T58" fmla="*/ 1 w 346"/>
                  <a:gd name="T59" fmla="*/ 1 h 589"/>
                  <a:gd name="T60" fmla="*/ 1 w 346"/>
                  <a:gd name="T61" fmla="*/ 1 h 589"/>
                  <a:gd name="T62" fmla="*/ 0 w 346"/>
                  <a:gd name="T63" fmla="*/ 0 h 58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46"/>
                  <a:gd name="T97" fmla="*/ 0 h 589"/>
                  <a:gd name="T98" fmla="*/ 346 w 346"/>
                  <a:gd name="T99" fmla="*/ 589 h 58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46" h="589">
                    <a:moveTo>
                      <a:pt x="12" y="0"/>
                    </a:moveTo>
                    <a:lnTo>
                      <a:pt x="6" y="26"/>
                    </a:lnTo>
                    <a:lnTo>
                      <a:pt x="3" y="53"/>
                    </a:lnTo>
                    <a:lnTo>
                      <a:pt x="0" y="81"/>
                    </a:lnTo>
                    <a:lnTo>
                      <a:pt x="0" y="109"/>
                    </a:lnTo>
                    <a:lnTo>
                      <a:pt x="0" y="130"/>
                    </a:lnTo>
                    <a:lnTo>
                      <a:pt x="1" y="151"/>
                    </a:lnTo>
                    <a:lnTo>
                      <a:pt x="3" y="172"/>
                    </a:lnTo>
                    <a:lnTo>
                      <a:pt x="6" y="191"/>
                    </a:lnTo>
                    <a:lnTo>
                      <a:pt x="11" y="211"/>
                    </a:lnTo>
                    <a:lnTo>
                      <a:pt x="15" y="231"/>
                    </a:lnTo>
                    <a:lnTo>
                      <a:pt x="20" y="251"/>
                    </a:lnTo>
                    <a:lnTo>
                      <a:pt x="26" y="269"/>
                    </a:lnTo>
                    <a:lnTo>
                      <a:pt x="32" y="288"/>
                    </a:lnTo>
                    <a:lnTo>
                      <a:pt x="40" y="307"/>
                    </a:lnTo>
                    <a:lnTo>
                      <a:pt x="48" y="324"/>
                    </a:lnTo>
                    <a:lnTo>
                      <a:pt x="56" y="342"/>
                    </a:lnTo>
                    <a:lnTo>
                      <a:pt x="66" y="359"/>
                    </a:lnTo>
                    <a:lnTo>
                      <a:pt x="76" y="376"/>
                    </a:lnTo>
                    <a:lnTo>
                      <a:pt x="86" y="392"/>
                    </a:lnTo>
                    <a:lnTo>
                      <a:pt x="98" y="408"/>
                    </a:lnTo>
                    <a:lnTo>
                      <a:pt x="109" y="424"/>
                    </a:lnTo>
                    <a:lnTo>
                      <a:pt x="122" y="438"/>
                    </a:lnTo>
                    <a:lnTo>
                      <a:pt x="134" y="453"/>
                    </a:lnTo>
                    <a:lnTo>
                      <a:pt x="148" y="466"/>
                    </a:lnTo>
                    <a:lnTo>
                      <a:pt x="162" y="480"/>
                    </a:lnTo>
                    <a:lnTo>
                      <a:pt x="177" y="493"/>
                    </a:lnTo>
                    <a:lnTo>
                      <a:pt x="191" y="506"/>
                    </a:lnTo>
                    <a:lnTo>
                      <a:pt x="207" y="517"/>
                    </a:lnTo>
                    <a:lnTo>
                      <a:pt x="222" y="529"/>
                    </a:lnTo>
                    <a:lnTo>
                      <a:pt x="239" y="539"/>
                    </a:lnTo>
                    <a:lnTo>
                      <a:pt x="255" y="550"/>
                    </a:lnTo>
                    <a:lnTo>
                      <a:pt x="273" y="559"/>
                    </a:lnTo>
                    <a:lnTo>
                      <a:pt x="291" y="567"/>
                    </a:lnTo>
                    <a:lnTo>
                      <a:pt x="308" y="575"/>
                    </a:lnTo>
                    <a:lnTo>
                      <a:pt x="327" y="583"/>
                    </a:lnTo>
                    <a:lnTo>
                      <a:pt x="346" y="589"/>
                    </a:lnTo>
                    <a:lnTo>
                      <a:pt x="341" y="561"/>
                    </a:lnTo>
                    <a:lnTo>
                      <a:pt x="334" y="534"/>
                    </a:lnTo>
                    <a:lnTo>
                      <a:pt x="327" y="506"/>
                    </a:lnTo>
                    <a:lnTo>
                      <a:pt x="319" y="479"/>
                    </a:lnTo>
                    <a:lnTo>
                      <a:pt x="294" y="465"/>
                    </a:lnTo>
                    <a:lnTo>
                      <a:pt x="271" y="450"/>
                    </a:lnTo>
                    <a:lnTo>
                      <a:pt x="248" y="433"/>
                    </a:lnTo>
                    <a:lnTo>
                      <a:pt x="226" y="415"/>
                    </a:lnTo>
                    <a:lnTo>
                      <a:pt x="207" y="396"/>
                    </a:lnTo>
                    <a:lnTo>
                      <a:pt x="188" y="374"/>
                    </a:lnTo>
                    <a:lnTo>
                      <a:pt x="170" y="352"/>
                    </a:lnTo>
                    <a:lnTo>
                      <a:pt x="155" y="329"/>
                    </a:lnTo>
                    <a:lnTo>
                      <a:pt x="140" y="305"/>
                    </a:lnTo>
                    <a:lnTo>
                      <a:pt x="128" y="280"/>
                    </a:lnTo>
                    <a:lnTo>
                      <a:pt x="117" y="253"/>
                    </a:lnTo>
                    <a:lnTo>
                      <a:pt x="108" y="226"/>
                    </a:lnTo>
                    <a:lnTo>
                      <a:pt x="101" y="198"/>
                    </a:lnTo>
                    <a:lnTo>
                      <a:pt x="96" y="169"/>
                    </a:lnTo>
                    <a:lnTo>
                      <a:pt x="95" y="154"/>
                    </a:lnTo>
                    <a:lnTo>
                      <a:pt x="93" y="140"/>
                    </a:lnTo>
                    <a:lnTo>
                      <a:pt x="93" y="125"/>
                    </a:lnTo>
                    <a:lnTo>
                      <a:pt x="92" y="109"/>
                    </a:lnTo>
                    <a:lnTo>
                      <a:pt x="92" y="97"/>
                    </a:lnTo>
                    <a:lnTo>
                      <a:pt x="93" y="84"/>
                    </a:lnTo>
                    <a:lnTo>
                      <a:pt x="73" y="63"/>
                    </a:lnTo>
                    <a:lnTo>
                      <a:pt x="53" y="42"/>
                    </a:lnTo>
                    <a:lnTo>
                      <a:pt x="33" y="2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EE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8" name="Freeform 99"/>
              <p:cNvSpPr>
                <a:spLocks/>
              </p:cNvSpPr>
              <p:nvPr/>
            </p:nvSpPr>
            <p:spPr bwMode="auto">
              <a:xfrm>
                <a:off x="1324" y="1620"/>
                <a:ext cx="36" cy="63"/>
              </a:xfrm>
              <a:custGeom>
                <a:avLst/>
                <a:gdLst>
                  <a:gd name="T0" fmla="*/ 0 w 288"/>
                  <a:gd name="T1" fmla="*/ 0 h 497"/>
                  <a:gd name="T2" fmla="*/ 0 w 288"/>
                  <a:gd name="T3" fmla="*/ 0 h 497"/>
                  <a:gd name="T4" fmla="*/ 0 w 288"/>
                  <a:gd name="T5" fmla="*/ 1 h 497"/>
                  <a:gd name="T6" fmla="*/ 0 w 288"/>
                  <a:gd name="T7" fmla="*/ 1 h 497"/>
                  <a:gd name="T8" fmla="*/ 0 w 288"/>
                  <a:gd name="T9" fmla="*/ 1 h 497"/>
                  <a:gd name="T10" fmla="*/ 0 w 288"/>
                  <a:gd name="T11" fmla="*/ 1 h 497"/>
                  <a:gd name="T12" fmla="*/ 0 w 288"/>
                  <a:gd name="T13" fmla="*/ 2 h 497"/>
                  <a:gd name="T14" fmla="*/ 0 w 288"/>
                  <a:gd name="T15" fmla="*/ 2 h 497"/>
                  <a:gd name="T16" fmla="*/ 0 w 288"/>
                  <a:gd name="T17" fmla="*/ 2 h 497"/>
                  <a:gd name="T18" fmla="*/ 0 w 288"/>
                  <a:gd name="T19" fmla="*/ 3 h 497"/>
                  <a:gd name="T20" fmla="*/ 0 w 288"/>
                  <a:gd name="T21" fmla="*/ 3 h 497"/>
                  <a:gd name="T22" fmla="*/ 0 w 288"/>
                  <a:gd name="T23" fmla="*/ 3 h 497"/>
                  <a:gd name="T24" fmla="*/ 0 w 288"/>
                  <a:gd name="T25" fmla="*/ 3 h 497"/>
                  <a:gd name="T26" fmla="*/ 0 w 288"/>
                  <a:gd name="T27" fmla="*/ 4 h 497"/>
                  <a:gd name="T28" fmla="*/ 1 w 288"/>
                  <a:gd name="T29" fmla="*/ 4 h 497"/>
                  <a:gd name="T30" fmla="*/ 1 w 288"/>
                  <a:gd name="T31" fmla="*/ 4 h 497"/>
                  <a:gd name="T32" fmla="*/ 1 w 288"/>
                  <a:gd name="T33" fmla="*/ 4 h 497"/>
                  <a:gd name="T34" fmla="*/ 1 w 288"/>
                  <a:gd name="T35" fmla="*/ 5 h 497"/>
                  <a:gd name="T36" fmla="*/ 1 w 288"/>
                  <a:gd name="T37" fmla="*/ 5 h 497"/>
                  <a:gd name="T38" fmla="*/ 1 w 288"/>
                  <a:gd name="T39" fmla="*/ 5 h 497"/>
                  <a:gd name="T40" fmla="*/ 1 w 288"/>
                  <a:gd name="T41" fmla="*/ 5 h 497"/>
                  <a:gd name="T42" fmla="*/ 1 w 288"/>
                  <a:gd name="T43" fmla="*/ 6 h 497"/>
                  <a:gd name="T44" fmla="*/ 2 w 288"/>
                  <a:gd name="T45" fmla="*/ 6 h 497"/>
                  <a:gd name="T46" fmla="*/ 2 w 288"/>
                  <a:gd name="T47" fmla="*/ 6 h 497"/>
                  <a:gd name="T48" fmla="*/ 2 w 288"/>
                  <a:gd name="T49" fmla="*/ 6 h 497"/>
                  <a:gd name="T50" fmla="*/ 2 w 288"/>
                  <a:gd name="T51" fmla="*/ 6 h 497"/>
                  <a:gd name="T52" fmla="*/ 2 w 288"/>
                  <a:gd name="T53" fmla="*/ 7 h 497"/>
                  <a:gd name="T54" fmla="*/ 2 w 288"/>
                  <a:gd name="T55" fmla="*/ 7 h 497"/>
                  <a:gd name="T56" fmla="*/ 3 w 288"/>
                  <a:gd name="T57" fmla="*/ 7 h 497"/>
                  <a:gd name="T58" fmla="*/ 3 w 288"/>
                  <a:gd name="T59" fmla="*/ 7 h 497"/>
                  <a:gd name="T60" fmla="*/ 3 w 288"/>
                  <a:gd name="T61" fmla="*/ 7 h 497"/>
                  <a:gd name="T62" fmla="*/ 3 w 288"/>
                  <a:gd name="T63" fmla="*/ 7 h 497"/>
                  <a:gd name="T64" fmla="*/ 3 w 288"/>
                  <a:gd name="T65" fmla="*/ 7 h 497"/>
                  <a:gd name="T66" fmla="*/ 4 w 288"/>
                  <a:gd name="T67" fmla="*/ 8 h 497"/>
                  <a:gd name="T68" fmla="*/ 4 w 288"/>
                  <a:gd name="T69" fmla="*/ 8 h 497"/>
                  <a:gd name="T70" fmla="*/ 4 w 288"/>
                  <a:gd name="T71" fmla="*/ 8 h 497"/>
                  <a:gd name="T72" fmla="*/ 5 w 288"/>
                  <a:gd name="T73" fmla="*/ 8 h 497"/>
                  <a:gd name="T74" fmla="*/ 4 w 288"/>
                  <a:gd name="T75" fmla="*/ 7 h 497"/>
                  <a:gd name="T76" fmla="*/ 4 w 288"/>
                  <a:gd name="T77" fmla="*/ 7 h 497"/>
                  <a:gd name="T78" fmla="*/ 4 w 288"/>
                  <a:gd name="T79" fmla="*/ 6 h 497"/>
                  <a:gd name="T80" fmla="*/ 4 w 288"/>
                  <a:gd name="T81" fmla="*/ 6 h 497"/>
                  <a:gd name="T82" fmla="*/ 4 w 288"/>
                  <a:gd name="T83" fmla="*/ 6 h 497"/>
                  <a:gd name="T84" fmla="*/ 3 w 288"/>
                  <a:gd name="T85" fmla="*/ 6 h 497"/>
                  <a:gd name="T86" fmla="*/ 3 w 288"/>
                  <a:gd name="T87" fmla="*/ 5 h 497"/>
                  <a:gd name="T88" fmla="*/ 3 w 288"/>
                  <a:gd name="T89" fmla="*/ 5 h 497"/>
                  <a:gd name="T90" fmla="*/ 3 w 288"/>
                  <a:gd name="T91" fmla="*/ 5 h 497"/>
                  <a:gd name="T92" fmla="*/ 2 w 288"/>
                  <a:gd name="T93" fmla="*/ 5 h 497"/>
                  <a:gd name="T94" fmla="*/ 2 w 288"/>
                  <a:gd name="T95" fmla="*/ 4 h 497"/>
                  <a:gd name="T96" fmla="*/ 2 w 288"/>
                  <a:gd name="T97" fmla="*/ 4 h 497"/>
                  <a:gd name="T98" fmla="*/ 2 w 288"/>
                  <a:gd name="T99" fmla="*/ 4 h 497"/>
                  <a:gd name="T100" fmla="*/ 2 w 288"/>
                  <a:gd name="T101" fmla="*/ 4 h 497"/>
                  <a:gd name="T102" fmla="*/ 2 w 288"/>
                  <a:gd name="T103" fmla="*/ 3 h 497"/>
                  <a:gd name="T104" fmla="*/ 2 w 288"/>
                  <a:gd name="T105" fmla="*/ 3 h 497"/>
                  <a:gd name="T106" fmla="*/ 2 w 288"/>
                  <a:gd name="T107" fmla="*/ 3 h 497"/>
                  <a:gd name="T108" fmla="*/ 1 w 288"/>
                  <a:gd name="T109" fmla="*/ 2 h 497"/>
                  <a:gd name="T110" fmla="*/ 1 w 288"/>
                  <a:gd name="T111" fmla="*/ 2 h 497"/>
                  <a:gd name="T112" fmla="*/ 1 w 288"/>
                  <a:gd name="T113" fmla="*/ 2 h 497"/>
                  <a:gd name="T114" fmla="*/ 1 w 288"/>
                  <a:gd name="T115" fmla="*/ 1 h 497"/>
                  <a:gd name="T116" fmla="*/ 1 w 288"/>
                  <a:gd name="T117" fmla="*/ 1 h 497"/>
                  <a:gd name="T118" fmla="*/ 0 w 288"/>
                  <a:gd name="T119" fmla="*/ 0 h 497"/>
                  <a:gd name="T120" fmla="*/ 0 w 288"/>
                  <a:gd name="T121" fmla="*/ 0 h 49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8"/>
                  <a:gd name="T184" fmla="*/ 0 h 497"/>
                  <a:gd name="T185" fmla="*/ 288 w 288"/>
                  <a:gd name="T186" fmla="*/ 497 h 49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8" h="497">
                    <a:moveTo>
                      <a:pt x="5" y="0"/>
                    </a:moveTo>
                    <a:lnTo>
                      <a:pt x="3" y="17"/>
                    </a:lnTo>
                    <a:lnTo>
                      <a:pt x="1" y="35"/>
                    </a:lnTo>
                    <a:lnTo>
                      <a:pt x="0" y="53"/>
                    </a:lnTo>
                    <a:lnTo>
                      <a:pt x="0" y="70"/>
                    </a:lnTo>
                    <a:lnTo>
                      <a:pt x="0" y="88"/>
                    </a:lnTo>
                    <a:lnTo>
                      <a:pt x="1" y="107"/>
                    </a:lnTo>
                    <a:lnTo>
                      <a:pt x="3" y="124"/>
                    </a:lnTo>
                    <a:lnTo>
                      <a:pt x="5" y="142"/>
                    </a:lnTo>
                    <a:lnTo>
                      <a:pt x="8" y="159"/>
                    </a:lnTo>
                    <a:lnTo>
                      <a:pt x="12" y="176"/>
                    </a:lnTo>
                    <a:lnTo>
                      <a:pt x="16" y="193"/>
                    </a:lnTo>
                    <a:lnTo>
                      <a:pt x="22" y="209"/>
                    </a:lnTo>
                    <a:lnTo>
                      <a:pt x="27" y="225"/>
                    </a:lnTo>
                    <a:lnTo>
                      <a:pt x="33" y="242"/>
                    </a:lnTo>
                    <a:lnTo>
                      <a:pt x="39" y="257"/>
                    </a:lnTo>
                    <a:lnTo>
                      <a:pt x="47" y="273"/>
                    </a:lnTo>
                    <a:lnTo>
                      <a:pt x="55" y="287"/>
                    </a:lnTo>
                    <a:lnTo>
                      <a:pt x="63" y="303"/>
                    </a:lnTo>
                    <a:lnTo>
                      <a:pt x="71" y="316"/>
                    </a:lnTo>
                    <a:lnTo>
                      <a:pt x="81" y="331"/>
                    </a:lnTo>
                    <a:lnTo>
                      <a:pt x="90" y="344"/>
                    </a:lnTo>
                    <a:lnTo>
                      <a:pt x="101" y="358"/>
                    </a:lnTo>
                    <a:lnTo>
                      <a:pt x="112" y="370"/>
                    </a:lnTo>
                    <a:lnTo>
                      <a:pt x="123" y="384"/>
                    </a:lnTo>
                    <a:lnTo>
                      <a:pt x="135" y="395"/>
                    </a:lnTo>
                    <a:lnTo>
                      <a:pt x="146" y="407"/>
                    </a:lnTo>
                    <a:lnTo>
                      <a:pt x="160" y="418"/>
                    </a:lnTo>
                    <a:lnTo>
                      <a:pt x="172" y="430"/>
                    </a:lnTo>
                    <a:lnTo>
                      <a:pt x="186" y="440"/>
                    </a:lnTo>
                    <a:lnTo>
                      <a:pt x="199" y="449"/>
                    </a:lnTo>
                    <a:lnTo>
                      <a:pt x="214" y="459"/>
                    </a:lnTo>
                    <a:lnTo>
                      <a:pt x="228" y="467"/>
                    </a:lnTo>
                    <a:lnTo>
                      <a:pt x="243" y="475"/>
                    </a:lnTo>
                    <a:lnTo>
                      <a:pt x="257" y="484"/>
                    </a:lnTo>
                    <a:lnTo>
                      <a:pt x="273" y="491"/>
                    </a:lnTo>
                    <a:lnTo>
                      <a:pt x="288" y="497"/>
                    </a:lnTo>
                    <a:lnTo>
                      <a:pt x="280" y="466"/>
                    </a:lnTo>
                    <a:lnTo>
                      <a:pt x="272" y="435"/>
                    </a:lnTo>
                    <a:lnTo>
                      <a:pt x="261" y="404"/>
                    </a:lnTo>
                    <a:lnTo>
                      <a:pt x="250" y="372"/>
                    </a:lnTo>
                    <a:lnTo>
                      <a:pt x="233" y="360"/>
                    </a:lnTo>
                    <a:lnTo>
                      <a:pt x="218" y="348"/>
                    </a:lnTo>
                    <a:lnTo>
                      <a:pt x="203" y="334"/>
                    </a:lnTo>
                    <a:lnTo>
                      <a:pt x="190" y="320"/>
                    </a:lnTo>
                    <a:lnTo>
                      <a:pt x="176" y="305"/>
                    </a:lnTo>
                    <a:lnTo>
                      <a:pt x="164" y="289"/>
                    </a:lnTo>
                    <a:lnTo>
                      <a:pt x="152" y="273"/>
                    </a:lnTo>
                    <a:lnTo>
                      <a:pt x="142" y="256"/>
                    </a:lnTo>
                    <a:lnTo>
                      <a:pt x="133" y="239"/>
                    </a:lnTo>
                    <a:lnTo>
                      <a:pt x="123" y="220"/>
                    </a:lnTo>
                    <a:lnTo>
                      <a:pt x="116" y="201"/>
                    </a:lnTo>
                    <a:lnTo>
                      <a:pt x="109" y="183"/>
                    </a:lnTo>
                    <a:lnTo>
                      <a:pt x="104" y="163"/>
                    </a:lnTo>
                    <a:lnTo>
                      <a:pt x="98" y="142"/>
                    </a:lnTo>
                    <a:lnTo>
                      <a:pt x="95" y="122"/>
                    </a:lnTo>
                    <a:lnTo>
                      <a:pt x="93" y="101"/>
                    </a:lnTo>
                    <a:lnTo>
                      <a:pt x="72" y="76"/>
                    </a:lnTo>
                    <a:lnTo>
                      <a:pt x="51" y="50"/>
                    </a:lnTo>
                    <a:lnTo>
                      <a:pt x="28" y="2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FF0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9" name="Freeform 100"/>
              <p:cNvSpPr>
                <a:spLocks/>
              </p:cNvSpPr>
              <p:nvPr/>
            </p:nvSpPr>
            <p:spPr bwMode="auto">
              <a:xfrm>
                <a:off x="1330" y="1626"/>
                <a:ext cx="28" cy="49"/>
              </a:xfrm>
              <a:custGeom>
                <a:avLst/>
                <a:gdLst>
                  <a:gd name="T0" fmla="*/ 0 w 227"/>
                  <a:gd name="T1" fmla="*/ 0 h 395"/>
                  <a:gd name="T2" fmla="*/ 0 w 227"/>
                  <a:gd name="T3" fmla="*/ 0 h 395"/>
                  <a:gd name="T4" fmla="*/ 0 w 227"/>
                  <a:gd name="T5" fmla="*/ 0 h 395"/>
                  <a:gd name="T6" fmla="*/ 0 w 227"/>
                  <a:gd name="T7" fmla="*/ 1 h 395"/>
                  <a:gd name="T8" fmla="*/ 0 w 227"/>
                  <a:gd name="T9" fmla="*/ 1 h 395"/>
                  <a:gd name="T10" fmla="*/ 0 w 227"/>
                  <a:gd name="T11" fmla="*/ 1 h 395"/>
                  <a:gd name="T12" fmla="*/ 0 w 227"/>
                  <a:gd name="T13" fmla="*/ 1 h 395"/>
                  <a:gd name="T14" fmla="*/ 0 w 227"/>
                  <a:gd name="T15" fmla="*/ 2 h 395"/>
                  <a:gd name="T16" fmla="*/ 0 w 227"/>
                  <a:gd name="T17" fmla="*/ 2 h 395"/>
                  <a:gd name="T18" fmla="*/ 0 w 227"/>
                  <a:gd name="T19" fmla="*/ 3 h 395"/>
                  <a:gd name="T20" fmla="*/ 0 w 227"/>
                  <a:gd name="T21" fmla="*/ 3 h 395"/>
                  <a:gd name="T22" fmla="*/ 1 w 227"/>
                  <a:gd name="T23" fmla="*/ 3 h 395"/>
                  <a:gd name="T24" fmla="*/ 1 w 227"/>
                  <a:gd name="T25" fmla="*/ 4 h 395"/>
                  <a:gd name="T26" fmla="*/ 1 w 227"/>
                  <a:gd name="T27" fmla="*/ 4 h 395"/>
                  <a:gd name="T28" fmla="*/ 1 w 227"/>
                  <a:gd name="T29" fmla="*/ 4 h 395"/>
                  <a:gd name="T30" fmla="*/ 2 w 227"/>
                  <a:gd name="T31" fmla="*/ 5 h 395"/>
                  <a:gd name="T32" fmla="*/ 2 w 227"/>
                  <a:gd name="T33" fmla="*/ 5 h 395"/>
                  <a:gd name="T34" fmla="*/ 2 w 227"/>
                  <a:gd name="T35" fmla="*/ 5 h 395"/>
                  <a:gd name="T36" fmla="*/ 3 w 227"/>
                  <a:gd name="T37" fmla="*/ 6 h 395"/>
                  <a:gd name="T38" fmla="*/ 3 w 227"/>
                  <a:gd name="T39" fmla="*/ 6 h 395"/>
                  <a:gd name="T40" fmla="*/ 3 w 227"/>
                  <a:gd name="T41" fmla="*/ 6 h 395"/>
                  <a:gd name="T42" fmla="*/ 3 w 227"/>
                  <a:gd name="T43" fmla="*/ 6 h 395"/>
                  <a:gd name="T44" fmla="*/ 3 w 227"/>
                  <a:gd name="T45" fmla="*/ 5 h 395"/>
                  <a:gd name="T46" fmla="*/ 3 w 227"/>
                  <a:gd name="T47" fmla="*/ 5 h 395"/>
                  <a:gd name="T48" fmla="*/ 3 w 227"/>
                  <a:gd name="T49" fmla="*/ 5 h 395"/>
                  <a:gd name="T50" fmla="*/ 3 w 227"/>
                  <a:gd name="T51" fmla="*/ 4 h 395"/>
                  <a:gd name="T52" fmla="*/ 3 w 227"/>
                  <a:gd name="T53" fmla="*/ 4 h 395"/>
                  <a:gd name="T54" fmla="*/ 2 w 227"/>
                  <a:gd name="T55" fmla="*/ 3 h 395"/>
                  <a:gd name="T56" fmla="*/ 2 w 227"/>
                  <a:gd name="T57" fmla="*/ 3 h 395"/>
                  <a:gd name="T58" fmla="*/ 2 w 227"/>
                  <a:gd name="T59" fmla="*/ 3 h 395"/>
                  <a:gd name="T60" fmla="*/ 2 w 227"/>
                  <a:gd name="T61" fmla="*/ 3 h 395"/>
                  <a:gd name="T62" fmla="*/ 2 w 227"/>
                  <a:gd name="T63" fmla="*/ 2 h 395"/>
                  <a:gd name="T64" fmla="*/ 1 w 227"/>
                  <a:gd name="T65" fmla="*/ 2 h 395"/>
                  <a:gd name="T66" fmla="*/ 1 w 227"/>
                  <a:gd name="T67" fmla="*/ 2 h 395"/>
                  <a:gd name="T68" fmla="*/ 1 w 227"/>
                  <a:gd name="T69" fmla="*/ 1 h 395"/>
                  <a:gd name="T70" fmla="*/ 1 w 227"/>
                  <a:gd name="T71" fmla="*/ 1 h 395"/>
                  <a:gd name="T72" fmla="*/ 0 w 227"/>
                  <a:gd name="T73" fmla="*/ 1 h 395"/>
                  <a:gd name="T74" fmla="*/ 0 w 227"/>
                  <a:gd name="T75" fmla="*/ 0 h 395"/>
                  <a:gd name="T76" fmla="*/ 0 w 227"/>
                  <a:gd name="T77" fmla="*/ 0 h 39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27"/>
                  <a:gd name="T118" fmla="*/ 0 h 395"/>
                  <a:gd name="T119" fmla="*/ 227 w 227"/>
                  <a:gd name="T120" fmla="*/ 395 h 39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27" h="395">
                    <a:moveTo>
                      <a:pt x="1" y="0"/>
                    </a:moveTo>
                    <a:lnTo>
                      <a:pt x="0" y="13"/>
                    </a:lnTo>
                    <a:lnTo>
                      <a:pt x="0" y="25"/>
                    </a:lnTo>
                    <a:lnTo>
                      <a:pt x="1" y="41"/>
                    </a:lnTo>
                    <a:lnTo>
                      <a:pt x="1" y="56"/>
                    </a:lnTo>
                    <a:lnTo>
                      <a:pt x="3" y="70"/>
                    </a:lnTo>
                    <a:lnTo>
                      <a:pt x="4" y="85"/>
                    </a:lnTo>
                    <a:lnTo>
                      <a:pt x="9" y="114"/>
                    </a:lnTo>
                    <a:lnTo>
                      <a:pt x="16" y="142"/>
                    </a:lnTo>
                    <a:lnTo>
                      <a:pt x="25" y="169"/>
                    </a:lnTo>
                    <a:lnTo>
                      <a:pt x="36" y="196"/>
                    </a:lnTo>
                    <a:lnTo>
                      <a:pt x="48" y="221"/>
                    </a:lnTo>
                    <a:lnTo>
                      <a:pt x="63" y="245"/>
                    </a:lnTo>
                    <a:lnTo>
                      <a:pt x="78" y="268"/>
                    </a:lnTo>
                    <a:lnTo>
                      <a:pt x="96" y="290"/>
                    </a:lnTo>
                    <a:lnTo>
                      <a:pt x="115" y="312"/>
                    </a:lnTo>
                    <a:lnTo>
                      <a:pt x="134" y="331"/>
                    </a:lnTo>
                    <a:lnTo>
                      <a:pt x="156" y="349"/>
                    </a:lnTo>
                    <a:lnTo>
                      <a:pt x="179" y="366"/>
                    </a:lnTo>
                    <a:lnTo>
                      <a:pt x="202" y="381"/>
                    </a:lnTo>
                    <a:lnTo>
                      <a:pt x="227" y="395"/>
                    </a:lnTo>
                    <a:lnTo>
                      <a:pt x="218" y="370"/>
                    </a:lnTo>
                    <a:lnTo>
                      <a:pt x="210" y="345"/>
                    </a:lnTo>
                    <a:lnTo>
                      <a:pt x="201" y="320"/>
                    </a:lnTo>
                    <a:lnTo>
                      <a:pt x="190" y="296"/>
                    </a:lnTo>
                    <a:lnTo>
                      <a:pt x="180" y="271"/>
                    </a:lnTo>
                    <a:lnTo>
                      <a:pt x="169" y="248"/>
                    </a:lnTo>
                    <a:lnTo>
                      <a:pt x="156" y="224"/>
                    </a:lnTo>
                    <a:lnTo>
                      <a:pt x="144" y="200"/>
                    </a:lnTo>
                    <a:lnTo>
                      <a:pt x="135" y="186"/>
                    </a:lnTo>
                    <a:lnTo>
                      <a:pt x="127" y="173"/>
                    </a:lnTo>
                    <a:lnTo>
                      <a:pt x="114" y="150"/>
                    </a:lnTo>
                    <a:lnTo>
                      <a:pt x="99" y="128"/>
                    </a:lnTo>
                    <a:lnTo>
                      <a:pt x="85" y="106"/>
                    </a:lnTo>
                    <a:lnTo>
                      <a:pt x="69" y="85"/>
                    </a:lnTo>
                    <a:lnTo>
                      <a:pt x="52" y="63"/>
                    </a:lnTo>
                    <a:lnTo>
                      <a:pt x="36" y="42"/>
                    </a:lnTo>
                    <a:lnTo>
                      <a:pt x="18" y="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0F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0" name="Freeform 101"/>
              <p:cNvSpPr>
                <a:spLocks/>
              </p:cNvSpPr>
              <p:nvPr/>
            </p:nvSpPr>
            <p:spPr bwMode="auto">
              <a:xfrm>
                <a:off x="1336" y="1633"/>
                <a:ext cx="19" cy="34"/>
              </a:xfrm>
              <a:custGeom>
                <a:avLst/>
                <a:gdLst>
                  <a:gd name="T0" fmla="*/ 0 w 157"/>
                  <a:gd name="T1" fmla="*/ 0 h 271"/>
                  <a:gd name="T2" fmla="*/ 0 w 157"/>
                  <a:gd name="T3" fmla="*/ 0 h 271"/>
                  <a:gd name="T4" fmla="*/ 0 w 157"/>
                  <a:gd name="T5" fmla="*/ 1 h 271"/>
                  <a:gd name="T6" fmla="*/ 0 w 157"/>
                  <a:gd name="T7" fmla="*/ 1 h 271"/>
                  <a:gd name="T8" fmla="*/ 0 w 157"/>
                  <a:gd name="T9" fmla="*/ 1 h 271"/>
                  <a:gd name="T10" fmla="*/ 0 w 157"/>
                  <a:gd name="T11" fmla="*/ 2 h 271"/>
                  <a:gd name="T12" fmla="*/ 0 w 157"/>
                  <a:gd name="T13" fmla="*/ 2 h 271"/>
                  <a:gd name="T14" fmla="*/ 1 w 157"/>
                  <a:gd name="T15" fmla="*/ 2 h 271"/>
                  <a:gd name="T16" fmla="*/ 1 w 157"/>
                  <a:gd name="T17" fmla="*/ 2 h 271"/>
                  <a:gd name="T18" fmla="*/ 1 w 157"/>
                  <a:gd name="T19" fmla="*/ 3 h 271"/>
                  <a:gd name="T20" fmla="*/ 1 w 157"/>
                  <a:gd name="T21" fmla="*/ 3 h 271"/>
                  <a:gd name="T22" fmla="*/ 1 w 157"/>
                  <a:gd name="T23" fmla="*/ 3 h 271"/>
                  <a:gd name="T24" fmla="*/ 1 w 157"/>
                  <a:gd name="T25" fmla="*/ 3 h 271"/>
                  <a:gd name="T26" fmla="*/ 2 w 157"/>
                  <a:gd name="T27" fmla="*/ 4 h 271"/>
                  <a:gd name="T28" fmla="*/ 2 w 157"/>
                  <a:gd name="T29" fmla="*/ 4 h 271"/>
                  <a:gd name="T30" fmla="*/ 2 w 157"/>
                  <a:gd name="T31" fmla="*/ 4 h 271"/>
                  <a:gd name="T32" fmla="*/ 2 w 157"/>
                  <a:gd name="T33" fmla="*/ 4 h 271"/>
                  <a:gd name="T34" fmla="*/ 2 w 157"/>
                  <a:gd name="T35" fmla="*/ 4 h 271"/>
                  <a:gd name="T36" fmla="*/ 2 w 157"/>
                  <a:gd name="T37" fmla="*/ 3 h 271"/>
                  <a:gd name="T38" fmla="*/ 2 w 157"/>
                  <a:gd name="T39" fmla="*/ 3 h 271"/>
                  <a:gd name="T40" fmla="*/ 1 w 157"/>
                  <a:gd name="T41" fmla="*/ 2 h 271"/>
                  <a:gd name="T42" fmla="*/ 1 w 157"/>
                  <a:gd name="T43" fmla="*/ 2 h 271"/>
                  <a:gd name="T44" fmla="*/ 1 w 157"/>
                  <a:gd name="T45" fmla="*/ 1 h 271"/>
                  <a:gd name="T46" fmla="*/ 0 w 157"/>
                  <a:gd name="T47" fmla="*/ 1 h 271"/>
                  <a:gd name="T48" fmla="*/ 0 w 157"/>
                  <a:gd name="T49" fmla="*/ 0 h 27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57"/>
                  <a:gd name="T76" fmla="*/ 0 h 271"/>
                  <a:gd name="T77" fmla="*/ 157 w 157"/>
                  <a:gd name="T78" fmla="*/ 271 h 27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57" h="271">
                    <a:moveTo>
                      <a:pt x="0" y="0"/>
                    </a:moveTo>
                    <a:lnTo>
                      <a:pt x="2" y="21"/>
                    </a:lnTo>
                    <a:lnTo>
                      <a:pt x="5" y="41"/>
                    </a:lnTo>
                    <a:lnTo>
                      <a:pt x="11" y="62"/>
                    </a:lnTo>
                    <a:lnTo>
                      <a:pt x="16" y="82"/>
                    </a:lnTo>
                    <a:lnTo>
                      <a:pt x="23" y="100"/>
                    </a:lnTo>
                    <a:lnTo>
                      <a:pt x="30" y="119"/>
                    </a:lnTo>
                    <a:lnTo>
                      <a:pt x="40" y="138"/>
                    </a:lnTo>
                    <a:lnTo>
                      <a:pt x="49" y="155"/>
                    </a:lnTo>
                    <a:lnTo>
                      <a:pt x="59" y="172"/>
                    </a:lnTo>
                    <a:lnTo>
                      <a:pt x="71" y="188"/>
                    </a:lnTo>
                    <a:lnTo>
                      <a:pt x="83" y="204"/>
                    </a:lnTo>
                    <a:lnTo>
                      <a:pt x="97" y="219"/>
                    </a:lnTo>
                    <a:lnTo>
                      <a:pt x="110" y="233"/>
                    </a:lnTo>
                    <a:lnTo>
                      <a:pt x="125" y="247"/>
                    </a:lnTo>
                    <a:lnTo>
                      <a:pt x="140" y="259"/>
                    </a:lnTo>
                    <a:lnTo>
                      <a:pt x="157" y="271"/>
                    </a:lnTo>
                    <a:lnTo>
                      <a:pt x="141" y="236"/>
                    </a:lnTo>
                    <a:lnTo>
                      <a:pt x="126" y="201"/>
                    </a:lnTo>
                    <a:lnTo>
                      <a:pt x="108" y="166"/>
                    </a:lnTo>
                    <a:lnTo>
                      <a:pt x="89" y="131"/>
                    </a:lnTo>
                    <a:lnTo>
                      <a:pt x="69" y="98"/>
                    </a:lnTo>
                    <a:lnTo>
                      <a:pt x="47" y="65"/>
                    </a:lnTo>
                    <a:lnTo>
                      <a:pt x="24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1" name="Freeform 102"/>
              <p:cNvSpPr>
                <a:spLocks/>
              </p:cNvSpPr>
              <p:nvPr/>
            </p:nvSpPr>
            <p:spPr bwMode="auto">
              <a:xfrm>
                <a:off x="1346" y="1648"/>
                <a:ext cx="2" cy="3"/>
              </a:xfrm>
              <a:custGeom>
                <a:avLst/>
                <a:gdLst>
                  <a:gd name="T0" fmla="*/ 0 w 17"/>
                  <a:gd name="T1" fmla="*/ 0 h 27"/>
                  <a:gd name="T2" fmla="*/ 0 w 17"/>
                  <a:gd name="T3" fmla="*/ 0 h 27"/>
                  <a:gd name="T4" fmla="*/ 0 w 17"/>
                  <a:gd name="T5" fmla="*/ 0 h 27"/>
                  <a:gd name="T6" fmla="*/ 0 w 17"/>
                  <a:gd name="T7" fmla="*/ 0 h 27"/>
                  <a:gd name="T8" fmla="*/ 0 w 1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27"/>
                  <a:gd name="T17" fmla="*/ 17 w 1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27">
                    <a:moveTo>
                      <a:pt x="0" y="0"/>
                    </a:moveTo>
                    <a:lnTo>
                      <a:pt x="8" y="13"/>
                    </a:lnTo>
                    <a:lnTo>
                      <a:pt x="17" y="27"/>
                    </a:lnTo>
                    <a:lnTo>
                      <a:pt x="8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F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2" name="Freeform 103"/>
              <p:cNvSpPr>
                <a:spLocks/>
              </p:cNvSpPr>
              <p:nvPr/>
            </p:nvSpPr>
            <p:spPr bwMode="auto">
              <a:xfrm>
                <a:off x="906" y="1550"/>
                <a:ext cx="457" cy="317"/>
              </a:xfrm>
              <a:custGeom>
                <a:avLst/>
                <a:gdLst>
                  <a:gd name="T0" fmla="*/ 31 w 3660"/>
                  <a:gd name="T1" fmla="*/ 0 h 2537"/>
                  <a:gd name="T2" fmla="*/ 36 w 3660"/>
                  <a:gd name="T3" fmla="*/ 1 h 2537"/>
                  <a:gd name="T4" fmla="*/ 40 w 3660"/>
                  <a:gd name="T5" fmla="*/ 1 h 2537"/>
                  <a:gd name="T6" fmla="*/ 43 w 3660"/>
                  <a:gd name="T7" fmla="*/ 3 h 2537"/>
                  <a:gd name="T8" fmla="*/ 47 w 3660"/>
                  <a:gd name="T9" fmla="*/ 4 h 2537"/>
                  <a:gd name="T10" fmla="*/ 50 w 3660"/>
                  <a:gd name="T11" fmla="*/ 6 h 2537"/>
                  <a:gd name="T12" fmla="*/ 52 w 3660"/>
                  <a:gd name="T13" fmla="*/ 9 h 2537"/>
                  <a:gd name="T14" fmla="*/ 54 w 3660"/>
                  <a:gd name="T15" fmla="*/ 11 h 2537"/>
                  <a:gd name="T16" fmla="*/ 56 w 3660"/>
                  <a:gd name="T17" fmla="*/ 14 h 2537"/>
                  <a:gd name="T18" fmla="*/ 57 w 3660"/>
                  <a:gd name="T19" fmla="*/ 17 h 2537"/>
                  <a:gd name="T20" fmla="*/ 57 w 3660"/>
                  <a:gd name="T21" fmla="*/ 20 h 2537"/>
                  <a:gd name="T22" fmla="*/ 57 w 3660"/>
                  <a:gd name="T23" fmla="*/ 23 h 2537"/>
                  <a:gd name="T24" fmla="*/ 56 w 3660"/>
                  <a:gd name="T25" fmla="*/ 26 h 2537"/>
                  <a:gd name="T26" fmla="*/ 54 w 3660"/>
                  <a:gd name="T27" fmla="*/ 28 h 2537"/>
                  <a:gd name="T28" fmla="*/ 52 w 3660"/>
                  <a:gd name="T29" fmla="*/ 31 h 2537"/>
                  <a:gd name="T30" fmla="*/ 50 w 3660"/>
                  <a:gd name="T31" fmla="*/ 33 h 2537"/>
                  <a:gd name="T32" fmla="*/ 47 w 3660"/>
                  <a:gd name="T33" fmla="*/ 35 h 2537"/>
                  <a:gd name="T34" fmla="*/ 43 w 3660"/>
                  <a:gd name="T35" fmla="*/ 37 h 2537"/>
                  <a:gd name="T36" fmla="*/ 40 w 3660"/>
                  <a:gd name="T37" fmla="*/ 38 h 2537"/>
                  <a:gd name="T38" fmla="*/ 36 w 3660"/>
                  <a:gd name="T39" fmla="*/ 39 h 2537"/>
                  <a:gd name="T40" fmla="*/ 31 w 3660"/>
                  <a:gd name="T41" fmla="*/ 39 h 2537"/>
                  <a:gd name="T42" fmla="*/ 27 w 3660"/>
                  <a:gd name="T43" fmla="*/ 40 h 2537"/>
                  <a:gd name="T44" fmla="*/ 23 w 3660"/>
                  <a:gd name="T45" fmla="*/ 39 h 2537"/>
                  <a:gd name="T46" fmla="*/ 19 w 3660"/>
                  <a:gd name="T47" fmla="*/ 38 h 2537"/>
                  <a:gd name="T48" fmla="*/ 15 w 3660"/>
                  <a:gd name="T49" fmla="*/ 37 h 2537"/>
                  <a:gd name="T50" fmla="*/ 11 w 3660"/>
                  <a:gd name="T51" fmla="*/ 36 h 2537"/>
                  <a:gd name="T52" fmla="*/ 8 w 3660"/>
                  <a:gd name="T53" fmla="*/ 34 h 2537"/>
                  <a:gd name="T54" fmla="*/ 6 w 3660"/>
                  <a:gd name="T55" fmla="*/ 32 h 2537"/>
                  <a:gd name="T56" fmla="*/ 3 w 3660"/>
                  <a:gd name="T57" fmla="*/ 29 h 2537"/>
                  <a:gd name="T58" fmla="*/ 2 w 3660"/>
                  <a:gd name="T59" fmla="*/ 27 h 2537"/>
                  <a:gd name="T60" fmla="*/ 1 w 3660"/>
                  <a:gd name="T61" fmla="*/ 24 h 2537"/>
                  <a:gd name="T62" fmla="*/ 0 w 3660"/>
                  <a:gd name="T63" fmla="*/ 21 h 2537"/>
                  <a:gd name="T64" fmla="*/ 0 w 3660"/>
                  <a:gd name="T65" fmla="*/ 18 h 2537"/>
                  <a:gd name="T66" fmla="*/ 1 w 3660"/>
                  <a:gd name="T67" fmla="*/ 15 h 2537"/>
                  <a:gd name="T68" fmla="*/ 2 w 3660"/>
                  <a:gd name="T69" fmla="*/ 12 h 2537"/>
                  <a:gd name="T70" fmla="*/ 4 w 3660"/>
                  <a:gd name="T71" fmla="*/ 9 h 2537"/>
                  <a:gd name="T72" fmla="*/ 6 w 3660"/>
                  <a:gd name="T73" fmla="*/ 7 h 2537"/>
                  <a:gd name="T74" fmla="*/ 9 w 3660"/>
                  <a:gd name="T75" fmla="*/ 5 h 2537"/>
                  <a:gd name="T76" fmla="*/ 13 w 3660"/>
                  <a:gd name="T77" fmla="*/ 3 h 2537"/>
                  <a:gd name="T78" fmla="*/ 16 w 3660"/>
                  <a:gd name="T79" fmla="*/ 2 h 2537"/>
                  <a:gd name="T80" fmla="*/ 20 w 3660"/>
                  <a:gd name="T81" fmla="*/ 1 h 2537"/>
                  <a:gd name="T82" fmla="*/ 24 w 3660"/>
                  <a:gd name="T83" fmla="*/ 0 h 2537"/>
                  <a:gd name="T84" fmla="*/ 29 w 3660"/>
                  <a:gd name="T85" fmla="*/ 0 h 253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660"/>
                  <a:gd name="T130" fmla="*/ 0 h 2537"/>
                  <a:gd name="T131" fmla="*/ 3660 w 3660"/>
                  <a:gd name="T132" fmla="*/ 2537 h 253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660" h="2537">
                    <a:moveTo>
                      <a:pt x="1830" y="0"/>
                    </a:moveTo>
                    <a:lnTo>
                      <a:pt x="1924" y="2"/>
                    </a:lnTo>
                    <a:lnTo>
                      <a:pt x="2017" y="6"/>
                    </a:lnTo>
                    <a:lnTo>
                      <a:pt x="2109" y="15"/>
                    </a:lnTo>
                    <a:lnTo>
                      <a:pt x="2199" y="26"/>
                    </a:lnTo>
                    <a:lnTo>
                      <a:pt x="2287" y="40"/>
                    </a:lnTo>
                    <a:lnTo>
                      <a:pt x="2374" y="57"/>
                    </a:lnTo>
                    <a:lnTo>
                      <a:pt x="2460" y="77"/>
                    </a:lnTo>
                    <a:lnTo>
                      <a:pt x="2543" y="100"/>
                    </a:lnTo>
                    <a:lnTo>
                      <a:pt x="2624" y="125"/>
                    </a:lnTo>
                    <a:lnTo>
                      <a:pt x="2702" y="153"/>
                    </a:lnTo>
                    <a:lnTo>
                      <a:pt x="2779" y="184"/>
                    </a:lnTo>
                    <a:lnTo>
                      <a:pt x="2853" y="217"/>
                    </a:lnTo>
                    <a:lnTo>
                      <a:pt x="2924" y="252"/>
                    </a:lnTo>
                    <a:lnTo>
                      <a:pt x="2994" y="290"/>
                    </a:lnTo>
                    <a:lnTo>
                      <a:pt x="3060" y="329"/>
                    </a:lnTo>
                    <a:lnTo>
                      <a:pt x="3124" y="372"/>
                    </a:lnTo>
                    <a:lnTo>
                      <a:pt x="3185" y="415"/>
                    </a:lnTo>
                    <a:lnTo>
                      <a:pt x="3242" y="462"/>
                    </a:lnTo>
                    <a:lnTo>
                      <a:pt x="3296" y="510"/>
                    </a:lnTo>
                    <a:lnTo>
                      <a:pt x="3348" y="560"/>
                    </a:lnTo>
                    <a:lnTo>
                      <a:pt x="3395" y="611"/>
                    </a:lnTo>
                    <a:lnTo>
                      <a:pt x="3439" y="663"/>
                    </a:lnTo>
                    <a:lnTo>
                      <a:pt x="3480" y="718"/>
                    </a:lnTo>
                    <a:lnTo>
                      <a:pt x="3516" y="775"/>
                    </a:lnTo>
                    <a:lnTo>
                      <a:pt x="3549" y="833"/>
                    </a:lnTo>
                    <a:lnTo>
                      <a:pt x="3578" y="891"/>
                    </a:lnTo>
                    <a:lnTo>
                      <a:pt x="3602" y="951"/>
                    </a:lnTo>
                    <a:lnTo>
                      <a:pt x="3623" y="1013"/>
                    </a:lnTo>
                    <a:lnTo>
                      <a:pt x="3638" y="1076"/>
                    </a:lnTo>
                    <a:lnTo>
                      <a:pt x="3651" y="1139"/>
                    </a:lnTo>
                    <a:lnTo>
                      <a:pt x="3658" y="1203"/>
                    </a:lnTo>
                    <a:lnTo>
                      <a:pt x="3660" y="1269"/>
                    </a:lnTo>
                    <a:lnTo>
                      <a:pt x="3658" y="1334"/>
                    </a:lnTo>
                    <a:lnTo>
                      <a:pt x="3651" y="1398"/>
                    </a:lnTo>
                    <a:lnTo>
                      <a:pt x="3638" y="1462"/>
                    </a:lnTo>
                    <a:lnTo>
                      <a:pt x="3623" y="1524"/>
                    </a:lnTo>
                    <a:lnTo>
                      <a:pt x="3602" y="1585"/>
                    </a:lnTo>
                    <a:lnTo>
                      <a:pt x="3578" y="1645"/>
                    </a:lnTo>
                    <a:lnTo>
                      <a:pt x="3549" y="1705"/>
                    </a:lnTo>
                    <a:lnTo>
                      <a:pt x="3516" y="1762"/>
                    </a:lnTo>
                    <a:lnTo>
                      <a:pt x="3480" y="1819"/>
                    </a:lnTo>
                    <a:lnTo>
                      <a:pt x="3439" y="1873"/>
                    </a:lnTo>
                    <a:lnTo>
                      <a:pt x="3396" y="1926"/>
                    </a:lnTo>
                    <a:lnTo>
                      <a:pt x="3348" y="1978"/>
                    </a:lnTo>
                    <a:lnTo>
                      <a:pt x="3296" y="2027"/>
                    </a:lnTo>
                    <a:lnTo>
                      <a:pt x="3242" y="2075"/>
                    </a:lnTo>
                    <a:lnTo>
                      <a:pt x="3185" y="2121"/>
                    </a:lnTo>
                    <a:lnTo>
                      <a:pt x="3124" y="2165"/>
                    </a:lnTo>
                    <a:lnTo>
                      <a:pt x="3060" y="2207"/>
                    </a:lnTo>
                    <a:lnTo>
                      <a:pt x="2994" y="2247"/>
                    </a:lnTo>
                    <a:lnTo>
                      <a:pt x="2924" y="2285"/>
                    </a:lnTo>
                    <a:lnTo>
                      <a:pt x="2853" y="2320"/>
                    </a:lnTo>
                    <a:lnTo>
                      <a:pt x="2779" y="2353"/>
                    </a:lnTo>
                    <a:lnTo>
                      <a:pt x="2702" y="2383"/>
                    </a:lnTo>
                    <a:lnTo>
                      <a:pt x="2624" y="2411"/>
                    </a:lnTo>
                    <a:lnTo>
                      <a:pt x="2543" y="2437"/>
                    </a:lnTo>
                    <a:lnTo>
                      <a:pt x="2460" y="2460"/>
                    </a:lnTo>
                    <a:lnTo>
                      <a:pt x="2374" y="2480"/>
                    </a:lnTo>
                    <a:lnTo>
                      <a:pt x="2287" y="2497"/>
                    </a:lnTo>
                    <a:lnTo>
                      <a:pt x="2199" y="2511"/>
                    </a:lnTo>
                    <a:lnTo>
                      <a:pt x="2109" y="2523"/>
                    </a:lnTo>
                    <a:lnTo>
                      <a:pt x="2017" y="2531"/>
                    </a:lnTo>
                    <a:lnTo>
                      <a:pt x="1924" y="2535"/>
                    </a:lnTo>
                    <a:lnTo>
                      <a:pt x="1830" y="2537"/>
                    </a:lnTo>
                    <a:lnTo>
                      <a:pt x="1736" y="2535"/>
                    </a:lnTo>
                    <a:lnTo>
                      <a:pt x="1643" y="2531"/>
                    </a:lnTo>
                    <a:lnTo>
                      <a:pt x="1552" y="2523"/>
                    </a:lnTo>
                    <a:lnTo>
                      <a:pt x="1461" y="2511"/>
                    </a:lnTo>
                    <a:lnTo>
                      <a:pt x="1373" y="2498"/>
                    </a:lnTo>
                    <a:lnTo>
                      <a:pt x="1286" y="2480"/>
                    </a:lnTo>
                    <a:lnTo>
                      <a:pt x="1201" y="2460"/>
                    </a:lnTo>
                    <a:lnTo>
                      <a:pt x="1118" y="2437"/>
                    </a:lnTo>
                    <a:lnTo>
                      <a:pt x="1037" y="2412"/>
                    </a:lnTo>
                    <a:lnTo>
                      <a:pt x="958" y="2384"/>
                    </a:lnTo>
                    <a:lnTo>
                      <a:pt x="881" y="2353"/>
                    </a:lnTo>
                    <a:lnTo>
                      <a:pt x="806" y="2320"/>
                    </a:lnTo>
                    <a:lnTo>
                      <a:pt x="735" y="2285"/>
                    </a:lnTo>
                    <a:lnTo>
                      <a:pt x="666" y="2247"/>
                    </a:lnTo>
                    <a:lnTo>
                      <a:pt x="600" y="2208"/>
                    </a:lnTo>
                    <a:lnTo>
                      <a:pt x="536" y="2165"/>
                    </a:lnTo>
                    <a:lnTo>
                      <a:pt x="475" y="2122"/>
                    </a:lnTo>
                    <a:lnTo>
                      <a:pt x="418" y="2075"/>
                    </a:lnTo>
                    <a:lnTo>
                      <a:pt x="363" y="2027"/>
                    </a:lnTo>
                    <a:lnTo>
                      <a:pt x="312" y="1978"/>
                    </a:lnTo>
                    <a:lnTo>
                      <a:pt x="265" y="1927"/>
                    </a:lnTo>
                    <a:lnTo>
                      <a:pt x="221" y="1874"/>
                    </a:lnTo>
                    <a:lnTo>
                      <a:pt x="181" y="1819"/>
                    </a:lnTo>
                    <a:lnTo>
                      <a:pt x="143" y="1763"/>
                    </a:lnTo>
                    <a:lnTo>
                      <a:pt x="111" y="1705"/>
                    </a:lnTo>
                    <a:lnTo>
                      <a:pt x="82" y="1646"/>
                    </a:lnTo>
                    <a:lnTo>
                      <a:pt x="57" y="1586"/>
                    </a:lnTo>
                    <a:lnTo>
                      <a:pt x="37" y="1524"/>
                    </a:lnTo>
                    <a:lnTo>
                      <a:pt x="21" y="1462"/>
                    </a:lnTo>
                    <a:lnTo>
                      <a:pt x="9" y="1398"/>
                    </a:lnTo>
                    <a:lnTo>
                      <a:pt x="2" y="1334"/>
                    </a:lnTo>
                    <a:lnTo>
                      <a:pt x="0" y="1269"/>
                    </a:lnTo>
                    <a:lnTo>
                      <a:pt x="2" y="1203"/>
                    </a:lnTo>
                    <a:lnTo>
                      <a:pt x="9" y="1139"/>
                    </a:lnTo>
                    <a:lnTo>
                      <a:pt x="21" y="1076"/>
                    </a:lnTo>
                    <a:lnTo>
                      <a:pt x="37" y="1013"/>
                    </a:lnTo>
                    <a:lnTo>
                      <a:pt x="57" y="952"/>
                    </a:lnTo>
                    <a:lnTo>
                      <a:pt x="82" y="892"/>
                    </a:lnTo>
                    <a:lnTo>
                      <a:pt x="111" y="833"/>
                    </a:lnTo>
                    <a:lnTo>
                      <a:pt x="143" y="776"/>
                    </a:lnTo>
                    <a:lnTo>
                      <a:pt x="181" y="718"/>
                    </a:lnTo>
                    <a:lnTo>
                      <a:pt x="221" y="665"/>
                    </a:lnTo>
                    <a:lnTo>
                      <a:pt x="265" y="612"/>
                    </a:lnTo>
                    <a:lnTo>
                      <a:pt x="312" y="560"/>
                    </a:lnTo>
                    <a:lnTo>
                      <a:pt x="363" y="510"/>
                    </a:lnTo>
                    <a:lnTo>
                      <a:pt x="417" y="462"/>
                    </a:lnTo>
                    <a:lnTo>
                      <a:pt x="475" y="415"/>
                    </a:lnTo>
                    <a:lnTo>
                      <a:pt x="536" y="372"/>
                    </a:lnTo>
                    <a:lnTo>
                      <a:pt x="600" y="330"/>
                    </a:lnTo>
                    <a:lnTo>
                      <a:pt x="666" y="290"/>
                    </a:lnTo>
                    <a:lnTo>
                      <a:pt x="735" y="252"/>
                    </a:lnTo>
                    <a:lnTo>
                      <a:pt x="806" y="217"/>
                    </a:lnTo>
                    <a:lnTo>
                      <a:pt x="881" y="184"/>
                    </a:lnTo>
                    <a:lnTo>
                      <a:pt x="958" y="154"/>
                    </a:lnTo>
                    <a:lnTo>
                      <a:pt x="1037" y="126"/>
                    </a:lnTo>
                    <a:lnTo>
                      <a:pt x="1118" y="100"/>
                    </a:lnTo>
                    <a:lnTo>
                      <a:pt x="1201" y="77"/>
                    </a:lnTo>
                    <a:lnTo>
                      <a:pt x="1286" y="57"/>
                    </a:lnTo>
                    <a:lnTo>
                      <a:pt x="1373" y="41"/>
                    </a:lnTo>
                    <a:lnTo>
                      <a:pt x="1461" y="26"/>
                    </a:lnTo>
                    <a:lnTo>
                      <a:pt x="1552" y="15"/>
                    </a:lnTo>
                    <a:lnTo>
                      <a:pt x="1643" y="6"/>
                    </a:lnTo>
                    <a:lnTo>
                      <a:pt x="1736" y="2"/>
                    </a:lnTo>
                    <a:lnTo>
                      <a:pt x="1830" y="0"/>
                    </a:lnTo>
                    <a:close/>
                  </a:path>
                </a:pathLst>
              </a:custGeom>
              <a:noFill/>
              <a:ln w="1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3" name="Line 104"/>
              <p:cNvSpPr>
                <a:spLocks noChangeShapeType="1"/>
              </p:cNvSpPr>
              <p:nvPr/>
            </p:nvSpPr>
            <p:spPr bwMode="auto">
              <a:xfrm>
                <a:off x="1363" y="1708"/>
                <a:ext cx="1" cy="1"/>
              </a:xfrm>
              <a:prstGeom prst="line">
                <a:avLst/>
              </a:prstGeom>
              <a:noFill/>
              <a:ln w="20">
                <a:solidFill>
                  <a:srgbClr val="E5E5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4" name="Freeform 105"/>
              <p:cNvSpPr>
                <a:spLocks/>
              </p:cNvSpPr>
              <p:nvPr/>
            </p:nvSpPr>
            <p:spPr bwMode="auto">
              <a:xfrm>
                <a:off x="906" y="1550"/>
                <a:ext cx="458" cy="1864"/>
              </a:xfrm>
              <a:custGeom>
                <a:avLst/>
                <a:gdLst>
                  <a:gd name="T0" fmla="*/ 32 w 3661"/>
                  <a:gd name="T1" fmla="*/ 0 h 14912"/>
                  <a:gd name="T2" fmla="*/ 36 w 3661"/>
                  <a:gd name="T3" fmla="*/ 1 h 14912"/>
                  <a:gd name="T4" fmla="*/ 40 w 3661"/>
                  <a:gd name="T5" fmla="*/ 2 h 14912"/>
                  <a:gd name="T6" fmla="*/ 44 w 3661"/>
                  <a:gd name="T7" fmla="*/ 3 h 14912"/>
                  <a:gd name="T8" fmla="*/ 47 w 3661"/>
                  <a:gd name="T9" fmla="*/ 5 h 14912"/>
                  <a:gd name="T10" fmla="*/ 50 w 3661"/>
                  <a:gd name="T11" fmla="*/ 7 h 14912"/>
                  <a:gd name="T12" fmla="*/ 52 w 3661"/>
                  <a:gd name="T13" fmla="*/ 9 h 14912"/>
                  <a:gd name="T14" fmla="*/ 54 w 3661"/>
                  <a:gd name="T15" fmla="*/ 11 h 14912"/>
                  <a:gd name="T16" fmla="*/ 56 w 3661"/>
                  <a:gd name="T17" fmla="*/ 14 h 14912"/>
                  <a:gd name="T18" fmla="*/ 57 w 3661"/>
                  <a:gd name="T19" fmla="*/ 17 h 14912"/>
                  <a:gd name="T20" fmla="*/ 57 w 3661"/>
                  <a:gd name="T21" fmla="*/ 20 h 14912"/>
                  <a:gd name="T22" fmla="*/ 57 w 3661"/>
                  <a:gd name="T23" fmla="*/ 215 h 14912"/>
                  <a:gd name="T24" fmla="*/ 57 w 3661"/>
                  <a:gd name="T25" fmla="*/ 217 h 14912"/>
                  <a:gd name="T26" fmla="*/ 56 w 3661"/>
                  <a:gd name="T27" fmla="*/ 219 h 14912"/>
                  <a:gd name="T28" fmla="*/ 54 w 3661"/>
                  <a:gd name="T29" fmla="*/ 222 h 14912"/>
                  <a:gd name="T30" fmla="*/ 53 w 3661"/>
                  <a:gd name="T31" fmla="*/ 224 h 14912"/>
                  <a:gd name="T32" fmla="*/ 50 w 3661"/>
                  <a:gd name="T33" fmla="*/ 226 h 14912"/>
                  <a:gd name="T34" fmla="*/ 48 w 3661"/>
                  <a:gd name="T35" fmla="*/ 228 h 14912"/>
                  <a:gd name="T36" fmla="*/ 45 w 3661"/>
                  <a:gd name="T37" fmla="*/ 230 h 14912"/>
                  <a:gd name="T38" fmla="*/ 41 w 3661"/>
                  <a:gd name="T39" fmla="*/ 231 h 14912"/>
                  <a:gd name="T40" fmla="*/ 38 w 3661"/>
                  <a:gd name="T41" fmla="*/ 232 h 14912"/>
                  <a:gd name="T42" fmla="*/ 34 w 3661"/>
                  <a:gd name="T43" fmla="*/ 233 h 14912"/>
                  <a:gd name="T44" fmla="*/ 30 w 3661"/>
                  <a:gd name="T45" fmla="*/ 233 h 14912"/>
                  <a:gd name="T46" fmla="*/ 27 w 3661"/>
                  <a:gd name="T47" fmla="*/ 233 h 14912"/>
                  <a:gd name="T48" fmla="*/ 24 w 3661"/>
                  <a:gd name="T49" fmla="*/ 233 h 14912"/>
                  <a:gd name="T50" fmla="*/ 20 w 3661"/>
                  <a:gd name="T51" fmla="*/ 232 h 14912"/>
                  <a:gd name="T52" fmla="*/ 17 w 3661"/>
                  <a:gd name="T53" fmla="*/ 231 h 14912"/>
                  <a:gd name="T54" fmla="*/ 13 w 3661"/>
                  <a:gd name="T55" fmla="*/ 230 h 14912"/>
                  <a:gd name="T56" fmla="*/ 10 w 3661"/>
                  <a:gd name="T57" fmla="*/ 228 h 14912"/>
                  <a:gd name="T58" fmla="*/ 7 w 3661"/>
                  <a:gd name="T59" fmla="*/ 226 h 14912"/>
                  <a:gd name="T60" fmla="*/ 4 w 3661"/>
                  <a:gd name="T61" fmla="*/ 224 h 14912"/>
                  <a:gd name="T62" fmla="*/ 2 w 3661"/>
                  <a:gd name="T63" fmla="*/ 221 h 14912"/>
                  <a:gd name="T64" fmla="*/ 1 w 3661"/>
                  <a:gd name="T65" fmla="*/ 218 h 14912"/>
                  <a:gd name="T66" fmla="*/ 0 w 3661"/>
                  <a:gd name="T67" fmla="*/ 214 h 14912"/>
                  <a:gd name="T68" fmla="*/ 0 w 3661"/>
                  <a:gd name="T69" fmla="*/ 213 h 14912"/>
                  <a:gd name="T70" fmla="*/ 0 w 3661"/>
                  <a:gd name="T71" fmla="*/ 19 h 14912"/>
                  <a:gd name="T72" fmla="*/ 1 w 3661"/>
                  <a:gd name="T73" fmla="*/ 16 h 14912"/>
                  <a:gd name="T74" fmla="*/ 2 w 3661"/>
                  <a:gd name="T75" fmla="*/ 13 h 14912"/>
                  <a:gd name="T76" fmla="*/ 4 w 3661"/>
                  <a:gd name="T77" fmla="*/ 10 h 14912"/>
                  <a:gd name="T78" fmla="*/ 6 w 3661"/>
                  <a:gd name="T79" fmla="*/ 8 h 14912"/>
                  <a:gd name="T80" fmla="*/ 8 w 3661"/>
                  <a:gd name="T81" fmla="*/ 6 h 14912"/>
                  <a:gd name="T82" fmla="*/ 12 w 3661"/>
                  <a:gd name="T83" fmla="*/ 4 h 14912"/>
                  <a:gd name="T84" fmla="*/ 15 w 3661"/>
                  <a:gd name="T85" fmla="*/ 2 h 14912"/>
                  <a:gd name="T86" fmla="*/ 19 w 3661"/>
                  <a:gd name="T87" fmla="*/ 1 h 14912"/>
                  <a:gd name="T88" fmla="*/ 23 w 3661"/>
                  <a:gd name="T89" fmla="*/ 0 h 14912"/>
                  <a:gd name="T90" fmla="*/ 27 w 3661"/>
                  <a:gd name="T91" fmla="*/ 0 h 1491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661"/>
                  <a:gd name="T139" fmla="*/ 0 h 14912"/>
                  <a:gd name="T140" fmla="*/ 3661 w 3661"/>
                  <a:gd name="T141" fmla="*/ 14912 h 1491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661" h="14912">
                    <a:moveTo>
                      <a:pt x="1830" y="0"/>
                    </a:moveTo>
                    <a:lnTo>
                      <a:pt x="1924" y="2"/>
                    </a:lnTo>
                    <a:lnTo>
                      <a:pt x="2016" y="6"/>
                    </a:lnTo>
                    <a:lnTo>
                      <a:pt x="2109" y="15"/>
                    </a:lnTo>
                    <a:lnTo>
                      <a:pt x="2199" y="26"/>
                    </a:lnTo>
                    <a:lnTo>
                      <a:pt x="2287" y="40"/>
                    </a:lnTo>
                    <a:lnTo>
                      <a:pt x="2374" y="57"/>
                    </a:lnTo>
                    <a:lnTo>
                      <a:pt x="2460" y="77"/>
                    </a:lnTo>
                    <a:lnTo>
                      <a:pt x="2543" y="100"/>
                    </a:lnTo>
                    <a:lnTo>
                      <a:pt x="2624" y="125"/>
                    </a:lnTo>
                    <a:lnTo>
                      <a:pt x="2702" y="153"/>
                    </a:lnTo>
                    <a:lnTo>
                      <a:pt x="2779" y="184"/>
                    </a:lnTo>
                    <a:lnTo>
                      <a:pt x="2853" y="216"/>
                    </a:lnTo>
                    <a:lnTo>
                      <a:pt x="2924" y="252"/>
                    </a:lnTo>
                    <a:lnTo>
                      <a:pt x="2994" y="290"/>
                    </a:lnTo>
                    <a:lnTo>
                      <a:pt x="3060" y="329"/>
                    </a:lnTo>
                    <a:lnTo>
                      <a:pt x="3124" y="372"/>
                    </a:lnTo>
                    <a:lnTo>
                      <a:pt x="3185" y="415"/>
                    </a:lnTo>
                    <a:lnTo>
                      <a:pt x="3242" y="461"/>
                    </a:lnTo>
                    <a:lnTo>
                      <a:pt x="3296" y="510"/>
                    </a:lnTo>
                    <a:lnTo>
                      <a:pt x="3347" y="560"/>
                    </a:lnTo>
                    <a:lnTo>
                      <a:pt x="3395" y="611"/>
                    </a:lnTo>
                    <a:lnTo>
                      <a:pt x="3439" y="663"/>
                    </a:lnTo>
                    <a:lnTo>
                      <a:pt x="3480" y="718"/>
                    </a:lnTo>
                    <a:lnTo>
                      <a:pt x="3516" y="775"/>
                    </a:lnTo>
                    <a:lnTo>
                      <a:pt x="3549" y="833"/>
                    </a:lnTo>
                    <a:lnTo>
                      <a:pt x="3577" y="891"/>
                    </a:lnTo>
                    <a:lnTo>
                      <a:pt x="3602" y="951"/>
                    </a:lnTo>
                    <a:lnTo>
                      <a:pt x="3623" y="1013"/>
                    </a:lnTo>
                    <a:lnTo>
                      <a:pt x="3638" y="1076"/>
                    </a:lnTo>
                    <a:lnTo>
                      <a:pt x="3651" y="1139"/>
                    </a:lnTo>
                    <a:lnTo>
                      <a:pt x="3657" y="1203"/>
                    </a:lnTo>
                    <a:lnTo>
                      <a:pt x="3660" y="1269"/>
                    </a:lnTo>
                    <a:lnTo>
                      <a:pt x="3661" y="13719"/>
                    </a:lnTo>
                    <a:lnTo>
                      <a:pt x="3660" y="13742"/>
                    </a:lnTo>
                    <a:lnTo>
                      <a:pt x="3657" y="13764"/>
                    </a:lnTo>
                    <a:lnTo>
                      <a:pt x="3652" y="13787"/>
                    </a:lnTo>
                    <a:lnTo>
                      <a:pt x="3645" y="13809"/>
                    </a:lnTo>
                    <a:lnTo>
                      <a:pt x="3632" y="13866"/>
                    </a:lnTo>
                    <a:lnTo>
                      <a:pt x="3616" y="13923"/>
                    </a:lnTo>
                    <a:lnTo>
                      <a:pt x="3596" y="13979"/>
                    </a:lnTo>
                    <a:lnTo>
                      <a:pt x="3572" y="14035"/>
                    </a:lnTo>
                    <a:lnTo>
                      <a:pt x="3545" y="14089"/>
                    </a:lnTo>
                    <a:lnTo>
                      <a:pt x="3514" y="14141"/>
                    </a:lnTo>
                    <a:lnTo>
                      <a:pt x="3481" y="14193"/>
                    </a:lnTo>
                    <a:lnTo>
                      <a:pt x="3443" y="14244"/>
                    </a:lnTo>
                    <a:lnTo>
                      <a:pt x="3403" y="14292"/>
                    </a:lnTo>
                    <a:lnTo>
                      <a:pt x="3360" y="14340"/>
                    </a:lnTo>
                    <a:lnTo>
                      <a:pt x="3314" y="14387"/>
                    </a:lnTo>
                    <a:lnTo>
                      <a:pt x="3265" y="14432"/>
                    </a:lnTo>
                    <a:lnTo>
                      <a:pt x="3213" y="14474"/>
                    </a:lnTo>
                    <a:lnTo>
                      <a:pt x="3159" y="14516"/>
                    </a:lnTo>
                    <a:lnTo>
                      <a:pt x="3102" y="14556"/>
                    </a:lnTo>
                    <a:lnTo>
                      <a:pt x="3043" y="14593"/>
                    </a:lnTo>
                    <a:lnTo>
                      <a:pt x="2981" y="14630"/>
                    </a:lnTo>
                    <a:lnTo>
                      <a:pt x="2917" y="14664"/>
                    </a:lnTo>
                    <a:lnTo>
                      <a:pt x="2851" y="14697"/>
                    </a:lnTo>
                    <a:lnTo>
                      <a:pt x="2782" y="14727"/>
                    </a:lnTo>
                    <a:lnTo>
                      <a:pt x="2712" y="14755"/>
                    </a:lnTo>
                    <a:lnTo>
                      <a:pt x="2640" y="14781"/>
                    </a:lnTo>
                    <a:lnTo>
                      <a:pt x="2565" y="14806"/>
                    </a:lnTo>
                    <a:lnTo>
                      <a:pt x="2490" y="14827"/>
                    </a:lnTo>
                    <a:lnTo>
                      <a:pt x="2412" y="14847"/>
                    </a:lnTo>
                    <a:lnTo>
                      <a:pt x="2333" y="14864"/>
                    </a:lnTo>
                    <a:lnTo>
                      <a:pt x="2252" y="14879"/>
                    </a:lnTo>
                    <a:lnTo>
                      <a:pt x="2170" y="14890"/>
                    </a:lnTo>
                    <a:lnTo>
                      <a:pt x="2087" y="14900"/>
                    </a:lnTo>
                    <a:lnTo>
                      <a:pt x="2002" y="14907"/>
                    </a:lnTo>
                    <a:lnTo>
                      <a:pt x="1917" y="14911"/>
                    </a:lnTo>
                    <a:lnTo>
                      <a:pt x="1830" y="14912"/>
                    </a:lnTo>
                    <a:lnTo>
                      <a:pt x="1769" y="14911"/>
                    </a:lnTo>
                    <a:lnTo>
                      <a:pt x="1706" y="14908"/>
                    </a:lnTo>
                    <a:lnTo>
                      <a:pt x="1641" y="14903"/>
                    </a:lnTo>
                    <a:lnTo>
                      <a:pt x="1572" y="14895"/>
                    </a:lnTo>
                    <a:lnTo>
                      <a:pt x="1502" y="14885"/>
                    </a:lnTo>
                    <a:lnTo>
                      <a:pt x="1429" y="14874"/>
                    </a:lnTo>
                    <a:lnTo>
                      <a:pt x="1355" y="14859"/>
                    </a:lnTo>
                    <a:lnTo>
                      <a:pt x="1281" y="14843"/>
                    </a:lnTo>
                    <a:lnTo>
                      <a:pt x="1205" y="14825"/>
                    </a:lnTo>
                    <a:lnTo>
                      <a:pt x="1129" y="14803"/>
                    </a:lnTo>
                    <a:lnTo>
                      <a:pt x="1052" y="14780"/>
                    </a:lnTo>
                    <a:lnTo>
                      <a:pt x="977" y="14754"/>
                    </a:lnTo>
                    <a:lnTo>
                      <a:pt x="901" y="14726"/>
                    </a:lnTo>
                    <a:lnTo>
                      <a:pt x="827" y="14696"/>
                    </a:lnTo>
                    <a:lnTo>
                      <a:pt x="753" y="14663"/>
                    </a:lnTo>
                    <a:lnTo>
                      <a:pt x="681" y="14628"/>
                    </a:lnTo>
                    <a:lnTo>
                      <a:pt x="611" y="14590"/>
                    </a:lnTo>
                    <a:lnTo>
                      <a:pt x="543" y="14551"/>
                    </a:lnTo>
                    <a:lnTo>
                      <a:pt x="477" y="14508"/>
                    </a:lnTo>
                    <a:lnTo>
                      <a:pt x="415" y="14463"/>
                    </a:lnTo>
                    <a:lnTo>
                      <a:pt x="355" y="14415"/>
                    </a:lnTo>
                    <a:lnTo>
                      <a:pt x="299" y="14365"/>
                    </a:lnTo>
                    <a:lnTo>
                      <a:pt x="247" y="14312"/>
                    </a:lnTo>
                    <a:lnTo>
                      <a:pt x="198" y="14257"/>
                    </a:lnTo>
                    <a:lnTo>
                      <a:pt x="155" y="14199"/>
                    </a:lnTo>
                    <a:lnTo>
                      <a:pt x="116" y="14139"/>
                    </a:lnTo>
                    <a:lnTo>
                      <a:pt x="82" y="14075"/>
                    </a:lnTo>
                    <a:lnTo>
                      <a:pt x="54" y="14010"/>
                    </a:lnTo>
                    <a:lnTo>
                      <a:pt x="31" y="13942"/>
                    </a:lnTo>
                    <a:lnTo>
                      <a:pt x="15" y="13871"/>
                    </a:lnTo>
                    <a:lnTo>
                      <a:pt x="4" y="13797"/>
                    </a:lnTo>
                    <a:lnTo>
                      <a:pt x="1" y="13720"/>
                    </a:lnTo>
                    <a:lnTo>
                      <a:pt x="0" y="13692"/>
                    </a:lnTo>
                    <a:lnTo>
                      <a:pt x="0" y="13664"/>
                    </a:lnTo>
                    <a:lnTo>
                      <a:pt x="0" y="13635"/>
                    </a:lnTo>
                    <a:lnTo>
                      <a:pt x="1" y="13607"/>
                    </a:lnTo>
                    <a:lnTo>
                      <a:pt x="0" y="1269"/>
                    </a:lnTo>
                    <a:lnTo>
                      <a:pt x="2" y="1203"/>
                    </a:lnTo>
                    <a:lnTo>
                      <a:pt x="9" y="1139"/>
                    </a:lnTo>
                    <a:lnTo>
                      <a:pt x="21" y="1076"/>
                    </a:lnTo>
                    <a:lnTo>
                      <a:pt x="37" y="1013"/>
                    </a:lnTo>
                    <a:lnTo>
                      <a:pt x="57" y="952"/>
                    </a:lnTo>
                    <a:lnTo>
                      <a:pt x="82" y="892"/>
                    </a:lnTo>
                    <a:lnTo>
                      <a:pt x="111" y="833"/>
                    </a:lnTo>
                    <a:lnTo>
                      <a:pt x="143" y="776"/>
                    </a:lnTo>
                    <a:lnTo>
                      <a:pt x="181" y="718"/>
                    </a:lnTo>
                    <a:lnTo>
                      <a:pt x="221" y="665"/>
                    </a:lnTo>
                    <a:lnTo>
                      <a:pt x="265" y="612"/>
                    </a:lnTo>
                    <a:lnTo>
                      <a:pt x="312" y="560"/>
                    </a:lnTo>
                    <a:lnTo>
                      <a:pt x="363" y="510"/>
                    </a:lnTo>
                    <a:lnTo>
                      <a:pt x="417" y="462"/>
                    </a:lnTo>
                    <a:lnTo>
                      <a:pt x="475" y="416"/>
                    </a:lnTo>
                    <a:lnTo>
                      <a:pt x="536" y="372"/>
                    </a:lnTo>
                    <a:lnTo>
                      <a:pt x="600" y="330"/>
                    </a:lnTo>
                    <a:lnTo>
                      <a:pt x="666" y="290"/>
                    </a:lnTo>
                    <a:lnTo>
                      <a:pt x="735" y="252"/>
                    </a:lnTo>
                    <a:lnTo>
                      <a:pt x="806" y="217"/>
                    </a:lnTo>
                    <a:lnTo>
                      <a:pt x="881" y="184"/>
                    </a:lnTo>
                    <a:lnTo>
                      <a:pt x="958" y="154"/>
                    </a:lnTo>
                    <a:lnTo>
                      <a:pt x="1037" y="126"/>
                    </a:lnTo>
                    <a:lnTo>
                      <a:pt x="1118" y="100"/>
                    </a:lnTo>
                    <a:lnTo>
                      <a:pt x="1201" y="77"/>
                    </a:lnTo>
                    <a:lnTo>
                      <a:pt x="1286" y="57"/>
                    </a:lnTo>
                    <a:lnTo>
                      <a:pt x="1373" y="41"/>
                    </a:lnTo>
                    <a:lnTo>
                      <a:pt x="1461" y="26"/>
                    </a:lnTo>
                    <a:lnTo>
                      <a:pt x="1552" y="15"/>
                    </a:lnTo>
                    <a:lnTo>
                      <a:pt x="1643" y="6"/>
                    </a:lnTo>
                    <a:lnTo>
                      <a:pt x="1735" y="2"/>
                    </a:lnTo>
                    <a:lnTo>
                      <a:pt x="1830" y="0"/>
                    </a:lnTo>
                    <a:close/>
                  </a:path>
                </a:pathLst>
              </a:custGeom>
              <a:noFill/>
              <a:ln w="20">
                <a:solidFill>
                  <a:srgbClr val="E5E57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5" name="Freeform 106"/>
              <p:cNvSpPr>
                <a:spLocks/>
              </p:cNvSpPr>
              <p:nvPr/>
            </p:nvSpPr>
            <p:spPr bwMode="auto">
              <a:xfrm>
                <a:off x="1156" y="1921"/>
                <a:ext cx="120" cy="120"/>
              </a:xfrm>
              <a:custGeom>
                <a:avLst/>
                <a:gdLst>
                  <a:gd name="T0" fmla="*/ 8 w 963"/>
                  <a:gd name="T1" fmla="*/ 0 h 963"/>
                  <a:gd name="T2" fmla="*/ 9 w 963"/>
                  <a:gd name="T3" fmla="*/ 0 h 963"/>
                  <a:gd name="T4" fmla="*/ 10 w 963"/>
                  <a:gd name="T5" fmla="*/ 1 h 963"/>
                  <a:gd name="T6" fmla="*/ 11 w 963"/>
                  <a:gd name="T7" fmla="*/ 1 h 963"/>
                  <a:gd name="T8" fmla="*/ 12 w 963"/>
                  <a:gd name="T9" fmla="*/ 2 h 963"/>
                  <a:gd name="T10" fmla="*/ 13 w 963"/>
                  <a:gd name="T11" fmla="*/ 2 h 963"/>
                  <a:gd name="T12" fmla="*/ 14 w 963"/>
                  <a:gd name="T13" fmla="*/ 3 h 963"/>
                  <a:gd name="T14" fmla="*/ 14 w 963"/>
                  <a:gd name="T15" fmla="*/ 4 h 963"/>
                  <a:gd name="T16" fmla="*/ 15 w 963"/>
                  <a:gd name="T17" fmla="*/ 5 h 963"/>
                  <a:gd name="T18" fmla="*/ 15 w 963"/>
                  <a:gd name="T19" fmla="*/ 6 h 963"/>
                  <a:gd name="T20" fmla="*/ 15 w 963"/>
                  <a:gd name="T21" fmla="*/ 7 h 963"/>
                  <a:gd name="T22" fmla="*/ 15 w 963"/>
                  <a:gd name="T23" fmla="*/ 9 h 963"/>
                  <a:gd name="T24" fmla="*/ 15 w 963"/>
                  <a:gd name="T25" fmla="*/ 10 h 963"/>
                  <a:gd name="T26" fmla="*/ 14 w 963"/>
                  <a:gd name="T27" fmla="*/ 11 h 963"/>
                  <a:gd name="T28" fmla="*/ 14 w 963"/>
                  <a:gd name="T29" fmla="*/ 12 h 963"/>
                  <a:gd name="T30" fmla="*/ 13 w 963"/>
                  <a:gd name="T31" fmla="*/ 12 h 963"/>
                  <a:gd name="T32" fmla="*/ 12 w 963"/>
                  <a:gd name="T33" fmla="*/ 13 h 963"/>
                  <a:gd name="T34" fmla="*/ 11 w 963"/>
                  <a:gd name="T35" fmla="*/ 14 h 963"/>
                  <a:gd name="T36" fmla="*/ 10 w 963"/>
                  <a:gd name="T37" fmla="*/ 14 h 963"/>
                  <a:gd name="T38" fmla="*/ 9 w 963"/>
                  <a:gd name="T39" fmla="*/ 15 h 963"/>
                  <a:gd name="T40" fmla="*/ 8 w 963"/>
                  <a:gd name="T41" fmla="*/ 15 h 963"/>
                  <a:gd name="T42" fmla="*/ 7 w 963"/>
                  <a:gd name="T43" fmla="*/ 15 h 963"/>
                  <a:gd name="T44" fmla="*/ 6 w 963"/>
                  <a:gd name="T45" fmla="*/ 15 h 963"/>
                  <a:gd name="T46" fmla="*/ 5 w 963"/>
                  <a:gd name="T47" fmla="*/ 14 h 963"/>
                  <a:gd name="T48" fmla="*/ 4 w 963"/>
                  <a:gd name="T49" fmla="*/ 14 h 963"/>
                  <a:gd name="T50" fmla="*/ 3 w 963"/>
                  <a:gd name="T51" fmla="*/ 13 h 963"/>
                  <a:gd name="T52" fmla="*/ 2 w 963"/>
                  <a:gd name="T53" fmla="*/ 13 h 963"/>
                  <a:gd name="T54" fmla="*/ 1 w 963"/>
                  <a:gd name="T55" fmla="*/ 12 h 963"/>
                  <a:gd name="T56" fmla="*/ 1 w 963"/>
                  <a:gd name="T57" fmla="*/ 11 h 963"/>
                  <a:gd name="T58" fmla="*/ 0 w 963"/>
                  <a:gd name="T59" fmla="*/ 10 h 963"/>
                  <a:gd name="T60" fmla="*/ 0 w 963"/>
                  <a:gd name="T61" fmla="*/ 9 h 963"/>
                  <a:gd name="T62" fmla="*/ 0 w 963"/>
                  <a:gd name="T63" fmla="*/ 8 h 963"/>
                  <a:gd name="T64" fmla="*/ 0 w 963"/>
                  <a:gd name="T65" fmla="*/ 7 h 963"/>
                  <a:gd name="T66" fmla="*/ 0 w 963"/>
                  <a:gd name="T67" fmla="*/ 6 h 963"/>
                  <a:gd name="T68" fmla="*/ 1 w 963"/>
                  <a:gd name="T69" fmla="*/ 5 h 963"/>
                  <a:gd name="T70" fmla="*/ 1 w 963"/>
                  <a:gd name="T71" fmla="*/ 4 h 963"/>
                  <a:gd name="T72" fmla="*/ 2 w 963"/>
                  <a:gd name="T73" fmla="*/ 3 h 963"/>
                  <a:gd name="T74" fmla="*/ 2 w 963"/>
                  <a:gd name="T75" fmla="*/ 2 h 963"/>
                  <a:gd name="T76" fmla="*/ 3 w 963"/>
                  <a:gd name="T77" fmla="*/ 1 h 963"/>
                  <a:gd name="T78" fmla="*/ 4 w 963"/>
                  <a:gd name="T79" fmla="*/ 1 h 963"/>
                  <a:gd name="T80" fmla="*/ 5 w 963"/>
                  <a:gd name="T81" fmla="*/ 0 h 963"/>
                  <a:gd name="T82" fmla="*/ 6 w 963"/>
                  <a:gd name="T83" fmla="*/ 0 h 963"/>
                  <a:gd name="T84" fmla="*/ 7 w 963"/>
                  <a:gd name="T85" fmla="*/ 0 h 96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963"/>
                  <a:gd name="T130" fmla="*/ 0 h 963"/>
                  <a:gd name="T131" fmla="*/ 963 w 963"/>
                  <a:gd name="T132" fmla="*/ 963 h 963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963" h="963">
                    <a:moveTo>
                      <a:pt x="481" y="0"/>
                    </a:moveTo>
                    <a:lnTo>
                      <a:pt x="506" y="0"/>
                    </a:lnTo>
                    <a:lnTo>
                      <a:pt x="531" y="2"/>
                    </a:lnTo>
                    <a:lnTo>
                      <a:pt x="555" y="5"/>
                    </a:lnTo>
                    <a:lnTo>
                      <a:pt x="579" y="9"/>
                    </a:lnTo>
                    <a:lnTo>
                      <a:pt x="602" y="14"/>
                    </a:lnTo>
                    <a:lnTo>
                      <a:pt x="625" y="22"/>
                    </a:lnTo>
                    <a:lnTo>
                      <a:pt x="647" y="29"/>
                    </a:lnTo>
                    <a:lnTo>
                      <a:pt x="669" y="37"/>
                    </a:lnTo>
                    <a:lnTo>
                      <a:pt x="690" y="46"/>
                    </a:lnTo>
                    <a:lnTo>
                      <a:pt x="711" y="58"/>
                    </a:lnTo>
                    <a:lnTo>
                      <a:pt x="731" y="69"/>
                    </a:lnTo>
                    <a:lnTo>
                      <a:pt x="751" y="82"/>
                    </a:lnTo>
                    <a:lnTo>
                      <a:pt x="770" y="95"/>
                    </a:lnTo>
                    <a:lnTo>
                      <a:pt x="788" y="110"/>
                    </a:lnTo>
                    <a:lnTo>
                      <a:pt x="805" y="124"/>
                    </a:lnTo>
                    <a:lnTo>
                      <a:pt x="822" y="141"/>
                    </a:lnTo>
                    <a:lnTo>
                      <a:pt x="838" y="158"/>
                    </a:lnTo>
                    <a:lnTo>
                      <a:pt x="853" y="175"/>
                    </a:lnTo>
                    <a:lnTo>
                      <a:pt x="867" y="193"/>
                    </a:lnTo>
                    <a:lnTo>
                      <a:pt x="881" y="212"/>
                    </a:lnTo>
                    <a:lnTo>
                      <a:pt x="893" y="231"/>
                    </a:lnTo>
                    <a:lnTo>
                      <a:pt x="905" y="252"/>
                    </a:lnTo>
                    <a:lnTo>
                      <a:pt x="916" y="273"/>
                    </a:lnTo>
                    <a:lnTo>
                      <a:pt x="926" y="294"/>
                    </a:lnTo>
                    <a:lnTo>
                      <a:pt x="934" y="315"/>
                    </a:lnTo>
                    <a:lnTo>
                      <a:pt x="942" y="338"/>
                    </a:lnTo>
                    <a:lnTo>
                      <a:pt x="948" y="361"/>
                    </a:lnTo>
                    <a:lnTo>
                      <a:pt x="954" y="384"/>
                    </a:lnTo>
                    <a:lnTo>
                      <a:pt x="958" y="408"/>
                    </a:lnTo>
                    <a:lnTo>
                      <a:pt x="961" y="433"/>
                    </a:lnTo>
                    <a:lnTo>
                      <a:pt x="963" y="456"/>
                    </a:lnTo>
                    <a:lnTo>
                      <a:pt x="963" y="481"/>
                    </a:lnTo>
                    <a:lnTo>
                      <a:pt x="963" y="506"/>
                    </a:lnTo>
                    <a:lnTo>
                      <a:pt x="961" y="530"/>
                    </a:lnTo>
                    <a:lnTo>
                      <a:pt x="958" y="555"/>
                    </a:lnTo>
                    <a:lnTo>
                      <a:pt x="954" y="579"/>
                    </a:lnTo>
                    <a:lnTo>
                      <a:pt x="948" y="602"/>
                    </a:lnTo>
                    <a:lnTo>
                      <a:pt x="942" y="625"/>
                    </a:lnTo>
                    <a:lnTo>
                      <a:pt x="934" y="647"/>
                    </a:lnTo>
                    <a:lnTo>
                      <a:pt x="926" y="669"/>
                    </a:lnTo>
                    <a:lnTo>
                      <a:pt x="916" y="690"/>
                    </a:lnTo>
                    <a:lnTo>
                      <a:pt x="905" y="711"/>
                    </a:lnTo>
                    <a:lnTo>
                      <a:pt x="893" y="732"/>
                    </a:lnTo>
                    <a:lnTo>
                      <a:pt x="881" y="751"/>
                    </a:lnTo>
                    <a:lnTo>
                      <a:pt x="867" y="770"/>
                    </a:lnTo>
                    <a:lnTo>
                      <a:pt x="853" y="788"/>
                    </a:lnTo>
                    <a:lnTo>
                      <a:pt x="838" y="805"/>
                    </a:lnTo>
                    <a:lnTo>
                      <a:pt x="822" y="822"/>
                    </a:lnTo>
                    <a:lnTo>
                      <a:pt x="805" y="838"/>
                    </a:lnTo>
                    <a:lnTo>
                      <a:pt x="788" y="853"/>
                    </a:lnTo>
                    <a:lnTo>
                      <a:pt x="770" y="868"/>
                    </a:lnTo>
                    <a:lnTo>
                      <a:pt x="751" y="881"/>
                    </a:lnTo>
                    <a:lnTo>
                      <a:pt x="731" y="893"/>
                    </a:lnTo>
                    <a:lnTo>
                      <a:pt x="711" y="905"/>
                    </a:lnTo>
                    <a:lnTo>
                      <a:pt x="690" y="916"/>
                    </a:lnTo>
                    <a:lnTo>
                      <a:pt x="669" y="926"/>
                    </a:lnTo>
                    <a:lnTo>
                      <a:pt x="647" y="934"/>
                    </a:lnTo>
                    <a:lnTo>
                      <a:pt x="625" y="941"/>
                    </a:lnTo>
                    <a:lnTo>
                      <a:pt x="602" y="948"/>
                    </a:lnTo>
                    <a:lnTo>
                      <a:pt x="579" y="954"/>
                    </a:lnTo>
                    <a:lnTo>
                      <a:pt x="555" y="958"/>
                    </a:lnTo>
                    <a:lnTo>
                      <a:pt x="531" y="961"/>
                    </a:lnTo>
                    <a:lnTo>
                      <a:pt x="506" y="963"/>
                    </a:lnTo>
                    <a:lnTo>
                      <a:pt x="481" y="963"/>
                    </a:lnTo>
                    <a:lnTo>
                      <a:pt x="456" y="963"/>
                    </a:lnTo>
                    <a:lnTo>
                      <a:pt x="433" y="961"/>
                    </a:lnTo>
                    <a:lnTo>
                      <a:pt x="408" y="958"/>
                    </a:lnTo>
                    <a:lnTo>
                      <a:pt x="384" y="954"/>
                    </a:lnTo>
                    <a:lnTo>
                      <a:pt x="361" y="948"/>
                    </a:lnTo>
                    <a:lnTo>
                      <a:pt x="338" y="941"/>
                    </a:lnTo>
                    <a:lnTo>
                      <a:pt x="315" y="934"/>
                    </a:lnTo>
                    <a:lnTo>
                      <a:pt x="294" y="926"/>
                    </a:lnTo>
                    <a:lnTo>
                      <a:pt x="273" y="916"/>
                    </a:lnTo>
                    <a:lnTo>
                      <a:pt x="252" y="905"/>
                    </a:lnTo>
                    <a:lnTo>
                      <a:pt x="231" y="893"/>
                    </a:lnTo>
                    <a:lnTo>
                      <a:pt x="212" y="881"/>
                    </a:lnTo>
                    <a:lnTo>
                      <a:pt x="193" y="868"/>
                    </a:lnTo>
                    <a:lnTo>
                      <a:pt x="175" y="853"/>
                    </a:lnTo>
                    <a:lnTo>
                      <a:pt x="158" y="838"/>
                    </a:lnTo>
                    <a:lnTo>
                      <a:pt x="141" y="822"/>
                    </a:lnTo>
                    <a:lnTo>
                      <a:pt x="124" y="805"/>
                    </a:lnTo>
                    <a:lnTo>
                      <a:pt x="110" y="788"/>
                    </a:lnTo>
                    <a:lnTo>
                      <a:pt x="95" y="770"/>
                    </a:lnTo>
                    <a:lnTo>
                      <a:pt x="82" y="751"/>
                    </a:lnTo>
                    <a:lnTo>
                      <a:pt x="69" y="732"/>
                    </a:lnTo>
                    <a:lnTo>
                      <a:pt x="58" y="711"/>
                    </a:lnTo>
                    <a:lnTo>
                      <a:pt x="48" y="690"/>
                    </a:lnTo>
                    <a:lnTo>
                      <a:pt x="37" y="669"/>
                    </a:lnTo>
                    <a:lnTo>
                      <a:pt x="29" y="647"/>
                    </a:lnTo>
                    <a:lnTo>
                      <a:pt x="22" y="625"/>
                    </a:lnTo>
                    <a:lnTo>
                      <a:pt x="14" y="602"/>
                    </a:lnTo>
                    <a:lnTo>
                      <a:pt x="9" y="579"/>
                    </a:lnTo>
                    <a:lnTo>
                      <a:pt x="5" y="555"/>
                    </a:lnTo>
                    <a:lnTo>
                      <a:pt x="2" y="530"/>
                    </a:lnTo>
                    <a:lnTo>
                      <a:pt x="0" y="506"/>
                    </a:lnTo>
                    <a:lnTo>
                      <a:pt x="0" y="481"/>
                    </a:lnTo>
                    <a:lnTo>
                      <a:pt x="0" y="456"/>
                    </a:lnTo>
                    <a:lnTo>
                      <a:pt x="2" y="433"/>
                    </a:lnTo>
                    <a:lnTo>
                      <a:pt x="5" y="408"/>
                    </a:lnTo>
                    <a:lnTo>
                      <a:pt x="9" y="384"/>
                    </a:lnTo>
                    <a:lnTo>
                      <a:pt x="14" y="361"/>
                    </a:lnTo>
                    <a:lnTo>
                      <a:pt x="22" y="338"/>
                    </a:lnTo>
                    <a:lnTo>
                      <a:pt x="29" y="315"/>
                    </a:lnTo>
                    <a:lnTo>
                      <a:pt x="37" y="294"/>
                    </a:lnTo>
                    <a:lnTo>
                      <a:pt x="48" y="273"/>
                    </a:lnTo>
                    <a:lnTo>
                      <a:pt x="58" y="252"/>
                    </a:lnTo>
                    <a:lnTo>
                      <a:pt x="69" y="231"/>
                    </a:lnTo>
                    <a:lnTo>
                      <a:pt x="82" y="212"/>
                    </a:lnTo>
                    <a:lnTo>
                      <a:pt x="95" y="193"/>
                    </a:lnTo>
                    <a:lnTo>
                      <a:pt x="110" y="175"/>
                    </a:lnTo>
                    <a:lnTo>
                      <a:pt x="124" y="158"/>
                    </a:lnTo>
                    <a:lnTo>
                      <a:pt x="141" y="141"/>
                    </a:lnTo>
                    <a:lnTo>
                      <a:pt x="158" y="124"/>
                    </a:lnTo>
                    <a:lnTo>
                      <a:pt x="175" y="110"/>
                    </a:lnTo>
                    <a:lnTo>
                      <a:pt x="193" y="95"/>
                    </a:lnTo>
                    <a:lnTo>
                      <a:pt x="212" y="82"/>
                    </a:lnTo>
                    <a:lnTo>
                      <a:pt x="231" y="69"/>
                    </a:lnTo>
                    <a:lnTo>
                      <a:pt x="252" y="58"/>
                    </a:lnTo>
                    <a:lnTo>
                      <a:pt x="273" y="46"/>
                    </a:lnTo>
                    <a:lnTo>
                      <a:pt x="294" y="37"/>
                    </a:lnTo>
                    <a:lnTo>
                      <a:pt x="315" y="29"/>
                    </a:lnTo>
                    <a:lnTo>
                      <a:pt x="338" y="22"/>
                    </a:lnTo>
                    <a:lnTo>
                      <a:pt x="361" y="14"/>
                    </a:lnTo>
                    <a:lnTo>
                      <a:pt x="384" y="9"/>
                    </a:lnTo>
                    <a:lnTo>
                      <a:pt x="408" y="5"/>
                    </a:lnTo>
                    <a:lnTo>
                      <a:pt x="433" y="2"/>
                    </a:lnTo>
                    <a:lnTo>
                      <a:pt x="456" y="0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rgbClr val="008D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6" name="Freeform 107"/>
              <p:cNvSpPr>
                <a:spLocks/>
              </p:cNvSpPr>
              <p:nvPr/>
            </p:nvSpPr>
            <p:spPr bwMode="auto">
              <a:xfrm>
                <a:off x="1156" y="1921"/>
                <a:ext cx="120" cy="120"/>
              </a:xfrm>
              <a:custGeom>
                <a:avLst/>
                <a:gdLst>
                  <a:gd name="T0" fmla="*/ 8 w 963"/>
                  <a:gd name="T1" fmla="*/ 0 h 963"/>
                  <a:gd name="T2" fmla="*/ 9 w 963"/>
                  <a:gd name="T3" fmla="*/ 0 h 963"/>
                  <a:gd name="T4" fmla="*/ 10 w 963"/>
                  <a:gd name="T5" fmla="*/ 1 h 963"/>
                  <a:gd name="T6" fmla="*/ 11 w 963"/>
                  <a:gd name="T7" fmla="*/ 1 h 963"/>
                  <a:gd name="T8" fmla="*/ 12 w 963"/>
                  <a:gd name="T9" fmla="*/ 2 h 963"/>
                  <a:gd name="T10" fmla="*/ 13 w 963"/>
                  <a:gd name="T11" fmla="*/ 2 h 963"/>
                  <a:gd name="T12" fmla="*/ 14 w 963"/>
                  <a:gd name="T13" fmla="*/ 3 h 963"/>
                  <a:gd name="T14" fmla="*/ 14 w 963"/>
                  <a:gd name="T15" fmla="*/ 4 h 963"/>
                  <a:gd name="T16" fmla="*/ 15 w 963"/>
                  <a:gd name="T17" fmla="*/ 5 h 963"/>
                  <a:gd name="T18" fmla="*/ 15 w 963"/>
                  <a:gd name="T19" fmla="*/ 6 h 963"/>
                  <a:gd name="T20" fmla="*/ 15 w 963"/>
                  <a:gd name="T21" fmla="*/ 7 h 963"/>
                  <a:gd name="T22" fmla="*/ 15 w 963"/>
                  <a:gd name="T23" fmla="*/ 9 h 963"/>
                  <a:gd name="T24" fmla="*/ 15 w 963"/>
                  <a:gd name="T25" fmla="*/ 10 h 963"/>
                  <a:gd name="T26" fmla="*/ 14 w 963"/>
                  <a:gd name="T27" fmla="*/ 11 h 963"/>
                  <a:gd name="T28" fmla="*/ 14 w 963"/>
                  <a:gd name="T29" fmla="*/ 12 h 963"/>
                  <a:gd name="T30" fmla="*/ 13 w 963"/>
                  <a:gd name="T31" fmla="*/ 12 h 963"/>
                  <a:gd name="T32" fmla="*/ 12 w 963"/>
                  <a:gd name="T33" fmla="*/ 13 h 963"/>
                  <a:gd name="T34" fmla="*/ 11 w 963"/>
                  <a:gd name="T35" fmla="*/ 14 h 963"/>
                  <a:gd name="T36" fmla="*/ 10 w 963"/>
                  <a:gd name="T37" fmla="*/ 14 h 963"/>
                  <a:gd name="T38" fmla="*/ 9 w 963"/>
                  <a:gd name="T39" fmla="*/ 15 h 963"/>
                  <a:gd name="T40" fmla="*/ 8 w 963"/>
                  <a:gd name="T41" fmla="*/ 15 h 963"/>
                  <a:gd name="T42" fmla="*/ 7 w 963"/>
                  <a:gd name="T43" fmla="*/ 15 h 963"/>
                  <a:gd name="T44" fmla="*/ 6 w 963"/>
                  <a:gd name="T45" fmla="*/ 15 h 963"/>
                  <a:gd name="T46" fmla="*/ 5 w 963"/>
                  <a:gd name="T47" fmla="*/ 14 h 963"/>
                  <a:gd name="T48" fmla="*/ 4 w 963"/>
                  <a:gd name="T49" fmla="*/ 14 h 963"/>
                  <a:gd name="T50" fmla="*/ 3 w 963"/>
                  <a:gd name="T51" fmla="*/ 13 h 963"/>
                  <a:gd name="T52" fmla="*/ 2 w 963"/>
                  <a:gd name="T53" fmla="*/ 13 h 963"/>
                  <a:gd name="T54" fmla="*/ 1 w 963"/>
                  <a:gd name="T55" fmla="*/ 12 h 963"/>
                  <a:gd name="T56" fmla="*/ 1 w 963"/>
                  <a:gd name="T57" fmla="*/ 11 h 963"/>
                  <a:gd name="T58" fmla="*/ 0 w 963"/>
                  <a:gd name="T59" fmla="*/ 10 h 963"/>
                  <a:gd name="T60" fmla="*/ 0 w 963"/>
                  <a:gd name="T61" fmla="*/ 9 h 963"/>
                  <a:gd name="T62" fmla="*/ 0 w 963"/>
                  <a:gd name="T63" fmla="*/ 8 h 963"/>
                  <a:gd name="T64" fmla="*/ 0 w 963"/>
                  <a:gd name="T65" fmla="*/ 7 h 963"/>
                  <a:gd name="T66" fmla="*/ 0 w 963"/>
                  <a:gd name="T67" fmla="*/ 6 h 963"/>
                  <a:gd name="T68" fmla="*/ 1 w 963"/>
                  <a:gd name="T69" fmla="*/ 5 h 963"/>
                  <a:gd name="T70" fmla="*/ 1 w 963"/>
                  <a:gd name="T71" fmla="*/ 4 h 963"/>
                  <a:gd name="T72" fmla="*/ 2 w 963"/>
                  <a:gd name="T73" fmla="*/ 3 h 963"/>
                  <a:gd name="T74" fmla="*/ 2 w 963"/>
                  <a:gd name="T75" fmla="*/ 2 h 963"/>
                  <a:gd name="T76" fmla="*/ 3 w 963"/>
                  <a:gd name="T77" fmla="*/ 1 h 963"/>
                  <a:gd name="T78" fmla="*/ 4 w 963"/>
                  <a:gd name="T79" fmla="*/ 1 h 963"/>
                  <a:gd name="T80" fmla="*/ 5 w 963"/>
                  <a:gd name="T81" fmla="*/ 0 h 963"/>
                  <a:gd name="T82" fmla="*/ 6 w 963"/>
                  <a:gd name="T83" fmla="*/ 0 h 963"/>
                  <a:gd name="T84" fmla="*/ 7 w 963"/>
                  <a:gd name="T85" fmla="*/ 0 h 96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963"/>
                  <a:gd name="T130" fmla="*/ 0 h 963"/>
                  <a:gd name="T131" fmla="*/ 963 w 963"/>
                  <a:gd name="T132" fmla="*/ 963 h 963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963" h="963">
                    <a:moveTo>
                      <a:pt x="481" y="0"/>
                    </a:moveTo>
                    <a:lnTo>
                      <a:pt x="506" y="0"/>
                    </a:lnTo>
                    <a:lnTo>
                      <a:pt x="531" y="2"/>
                    </a:lnTo>
                    <a:lnTo>
                      <a:pt x="555" y="5"/>
                    </a:lnTo>
                    <a:lnTo>
                      <a:pt x="579" y="9"/>
                    </a:lnTo>
                    <a:lnTo>
                      <a:pt x="602" y="14"/>
                    </a:lnTo>
                    <a:lnTo>
                      <a:pt x="625" y="22"/>
                    </a:lnTo>
                    <a:lnTo>
                      <a:pt x="647" y="29"/>
                    </a:lnTo>
                    <a:lnTo>
                      <a:pt x="669" y="37"/>
                    </a:lnTo>
                    <a:lnTo>
                      <a:pt x="690" y="46"/>
                    </a:lnTo>
                    <a:lnTo>
                      <a:pt x="711" y="58"/>
                    </a:lnTo>
                    <a:lnTo>
                      <a:pt x="731" y="69"/>
                    </a:lnTo>
                    <a:lnTo>
                      <a:pt x="751" y="82"/>
                    </a:lnTo>
                    <a:lnTo>
                      <a:pt x="770" y="95"/>
                    </a:lnTo>
                    <a:lnTo>
                      <a:pt x="788" y="110"/>
                    </a:lnTo>
                    <a:lnTo>
                      <a:pt x="805" y="124"/>
                    </a:lnTo>
                    <a:lnTo>
                      <a:pt x="822" y="141"/>
                    </a:lnTo>
                    <a:lnTo>
                      <a:pt x="838" y="158"/>
                    </a:lnTo>
                    <a:lnTo>
                      <a:pt x="853" y="175"/>
                    </a:lnTo>
                    <a:lnTo>
                      <a:pt x="867" y="193"/>
                    </a:lnTo>
                    <a:lnTo>
                      <a:pt x="881" y="212"/>
                    </a:lnTo>
                    <a:lnTo>
                      <a:pt x="893" y="231"/>
                    </a:lnTo>
                    <a:lnTo>
                      <a:pt x="905" y="252"/>
                    </a:lnTo>
                    <a:lnTo>
                      <a:pt x="916" y="273"/>
                    </a:lnTo>
                    <a:lnTo>
                      <a:pt x="926" y="294"/>
                    </a:lnTo>
                    <a:lnTo>
                      <a:pt x="934" y="315"/>
                    </a:lnTo>
                    <a:lnTo>
                      <a:pt x="942" y="338"/>
                    </a:lnTo>
                    <a:lnTo>
                      <a:pt x="948" y="361"/>
                    </a:lnTo>
                    <a:lnTo>
                      <a:pt x="954" y="384"/>
                    </a:lnTo>
                    <a:lnTo>
                      <a:pt x="958" y="408"/>
                    </a:lnTo>
                    <a:lnTo>
                      <a:pt x="961" y="433"/>
                    </a:lnTo>
                    <a:lnTo>
                      <a:pt x="963" y="456"/>
                    </a:lnTo>
                    <a:lnTo>
                      <a:pt x="963" y="481"/>
                    </a:lnTo>
                    <a:lnTo>
                      <a:pt x="963" y="506"/>
                    </a:lnTo>
                    <a:lnTo>
                      <a:pt x="961" y="530"/>
                    </a:lnTo>
                    <a:lnTo>
                      <a:pt x="958" y="555"/>
                    </a:lnTo>
                    <a:lnTo>
                      <a:pt x="954" y="579"/>
                    </a:lnTo>
                    <a:lnTo>
                      <a:pt x="948" y="602"/>
                    </a:lnTo>
                    <a:lnTo>
                      <a:pt x="942" y="625"/>
                    </a:lnTo>
                    <a:lnTo>
                      <a:pt x="934" y="647"/>
                    </a:lnTo>
                    <a:lnTo>
                      <a:pt x="926" y="669"/>
                    </a:lnTo>
                    <a:lnTo>
                      <a:pt x="916" y="690"/>
                    </a:lnTo>
                    <a:lnTo>
                      <a:pt x="905" y="711"/>
                    </a:lnTo>
                    <a:lnTo>
                      <a:pt x="893" y="732"/>
                    </a:lnTo>
                    <a:lnTo>
                      <a:pt x="881" y="751"/>
                    </a:lnTo>
                    <a:lnTo>
                      <a:pt x="867" y="770"/>
                    </a:lnTo>
                    <a:lnTo>
                      <a:pt x="853" y="788"/>
                    </a:lnTo>
                    <a:lnTo>
                      <a:pt x="838" y="805"/>
                    </a:lnTo>
                    <a:lnTo>
                      <a:pt x="822" y="822"/>
                    </a:lnTo>
                    <a:lnTo>
                      <a:pt x="805" y="838"/>
                    </a:lnTo>
                    <a:lnTo>
                      <a:pt x="788" y="853"/>
                    </a:lnTo>
                    <a:lnTo>
                      <a:pt x="770" y="868"/>
                    </a:lnTo>
                    <a:lnTo>
                      <a:pt x="751" y="881"/>
                    </a:lnTo>
                    <a:lnTo>
                      <a:pt x="731" y="893"/>
                    </a:lnTo>
                    <a:lnTo>
                      <a:pt x="711" y="905"/>
                    </a:lnTo>
                    <a:lnTo>
                      <a:pt x="690" y="916"/>
                    </a:lnTo>
                    <a:lnTo>
                      <a:pt x="669" y="926"/>
                    </a:lnTo>
                    <a:lnTo>
                      <a:pt x="647" y="934"/>
                    </a:lnTo>
                    <a:lnTo>
                      <a:pt x="625" y="941"/>
                    </a:lnTo>
                    <a:lnTo>
                      <a:pt x="602" y="948"/>
                    </a:lnTo>
                    <a:lnTo>
                      <a:pt x="579" y="954"/>
                    </a:lnTo>
                    <a:lnTo>
                      <a:pt x="555" y="958"/>
                    </a:lnTo>
                    <a:lnTo>
                      <a:pt x="531" y="961"/>
                    </a:lnTo>
                    <a:lnTo>
                      <a:pt x="506" y="963"/>
                    </a:lnTo>
                    <a:lnTo>
                      <a:pt x="481" y="963"/>
                    </a:lnTo>
                    <a:lnTo>
                      <a:pt x="456" y="963"/>
                    </a:lnTo>
                    <a:lnTo>
                      <a:pt x="433" y="961"/>
                    </a:lnTo>
                    <a:lnTo>
                      <a:pt x="408" y="958"/>
                    </a:lnTo>
                    <a:lnTo>
                      <a:pt x="384" y="954"/>
                    </a:lnTo>
                    <a:lnTo>
                      <a:pt x="361" y="948"/>
                    </a:lnTo>
                    <a:lnTo>
                      <a:pt x="338" y="941"/>
                    </a:lnTo>
                    <a:lnTo>
                      <a:pt x="315" y="934"/>
                    </a:lnTo>
                    <a:lnTo>
                      <a:pt x="294" y="926"/>
                    </a:lnTo>
                    <a:lnTo>
                      <a:pt x="273" y="916"/>
                    </a:lnTo>
                    <a:lnTo>
                      <a:pt x="252" y="905"/>
                    </a:lnTo>
                    <a:lnTo>
                      <a:pt x="231" y="893"/>
                    </a:lnTo>
                    <a:lnTo>
                      <a:pt x="212" y="881"/>
                    </a:lnTo>
                    <a:lnTo>
                      <a:pt x="193" y="868"/>
                    </a:lnTo>
                    <a:lnTo>
                      <a:pt x="175" y="853"/>
                    </a:lnTo>
                    <a:lnTo>
                      <a:pt x="158" y="838"/>
                    </a:lnTo>
                    <a:lnTo>
                      <a:pt x="141" y="822"/>
                    </a:lnTo>
                    <a:lnTo>
                      <a:pt x="124" y="805"/>
                    </a:lnTo>
                    <a:lnTo>
                      <a:pt x="110" y="788"/>
                    </a:lnTo>
                    <a:lnTo>
                      <a:pt x="95" y="770"/>
                    </a:lnTo>
                    <a:lnTo>
                      <a:pt x="82" y="751"/>
                    </a:lnTo>
                    <a:lnTo>
                      <a:pt x="69" y="732"/>
                    </a:lnTo>
                    <a:lnTo>
                      <a:pt x="58" y="711"/>
                    </a:lnTo>
                    <a:lnTo>
                      <a:pt x="48" y="690"/>
                    </a:lnTo>
                    <a:lnTo>
                      <a:pt x="37" y="669"/>
                    </a:lnTo>
                    <a:lnTo>
                      <a:pt x="29" y="647"/>
                    </a:lnTo>
                    <a:lnTo>
                      <a:pt x="22" y="625"/>
                    </a:lnTo>
                    <a:lnTo>
                      <a:pt x="14" y="602"/>
                    </a:lnTo>
                    <a:lnTo>
                      <a:pt x="9" y="579"/>
                    </a:lnTo>
                    <a:lnTo>
                      <a:pt x="5" y="555"/>
                    </a:lnTo>
                    <a:lnTo>
                      <a:pt x="2" y="530"/>
                    </a:lnTo>
                    <a:lnTo>
                      <a:pt x="0" y="506"/>
                    </a:lnTo>
                    <a:lnTo>
                      <a:pt x="0" y="481"/>
                    </a:lnTo>
                    <a:lnTo>
                      <a:pt x="0" y="456"/>
                    </a:lnTo>
                    <a:lnTo>
                      <a:pt x="2" y="433"/>
                    </a:lnTo>
                    <a:lnTo>
                      <a:pt x="5" y="408"/>
                    </a:lnTo>
                    <a:lnTo>
                      <a:pt x="9" y="384"/>
                    </a:lnTo>
                    <a:lnTo>
                      <a:pt x="14" y="361"/>
                    </a:lnTo>
                    <a:lnTo>
                      <a:pt x="22" y="338"/>
                    </a:lnTo>
                    <a:lnTo>
                      <a:pt x="29" y="315"/>
                    </a:lnTo>
                    <a:lnTo>
                      <a:pt x="37" y="294"/>
                    </a:lnTo>
                    <a:lnTo>
                      <a:pt x="48" y="273"/>
                    </a:lnTo>
                    <a:lnTo>
                      <a:pt x="58" y="252"/>
                    </a:lnTo>
                    <a:lnTo>
                      <a:pt x="69" y="231"/>
                    </a:lnTo>
                    <a:lnTo>
                      <a:pt x="82" y="212"/>
                    </a:lnTo>
                    <a:lnTo>
                      <a:pt x="95" y="193"/>
                    </a:lnTo>
                    <a:lnTo>
                      <a:pt x="110" y="175"/>
                    </a:lnTo>
                    <a:lnTo>
                      <a:pt x="124" y="158"/>
                    </a:lnTo>
                    <a:lnTo>
                      <a:pt x="141" y="141"/>
                    </a:lnTo>
                    <a:lnTo>
                      <a:pt x="158" y="124"/>
                    </a:lnTo>
                    <a:lnTo>
                      <a:pt x="175" y="110"/>
                    </a:lnTo>
                    <a:lnTo>
                      <a:pt x="193" y="95"/>
                    </a:lnTo>
                    <a:lnTo>
                      <a:pt x="212" y="82"/>
                    </a:lnTo>
                    <a:lnTo>
                      <a:pt x="231" y="69"/>
                    </a:lnTo>
                    <a:lnTo>
                      <a:pt x="252" y="58"/>
                    </a:lnTo>
                    <a:lnTo>
                      <a:pt x="273" y="46"/>
                    </a:lnTo>
                    <a:lnTo>
                      <a:pt x="294" y="37"/>
                    </a:lnTo>
                    <a:lnTo>
                      <a:pt x="315" y="29"/>
                    </a:lnTo>
                    <a:lnTo>
                      <a:pt x="338" y="22"/>
                    </a:lnTo>
                    <a:lnTo>
                      <a:pt x="361" y="14"/>
                    </a:lnTo>
                    <a:lnTo>
                      <a:pt x="384" y="9"/>
                    </a:lnTo>
                    <a:lnTo>
                      <a:pt x="408" y="5"/>
                    </a:lnTo>
                    <a:lnTo>
                      <a:pt x="433" y="2"/>
                    </a:lnTo>
                    <a:lnTo>
                      <a:pt x="456" y="0"/>
                    </a:lnTo>
                    <a:lnTo>
                      <a:pt x="481" y="0"/>
                    </a:lnTo>
                    <a:close/>
                  </a:path>
                </a:pathLst>
              </a:custGeom>
              <a:noFill/>
              <a:ln w="10">
                <a:solidFill>
                  <a:srgbClr val="A2D9F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7" name="Freeform 108"/>
              <p:cNvSpPr>
                <a:spLocks/>
              </p:cNvSpPr>
              <p:nvPr/>
            </p:nvSpPr>
            <p:spPr bwMode="auto">
              <a:xfrm>
                <a:off x="958" y="3247"/>
                <a:ext cx="120" cy="120"/>
              </a:xfrm>
              <a:custGeom>
                <a:avLst/>
                <a:gdLst>
                  <a:gd name="T0" fmla="*/ 9 w 964"/>
                  <a:gd name="T1" fmla="*/ 0 h 964"/>
                  <a:gd name="T2" fmla="*/ 10 w 964"/>
                  <a:gd name="T3" fmla="*/ 0 h 964"/>
                  <a:gd name="T4" fmla="*/ 11 w 964"/>
                  <a:gd name="T5" fmla="*/ 1 h 964"/>
                  <a:gd name="T6" fmla="*/ 12 w 964"/>
                  <a:gd name="T7" fmla="*/ 2 h 964"/>
                  <a:gd name="T8" fmla="*/ 13 w 964"/>
                  <a:gd name="T9" fmla="*/ 2 h 964"/>
                  <a:gd name="T10" fmla="*/ 14 w 964"/>
                  <a:gd name="T11" fmla="*/ 3 h 964"/>
                  <a:gd name="T12" fmla="*/ 14 w 964"/>
                  <a:gd name="T13" fmla="*/ 4 h 964"/>
                  <a:gd name="T14" fmla="*/ 15 w 964"/>
                  <a:gd name="T15" fmla="*/ 5 h 964"/>
                  <a:gd name="T16" fmla="*/ 15 w 964"/>
                  <a:gd name="T17" fmla="*/ 6 h 964"/>
                  <a:gd name="T18" fmla="*/ 15 w 964"/>
                  <a:gd name="T19" fmla="*/ 7 h 964"/>
                  <a:gd name="T20" fmla="*/ 15 w 964"/>
                  <a:gd name="T21" fmla="*/ 8 h 964"/>
                  <a:gd name="T22" fmla="*/ 15 w 964"/>
                  <a:gd name="T23" fmla="*/ 10 h 964"/>
                  <a:gd name="T24" fmla="*/ 14 w 964"/>
                  <a:gd name="T25" fmla="*/ 11 h 964"/>
                  <a:gd name="T26" fmla="*/ 14 w 964"/>
                  <a:gd name="T27" fmla="*/ 12 h 964"/>
                  <a:gd name="T28" fmla="*/ 13 w 964"/>
                  <a:gd name="T29" fmla="*/ 12 h 964"/>
                  <a:gd name="T30" fmla="*/ 12 w 964"/>
                  <a:gd name="T31" fmla="*/ 13 h 964"/>
                  <a:gd name="T32" fmla="*/ 11 w 964"/>
                  <a:gd name="T33" fmla="*/ 14 h 964"/>
                  <a:gd name="T34" fmla="*/ 10 w 964"/>
                  <a:gd name="T35" fmla="*/ 14 h 964"/>
                  <a:gd name="T36" fmla="*/ 9 w 964"/>
                  <a:gd name="T37" fmla="*/ 15 h 964"/>
                  <a:gd name="T38" fmla="*/ 8 w 964"/>
                  <a:gd name="T39" fmla="*/ 15 h 964"/>
                  <a:gd name="T40" fmla="*/ 7 w 964"/>
                  <a:gd name="T41" fmla="*/ 15 h 964"/>
                  <a:gd name="T42" fmla="*/ 6 w 964"/>
                  <a:gd name="T43" fmla="*/ 15 h 964"/>
                  <a:gd name="T44" fmla="*/ 5 w 964"/>
                  <a:gd name="T45" fmla="*/ 15 h 964"/>
                  <a:gd name="T46" fmla="*/ 4 w 964"/>
                  <a:gd name="T47" fmla="*/ 14 h 964"/>
                  <a:gd name="T48" fmla="*/ 3 w 964"/>
                  <a:gd name="T49" fmla="*/ 14 h 964"/>
                  <a:gd name="T50" fmla="*/ 2 w 964"/>
                  <a:gd name="T51" fmla="*/ 13 h 964"/>
                  <a:gd name="T52" fmla="*/ 1 w 964"/>
                  <a:gd name="T53" fmla="*/ 12 h 964"/>
                  <a:gd name="T54" fmla="*/ 1 w 964"/>
                  <a:gd name="T55" fmla="*/ 11 h 964"/>
                  <a:gd name="T56" fmla="*/ 0 w 964"/>
                  <a:gd name="T57" fmla="*/ 10 h 964"/>
                  <a:gd name="T58" fmla="*/ 0 w 964"/>
                  <a:gd name="T59" fmla="*/ 9 h 964"/>
                  <a:gd name="T60" fmla="*/ 0 w 964"/>
                  <a:gd name="T61" fmla="*/ 8 h 964"/>
                  <a:gd name="T62" fmla="*/ 0 w 964"/>
                  <a:gd name="T63" fmla="*/ 7 h 964"/>
                  <a:gd name="T64" fmla="*/ 0 w 964"/>
                  <a:gd name="T65" fmla="*/ 6 h 964"/>
                  <a:gd name="T66" fmla="*/ 0 w 964"/>
                  <a:gd name="T67" fmla="*/ 5 h 964"/>
                  <a:gd name="T68" fmla="*/ 1 w 964"/>
                  <a:gd name="T69" fmla="*/ 4 h 964"/>
                  <a:gd name="T70" fmla="*/ 2 w 964"/>
                  <a:gd name="T71" fmla="*/ 3 h 964"/>
                  <a:gd name="T72" fmla="*/ 2 w 964"/>
                  <a:gd name="T73" fmla="*/ 2 h 964"/>
                  <a:gd name="T74" fmla="*/ 3 w 964"/>
                  <a:gd name="T75" fmla="*/ 1 h 964"/>
                  <a:gd name="T76" fmla="*/ 4 w 964"/>
                  <a:gd name="T77" fmla="*/ 1 h 964"/>
                  <a:gd name="T78" fmla="*/ 5 w 964"/>
                  <a:gd name="T79" fmla="*/ 0 h 964"/>
                  <a:gd name="T80" fmla="*/ 6 w 964"/>
                  <a:gd name="T81" fmla="*/ 0 h 964"/>
                  <a:gd name="T82" fmla="*/ 7 w 964"/>
                  <a:gd name="T83" fmla="*/ 0 h 964"/>
                  <a:gd name="T84" fmla="*/ 8 w 964"/>
                  <a:gd name="T85" fmla="*/ 0 h 96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964"/>
                  <a:gd name="T130" fmla="*/ 0 h 964"/>
                  <a:gd name="T131" fmla="*/ 964 w 964"/>
                  <a:gd name="T132" fmla="*/ 964 h 96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964" h="964">
                    <a:moveTo>
                      <a:pt x="546" y="4"/>
                    </a:moveTo>
                    <a:lnTo>
                      <a:pt x="570" y="8"/>
                    </a:lnTo>
                    <a:lnTo>
                      <a:pt x="595" y="14"/>
                    </a:lnTo>
                    <a:lnTo>
                      <a:pt x="618" y="20"/>
                    </a:lnTo>
                    <a:lnTo>
                      <a:pt x="640" y="27"/>
                    </a:lnTo>
                    <a:lnTo>
                      <a:pt x="663" y="35"/>
                    </a:lnTo>
                    <a:lnTo>
                      <a:pt x="685" y="45"/>
                    </a:lnTo>
                    <a:lnTo>
                      <a:pt x="706" y="55"/>
                    </a:lnTo>
                    <a:lnTo>
                      <a:pt x="727" y="67"/>
                    </a:lnTo>
                    <a:lnTo>
                      <a:pt x="746" y="79"/>
                    </a:lnTo>
                    <a:lnTo>
                      <a:pt x="766" y="93"/>
                    </a:lnTo>
                    <a:lnTo>
                      <a:pt x="785" y="107"/>
                    </a:lnTo>
                    <a:lnTo>
                      <a:pt x="802" y="122"/>
                    </a:lnTo>
                    <a:lnTo>
                      <a:pt x="819" y="137"/>
                    </a:lnTo>
                    <a:lnTo>
                      <a:pt x="836" y="154"/>
                    </a:lnTo>
                    <a:lnTo>
                      <a:pt x="850" y="171"/>
                    </a:lnTo>
                    <a:lnTo>
                      <a:pt x="865" y="190"/>
                    </a:lnTo>
                    <a:lnTo>
                      <a:pt x="878" y="208"/>
                    </a:lnTo>
                    <a:lnTo>
                      <a:pt x="892" y="228"/>
                    </a:lnTo>
                    <a:lnTo>
                      <a:pt x="903" y="247"/>
                    </a:lnTo>
                    <a:lnTo>
                      <a:pt x="913" y="268"/>
                    </a:lnTo>
                    <a:lnTo>
                      <a:pt x="924" y="289"/>
                    </a:lnTo>
                    <a:lnTo>
                      <a:pt x="932" y="311"/>
                    </a:lnTo>
                    <a:lnTo>
                      <a:pt x="940" y="332"/>
                    </a:lnTo>
                    <a:lnTo>
                      <a:pt x="947" y="355"/>
                    </a:lnTo>
                    <a:lnTo>
                      <a:pt x="953" y="378"/>
                    </a:lnTo>
                    <a:lnTo>
                      <a:pt x="957" y="401"/>
                    </a:lnTo>
                    <a:lnTo>
                      <a:pt x="961" y="425"/>
                    </a:lnTo>
                    <a:lnTo>
                      <a:pt x="963" y="449"/>
                    </a:lnTo>
                    <a:lnTo>
                      <a:pt x="964" y="472"/>
                    </a:lnTo>
                    <a:lnTo>
                      <a:pt x="964" y="497"/>
                    </a:lnTo>
                    <a:lnTo>
                      <a:pt x="962" y="521"/>
                    </a:lnTo>
                    <a:lnTo>
                      <a:pt x="960" y="546"/>
                    </a:lnTo>
                    <a:lnTo>
                      <a:pt x="956" y="570"/>
                    </a:lnTo>
                    <a:lnTo>
                      <a:pt x="951" y="595"/>
                    </a:lnTo>
                    <a:lnTo>
                      <a:pt x="945" y="618"/>
                    </a:lnTo>
                    <a:lnTo>
                      <a:pt x="937" y="641"/>
                    </a:lnTo>
                    <a:lnTo>
                      <a:pt x="929" y="663"/>
                    </a:lnTo>
                    <a:lnTo>
                      <a:pt x="920" y="685"/>
                    </a:lnTo>
                    <a:lnTo>
                      <a:pt x="909" y="706"/>
                    </a:lnTo>
                    <a:lnTo>
                      <a:pt x="898" y="727"/>
                    </a:lnTo>
                    <a:lnTo>
                      <a:pt x="885" y="747"/>
                    </a:lnTo>
                    <a:lnTo>
                      <a:pt x="872" y="766"/>
                    </a:lnTo>
                    <a:lnTo>
                      <a:pt x="857" y="785"/>
                    </a:lnTo>
                    <a:lnTo>
                      <a:pt x="843" y="803"/>
                    </a:lnTo>
                    <a:lnTo>
                      <a:pt x="827" y="819"/>
                    </a:lnTo>
                    <a:lnTo>
                      <a:pt x="811" y="836"/>
                    </a:lnTo>
                    <a:lnTo>
                      <a:pt x="793" y="850"/>
                    </a:lnTo>
                    <a:lnTo>
                      <a:pt x="775" y="865"/>
                    </a:lnTo>
                    <a:lnTo>
                      <a:pt x="757" y="878"/>
                    </a:lnTo>
                    <a:lnTo>
                      <a:pt x="737" y="892"/>
                    </a:lnTo>
                    <a:lnTo>
                      <a:pt x="717" y="903"/>
                    </a:lnTo>
                    <a:lnTo>
                      <a:pt x="696" y="915"/>
                    </a:lnTo>
                    <a:lnTo>
                      <a:pt x="676" y="924"/>
                    </a:lnTo>
                    <a:lnTo>
                      <a:pt x="654" y="933"/>
                    </a:lnTo>
                    <a:lnTo>
                      <a:pt x="632" y="941"/>
                    </a:lnTo>
                    <a:lnTo>
                      <a:pt x="609" y="948"/>
                    </a:lnTo>
                    <a:lnTo>
                      <a:pt x="586" y="953"/>
                    </a:lnTo>
                    <a:lnTo>
                      <a:pt x="564" y="957"/>
                    </a:lnTo>
                    <a:lnTo>
                      <a:pt x="540" y="961"/>
                    </a:lnTo>
                    <a:lnTo>
                      <a:pt x="516" y="963"/>
                    </a:lnTo>
                    <a:lnTo>
                      <a:pt x="492" y="964"/>
                    </a:lnTo>
                    <a:lnTo>
                      <a:pt x="468" y="964"/>
                    </a:lnTo>
                    <a:lnTo>
                      <a:pt x="443" y="962"/>
                    </a:lnTo>
                    <a:lnTo>
                      <a:pt x="418" y="960"/>
                    </a:lnTo>
                    <a:lnTo>
                      <a:pt x="395" y="956"/>
                    </a:lnTo>
                    <a:lnTo>
                      <a:pt x="370" y="951"/>
                    </a:lnTo>
                    <a:lnTo>
                      <a:pt x="347" y="945"/>
                    </a:lnTo>
                    <a:lnTo>
                      <a:pt x="324" y="938"/>
                    </a:lnTo>
                    <a:lnTo>
                      <a:pt x="301" y="929"/>
                    </a:lnTo>
                    <a:lnTo>
                      <a:pt x="279" y="920"/>
                    </a:lnTo>
                    <a:lnTo>
                      <a:pt x="259" y="909"/>
                    </a:lnTo>
                    <a:lnTo>
                      <a:pt x="238" y="898"/>
                    </a:lnTo>
                    <a:lnTo>
                      <a:pt x="218" y="886"/>
                    </a:lnTo>
                    <a:lnTo>
                      <a:pt x="198" y="872"/>
                    </a:lnTo>
                    <a:lnTo>
                      <a:pt x="180" y="858"/>
                    </a:lnTo>
                    <a:lnTo>
                      <a:pt x="162" y="843"/>
                    </a:lnTo>
                    <a:lnTo>
                      <a:pt x="145" y="827"/>
                    </a:lnTo>
                    <a:lnTo>
                      <a:pt x="129" y="811"/>
                    </a:lnTo>
                    <a:lnTo>
                      <a:pt x="114" y="793"/>
                    </a:lnTo>
                    <a:lnTo>
                      <a:pt x="100" y="776"/>
                    </a:lnTo>
                    <a:lnTo>
                      <a:pt x="86" y="757"/>
                    </a:lnTo>
                    <a:lnTo>
                      <a:pt x="73" y="737"/>
                    </a:lnTo>
                    <a:lnTo>
                      <a:pt x="61" y="717"/>
                    </a:lnTo>
                    <a:lnTo>
                      <a:pt x="51" y="697"/>
                    </a:lnTo>
                    <a:lnTo>
                      <a:pt x="41" y="676"/>
                    </a:lnTo>
                    <a:lnTo>
                      <a:pt x="32" y="654"/>
                    </a:lnTo>
                    <a:lnTo>
                      <a:pt x="24" y="632"/>
                    </a:lnTo>
                    <a:lnTo>
                      <a:pt x="18" y="609"/>
                    </a:lnTo>
                    <a:lnTo>
                      <a:pt x="12" y="587"/>
                    </a:lnTo>
                    <a:lnTo>
                      <a:pt x="7" y="564"/>
                    </a:lnTo>
                    <a:lnTo>
                      <a:pt x="3" y="540"/>
                    </a:lnTo>
                    <a:lnTo>
                      <a:pt x="1" y="516"/>
                    </a:lnTo>
                    <a:lnTo>
                      <a:pt x="0" y="492"/>
                    </a:lnTo>
                    <a:lnTo>
                      <a:pt x="0" y="468"/>
                    </a:lnTo>
                    <a:lnTo>
                      <a:pt x="2" y="443"/>
                    </a:lnTo>
                    <a:lnTo>
                      <a:pt x="4" y="419"/>
                    </a:lnTo>
                    <a:lnTo>
                      <a:pt x="8" y="395"/>
                    </a:lnTo>
                    <a:lnTo>
                      <a:pt x="14" y="371"/>
                    </a:lnTo>
                    <a:lnTo>
                      <a:pt x="20" y="347"/>
                    </a:lnTo>
                    <a:lnTo>
                      <a:pt x="27" y="324"/>
                    </a:lnTo>
                    <a:lnTo>
                      <a:pt x="35" y="301"/>
                    </a:lnTo>
                    <a:lnTo>
                      <a:pt x="45" y="279"/>
                    </a:lnTo>
                    <a:lnTo>
                      <a:pt x="55" y="259"/>
                    </a:lnTo>
                    <a:lnTo>
                      <a:pt x="67" y="238"/>
                    </a:lnTo>
                    <a:lnTo>
                      <a:pt x="79" y="218"/>
                    </a:lnTo>
                    <a:lnTo>
                      <a:pt x="93" y="198"/>
                    </a:lnTo>
                    <a:lnTo>
                      <a:pt x="107" y="181"/>
                    </a:lnTo>
                    <a:lnTo>
                      <a:pt x="122" y="163"/>
                    </a:lnTo>
                    <a:lnTo>
                      <a:pt x="137" y="146"/>
                    </a:lnTo>
                    <a:lnTo>
                      <a:pt x="154" y="130"/>
                    </a:lnTo>
                    <a:lnTo>
                      <a:pt x="171" y="114"/>
                    </a:lnTo>
                    <a:lnTo>
                      <a:pt x="189" y="100"/>
                    </a:lnTo>
                    <a:lnTo>
                      <a:pt x="208" y="86"/>
                    </a:lnTo>
                    <a:lnTo>
                      <a:pt x="227" y="74"/>
                    </a:lnTo>
                    <a:lnTo>
                      <a:pt x="247" y="61"/>
                    </a:lnTo>
                    <a:lnTo>
                      <a:pt x="268" y="51"/>
                    </a:lnTo>
                    <a:lnTo>
                      <a:pt x="289" y="41"/>
                    </a:lnTo>
                    <a:lnTo>
                      <a:pt x="310" y="32"/>
                    </a:lnTo>
                    <a:lnTo>
                      <a:pt x="332" y="24"/>
                    </a:lnTo>
                    <a:lnTo>
                      <a:pt x="355" y="18"/>
                    </a:lnTo>
                    <a:lnTo>
                      <a:pt x="378" y="12"/>
                    </a:lnTo>
                    <a:lnTo>
                      <a:pt x="401" y="7"/>
                    </a:lnTo>
                    <a:lnTo>
                      <a:pt x="425" y="4"/>
                    </a:lnTo>
                    <a:lnTo>
                      <a:pt x="448" y="1"/>
                    </a:lnTo>
                    <a:lnTo>
                      <a:pt x="472" y="0"/>
                    </a:lnTo>
                    <a:lnTo>
                      <a:pt x="496" y="1"/>
                    </a:lnTo>
                    <a:lnTo>
                      <a:pt x="521" y="2"/>
                    </a:lnTo>
                    <a:lnTo>
                      <a:pt x="546" y="4"/>
                    </a:lnTo>
                    <a:close/>
                  </a:path>
                </a:pathLst>
              </a:custGeom>
              <a:solidFill>
                <a:srgbClr val="E31E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8" name="Freeform 109"/>
              <p:cNvSpPr>
                <a:spLocks/>
              </p:cNvSpPr>
              <p:nvPr/>
            </p:nvSpPr>
            <p:spPr bwMode="auto">
              <a:xfrm>
                <a:off x="958" y="3247"/>
                <a:ext cx="120" cy="120"/>
              </a:xfrm>
              <a:custGeom>
                <a:avLst/>
                <a:gdLst>
                  <a:gd name="T0" fmla="*/ 9 w 964"/>
                  <a:gd name="T1" fmla="*/ 0 h 964"/>
                  <a:gd name="T2" fmla="*/ 10 w 964"/>
                  <a:gd name="T3" fmla="*/ 0 h 964"/>
                  <a:gd name="T4" fmla="*/ 11 w 964"/>
                  <a:gd name="T5" fmla="*/ 1 h 964"/>
                  <a:gd name="T6" fmla="*/ 12 w 964"/>
                  <a:gd name="T7" fmla="*/ 2 h 964"/>
                  <a:gd name="T8" fmla="*/ 13 w 964"/>
                  <a:gd name="T9" fmla="*/ 2 h 964"/>
                  <a:gd name="T10" fmla="*/ 14 w 964"/>
                  <a:gd name="T11" fmla="*/ 3 h 964"/>
                  <a:gd name="T12" fmla="*/ 14 w 964"/>
                  <a:gd name="T13" fmla="*/ 4 h 964"/>
                  <a:gd name="T14" fmla="*/ 15 w 964"/>
                  <a:gd name="T15" fmla="*/ 5 h 964"/>
                  <a:gd name="T16" fmla="*/ 15 w 964"/>
                  <a:gd name="T17" fmla="*/ 6 h 964"/>
                  <a:gd name="T18" fmla="*/ 15 w 964"/>
                  <a:gd name="T19" fmla="*/ 7 h 964"/>
                  <a:gd name="T20" fmla="*/ 15 w 964"/>
                  <a:gd name="T21" fmla="*/ 8 h 964"/>
                  <a:gd name="T22" fmla="*/ 15 w 964"/>
                  <a:gd name="T23" fmla="*/ 10 h 964"/>
                  <a:gd name="T24" fmla="*/ 14 w 964"/>
                  <a:gd name="T25" fmla="*/ 11 h 964"/>
                  <a:gd name="T26" fmla="*/ 14 w 964"/>
                  <a:gd name="T27" fmla="*/ 12 h 964"/>
                  <a:gd name="T28" fmla="*/ 13 w 964"/>
                  <a:gd name="T29" fmla="*/ 12 h 964"/>
                  <a:gd name="T30" fmla="*/ 12 w 964"/>
                  <a:gd name="T31" fmla="*/ 13 h 964"/>
                  <a:gd name="T32" fmla="*/ 11 w 964"/>
                  <a:gd name="T33" fmla="*/ 14 h 964"/>
                  <a:gd name="T34" fmla="*/ 10 w 964"/>
                  <a:gd name="T35" fmla="*/ 14 h 964"/>
                  <a:gd name="T36" fmla="*/ 9 w 964"/>
                  <a:gd name="T37" fmla="*/ 15 h 964"/>
                  <a:gd name="T38" fmla="*/ 8 w 964"/>
                  <a:gd name="T39" fmla="*/ 15 h 964"/>
                  <a:gd name="T40" fmla="*/ 7 w 964"/>
                  <a:gd name="T41" fmla="*/ 15 h 964"/>
                  <a:gd name="T42" fmla="*/ 6 w 964"/>
                  <a:gd name="T43" fmla="*/ 15 h 964"/>
                  <a:gd name="T44" fmla="*/ 5 w 964"/>
                  <a:gd name="T45" fmla="*/ 15 h 964"/>
                  <a:gd name="T46" fmla="*/ 4 w 964"/>
                  <a:gd name="T47" fmla="*/ 14 h 964"/>
                  <a:gd name="T48" fmla="*/ 3 w 964"/>
                  <a:gd name="T49" fmla="*/ 14 h 964"/>
                  <a:gd name="T50" fmla="*/ 2 w 964"/>
                  <a:gd name="T51" fmla="*/ 13 h 964"/>
                  <a:gd name="T52" fmla="*/ 1 w 964"/>
                  <a:gd name="T53" fmla="*/ 12 h 964"/>
                  <a:gd name="T54" fmla="*/ 1 w 964"/>
                  <a:gd name="T55" fmla="*/ 11 h 964"/>
                  <a:gd name="T56" fmla="*/ 0 w 964"/>
                  <a:gd name="T57" fmla="*/ 10 h 964"/>
                  <a:gd name="T58" fmla="*/ 0 w 964"/>
                  <a:gd name="T59" fmla="*/ 9 h 964"/>
                  <a:gd name="T60" fmla="*/ 0 w 964"/>
                  <a:gd name="T61" fmla="*/ 8 h 964"/>
                  <a:gd name="T62" fmla="*/ 0 w 964"/>
                  <a:gd name="T63" fmla="*/ 7 h 964"/>
                  <a:gd name="T64" fmla="*/ 0 w 964"/>
                  <a:gd name="T65" fmla="*/ 6 h 964"/>
                  <a:gd name="T66" fmla="*/ 0 w 964"/>
                  <a:gd name="T67" fmla="*/ 5 h 964"/>
                  <a:gd name="T68" fmla="*/ 1 w 964"/>
                  <a:gd name="T69" fmla="*/ 4 h 964"/>
                  <a:gd name="T70" fmla="*/ 2 w 964"/>
                  <a:gd name="T71" fmla="*/ 3 h 964"/>
                  <a:gd name="T72" fmla="*/ 2 w 964"/>
                  <a:gd name="T73" fmla="*/ 2 h 964"/>
                  <a:gd name="T74" fmla="*/ 3 w 964"/>
                  <a:gd name="T75" fmla="*/ 1 h 964"/>
                  <a:gd name="T76" fmla="*/ 4 w 964"/>
                  <a:gd name="T77" fmla="*/ 1 h 964"/>
                  <a:gd name="T78" fmla="*/ 5 w 964"/>
                  <a:gd name="T79" fmla="*/ 0 h 964"/>
                  <a:gd name="T80" fmla="*/ 6 w 964"/>
                  <a:gd name="T81" fmla="*/ 0 h 964"/>
                  <a:gd name="T82" fmla="*/ 7 w 964"/>
                  <a:gd name="T83" fmla="*/ 0 h 964"/>
                  <a:gd name="T84" fmla="*/ 8 w 964"/>
                  <a:gd name="T85" fmla="*/ 0 h 96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964"/>
                  <a:gd name="T130" fmla="*/ 0 h 964"/>
                  <a:gd name="T131" fmla="*/ 964 w 964"/>
                  <a:gd name="T132" fmla="*/ 964 h 96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964" h="964">
                    <a:moveTo>
                      <a:pt x="546" y="4"/>
                    </a:moveTo>
                    <a:lnTo>
                      <a:pt x="570" y="8"/>
                    </a:lnTo>
                    <a:lnTo>
                      <a:pt x="595" y="14"/>
                    </a:lnTo>
                    <a:lnTo>
                      <a:pt x="618" y="20"/>
                    </a:lnTo>
                    <a:lnTo>
                      <a:pt x="640" y="27"/>
                    </a:lnTo>
                    <a:lnTo>
                      <a:pt x="663" y="35"/>
                    </a:lnTo>
                    <a:lnTo>
                      <a:pt x="685" y="45"/>
                    </a:lnTo>
                    <a:lnTo>
                      <a:pt x="706" y="55"/>
                    </a:lnTo>
                    <a:lnTo>
                      <a:pt x="727" y="67"/>
                    </a:lnTo>
                    <a:lnTo>
                      <a:pt x="746" y="79"/>
                    </a:lnTo>
                    <a:lnTo>
                      <a:pt x="766" y="93"/>
                    </a:lnTo>
                    <a:lnTo>
                      <a:pt x="785" y="107"/>
                    </a:lnTo>
                    <a:lnTo>
                      <a:pt x="802" y="122"/>
                    </a:lnTo>
                    <a:lnTo>
                      <a:pt x="819" y="137"/>
                    </a:lnTo>
                    <a:lnTo>
                      <a:pt x="836" y="154"/>
                    </a:lnTo>
                    <a:lnTo>
                      <a:pt x="850" y="171"/>
                    </a:lnTo>
                    <a:lnTo>
                      <a:pt x="865" y="190"/>
                    </a:lnTo>
                    <a:lnTo>
                      <a:pt x="878" y="208"/>
                    </a:lnTo>
                    <a:lnTo>
                      <a:pt x="892" y="228"/>
                    </a:lnTo>
                    <a:lnTo>
                      <a:pt x="903" y="247"/>
                    </a:lnTo>
                    <a:lnTo>
                      <a:pt x="913" y="268"/>
                    </a:lnTo>
                    <a:lnTo>
                      <a:pt x="924" y="289"/>
                    </a:lnTo>
                    <a:lnTo>
                      <a:pt x="932" y="311"/>
                    </a:lnTo>
                    <a:lnTo>
                      <a:pt x="940" y="332"/>
                    </a:lnTo>
                    <a:lnTo>
                      <a:pt x="947" y="355"/>
                    </a:lnTo>
                    <a:lnTo>
                      <a:pt x="953" y="378"/>
                    </a:lnTo>
                    <a:lnTo>
                      <a:pt x="957" y="401"/>
                    </a:lnTo>
                    <a:lnTo>
                      <a:pt x="961" y="425"/>
                    </a:lnTo>
                    <a:lnTo>
                      <a:pt x="963" y="449"/>
                    </a:lnTo>
                    <a:lnTo>
                      <a:pt x="964" y="472"/>
                    </a:lnTo>
                    <a:lnTo>
                      <a:pt x="964" y="497"/>
                    </a:lnTo>
                    <a:lnTo>
                      <a:pt x="962" y="521"/>
                    </a:lnTo>
                    <a:lnTo>
                      <a:pt x="960" y="546"/>
                    </a:lnTo>
                    <a:lnTo>
                      <a:pt x="956" y="570"/>
                    </a:lnTo>
                    <a:lnTo>
                      <a:pt x="951" y="595"/>
                    </a:lnTo>
                    <a:lnTo>
                      <a:pt x="945" y="618"/>
                    </a:lnTo>
                    <a:lnTo>
                      <a:pt x="937" y="641"/>
                    </a:lnTo>
                    <a:lnTo>
                      <a:pt x="929" y="663"/>
                    </a:lnTo>
                    <a:lnTo>
                      <a:pt x="920" y="685"/>
                    </a:lnTo>
                    <a:lnTo>
                      <a:pt x="909" y="706"/>
                    </a:lnTo>
                    <a:lnTo>
                      <a:pt x="898" y="727"/>
                    </a:lnTo>
                    <a:lnTo>
                      <a:pt x="885" y="747"/>
                    </a:lnTo>
                    <a:lnTo>
                      <a:pt x="872" y="766"/>
                    </a:lnTo>
                    <a:lnTo>
                      <a:pt x="857" y="785"/>
                    </a:lnTo>
                    <a:lnTo>
                      <a:pt x="843" y="803"/>
                    </a:lnTo>
                    <a:lnTo>
                      <a:pt x="827" y="819"/>
                    </a:lnTo>
                    <a:lnTo>
                      <a:pt x="811" y="836"/>
                    </a:lnTo>
                    <a:lnTo>
                      <a:pt x="793" y="850"/>
                    </a:lnTo>
                    <a:lnTo>
                      <a:pt x="775" y="865"/>
                    </a:lnTo>
                    <a:lnTo>
                      <a:pt x="757" y="878"/>
                    </a:lnTo>
                    <a:lnTo>
                      <a:pt x="737" y="892"/>
                    </a:lnTo>
                    <a:lnTo>
                      <a:pt x="717" y="903"/>
                    </a:lnTo>
                    <a:lnTo>
                      <a:pt x="696" y="915"/>
                    </a:lnTo>
                    <a:lnTo>
                      <a:pt x="676" y="924"/>
                    </a:lnTo>
                    <a:lnTo>
                      <a:pt x="654" y="933"/>
                    </a:lnTo>
                    <a:lnTo>
                      <a:pt x="632" y="941"/>
                    </a:lnTo>
                    <a:lnTo>
                      <a:pt x="609" y="948"/>
                    </a:lnTo>
                    <a:lnTo>
                      <a:pt x="586" y="953"/>
                    </a:lnTo>
                    <a:lnTo>
                      <a:pt x="564" y="957"/>
                    </a:lnTo>
                    <a:lnTo>
                      <a:pt x="540" y="961"/>
                    </a:lnTo>
                    <a:lnTo>
                      <a:pt x="516" y="963"/>
                    </a:lnTo>
                    <a:lnTo>
                      <a:pt x="492" y="964"/>
                    </a:lnTo>
                    <a:lnTo>
                      <a:pt x="468" y="964"/>
                    </a:lnTo>
                    <a:lnTo>
                      <a:pt x="443" y="962"/>
                    </a:lnTo>
                    <a:lnTo>
                      <a:pt x="418" y="960"/>
                    </a:lnTo>
                    <a:lnTo>
                      <a:pt x="395" y="956"/>
                    </a:lnTo>
                    <a:lnTo>
                      <a:pt x="370" y="951"/>
                    </a:lnTo>
                    <a:lnTo>
                      <a:pt x="347" y="945"/>
                    </a:lnTo>
                    <a:lnTo>
                      <a:pt x="324" y="938"/>
                    </a:lnTo>
                    <a:lnTo>
                      <a:pt x="301" y="929"/>
                    </a:lnTo>
                    <a:lnTo>
                      <a:pt x="279" y="920"/>
                    </a:lnTo>
                    <a:lnTo>
                      <a:pt x="259" y="909"/>
                    </a:lnTo>
                    <a:lnTo>
                      <a:pt x="238" y="898"/>
                    </a:lnTo>
                    <a:lnTo>
                      <a:pt x="218" y="886"/>
                    </a:lnTo>
                    <a:lnTo>
                      <a:pt x="198" y="872"/>
                    </a:lnTo>
                    <a:lnTo>
                      <a:pt x="180" y="858"/>
                    </a:lnTo>
                    <a:lnTo>
                      <a:pt x="162" y="843"/>
                    </a:lnTo>
                    <a:lnTo>
                      <a:pt x="145" y="827"/>
                    </a:lnTo>
                    <a:lnTo>
                      <a:pt x="129" y="811"/>
                    </a:lnTo>
                    <a:lnTo>
                      <a:pt x="114" y="793"/>
                    </a:lnTo>
                    <a:lnTo>
                      <a:pt x="100" y="776"/>
                    </a:lnTo>
                    <a:lnTo>
                      <a:pt x="86" y="757"/>
                    </a:lnTo>
                    <a:lnTo>
                      <a:pt x="73" y="737"/>
                    </a:lnTo>
                    <a:lnTo>
                      <a:pt x="61" y="717"/>
                    </a:lnTo>
                    <a:lnTo>
                      <a:pt x="51" y="697"/>
                    </a:lnTo>
                    <a:lnTo>
                      <a:pt x="41" y="676"/>
                    </a:lnTo>
                    <a:lnTo>
                      <a:pt x="32" y="654"/>
                    </a:lnTo>
                    <a:lnTo>
                      <a:pt x="24" y="632"/>
                    </a:lnTo>
                    <a:lnTo>
                      <a:pt x="18" y="609"/>
                    </a:lnTo>
                    <a:lnTo>
                      <a:pt x="12" y="587"/>
                    </a:lnTo>
                    <a:lnTo>
                      <a:pt x="7" y="564"/>
                    </a:lnTo>
                    <a:lnTo>
                      <a:pt x="3" y="540"/>
                    </a:lnTo>
                    <a:lnTo>
                      <a:pt x="1" y="516"/>
                    </a:lnTo>
                    <a:lnTo>
                      <a:pt x="0" y="492"/>
                    </a:lnTo>
                    <a:lnTo>
                      <a:pt x="0" y="468"/>
                    </a:lnTo>
                    <a:lnTo>
                      <a:pt x="2" y="443"/>
                    </a:lnTo>
                    <a:lnTo>
                      <a:pt x="4" y="419"/>
                    </a:lnTo>
                    <a:lnTo>
                      <a:pt x="8" y="395"/>
                    </a:lnTo>
                    <a:lnTo>
                      <a:pt x="14" y="371"/>
                    </a:lnTo>
                    <a:lnTo>
                      <a:pt x="20" y="347"/>
                    </a:lnTo>
                    <a:lnTo>
                      <a:pt x="27" y="324"/>
                    </a:lnTo>
                    <a:lnTo>
                      <a:pt x="35" y="301"/>
                    </a:lnTo>
                    <a:lnTo>
                      <a:pt x="45" y="279"/>
                    </a:lnTo>
                    <a:lnTo>
                      <a:pt x="55" y="259"/>
                    </a:lnTo>
                    <a:lnTo>
                      <a:pt x="67" y="238"/>
                    </a:lnTo>
                    <a:lnTo>
                      <a:pt x="79" y="218"/>
                    </a:lnTo>
                    <a:lnTo>
                      <a:pt x="93" y="198"/>
                    </a:lnTo>
                    <a:lnTo>
                      <a:pt x="107" y="181"/>
                    </a:lnTo>
                    <a:lnTo>
                      <a:pt x="122" y="163"/>
                    </a:lnTo>
                    <a:lnTo>
                      <a:pt x="137" y="146"/>
                    </a:lnTo>
                    <a:lnTo>
                      <a:pt x="154" y="130"/>
                    </a:lnTo>
                    <a:lnTo>
                      <a:pt x="171" y="114"/>
                    </a:lnTo>
                    <a:lnTo>
                      <a:pt x="189" y="100"/>
                    </a:lnTo>
                    <a:lnTo>
                      <a:pt x="208" y="86"/>
                    </a:lnTo>
                    <a:lnTo>
                      <a:pt x="227" y="74"/>
                    </a:lnTo>
                    <a:lnTo>
                      <a:pt x="247" y="61"/>
                    </a:lnTo>
                    <a:lnTo>
                      <a:pt x="268" y="51"/>
                    </a:lnTo>
                    <a:lnTo>
                      <a:pt x="289" y="41"/>
                    </a:lnTo>
                    <a:lnTo>
                      <a:pt x="310" y="32"/>
                    </a:lnTo>
                    <a:lnTo>
                      <a:pt x="332" y="24"/>
                    </a:lnTo>
                    <a:lnTo>
                      <a:pt x="355" y="18"/>
                    </a:lnTo>
                    <a:lnTo>
                      <a:pt x="378" y="12"/>
                    </a:lnTo>
                    <a:lnTo>
                      <a:pt x="401" y="7"/>
                    </a:lnTo>
                    <a:lnTo>
                      <a:pt x="425" y="4"/>
                    </a:lnTo>
                    <a:lnTo>
                      <a:pt x="448" y="1"/>
                    </a:lnTo>
                    <a:lnTo>
                      <a:pt x="472" y="0"/>
                    </a:lnTo>
                    <a:lnTo>
                      <a:pt x="496" y="1"/>
                    </a:lnTo>
                    <a:lnTo>
                      <a:pt x="521" y="2"/>
                    </a:lnTo>
                    <a:lnTo>
                      <a:pt x="546" y="4"/>
                    </a:lnTo>
                    <a:close/>
                  </a:path>
                </a:pathLst>
              </a:custGeom>
              <a:noFill/>
              <a:ln w="10">
                <a:solidFill>
                  <a:srgbClr val="EF7F1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9" name="Freeform 110"/>
              <p:cNvSpPr>
                <a:spLocks/>
              </p:cNvSpPr>
              <p:nvPr/>
            </p:nvSpPr>
            <p:spPr bwMode="auto">
              <a:xfrm>
                <a:off x="614" y="1580"/>
                <a:ext cx="491" cy="1885"/>
              </a:xfrm>
              <a:custGeom>
                <a:avLst/>
                <a:gdLst>
                  <a:gd name="T0" fmla="*/ 1 w 3922"/>
                  <a:gd name="T1" fmla="*/ 1 h 15078"/>
                  <a:gd name="T2" fmla="*/ 61 w 3922"/>
                  <a:gd name="T3" fmla="*/ 236 h 15078"/>
                  <a:gd name="T4" fmla="*/ 61 w 3922"/>
                  <a:gd name="T5" fmla="*/ 236 h 15078"/>
                  <a:gd name="T6" fmla="*/ 61 w 3922"/>
                  <a:gd name="T7" fmla="*/ 236 h 15078"/>
                  <a:gd name="T8" fmla="*/ 61 w 3922"/>
                  <a:gd name="T9" fmla="*/ 235 h 15078"/>
                  <a:gd name="T10" fmla="*/ 61 w 3922"/>
                  <a:gd name="T11" fmla="*/ 235 h 15078"/>
                  <a:gd name="T12" fmla="*/ 60 w 3922"/>
                  <a:gd name="T13" fmla="*/ 235 h 15078"/>
                  <a:gd name="T14" fmla="*/ 60 w 3922"/>
                  <a:gd name="T15" fmla="*/ 235 h 15078"/>
                  <a:gd name="T16" fmla="*/ 60 w 3922"/>
                  <a:gd name="T17" fmla="*/ 235 h 15078"/>
                  <a:gd name="T18" fmla="*/ 60 w 3922"/>
                  <a:gd name="T19" fmla="*/ 235 h 15078"/>
                  <a:gd name="T20" fmla="*/ 60 w 3922"/>
                  <a:gd name="T21" fmla="*/ 234 h 15078"/>
                  <a:gd name="T22" fmla="*/ 60 w 3922"/>
                  <a:gd name="T23" fmla="*/ 234 h 15078"/>
                  <a:gd name="T24" fmla="*/ 60 w 3922"/>
                  <a:gd name="T25" fmla="*/ 234 h 15078"/>
                  <a:gd name="T26" fmla="*/ 60 w 3922"/>
                  <a:gd name="T27" fmla="*/ 233 h 15078"/>
                  <a:gd name="T28" fmla="*/ 0 w 3922"/>
                  <a:gd name="T29" fmla="*/ 0 h 15078"/>
                  <a:gd name="T30" fmla="*/ 0 w 3922"/>
                  <a:gd name="T31" fmla="*/ 0 h 15078"/>
                  <a:gd name="T32" fmla="*/ 0 w 3922"/>
                  <a:gd name="T33" fmla="*/ 0 h 15078"/>
                  <a:gd name="T34" fmla="*/ 0 w 3922"/>
                  <a:gd name="T35" fmla="*/ 1 h 15078"/>
                  <a:gd name="T36" fmla="*/ 1 w 3922"/>
                  <a:gd name="T37" fmla="*/ 1 h 15078"/>
                  <a:gd name="T38" fmla="*/ 1 w 3922"/>
                  <a:gd name="T39" fmla="*/ 1 h 15078"/>
                  <a:gd name="T40" fmla="*/ 1 w 3922"/>
                  <a:gd name="T41" fmla="*/ 1 h 15078"/>
                  <a:gd name="T42" fmla="*/ 1 w 3922"/>
                  <a:gd name="T43" fmla="*/ 1 h 15078"/>
                  <a:gd name="T44" fmla="*/ 1 w 3922"/>
                  <a:gd name="T45" fmla="*/ 1 h 1507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922"/>
                  <a:gd name="T70" fmla="*/ 0 h 15078"/>
                  <a:gd name="T71" fmla="*/ 3922 w 3922"/>
                  <a:gd name="T72" fmla="*/ 15078 h 15078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922" h="15078">
                    <a:moveTo>
                      <a:pt x="85" y="75"/>
                    </a:moveTo>
                    <a:lnTo>
                      <a:pt x="3922" y="15078"/>
                    </a:lnTo>
                    <a:lnTo>
                      <a:pt x="3905" y="15073"/>
                    </a:lnTo>
                    <a:lnTo>
                      <a:pt x="3891" y="15068"/>
                    </a:lnTo>
                    <a:lnTo>
                      <a:pt x="3877" y="15063"/>
                    </a:lnTo>
                    <a:lnTo>
                      <a:pt x="3866" y="15057"/>
                    </a:lnTo>
                    <a:lnTo>
                      <a:pt x="3858" y="15051"/>
                    </a:lnTo>
                    <a:lnTo>
                      <a:pt x="3850" y="15046"/>
                    </a:lnTo>
                    <a:lnTo>
                      <a:pt x="3845" y="15040"/>
                    </a:lnTo>
                    <a:lnTo>
                      <a:pt x="3843" y="15033"/>
                    </a:lnTo>
                    <a:lnTo>
                      <a:pt x="3834" y="14999"/>
                    </a:lnTo>
                    <a:lnTo>
                      <a:pt x="3830" y="14979"/>
                    </a:lnTo>
                    <a:lnTo>
                      <a:pt x="3824" y="14958"/>
                    </a:lnTo>
                    <a:lnTo>
                      <a:pt x="3815" y="14919"/>
                    </a:lnTo>
                    <a:lnTo>
                      <a:pt x="0" y="0"/>
                    </a:lnTo>
                    <a:lnTo>
                      <a:pt x="4" y="12"/>
                    </a:lnTo>
                    <a:lnTo>
                      <a:pt x="11" y="23"/>
                    </a:lnTo>
                    <a:lnTo>
                      <a:pt x="19" y="32"/>
                    </a:lnTo>
                    <a:lnTo>
                      <a:pt x="28" y="43"/>
                    </a:lnTo>
                    <a:lnTo>
                      <a:pt x="40" y="51"/>
                    </a:lnTo>
                    <a:lnTo>
                      <a:pt x="53" y="59"/>
                    </a:lnTo>
                    <a:lnTo>
                      <a:pt x="69" y="68"/>
                    </a:lnTo>
                    <a:lnTo>
                      <a:pt x="85" y="75"/>
                    </a:lnTo>
                    <a:close/>
                  </a:path>
                </a:pathLst>
              </a:custGeom>
              <a:solidFill>
                <a:srgbClr val="9C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0" name="Freeform 111"/>
              <p:cNvSpPr>
                <a:spLocks/>
              </p:cNvSpPr>
              <p:nvPr/>
            </p:nvSpPr>
            <p:spPr bwMode="auto">
              <a:xfrm>
                <a:off x="614" y="1580"/>
                <a:ext cx="501" cy="1887"/>
              </a:xfrm>
              <a:custGeom>
                <a:avLst/>
                <a:gdLst>
                  <a:gd name="T0" fmla="*/ 3 w 4002"/>
                  <a:gd name="T1" fmla="*/ 2 h 15094"/>
                  <a:gd name="T2" fmla="*/ 63 w 4002"/>
                  <a:gd name="T3" fmla="*/ 236 h 15094"/>
                  <a:gd name="T4" fmla="*/ 62 w 4002"/>
                  <a:gd name="T5" fmla="*/ 236 h 15094"/>
                  <a:gd name="T6" fmla="*/ 62 w 4002"/>
                  <a:gd name="T7" fmla="*/ 236 h 15094"/>
                  <a:gd name="T8" fmla="*/ 61 w 4002"/>
                  <a:gd name="T9" fmla="*/ 236 h 15094"/>
                  <a:gd name="T10" fmla="*/ 61 w 4002"/>
                  <a:gd name="T11" fmla="*/ 236 h 15094"/>
                  <a:gd name="T12" fmla="*/ 61 w 4002"/>
                  <a:gd name="T13" fmla="*/ 235 h 15094"/>
                  <a:gd name="T14" fmla="*/ 61 w 4002"/>
                  <a:gd name="T15" fmla="*/ 235 h 15094"/>
                  <a:gd name="T16" fmla="*/ 61 w 4002"/>
                  <a:gd name="T17" fmla="*/ 235 h 15094"/>
                  <a:gd name="T18" fmla="*/ 60 w 4002"/>
                  <a:gd name="T19" fmla="*/ 235 h 15094"/>
                  <a:gd name="T20" fmla="*/ 60 w 4002"/>
                  <a:gd name="T21" fmla="*/ 235 h 15094"/>
                  <a:gd name="T22" fmla="*/ 60 w 4002"/>
                  <a:gd name="T23" fmla="*/ 235 h 15094"/>
                  <a:gd name="T24" fmla="*/ 60 w 4002"/>
                  <a:gd name="T25" fmla="*/ 235 h 15094"/>
                  <a:gd name="T26" fmla="*/ 60 w 4002"/>
                  <a:gd name="T27" fmla="*/ 235 h 15094"/>
                  <a:gd name="T28" fmla="*/ 60 w 4002"/>
                  <a:gd name="T29" fmla="*/ 234 h 15094"/>
                  <a:gd name="T30" fmla="*/ 60 w 4002"/>
                  <a:gd name="T31" fmla="*/ 234 h 15094"/>
                  <a:gd name="T32" fmla="*/ 60 w 4002"/>
                  <a:gd name="T33" fmla="*/ 234 h 15094"/>
                  <a:gd name="T34" fmla="*/ 60 w 4002"/>
                  <a:gd name="T35" fmla="*/ 233 h 15094"/>
                  <a:gd name="T36" fmla="*/ 0 w 4002"/>
                  <a:gd name="T37" fmla="*/ 0 h 15094"/>
                  <a:gd name="T38" fmla="*/ 0 w 4002"/>
                  <a:gd name="T39" fmla="*/ 0 h 15094"/>
                  <a:gd name="T40" fmla="*/ 0 w 4002"/>
                  <a:gd name="T41" fmla="*/ 0 h 15094"/>
                  <a:gd name="T42" fmla="*/ 0 w 4002"/>
                  <a:gd name="T43" fmla="*/ 0 h 15094"/>
                  <a:gd name="T44" fmla="*/ 0 w 4002"/>
                  <a:gd name="T45" fmla="*/ 1 h 15094"/>
                  <a:gd name="T46" fmla="*/ 0 w 4002"/>
                  <a:gd name="T47" fmla="*/ 1 h 15094"/>
                  <a:gd name="T48" fmla="*/ 1 w 4002"/>
                  <a:gd name="T49" fmla="*/ 1 h 15094"/>
                  <a:gd name="T50" fmla="*/ 1 w 4002"/>
                  <a:gd name="T51" fmla="*/ 1 h 15094"/>
                  <a:gd name="T52" fmla="*/ 1 w 4002"/>
                  <a:gd name="T53" fmla="*/ 1 h 15094"/>
                  <a:gd name="T54" fmla="*/ 1 w 4002"/>
                  <a:gd name="T55" fmla="*/ 1 h 15094"/>
                  <a:gd name="T56" fmla="*/ 1 w 4002"/>
                  <a:gd name="T57" fmla="*/ 1 h 15094"/>
                  <a:gd name="T58" fmla="*/ 1 w 4002"/>
                  <a:gd name="T59" fmla="*/ 1 h 15094"/>
                  <a:gd name="T60" fmla="*/ 2 w 4002"/>
                  <a:gd name="T61" fmla="*/ 1 h 15094"/>
                  <a:gd name="T62" fmla="*/ 2 w 4002"/>
                  <a:gd name="T63" fmla="*/ 1 h 15094"/>
                  <a:gd name="T64" fmla="*/ 2 w 4002"/>
                  <a:gd name="T65" fmla="*/ 1 h 15094"/>
                  <a:gd name="T66" fmla="*/ 2 w 4002"/>
                  <a:gd name="T67" fmla="*/ 2 h 15094"/>
                  <a:gd name="T68" fmla="*/ 3 w 4002"/>
                  <a:gd name="T69" fmla="*/ 2 h 1509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002"/>
                  <a:gd name="T106" fmla="*/ 0 h 15094"/>
                  <a:gd name="T107" fmla="*/ 4002 w 4002"/>
                  <a:gd name="T108" fmla="*/ 15094 h 15094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002" h="15094">
                    <a:moveTo>
                      <a:pt x="167" y="97"/>
                    </a:moveTo>
                    <a:lnTo>
                      <a:pt x="4002" y="15094"/>
                    </a:lnTo>
                    <a:lnTo>
                      <a:pt x="3968" y="15087"/>
                    </a:lnTo>
                    <a:lnTo>
                      <a:pt x="3937" y="15081"/>
                    </a:lnTo>
                    <a:lnTo>
                      <a:pt x="3912" y="15075"/>
                    </a:lnTo>
                    <a:lnTo>
                      <a:pt x="3889" y="15068"/>
                    </a:lnTo>
                    <a:lnTo>
                      <a:pt x="3879" y="15064"/>
                    </a:lnTo>
                    <a:lnTo>
                      <a:pt x="3871" y="15059"/>
                    </a:lnTo>
                    <a:lnTo>
                      <a:pt x="3863" y="15055"/>
                    </a:lnTo>
                    <a:lnTo>
                      <a:pt x="3857" y="15051"/>
                    </a:lnTo>
                    <a:lnTo>
                      <a:pt x="3851" y="15047"/>
                    </a:lnTo>
                    <a:lnTo>
                      <a:pt x="3847" y="15043"/>
                    </a:lnTo>
                    <a:lnTo>
                      <a:pt x="3845" y="15038"/>
                    </a:lnTo>
                    <a:lnTo>
                      <a:pt x="3843" y="15033"/>
                    </a:lnTo>
                    <a:lnTo>
                      <a:pt x="3834" y="14999"/>
                    </a:lnTo>
                    <a:lnTo>
                      <a:pt x="3830" y="14979"/>
                    </a:lnTo>
                    <a:lnTo>
                      <a:pt x="3824" y="14958"/>
                    </a:lnTo>
                    <a:lnTo>
                      <a:pt x="3815" y="14919"/>
                    </a:lnTo>
                    <a:lnTo>
                      <a:pt x="0" y="0"/>
                    </a:lnTo>
                    <a:lnTo>
                      <a:pt x="3" y="9"/>
                    </a:lnTo>
                    <a:lnTo>
                      <a:pt x="7" y="17"/>
                    </a:lnTo>
                    <a:lnTo>
                      <a:pt x="13" y="25"/>
                    </a:lnTo>
                    <a:lnTo>
                      <a:pt x="18" y="32"/>
                    </a:lnTo>
                    <a:lnTo>
                      <a:pt x="25" y="40"/>
                    </a:lnTo>
                    <a:lnTo>
                      <a:pt x="33" y="47"/>
                    </a:lnTo>
                    <a:lnTo>
                      <a:pt x="43" y="53"/>
                    </a:lnTo>
                    <a:lnTo>
                      <a:pt x="52" y="59"/>
                    </a:lnTo>
                    <a:lnTo>
                      <a:pt x="63" y="64"/>
                    </a:lnTo>
                    <a:lnTo>
                      <a:pt x="76" y="71"/>
                    </a:lnTo>
                    <a:lnTo>
                      <a:pt x="88" y="76"/>
                    </a:lnTo>
                    <a:lnTo>
                      <a:pt x="103" y="80"/>
                    </a:lnTo>
                    <a:lnTo>
                      <a:pt x="117" y="85"/>
                    </a:lnTo>
                    <a:lnTo>
                      <a:pt x="133" y="89"/>
                    </a:lnTo>
                    <a:lnTo>
                      <a:pt x="150" y="94"/>
                    </a:lnTo>
                    <a:lnTo>
                      <a:pt x="167" y="97"/>
                    </a:lnTo>
                    <a:close/>
                  </a:path>
                </a:pathLst>
              </a:custGeom>
              <a:solidFill>
                <a:srgbClr val="9C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1" name="Freeform 112"/>
              <p:cNvSpPr>
                <a:spLocks/>
              </p:cNvSpPr>
              <p:nvPr/>
            </p:nvSpPr>
            <p:spPr bwMode="auto">
              <a:xfrm>
                <a:off x="625" y="1590"/>
                <a:ext cx="499" cy="1878"/>
              </a:xfrm>
              <a:custGeom>
                <a:avLst/>
                <a:gdLst>
                  <a:gd name="T0" fmla="*/ 60 w 3996"/>
                  <a:gd name="T1" fmla="*/ 234 h 15027"/>
                  <a:gd name="T2" fmla="*/ 0 w 3996"/>
                  <a:gd name="T3" fmla="*/ 0 h 15027"/>
                  <a:gd name="T4" fmla="*/ 0 w 3996"/>
                  <a:gd name="T5" fmla="*/ 0 h 15027"/>
                  <a:gd name="T6" fmla="*/ 0 w 3996"/>
                  <a:gd name="T7" fmla="*/ 0 h 15027"/>
                  <a:gd name="T8" fmla="*/ 1 w 3996"/>
                  <a:gd name="T9" fmla="*/ 0 h 15027"/>
                  <a:gd name="T10" fmla="*/ 1 w 3996"/>
                  <a:gd name="T11" fmla="*/ 0 h 15027"/>
                  <a:gd name="T12" fmla="*/ 1 w 3996"/>
                  <a:gd name="T13" fmla="*/ 0 h 15027"/>
                  <a:gd name="T14" fmla="*/ 2 w 3996"/>
                  <a:gd name="T15" fmla="*/ 0 h 15027"/>
                  <a:gd name="T16" fmla="*/ 2 w 3996"/>
                  <a:gd name="T17" fmla="*/ 0 h 15027"/>
                  <a:gd name="T18" fmla="*/ 2 w 3996"/>
                  <a:gd name="T19" fmla="*/ 0 h 15027"/>
                  <a:gd name="T20" fmla="*/ 62 w 3996"/>
                  <a:gd name="T21" fmla="*/ 235 h 15027"/>
                  <a:gd name="T22" fmla="*/ 62 w 3996"/>
                  <a:gd name="T23" fmla="*/ 235 h 15027"/>
                  <a:gd name="T24" fmla="*/ 61 w 3996"/>
                  <a:gd name="T25" fmla="*/ 235 h 15027"/>
                  <a:gd name="T26" fmla="*/ 60 w 3996"/>
                  <a:gd name="T27" fmla="*/ 234 h 15027"/>
                  <a:gd name="T28" fmla="*/ 60 w 3996"/>
                  <a:gd name="T29" fmla="*/ 234 h 1502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996"/>
                  <a:gd name="T46" fmla="*/ 0 h 15027"/>
                  <a:gd name="T47" fmla="*/ 3996 w 3996"/>
                  <a:gd name="T48" fmla="*/ 15027 h 1502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996" h="15027">
                    <a:moveTo>
                      <a:pt x="3837" y="15003"/>
                    </a:moveTo>
                    <a:lnTo>
                      <a:pt x="0" y="0"/>
                    </a:lnTo>
                    <a:lnTo>
                      <a:pt x="17" y="5"/>
                    </a:lnTo>
                    <a:lnTo>
                      <a:pt x="33" y="10"/>
                    </a:lnTo>
                    <a:lnTo>
                      <a:pt x="52" y="15"/>
                    </a:lnTo>
                    <a:lnTo>
                      <a:pt x="72" y="20"/>
                    </a:lnTo>
                    <a:lnTo>
                      <a:pt x="93" y="24"/>
                    </a:lnTo>
                    <a:lnTo>
                      <a:pt x="114" y="27"/>
                    </a:lnTo>
                    <a:lnTo>
                      <a:pt x="137" y="30"/>
                    </a:lnTo>
                    <a:lnTo>
                      <a:pt x="161" y="33"/>
                    </a:lnTo>
                    <a:lnTo>
                      <a:pt x="3996" y="15027"/>
                    </a:lnTo>
                    <a:lnTo>
                      <a:pt x="3949" y="15023"/>
                    </a:lnTo>
                    <a:lnTo>
                      <a:pt x="3906" y="15017"/>
                    </a:lnTo>
                    <a:lnTo>
                      <a:pt x="3869" y="15010"/>
                    </a:lnTo>
                    <a:lnTo>
                      <a:pt x="3837" y="15003"/>
                    </a:lnTo>
                    <a:close/>
                  </a:path>
                </a:pathLst>
              </a:custGeom>
              <a:solidFill>
                <a:srgbClr val="89C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2" name="Freeform 113"/>
              <p:cNvSpPr>
                <a:spLocks/>
              </p:cNvSpPr>
              <p:nvPr/>
            </p:nvSpPr>
            <p:spPr bwMode="auto">
              <a:xfrm>
                <a:off x="635" y="1592"/>
                <a:ext cx="499" cy="1877"/>
              </a:xfrm>
              <a:custGeom>
                <a:avLst/>
                <a:gdLst>
                  <a:gd name="T0" fmla="*/ 60 w 3990"/>
                  <a:gd name="T1" fmla="*/ 234 h 15010"/>
                  <a:gd name="T2" fmla="*/ 0 w 3990"/>
                  <a:gd name="T3" fmla="*/ 0 h 15010"/>
                  <a:gd name="T4" fmla="*/ 1 w 3990"/>
                  <a:gd name="T5" fmla="*/ 0 h 15010"/>
                  <a:gd name="T6" fmla="*/ 1 w 3990"/>
                  <a:gd name="T7" fmla="*/ 0 h 15010"/>
                  <a:gd name="T8" fmla="*/ 2 w 3990"/>
                  <a:gd name="T9" fmla="*/ 0 h 15010"/>
                  <a:gd name="T10" fmla="*/ 3 w 3990"/>
                  <a:gd name="T11" fmla="*/ 0 h 15010"/>
                  <a:gd name="T12" fmla="*/ 62 w 3990"/>
                  <a:gd name="T13" fmla="*/ 235 h 15010"/>
                  <a:gd name="T14" fmla="*/ 62 w 3990"/>
                  <a:gd name="T15" fmla="*/ 235 h 15010"/>
                  <a:gd name="T16" fmla="*/ 61 w 3990"/>
                  <a:gd name="T17" fmla="*/ 235 h 15010"/>
                  <a:gd name="T18" fmla="*/ 61 w 3990"/>
                  <a:gd name="T19" fmla="*/ 235 h 15010"/>
                  <a:gd name="T20" fmla="*/ 60 w 3990"/>
                  <a:gd name="T21" fmla="*/ 234 h 1501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90"/>
                  <a:gd name="T34" fmla="*/ 0 h 15010"/>
                  <a:gd name="T35" fmla="*/ 3990 w 3990"/>
                  <a:gd name="T36" fmla="*/ 15010 h 1501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90" h="15010">
                    <a:moveTo>
                      <a:pt x="3835" y="14997"/>
                    </a:moveTo>
                    <a:lnTo>
                      <a:pt x="0" y="0"/>
                    </a:lnTo>
                    <a:lnTo>
                      <a:pt x="36" y="6"/>
                    </a:lnTo>
                    <a:lnTo>
                      <a:pt x="73" y="10"/>
                    </a:lnTo>
                    <a:lnTo>
                      <a:pt x="113" y="14"/>
                    </a:lnTo>
                    <a:lnTo>
                      <a:pt x="156" y="16"/>
                    </a:lnTo>
                    <a:lnTo>
                      <a:pt x="3990" y="15010"/>
                    </a:lnTo>
                    <a:lnTo>
                      <a:pt x="3947" y="15008"/>
                    </a:lnTo>
                    <a:lnTo>
                      <a:pt x="3907" y="15005"/>
                    </a:lnTo>
                    <a:lnTo>
                      <a:pt x="3869" y="15001"/>
                    </a:lnTo>
                    <a:lnTo>
                      <a:pt x="3835" y="14997"/>
                    </a:lnTo>
                    <a:close/>
                  </a:path>
                </a:pathLst>
              </a:custGeom>
              <a:solidFill>
                <a:srgbClr val="75B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3" name="Freeform 114"/>
              <p:cNvSpPr>
                <a:spLocks/>
              </p:cNvSpPr>
              <p:nvPr/>
            </p:nvSpPr>
            <p:spPr bwMode="auto">
              <a:xfrm>
                <a:off x="645" y="1594"/>
                <a:ext cx="499" cy="1875"/>
              </a:xfrm>
              <a:custGeom>
                <a:avLst/>
                <a:gdLst>
                  <a:gd name="T0" fmla="*/ 60 w 3988"/>
                  <a:gd name="T1" fmla="*/ 234 h 15002"/>
                  <a:gd name="T2" fmla="*/ 0 w 3988"/>
                  <a:gd name="T3" fmla="*/ 0 h 15002"/>
                  <a:gd name="T4" fmla="*/ 1 w 3988"/>
                  <a:gd name="T5" fmla="*/ 0 h 15002"/>
                  <a:gd name="T6" fmla="*/ 1 w 3988"/>
                  <a:gd name="T7" fmla="*/ 0 h 15002"/>
                  <a:gd name="T8" fmla="*/ 2 w 3988"/>
                  <a:gd name="T9" fmla="*/ 0 h 15002"/>
                  <a:gd name="T10" fmla="*/ 2 w 3988"/>
                  <a:gd name="T11" fmla="*/ 0 h 15002"/>
                  <a:gd name="T12" fmla="*/ 62 w 3988"/>
                  <a:gd name="T13" fmla="*/ 234 h 15002"/>
                  <a:gd name="T14" fmla="*/ 62 w 3988"/>
                  <a:gd name="T15" fmla="*/ 234 h 15002"/>
                  <a:gd name="T16" fmla="*/ 61 w 3988"/>
                  <a:gd name="T17" fmla="*/ 234 h 15002"/>
                  <a:gd name="T18" fmla="*/ 61 w 3988"/>
                  <a:gd name="T19" fmla="*/ 234 h 15002"/>
                  <a:gd name="T20" fmla="*/ 60 w 3988"/>
                  <a:gd name="T21" fmla="*/ 234 h 1500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8"/>
                  <a:gd name="T34" fmla="*/ 0 h 15002"/>
                  <a:gd name="T35" fmla="*/ 3988 w 3988"/>
                  <a:gd name="T36" fmla="*/ 15002 h 1500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8" h="15002">
                    <a:moveTo>
                      <a:pt x="3835" y="14994"/>
                    </a:moveTo>
                    <a:lnTo>
                      <a:pt x="0" y="0"/>
                    </a:lnTo>
                    <a:lnTo>
                      <a:pt x="35" y="3"/>
                    </a:lnTo>
                    <a:lnTo>
                      <a:pt x="73" y="5"/>
                    </a:lnTo>
                    <a:lnTo>
                      <a:pt x="112" y="6"/>
                    </a:lnTo>
                    <a:lnTo>
                      <a:pt x="154" y="7"/>
                    </a:lnTo>
                    <a:lnTo>
                      <a:pt x="3988" y="15002"/>
                    </a:lnTo>
                    <a:lnTo>
                      <a:pt x="3947" y="15001"/>
                    </a:lnTo>
                    <a:lnTo>
                      <a:pt x="3907" y="14999"/>
                    </a:lnTo>
                    <a:lnTo>
                      <a:pt x="3870" y="14997"/>
                    </a:lnTo>
                    <a:lnTo>
                      <a:pt x="3835" y="14994"/>
                    </a:lnTo>
                    <a:close/>
                  </a:path>
                </a:pathLst>
              </a:custGeom>
              <a:solidFill>
                <a:srgbClr val="62A4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4" name="Freeform 115"/>
              <p:cNvSpPr>
                <a:spLocks/>
              </p:cNvSpPr>
              <p:nvPr/>
            </p:nvSpPr>
            <p:spPr bwMode="auto">
              <a:xfrm>
                <a:off x="655" y="1595"/>
                <a:ext cx="498" cy="1874"/>
              </a:xfrm>
              <a:custGeom>
                <a:avLst/>
                <a:gdLst>
                  <a:gd name="T0" fmla="*/ 60 w 3987"/>
                  <a:gd name="T1" fmla="*/ 234 h 14998"/>
                  <a:gd name="T2" fmla="*/ 0 w 3987"/>
                  <a:gd name="T3" fmla="*/ 0 h 14998"/>
                  <a:gd name="T4" fmla="*/ 0 w 3987"/>
                  <a:gd name="T5" fmla="*/ 0 h 14998"/>
                  <a:gd name="T6" fmla="*/ 1 w 3987"/>
                  <a:gd name="T7" fmla="*/ 0 h 14998"/>
                  <a:gd name="T8" fmla="*/ 2 w 3987"/>
                  <a:gd name="T9" fmla="*/ 0 h 14998"/>
                  <a:gd name="T10" fmla="*/ 2 w 3987"/>
                  <a:gd name="T11" fmla="*/ 0 h 14998"/>
                  <a:gd name="T12" fmla="*/ 62 w 3987"/>
                  <a:gd name="T13" fmla="*/ 234 h 14998"/>
                  <a:gd name="T14" fmla="*/ 62 w 3987"/>
                  <a:gd name="T15" fmla="*/ 234 h 14998"/>
                  <a:gd name="T16" fmla="*/ 61 w 3987"/>
                  <a:gd name="T17" fmla="*/ 234 h 14998"/>
                  <a:gd name="T18" fmla="*/ 60 w 3987"/>
                  <a:gd name="T19" fmla="*/ 234 h 14998"/>
                  <a:gd name="T20" fmla="*/ 60 w 3987"/>
                  <a:gd name="T21" fmla="*/ 234 h 149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4998"/>
                  <a:gd name="T35" fmla="*/ 3987 w 3987"/>
                  <a:gd name="T36" fmla="*/ 14998 h 1499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4998">
                    <a:moveTo>
                      <a:pt x="3834" y="14994"/>
                    </a:moveTo>
                    <a:lnTo>
                      <a:pt x="0" y="0"/>
                    </a:lnTo>
                    <a:lnTo>
                      <a:pt x="36" y="1"/>
                    </a:lnTo>
                    <a:lnTo>
                      <a:pt x="74" y="2"/>
                    </a:lnTo>
                    <a:lnTo>
                      <a:pt x="112" y="2"/>
                    </a:lnTo>
                    <a:lnTo>
                      <a:pt x="152" y="1"/>
                    </a:lnTo>
                    <a:lnTo>
                      <a:pt x="3987" y="14998"/>
                    </a:lnTo>
                    <a:lnTo>
                      <a:pt x="3947" y="14998"/>
                    </a:lnTo>
                    <a:lnTo>
                      <a:pt x="3908" y="14997"/>
                    </a:lnTo>
                    <a:lnTo>
                      <a:pt x="3871" y="14996"/>
                    </a:lnTo>
                    <a:lnTo>
                      <a:pt x="3834" y="14994"/>
                    </a:lnTo>
                    <a:close/>
                  </a:path>
                </a:pathLst>
              </a:custGeom>
              <a:solidFill>
                <a:srgbClr val="4F96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5" name="Freeform 116"/>
              <p:cNvSpPr>
                <a:spLocks/>
              </p:cNvSpPr>
              <p:nvPr/>
            </p:nvSpPr>
            <p:spPr bwMode="auto">
              <a:xfrm>
                <a:off x="664" y="1594"/>
                <a:ext cx="499" cy="1875"/>
              </a:xfrm>
              <a:custGeom>
                <a:avLst/>
                <a:gdLst>
                  <a:gd name="T0" fmla="*/ 60 w 3986"/>
                  <a:gd name="T1" fmla="*/ 234 h 15000"/>
                  <a:gd name="T2" fmla="*/ 0 w 3986"/>
                  <a:gd name="T3" fmla="*/ 0 h 15000"/>
                  <a:gd name="T4" fmla="*/ 1 w 3986"/>
                  <a:gd name="T5" fmla="*/ 0 h 15000"/>
                  <a:gd name="T6" fmla="*/ 1 w 3986"/>
                  <a:gd name="T7" fmla="*/ 0 h 15000"/>
                  <a:gd name="T8" fmla="*/ 2 w 3986"/>
                  <a:gd name="T9" fmla="*/ 0 h 15000"/>
                  <a:gd name="T10" fmla="*/ 2 w 3986"/>
                  <a:gd name="T11" fmla="*/ 0 h 15000"/>
                  <a:gd name="T12" fmla="*/ 62 w 3986"/>
                  <a:gd name="T13" fmla="*/ 234 h 15000"/>
                  <a:gd name="T14" fmla="*/ 62 w 3986"/>
                  <a:gd name="T15" fmla="*/ 234 h 15000"/>
                  <a:gd name="T16" fmla="*/ 61 w 3986"/>
                  <a:gd name="T17" fmla="*/ 234 h 15000"/>
                  <a:gd name="T18" fmla="*/ 61 w 3986"/>
                  <a:gd name="T19" fmla="*/ 234 h 15000"/>
                  <a:gd name="T20" fmla="*/ 60 w 3986"/>
                  <a:gd name="T21" fmla="*/ 234 h 150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6"/>
                  <a:gd name="T34" fmla="*/ 0 h 15000"/>
                  <a:gd name="T35" fmla="*/ 3986 w 3986"/>
                  <a:gd name="T36" fmla="*/ 15000 h 150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6" h="15000">
                    <a:moveTo>
                      <a:pt x="3834" y="14999"/>
                    </a:moveTo>
                    <a:lnTo>
                      <a:pt x="0" y="4"/>
                    </a:lnTo>
                    <a:lnTo>
                      <a:pt x="36" y="4"/>
                    </a:lnTo>
                    <a:lnTo>
                      <a:pt x="72" y="3"/>
                    </a:lnTo>
                    <a:lnTo>
                      <a:pt x="111" y="2"/>
                    </a:lnTo>
                    <a:lnTo>
                      <a:pt x="151" y="0"/>
                    </a:lnTo>
                    <a:lnTo>
                      <a:pt x="3986" y="14999"/>
                    </a:lnTo>
                    <a:lnTo>
                      <a:pt x="3946" y="15000"/>
                    </a:lnTo>
                    <a:lnTo>
                      <a:pt x="3908" y="15000"/>
                    </a:lnTo>
                    <a:lnTo>
                      <a:pt x="3871" y="15000"/>
                    </a:lnTo>
                    <a:lnTo>
                      <a:pt x="3834" y="14999"/>
                    </a:lnTo>
                    <a:close/>
                  </a:path>
                </a:pathLst>
              </a:custGeom>
              <a:solidFill>
                <a:srgbClr val="3E89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6" name="Freeform 117"/>
              <p:cNvSpPr>
                <a:spLocks/>
              </p:cNvSpPr>
              <p:nvPr/>
            </p:nvSpPr>
            <p:spPr bwMode="auto">
              <a:xfrm>
                <a:off x="674" y="1594"/>
                <a:ext cx="498" cy="1875"/>
              </a:xfrm>
              <a:custGeom>
                <a:avLst/>
                <a:gdLst>
                  <a:gd name="T0" fmla="*/ 60 w 3987"/>
                  <a:gd name="T1" fmla="*/ 234 h 15004"/>
                  <a:gd name="T2" fmla="*/ 0 w 3987"/>
                  <a:gd name="T3" fmla="*/ 0 h 15004"/>
                  <a:gd name="T4" fmla="*/ 1 w 3987"/>
                  <a:gd name="T5" fmla="*/ 0 h 15004"/>
                  <a:gd name="T6" fmla="*/ 1 w 3987"/>
                  <a:gd name="T7" fmla="*/ 0 h 15004"/>
                  <a:gd name="T8" fmla="*/ 2 w 3987"/>
                  <a:gd name="T9" fmla="*/ 0 h 15004"/>
                  <a:gd name="T10" fmla="*/ 2 w 3987"/>
                  <a:gd name="T11" fmla="*/ 0 h 15004"/>
                  <a:gd name="T12" fmla="*/ 62 w 3987"/>
                  <a:gd name="T13" fmla="*/ 234 h 15004"/>
                  <a:gd name="T14" fmla="*/ 62 w 3987"/>
                  <a:gd name="T15" fmla="*/ 234 h 15004"/>
                  <a:gd name="T16" fmla="*/ 61 w 3987"/>
                  <a:gd name="T17" fmla="*/ 234 h 15004"/>
                  <a:gd name="T18" fmla="*/ 60 w 3987"/>
                  <a:gd name="T19" fmla="*/ 234 h 15004"/>
                  <a:gd name="T20" fmla="*/ 60 w 3987"/>
                  <a:gd name="T21" fmla="*/ 234 h 1500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04"/>
                  <a:gd name="T35" fmla="*/ 3987 w 3987"/>
                  <a:gd name="T36" fmla="*/ 15004 h 1500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04">
                    <a:moveTo>
                      <a:pt x="3835" y="15004"/>
                    </a:moveTo>
                    <a:lnTo>
                      <a:pt x="0" y="7"/>
                    </a:lnTo>
                    <a:lnTo>
                      <a:pt x="37" y="6"/>
                    </a:lnTo>
                    <a:lnTo>
                      <a:pt x="73" y="4"/>
                    </a:lnTo>
                    <a:lnTo>
                      <a:pt x="112" y="2"/>
                    </a:lnTo>
                    <a:lnTo>
                      <a:pt x="151" y="0"/>
                    </a:lnTo>
                    <a:lnTo>
                      <a:pt x="3987" y="15001"/>
                    </a:lnTo>
                    <a:lnTo>
                      <a:pt x="3947" y="15002"/>
                    </a:lnTo>
                    <a:lnTo>
                      <a:pt x="3909" y="15003"/>
                    </a:lnTo>
                    <a:lnTo>
                      <a:pt x="3871" y="15004"/>
                    </a:lnTo>
                    <a:lnTo>
                      <a:pt x="3835" y="15004"/>
                    </a:lnTo>
                    <a:close/>
                  </a:path>
                </a:pathLst>
              </a:custGeom>
              <a:solidFill>
                <a:srgbClr val="29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7" name="Freeform 118"/>
              <p:cNvSpPr>
                <a:spLocks/>
              </p:cNvSpPr>
              <p:nvPr/>
            </p:nvSpPr>
            <p:spPr bwMode="auto">
              <a:xfrm>
                <a:off x="683" y="1593"/>
                <a:ext cx="498" cy="1876"/>
              </a:xfrm>
              <a:custGeom>
                <a:avLst/>
                <a:gdLst>
                  <a:gd name="T0" fmla="*/ 60 w 3985"/>
                  <a:gd name="T1" fmla="*/ 234 h 15009"/>
                  <a:gd name="T2" fmla="*/ 0 w 3985"/>
                  <a:gd name="T3" fmla="*/ 0 h 15009"/>
                  <a:gd name="T4" fmla="*/ 0 w 3985"/>
                  <a:gd name="T5" fmla="*/ 0 h 15009"/>
                  <a:gd name="T6" fmla="*/ 1 w 3985"/>
                  <a:gd name="T7" fmla="*/ 0 h 15009"/>
                  <a:gd name="T8" fmla="*/ 2 w 3985"/>
                  <a:gd name="T9" fmla="*/ 0 h 15009"/>
                  <a:gd name="T10" fmla="*/ 2 w 3985"/>
                  <a:gd name="T11" fmla="*/ 0 h 15009"/>
                  <a:gd name="T12" fmla="*/ 62 w 3985"/>
                  <a:gd name="T13" fmla="*/ 234 h 15009"/>
                  <a:gd name="T14" fmla="*/ 62 w 3985"/>
                  <a:gd name="T15" fmla="*/ 234 h 15009"/>
                  <a:gd name="T16" fmla="*/ 61 w 3985"/>
                  <a:gd name="T17" fmla="*/ 234 h 15009"/>
                  <a:gd name="T18" fmla="*/ 60 w 3985"/>
                  <a:gd name="T19" fmla="*/ 234 h 15009"/>
                  <a:gd name="T20" fmla="*/ 60 w 3985"/>
                  <a:gd name="T21" fmla="*/ 234 h 150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5"/>
                  <a:gd name="T34" fmla="*/ 0 h 15009"/>
                  <a:gd name="T35" fmla="*/ 3985 w 3985"/>
                  <a:gd name="T36" fmla="*/ 15009 h 150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5" h="15009">
                    <a:moveTo>
                      <a:pt x="3835" y="15009"/>
                    </a:moveTo>
                    <a:lnTo>
                      <a:pt x="0" y="10"/>
                    </a:lnTo>
                    <a:lnTo>
                      <a:pt x="36" y="8"/>
                    </a:lnTo>
                    <a:lnTo>
                      <a:pt x="73" y="6"/>
                    </a:lnTo>
                    <a:lnTo>
                      <a:pt x="110" y="3"/>
                    </a:lnTo>
                    <a:lnTo>
                      <a:pt x="149" y="0"/>
                    </a:lnTo>
                    <a:lnTo>
                      <a:pt x="3985" y="15004"/>
                    </a:lnTo>
                    <a:lnTo>
                      <a:pt x="3947" y="15006"/>
                    </a:lnTo>
                    <a:lnTo>
                      <a:pt x="3908" y="15007"/>
                    </a:lnTo>
                    <a:lnTo>
                      <a:pt x="3871" y="15008"/>
                    </a:lnTo>
                    <a:lnTo>
                      <a:pt x="3835" y="15009"/>
                    </a:lnTo>
                    <a:close/>
                  </a:path>
                </a:pathLst>
              </a:custGeom>
              <a:solidFill>
                <a:srgbClr val="2A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8" name="Freeform 119"/>
              <p:cNvSpPr>
                <a:spLocks/>
              </p:cNvSpPr>
              <p:nvPr/>
            </p:nvSpPr>
            <p:spPr bwMode="auto">
              <a:xfrm>
                <a:off x="693" y="1592"/>
                <a:ext cx="498" cy="1877"/>
              </a:xfrm>
              <a:custGeom>
                <a:avLst/>
                <a:gdLst>
                  <a:gd name="T0" fmla="*/ 60 w 3985"/>
                  <a:gd name="T1" fmla="*/ 235 h 15014"/>
                  <a:gd name="T2" fmla="*/ 0 w 3985"/>
                  <a:gd name="T3" fmla="*/ 0 h 15014"/>
                  <a:gd name="T4" fmla="*/ 0 w 3985"/>
                  <a:gd name="T5" fmla="*/ 0 h 15014"/>
                  <a:gd name="T6" fmla="*/ 1 w 3985"/>
                  <a:gd name="T7" fmla="*/ 0 h 15014"/>
                  <a:gd name="T8" fmla="*/ 2 w 3985"/>
                  <a:gd name="T9" fmla="*/ 0 h 15014"/>
                  <a:gd name="T10" fmla="*/ 2 w 3985"/>
                  <a:gd name="T11" fmla="*/ 0 h 15014"/>
                  <a:gd name="T12" fmla="*/ 62 w 3985"/>
                  <a:gd name="T13" fmla="*/ 235 h 15014"/>
                  <a:gd name="T14" fmla="*/ 62 w 3985"/>
                  <a:gd name="T15" fmla="*/ 235 h 15014"/>
                  <a:gd name="T16" fmla="*/ 61 w 3985"/>
                  <a:gd name="T17" fmla="*/ 235 h 15014"/>
                  <a:gd name="T18" fmla="*/ 60 w 3985"/>
                  <a:gd name="T19" fmla="*/ 235 h 15014"/>
                  <a:gd name="T20" fmla="*/ 60 w 3985"/>
                  <a:gd name="T21" fmla="*/ 235 h 1501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5"/>
                  <a:gd name="T34" fmla="*/ 0 h 15014"/>
                  <a:gd name="T35" fmla="*/ 3985 w 3985"/>
                  <a:gd name="T36" fmla="*/ 15014 h 1501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5" h="15014">
                    <a:moveTo>
                      <a:pt x="3836" y="15014"/>
                    </a:moveTo>
                    <a:lnTo>
                      <a:pt x="0" y="13"/>
                    </a:lnTo>
                    <a:lnTo>
                      <a:pt x="35" y="10"/>
                    </a:lnTo>
                    <a:lnTo>
                      <a:pt x="73" y="7"/>
                    </a:lnTo>
                    <a:lnTo>
                      <a:pt x="110" y="4"/>
                    </a:lnTo>
                    <a:lnTo>
                      <a:pt x="148" y="0"/>
                    </a:lnTo>
                    <a:lnTo>
                      <a:pt x="3985" y="15006"/>
                    </a:lnTo>
                    <a:lnTo>
                      <a:pt x="3947" y="15009"/>
                    </a:lnTo>
                    <a:lnTo>
                      <a:pt x="3909" y="15011"/>
                    </a:lnTo>
                    <a:lnTo>
                      <a:pt x="3872" y="15013"/>
                    </a:lnTo>
                    <a:lnTo>
                      <a:pt x="3836" y="15014"/>
                    </a:lnTo>
                    <a:close/>
                  </a:path>
                </a:pathLst>
              </a:custGeom>
              <a:solidFill>
                <a:srgbClr val="2B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9" name="Freeform 120"/>
              <p:cNvSpPr>
                <a:spLocks/>
              </p:cNvSpPr>
              <p:nvPr/>
            </p:nvSpPr>
            <p:spPr bwMode="auto">
              <a:xfrm>
                <a:off x="702" y="1591"/>
                <a:ext cx="498" cy="1878"/>
              </a:xfrm>
              <a:custGeom>
                <a:avLst/>
                <a:gdLst>
                  <a:gd name="T0" fmla="*/ 60 w 3986"/>
                  <a:gd name="T1" fmla="*/ 235 h 15020"/>
                  <a:gd name="T2" fmla="*/ 0 w 3986"/>
                  <a:gd name="T3" fmla="*/ 0 h 15020"/>
                  <a:gd name="T4" fmla="*/ 0 w 3986"/>
                  <a:gd name="T5" fmla="*/ 0 h 15020"/>
                  <a:gd name="T6" fmla="*/ 1 w 3986"/>
                  <a:gd name="T7" fmla="*/ 0 h 15020"/>
                  <a:gd name="T8" fmla="*/ 2 w 3986"/>
                  <a:gd name="T9" fmla="*/ 0 h 15020"/>
                  <a:gd name="T10" fmla="*/ 2 w 3986"/>
                  <a:gd name="T11" fmla="*/ 0 h 15020"/>
                  <a:gd name="T12" fmla="*/ 62 w 3986"/>
                  <a:gd name="T13" fmla="*/ 235 h 15020"/>
                  <a:gd name="T14" fmla="*/ 62 w 3986"/>
                  <a:gd name="T15" fmla="*/ 235 h 15020"/>
                  <a:gd name="T16" fmla="*/ 61 w 3986"/>
                  <a:gd name="T17" fmla="*/ 235 h 15020"/>
                  <a:gd name="T18" fmla="*/ 60 w 3986"/>
                  <a:gd name="T19" fmla="*/ 235 h 15020"/>
                  <a:gd name="T20" fmla="*/ 60 w 3986"/>
                  <a:gd name="T21" fmla="*/ 235 h 1502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6"/>
                  <a:gd name="T34" fmla="*/ 0 h 15020"/>
                  <a:gd name="T35" fmla="*/ 3986 w 3986"/>
                  <a:gd name="T36" fmla="*/ 15020 h 1502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6" h="15020">
                    <a:moveTo>
                      <a:pt x="3836" y="15020"/>
                    </a:moveTo>
                    <a:lnTo>
                      <a:pt x="0" y="16"/>
                    </a:lnTo>
                    <a:lnTo>
                      <a:pt x="36" y="13"/>
                    </a:lnTo>
                    <a:lnTo>
                      <a:pt x="72" y="9"/>
                    </a:lnTo>
                    <a:lnTo>
                      <a:pt x="110" y="4"/>
                    </a:lnTo>
                    <a:lnTo>
                      <a:pt x="148" y="0"/>
                    </a:lnTo>
                    <a:lnTo>
                      <a:pt x="3986" y="15010"/>
                    </a:lnTo>
                    <a:lnTo>
                      <a:pt x="3947" y="15013"/>
                    </a:lnTo>
                    <a:lnTo>
                      <a:pt x="3910" y="15016"/>
                    </a:lnTo>
                    <a:lnTo>
                      <a:pt x="3873" y="15018"/>
                    </a:lnTo>
                    <a:lnTo>
                      <a:pt x="3836" y="15020"/>
                    </a:lnTo>
                    <a:close/>
                  </a:path>
                </a:pathLst>
              </a:custGeom>
              <a:solidFill>
                <a:srgbClr val="2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0" name="Freeform 121"/>
              <p:cNvSpPr>
                <a:spLocks/>
              </p:cNvSpPr>
              <p:nvPr/>
            </p:nvSpPr>
            <p:spPr bwMode="auto">
              <a:xfrm>
                <a:off x="711" y="1590"/>
                <a:ext cx="498" cy="1878"/>
              </a:xfrm>
              <a:custGeom>
                <a:avLst/>
                <a:gdLst>
                  <a:gd name="T0" fmla="*/ 60 w 3986"/>
                  <a:gd name="T1" fmla="*/ 235 h 15024"/>
                  <a:gd name="T2" fmla="*/ 0 w 3986"/>
                  <a:gd name="T3" fmla="*/ 0 h 15024"/>
                  <a:gd name="T4" fmla="*/ 0 w 3986"/>
                  <a:gd name="T5" fmla="*/ 0 h 15024"/>
                  <a:gd name="T6" fmla="*/ 1 w 3986"/>
                  <a:gd name="T7" fmla="*/ 0 h 15024"/>
                  <a:gd name="T8" fmla="*/ 2 w 3986"/>
                  <a:gd name="T9" fmla="*/ 0 h 15024"/>
                  <a:gd name="T10" fmla="*/ 2 w 3986"/>
                  <a:gd name="T11" fmla="*/ 0 h 15024"/>
                  <a:gd name="T12" fmla="*/ 62 w 3986"/>
                  <a:gd name="T13" fmla="*/ 235 h 15024"/>
                  <a:gd name="T14" fmla="*/ 62 w 3986"/>
                  <a:gd name="T15" fmla="*/ 235 h 15024"/>
                  <a:gd name="T16" fmla="*/ 61 w 3986"/>
                  <a:gd name="T17" fmla="*/ 235 h 15024"/>
                  <a:gd name="T18" fmla="*/ 60 w 3986"/>
                  <a:gd name="T19" fmla="*/ 235 h 15024"/>
                  <a:gd name="T20" fmla="*/ 60 w 3986"/>
                  <a:gd name="T21" fmla="*/ 235 h 150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6"/>
                  <a:gd name="T34" fmla="*/ 0 h 15024"/>
                  <a:gd name="T35" fmla="*/ 3986 w 3986"/>
                  <a:gd name="T36" fmla="*/ 15024 h 150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6" h="15024">
                    <a:moveTo>
                      <a:pt x="3837" y="15024"/>
                    </a:moveTo>
                    <a:lnTo>
                      <a:pt x="0" y="18"/>
                    </a:lnTo>
                    <a:lnTo>
                      <a:pt x="36" y="13"/>
                    </a:lnTo>
                    <a:lnTo>
                      <a:pt x="73" y="9"/>
                    </a:lnTo>
                    <a:lnTo>
                      <a:pt x="109" y="5"/>
                    </a:lnTo>
                    <a:lnTo>
                      <a:pt x="148" y="0"/>
                    </a:lnTo>
                    <a:lnTo>
                      <a:pt x="3986" y="15012"/>
                    </a:lnTo>
                    <a:lnTo>
                      <a:pt x="3948" y="15016"/>
                    </a:lnTo>
                    <a:lnTo>
                      <a:pt x="3911" y="15019"/>
                    </a:lnTo>
                    <a:lnTo>
                      <a:pt x="3873" y="15022"/>
                    </a:lnTo>
                    <a:lnTo>
                      <a:pt x="3837" y="15024"/>
                    </a:lnTo>
                    <a:close/>
                  </a:path>
                </a:pathLst>
              </a:custGeom>
              <a:solidFill>
                <a:srgbClr val="2F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1" name="Freeform 122"/>
              <p:cNvSpPr>
                <a:spLocks/>
              </p:cNvSpPr>
              <p:nvPr/>
            </p:nvSpPr>
            <p:spPr bwMode="auto">
              <a:xfrm>
                <a:off x="720" y="1589"/>
                <a:ext cx="499" cy="1878"/>
              </a:xfrm>
              <a:custGeom>
                <a:avLst/>
                <a:gdLst>
                  <a:gd name="T0" fmla="*/ 60 w 3986"/>
                  <a:gd name="T1" fmla="*/ 235 h 15029"/>
                  <a:gd name="T2" fmla="*/ 0 w 3986"/>
                  <a:gd name="T3" fmla="*/ 0 h 15029"/>
                  <a:gd name="T4" fmla="*/ 1 w 3986"/>
                  <a:gd name="T5" fmla="*/ 0 h 15029"/>
                  <a:gd name="T6" fmla="*/ 1 w 3986"/>
                  <a:gd name="T7" fmla="*/ 0 h 15029"/>
                  <a:gd name="T8" fmla="*/ 2 w 3986"/>
                  <a:gd name="T9" fmla="*/ 0 h 15029"/>
                  <a:gd name="T10" fmla="*/ 2 w 3986"/>
                  <a:gd name="T11" fmla="*/ 0 h 15029"/>
                  <a:gd name="T12" fmla="*/ 62 w 3986"/>
                  <a:gd name="T13" fmla="*/ 234 h 15029"/>
                  <a:gd name="T14" fmla="*/ 62 w 3986"/>
                  <a:gd name="T15" fmla="*/ 235 h 15029"/>
                  <a:gd name="T16" fmla="*/ 61 w 3986"/>
                  <a:gd name="T17" fmla="*/ 235 h 15029"/>
                  <a:gd name="T18" fmla="*/ 61 w 3986"/>
                  <a:gd name="T19" fmla="*/ 235 h 15029"/>
                  <a:gd name="T20" fmla="*/ 60 w 3986"/>
                  <a:gd name="T21" fmla="*/ 235 h 150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6"/>
                  <a:gd name="T34" fmla="*/ 0 h 15029"/>
                  <a:gd name="T35" fmla="*/ 3986 w 3986"/>
                  <a:gd name="T36" fmla="*/ 15029 h 1502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6" h="15029">
                    <a:moveTo>
                      <a:pt x="3838" y="15029"/>
                    </a:moveTo>
                    <a:lnTo>
                      <a:pt x="0" y="19"/>
                    </a:lnTo>
                    <a:lnTo>
                      <a:pt x="35" y="15"/>
                    </a:lnTo>
                    <a:lnTo>
                      <a:pt x="73" y="10"/>
                    </a:lnTo>
                    <a:lnTo>
                      <a:pt x="109" y="5"/>
                    </a:lnTo>
                    <a:lnTo>
                      <a:pt x="146" y="0"/>
                    </a:lnTo>
                    <a:lnTo>
                      <a:pt x="3986" y="15014"/>
                    </a:lnTo>
                    <a:lnTo>
                      <a:pt x="3949" y="15018"/>
                    </a:lnTo>
                    <a:lnTo>
                      <a:pt x="3911" y="15022"/>
                    </a:lnTo>
                    <a:lnTo>
                      <a:pt x="3874" y="15026"/>
                    </a:lnTo>
                    <a:lnTo>
                      <a:pt x="3838" y="15029"/>
                    </a:lnTo>
                    <a:close/>
                  </a:path>
                </a:pathLst>
              </a:custGeom>
              <a:solidFill>
                <a:srgbClr val="30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2" name="Freeform 123"/>
              <p:cNvSpPr>
                <a:spLocks/>
              </p:cNvSpPr>
              <p:nvPr/>
            </p:nvSpPr>
            <p:spPr bwMode="auto">
              <a:xfrm>
                <a:off x="730" y="1587"/>
                <a:ext cx="498" cy="1879"/>
              </a:xfrm>
              <a:custGeom>
                <a:avLst/>
                <a:gdLst>
                  <a:gd name="T0" fmla="*/ 60 w 3986"/>
                  <a:gd name="T1" fmla="*/ 235 h 15033"/>
                  <a:gd name="T2" fmla="*/ 0 w 3986"/>
                  <a:gd name="T3" fmla="*/ 0 h 15033"/>
                  <a:gd name="T4" fmla="*/ 0 w 3986"/>
                  <a:gd name="T5" fmla="*/ 0 h 15033"/>
                  <a:gd name="T6" fmla="*/ 1 w 3986"/>
                  <a:gd name="T7" fmla="*/ 0 h 15033"/>
                  <a:gd name="T8" fmla="*/ 2 w 3986"/>
                  <a:gd name="T9" fmla="*/ 0 h 15033"/>
                  <a:gd name="T10" fmla="*/ 2 w 3986"/>
                  <a:gd name="T11" fmla="*/ 0 h 15033"/>
                  <a:gd name="T12" fmla="*/ 62 w 3986"/>
                  <a:gd name="T13" fmla="*/ 235 h 15033"/>
                  <a:gd name="T14" fmla="*/ 62 w 3986"/>
                  <a:gd name="T15" fmla="*/ 235 h 15033"/>
                  <a:gd name="T16" fmla="*/ 61 w 3986"/>
                  <a:gd name="T17" fmla="*/ 235 h 15033"/>
                  <a:gd name="T18" fmla="*/ 60 w 3986"/>
                  <a:gd name="T19" fmla="*/ 235 h 15033"/>
                  <a:gd name="T20" fmla="*/ 60 w 3986"/>
                  <a:gd name="T21" fmla="*/ 235 h 150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6"/>
                  <a:gd name="T34" fmla="*/ 0 h 15033"/>
                  <a:gd name="T35" fmla="*/ 3986 w 3986"/>
                  <a:gd name="T36" fmla="*/ 15033 h 1503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6" h="15033">
                    <a:moveTo>
                      <a:pt x="3838" y="15033"/>
                    </a:moveTo>
                    <a:lnTo>
                      <a:pt x="0" y="21"/>
                    </a:lnTo>
                    <a:lnTo>
                      <a:pt x="35" y="16"/>
                    </a:lnTo>
                    <a:lnTo>
                      <a:pt x="71" y="11"/>
                    </a:lnTo>
                    <a:lnTo>
                      <a:pt x="109" y="5"/>
                    </a:lnTo>
                    <a:lnTo>
                      <a:pt x="146" y="0"/>
                    </a:lnTo>
                    <a:lnTo>
                      <a:pt x="3986" y="15017"/>
                    </a:lnTo>
                    <a:lnTo>
                      <a:pt x="3948" y="15021"/>
                    </a:lnTo>
                    <a:lnTo>
                      <a:pt x="3911" y="15025"/>
                    </a:lnTo>
                    <a:lnTo>
                      <a:pt x="3875" y="15029"/>
                    </a:lnTo>
                    <a:lnTo>
                      <a:pt x="3838" y="15033"/>
                    </a:lnTo>
                    <a:close/>
                  </a:path>
                </a:pathLst>
              </a:custGeom>
              <a:solidFill>
                <a:srgbClr val="2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3" name="Freeform 124"/>
              <p:cNvSpPr>
                <a:spLocks/>
              </p:cNvSpPr>
              <p:nvPr/>
            </p:nvSpPr>
            <p:spPr bwMode="auto">
              <a:xfrm>
                <a:off x="739" y="1586"/>
                <a:ext cx="498" cy="1879"/>
              </a:xfrm>
              <a:custGeom>
                <a:avLst/>
                <a:gdLst>
                  <a:gd name="T0" fmla="*/ 60 w 3987"/>
                  <a:gd name="T1" fmla="*/ 235 h 15037"/>
                  <a:gd name="T2" fmla="*/ 0 w 3987"/>
                  <a:gd name="T3" fmla="*/ 0 h 15037"/>
                  <a:gd name="T4" fmla="*/ 1 w 3987"/>
                  <a:gd name="T5" fmla="*/ 0 h 15037"/>
                  <a:gd name="T6" fmla="*/ 1 w 3987"/>
                  <a:gd name="T7" fmla="*/ 0 h 15037"/>
                  <a:gd name="T8" fmla="*/ 2 w 3987"/>
                  <a:gd name="T9" fmla="*/ 0 h 15037"/>
                  <a:gd name="T10" fmla="*/ 2 w 3987"/>
                  <a:gd name="T11" fmla="*/ 0 h 15037"/>
                  <a:gd name="T12" fmla="*/ 62 w 3987"/>
                  <a:gd name="T13" fmla="*/ 235 h 15037"/>
                  <a:gd name="T14" fmla="*/ 62 w 3987"/>
                  <a:gd name="T15" fmla="*/ 235 h 15037"/>
                  <a:gd name="T16" fmla="*/ 61 w 3987"/>
                  <a:gd name="T17" fmla="*/ 235 h 15037"/>
                  <a:gd name="T18" fmla="*/ 60 w 3987"/>
                  <a:gd name="T19" fmla="*/ 235 h 15037"/>
                  <a:gd name="T20" fmla="*/ 60 w 3987"/>
                  <a:gd name="T21" fmla="*/ 235 h 1503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37"/>
                  <a:gd name="T35" fmla="*/ 3987 w 3987"/>
                  <a:gd name="T36" fmla="*/ 15037 h 1503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37">
                    <a:moveTo>
                      <a:pt x="3840" y="15037"/>
                    </a:moveTo>
                    <a:lnTo>
                      <a:pt x="0" y="23"/>
                    </a:lnTo>
                    <a:lnTo>
                      <a:pt x="37" y="17"/>
                    </a:lnTo>
                    <a:lnTo>
                      <a:pt x="73" y="12"/>
                    </a:lnTo>
                    <a:lnTo>
                      <a:pt x="109" y="6"/>
                    </a:lnTo>
                    <a:lnTo>
                      <a:pt x="147" y="0"/>
                    </a:lnTo>
                    <a:lnTo>
                      <a:pt x="3987" y="15020"/>
                    </a:lnTo>
                    <a:lnTo>
                      <a:pt x="3950" y="15025"/>
                    </a:lnTo>
                    <a:lnTo>
                      <a:pt x="3913" y="15029"/>
                    </a:lnTo>
                    <a:lnTo>
                      <a:pt x="3876" y="15033"/>
                    </a:lnTo>
                    <a:lnTo>
                      <a:pt x="3840" y="15037"/>
                    </a:lnTo>
                    <a:close/>
                  </a:path>
                </a:pathLst>
              </a:custGeom>
              <a:solidFill>
                <a:srgbClr val="3392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4" name="Freeform 125"/>
              <p:cNvSpPr>
                <a:spLocks/>
              </p:cNvSpPr>
              <p:nvPr/>
            </p:nvSpPr>
            <p:spPr bwMode="auto">
              <a:xfrm>
                <a:off x="748" y="1584"/>
                <a:ext cx="498" cy="1880"/>
              </a:xfrm>
              <a:custGeom>
                <a:avLst/>
                <a:gdLst>
                  <a:gd name="T0" fmla="*/ 60 w 3987"/>
                  <a:gd name="T1" fmla="*/ 235 h 15042"/>
                  <a:gd name="T2" fmla="*/ 0 w 3987"/>
                  <a:gd name="T3" fmla="*/ 0 h 15042"/>
                  <a:gd name="T4" fmla="*/ 0 w 3987"/>
                  <a:gd name="T5" fmla="*/ 0 h 15042"/>
                  <a:gd name="T6" fmla="*/ 1 w 3987"/>
                  <a:gd name="T7" fmla="*/ 0 h 15042"/>
                  <a:gd name="T8" fmla="*/ 2 w 3987"/>
                  <a:gd name="T9" fmla="*/ 0 h 15042"/>
                  <a:gd name="T10" fmla="*/ 2 w 3987"/>
                  <a:gd name="T11" fmla="*/ 0 h 15042"/>
                  <a:gd name="T12" fmla="*/ 62 w 3987"/>
                  <a:gd name="T13" fmla="*/ 235 h 15042"/>
                  <a:gd name="T14" fmla="*/ 62 w 3987"/>
                  <a:gd name="T15" fmla="*/ 235 h 15042"/>
                  <a:gd name="T16" fmla="*/ 61 w 3987"/>
                  <a:gd name="T17" fmla="*/ 235 h 15042"/>
                  <a:gd name="T18" fmla="*/ 60 w 3987"/>
                  <a:gd name="T19" fmla="*/ 235 h 15042"/>
                  <a:gd name="T20" fmla="*/ 60 w 3987"/>
                  <a:gd name="T21" fmla="*/ 235 h 1504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42"/>
                  <a:gd name="T35" fmla="*/ 3987 w 3987"/>
                  <a:gd name="T36" fmla="*/ 15042 h 1504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42">
                    <a:moveTo>
                      <a:pt x="3840" y="15042"/>
                    </a:moveTo>
                    <a:lnTo>
                      <a:pt x="0" y="25"/>
                    </a:lnTo>
                    <a:lnTo>
                      <a:pt x="35" y="19"/>
                    </a:lnTo>
                    <a:lnTo>
                      <a:pt x="72" y="13"/>
                    </a:lnTo>
                    <a:lnTo>
                      <a:pt x="109" y="6"/>
                    </a:lnTo>
                    <a:lnTo>
                      <a:pt x="145" y="0"/>
                    </a:lnTo>
                    <a:lnTo>
                      <a:pt x="3987" y="15022"/>
                    </a:lnTo>
                    <a:lnTo>
                      <a:pt x="3950" y="15027"/>
                    </a:lnTo>
                    <a:lnTo>
                      <a:pt x="3912" y="15033"/>
                    </a:lnTo>
                    <a:lnTo>
                      <a:pt x="3876" y="15038"/>
                    </a:lnTo>
                    <a:lnTo>
                      <a:pt x="3840" y="15042"/>
                    </a:lnTo>
                    <a:close/>
                  </a:path>
                </a:pathLst>
              </a:custGeom>
              <a:solidFill>
                <a:srgbClr val="35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5" name="Freeform 126"/>
              <p:cNvSpPr>
                <a:spLocks/>
              </p:cNvSpPr>
              <p:nvPr/>
            </p:nvSpPr>
            <p:spPr bwMode="auto">
              <a:xfrm>
                <a:off x="757" y="1582"/>
                <a:ext cx="498" cy="1881"/>
              </a:xfrm>
              <a:custGeom>
                <a:avLst/>
                <a:gdLst>
                  <a:gd name="T0" fmla="*/ 60 w 3987"/>
                  <a:gd name="T1" fmla="*/ 235 h 15046"/>
                  <a:gd name="T2" fmla="*/ 0 w 3987"/>
                  <a:gd name="T3" fmla="*/ 0 h 15046"/>
                  <a:gd name="T4" fmla="*/ 0 w 3987"/>
                  <a:gd name="T5" fmla="*/ 0 h 15046"/>
                  <a:gd name="T6" fmla="*/ 1 w 3987"/>
                  <a:gd name="T7" fmla="*/ 0 h 15046"/>
                  <a:gd name="T8" fmla="*/ 2 w 3987"/>
                  <a:gd name="T9" fmla="*/ 0 h 15046"/>
                  <a:gd name="T10" fmla="*/ 2 w 3987"/>
                  <a:gd name="T11" fmla="*/ 0 h 15046"/>
                  <a:gd name="T12" fmla="*/ 62 w 3987"/>
                  <a:gd name="T13" fmla="*/ 235 h 15046"/>
                  <a:gd name="T14" fmla="*/ 62 w 3987"/>
                  <a:gd name="T15" fmla="*/ 235 h 15046"/>
                  <a:gd name="T16" fmla="*/ 61 w 3987"/>
                  <a:gd name="T17" fmla="*/ 235 h 15046"/>
                  <a:gd name="T18" fmla="*/ 60 w 3987"/>
                  <a:gd name="T19" fmla="*/ 235 h 15046"/>
                  <a:gd name="T20" fmla="*/ 60 w 3987"/>
                  <a:gd name="T21" fmla="*/ 235 h 150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46"/>
                  <a:gd name="T35" fmla="*/ 3987 w 3987"/>
                  <a:gd name="T36" fmla="*/ 15046 h 150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46">
                    <a:moveTo>
                      <a:pt x="3840" y="15046"/>
                    </a:moveTo>
                    <a:lnTo>
                      <a:pt x="0" y="26"/>
                    </a:lnTo>
                    <a:lnTo>
                      <a:pt x="36" y="19"/>
                    </a:lnTo>
                    <a:lnTo>
                      <a:pt x="71" y="13"/>
                    </a:lnTo>
                    <a:lnTo>
                      <a:pt x="109" y="7"/>
                    </a:lnTo>
                    <a:lnTo>
                      <a:pt x="145" y="0"/>
                    </a:lnTo>
                    <a:lnTo>
                      <a:pt x="3987" y="15025"/>
                    </a:lnTo>
                    <a:lnTo>
                      <a:pt x="3949" y="15030"/>
                    </a:lnTo>
                    <a:lnTo>
                      <a:pt x="3913" y="15035"/>
                    </a:lnTo>
                    <a:lnTo>
                      <a:pt x="3877" y="15040"/>
                    </a:lnTo>
                    <a:lnTo>
                      <a:pt x="3840" y="15046"/>
                    </a:lnTo>
                    <a:close/>
                  </a:path>
                </a:pathLst>
              </a:custGeom>
              <a:solidFill>
                <a:srgbClr val="3799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6" name="Freeform 127"/>
              <p:cNvSpPr>
                <a:spLocks/>
              </p:cNvSpPr>
              <p:nvPr/>
            </p:nvSpPr>
            <p:spPr bwMode="auto">
              <a:xfrm>
                <a:off x="766" y="1581"/>
                <a:ext cx="498" cy="1881"/>
              </a:xfrm>
              <a:custGeom>
                <a:avLst/>
                <a:gdLst>
                  <a:gd name="T0" fmla="*/ 60 w 3987"/>
                  <a:gd name="T1" fmla="*/ 235 h 15049"/>
                  <a:gd name="T2" fmla="*/ 0 w 3987"/>
                  <a:gd name="T3" fmla="*/ 0 h 15049"/>
                  <a:gd name="T4" fmla="*/ 1 w 3987"/>
                  <a:gd name="T5" fmla="*/ 0 h 15049"/>
                  <a:gd name="T6" fmla="*/ 1 w 3987"/>
                  <a:gd name="T7" fmla="*/ 0 h 15049"/>
                  <a:gd name="T8" fmla="*/ 2 w 3987"/>
                  <a:gd name="T9" fmla="*/ 0 h 15049"/>
                  <a:gd name="T10" fmla="*/ 2 w 3987"/>
                  <a:gd name="T11" fmla="*/ 0 h 15049"/>
                  <a:gd name="T12" fmla="*/ 62 w 3987"/>
                  <a:gd name="T13" fmla="*/ 235 h 15049"/>
                  <a:gd name="T14" fmla="*/ 62 w 3987"/>
                  <a:gd name="T15" fmla="*/ 235 h 15049"/>
                  <a:gd name="T16" fmla="*/ 61 w 3987"/>
                  <a:gd name="T17" fmla="*/ 235 h 15049"/>
                  <a:gd name="T18" fmla="*/ 60 w 3987"/>
                  <a:gd name="T19" fmla="*/ 235 h 15049"/>
                  <a:gd name="T20" fmla="*/ 60 w 3987"/>
                  <a:gd name="T21" fmla="*/ 235 h 1504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49"/>
                  <a:gd name="T35" fmla="*/ 3987 w 3987"/>
                  <a:gd name="T36" fmla="*/ 15049 h 1504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49">
                    <a:moveTo>
                      <a:pt x="3842" y="15049"/>
                    </a:moveTo>
                    <a:lnTo>
                      <a:pt x="0" y="27"/>
                    </a:lnTo>
                    <a:lnTo>
                      <a:pt x="37" y="21"/>
                    </a:lnTo>
                    <a:lnTo>
                      <a:pt x="72" y="15"/>
                    </a:lnTo>
                    <a:lnTo>
                      <a:pt x="109" y="7"/>
                    </a:lnTo>
                    <a:lnTo>
                      <a:pt x="146" y="0"/>
                    </a:lnTo>
                    <a:lnTo>
                      <a:pt x="3987" y="15026"/>
                    </a:lnTo>
                    <a:lnTo>
                      <a:pt x="3951" y="15033"/>
                    </a:lnTo>
                    <a:lnTo>
                      <a:pt x="3914" y="15039"/>
                    </a:lnTo>
                    <a:lnTo>
                      <a:pt x="3877" y="15044"/>
                    </a:lnTo>
                    <a:lnTo>
                      <a:pt x="3842" y="15049"/>
                    </a:lnTo>
                    <a:close/>
                  </a:path>
                </a:pathLst>
              </a:custGeom>
              <a:solidFill>
                <a:srgbClr val="389C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7" name="Freeform 128"/>
              <p:cNvSpPr>
                <a:spLocks/>
              </p:cNvSpPr>
              <p:nvPr/>
            </p:nvSpPr>
            <p:spPr bwMode="auto">
              <a:xfrm>
                <a:off x="775" y="1579"/>
                <a:ext cx="499" cy="1882"/>
              </a:xfrm>
              <a:custGeom>
                <a:avLst/>
                <a:gdLst>
                  <a:gd name="T0" fmla="*/ 60 w 3987"/>
                  <a:gd name="T1" fmla="*/ 235 h 15053"/>
                  <a:gd name="T2" fmla="*/ 0 w 3987"/>
                  <a:gd name="T3" fmla="*/ 1 h 15053"/>
                  <a:gd name="T4" fmla="*/ 1 w 3987"/>
                  <a:gd name="T5" fmla="*/ 0 h 15053"/>
                  <a:gd name="T6" fmla="*/ 1 w 3987"/>
                  <a:gd name="T7" fmla="*/ 0 h 15053"/>
                  <a:gd name="T8" fmla="*/ 2 w 3987"/>
                  <a:gd name="T9" fmla="*/ 0 h 15053"/>
                  <a:gd name="T10" fmla="*/ 2 w 3987"/>
                  <a:gd name="T11" fmla="*/ 0 h 15053"/>
                  <a:gd name="T12" fmla="*/ 62 w 3987"/>
                  <a:gd name="T13" fmla="*/ 235 h 15053"/>
                  <a:gd name="T14" fmla="*/ 62 w 3987"/>
                  <a:gd name="T15" fmla="*/ 235 h 15053"/>
                  <a:gd name="T16" fmla="*/ 61 w 3987"/>
                  <a:gd name="T17" fmla="*/ 235 h 15053"/>
                  <a:gd name="T18" fmla="*/ 61 w 3987"/>
                  <a:gd name="T19" fmla="*/ 235 h 15053"/>
                  <a:gd name="T20" fmla="*/ 60 w 3987"/>
                  <a:gd name="T21" fmla="*/ 235 h 1505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53"/>
                  <a:gd name="T35" fmla="*/ 3987 w 3987"/>
                  <a:gd name="T36" fmla="*/ 15053 h 1505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53">
                    <a:moveTo>
                      <a:pt x="3842" y="15053"/>
                    </a:moveTo>
                    <a:lnTo>
                      <a:pt x="0" y="28"/>
                    </a:lnTo>
                    <a:lnTo>
                      <a:pt x="36" y="21"/>
                    </a:lnTo>
                    <a:lnTo>
                      <a:pt x="72" y="14"/>
                    </a:lnTo>
                    <a:lnTo>
                      <a:pt x="108" y="7"/>
                    </a:lnTo>
                    <a:lnTo>
                      <a:pt x="144" y="0"/>
                    </a:lnTo>
                    <a:lnTo>
                      <a:pt x="3987" y="15028"/>
                    </a:lnTo>
                    <a:lnTo>
                      <a:pt x="3951" y="15034"/>
                    </a:lnTo>
                    <a:lnTo>
                      <a:pt x="3914" y="15040"/>
                    </a:lnTo>
                    <a:lnTo>
                      <a:pt x="3878" y="15047"/>
                    </a:lnTo>
                    <a:lnTo>
                      <a:pt x="3842" y="15053"/>
                    </a:lnTo>
                    <a:close/>
                  </a:path>
                </a:pathLst>
              </a:custGeom>
              <a:solidFill>
                <a:srgbClr val="38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8" name="Freeform 129"/>
              <p:cNvSpPr>
                <a:spLocks/>
              </p:cNvSpPr>
              <p:nvPr/>
            </p:nvSpPr>
            <p:spPr bwMode="auto">
              <a:xfrm>
                <a:off x="784" y="1577"/>
                <a:ext cx="499" cy="1882"/>
              </a:xfrm>
              <a:custGeom>
                <a:avLst/>
                <a:gdLst>
                  <a:gd name="T0" fmla="*/ 60 w 3987"/>
                  <a:gd name="T1" fmla="*/ 235 h 15055"/>
                  <a:gd name="T2" fmla="*/ 0 w 3987"/>
                  <a:gd name="T3" fmla="*/ 1 h 15055"/>
                  <a:gd name="T4" fmla="*/ 1 w 3987"/>
                  <a:gd name="T5" fmla="*/ 0 h 15055"/>
                  <a:gd name="T6" fmla="*/ 1 w 3987"/>
                  <a:gd name="T7" fmla="*/ 0 h 15055"/>
                  <a:gd name="T8" fmla="*/ 2 w 3987"/>
                  <a:gd name="T9" fmla="*/ 0 h 15055"/>
                  <a:gd name="T10" fmla="*/ 2 w 3987"/>
                  <a:gd name="T11" fmla="*/ 0 h 15055"/>
                  <a:gd name="T12" fmla="*/ 62 w 3987"/>
                  <a:gd name="T13" fmla="*/ 235 h 15055"/>
                  <a:gd name="T14" fmla="*/ 62 w 3987"/>
                  <a:gd name="T15" fmla="*/ 235 h 15055"/>
                  <a:gd name="T16" fmla="*/ 61 w 3987"/>
                  <a:gd name="T17" fmla="*/ 235 h 15055"/>
                  <a:gd name="T18" fmla="*/ 61 w 3987"/>
                  <a:gd name="T19" fmla="*/ 235 h 15055"/>
                  <a:gd name="T20" fmla="*/ 60 w 3987"/>
                  <a:gd name="T21" fmla="*/ 235 h 1505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55"/>
                  <a:gd name="T35" fmla="*/ 3987 w 3987"/>
                  <a:gd name="T36" fmla="*/ 15055 h 1505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55">
                    <a:moveTo>
                      <a:pt x="3841" y="15055"/>
                    </a:moveTo>
                    <a:lnTo>
                      <a:pt x="0" y="29"/>
                    </a:lnTo>
                    <a:lnTo>
                      <a:pt x="35" y="22"/>
                    </a:lnTo>
                    <a:lnTo>
                      <a:pt x="71" y="15"/>
                    </a:lnTo>
                    <a:lnTo>
                      <a:pt x="108" y="7"/>
                    </a:lnTo>
                    <a:lnTo>
                      <a:pt x="144" y="0"/>
                    </a:lnTo>
                    <a:lnTo>
                      <a:pt x="3987" y="15028"/>
                    </a:lnTo>
                    <a:lnTo>
                      <a:pt x="3950" y="15036"/>
                    </a:lnTo>
                    <a:lnTo>
                      <a:pt x="3914" y="15043"/>
                    </a:lnTo>
                    <a:lnTo>
                      <a:pt x="3878" y="15049"/>
                    </a:lnTo>
                    <a:lnTo>
                      <a:pt x="3841" y="15055"/>
                    </a:lnTo>
                    <a:close/>
                  </a:path>
                </a:pathLst>
              </a:custGeom>
              <a:solidFill>
                <a:srgbClr val="3BA3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9" name="Freeform 130"/>
              <p:cNvSpPr>
                <a:spLocks/>
              </p:cNvSpPr>
              <p:nvPr/>
            </p:nvSpPr>
            <p:spPr bwMode="auto">
              <a:xfrm>
                <a:off x="793" y="1575"/>
                <a:ext cx="499" cy="1882"/>
              </a:xfrm>
              <a:custGeom>
                <a:avLst/>
                <a:gdLst>
                  <a:gd name="T0" fmla="*/ 60 w 3988"/>
                  <a:gd name="T1" fmla="*/ 235 h 15059"/>
                  <a:gd name="T2" fmla="*/ 0 w 3988"/>
                  <a:gd name="T3" fmla="*/ 0 h 15059"/>
                  <a:gd name="T4" fmla="*/ 1 w 3988"/>
                  <a:gd name="T5" fmla="*/ 0 h 15059"/>
                  <a:gd name="T6" fmla="*/ 1 w 3988"/>
                  <a:gd name="T7" fmla="*/ 0 h 15059"/>
                  <a:gd name="T8" fmla="*/ 2 w 3988"/>
                  <a:gd name="T9" fmla="*/ 0 h 15059"/>
                  <a:gd name="T10" fmla="*/ 2 w 3988"/>
                  <a:gd name="T11" fmla="*/ 0 h 15059"/>
                  <a:gd name="T12" fmla="*/ 62 w 3988"/>
                  <a:gd name="T13" fmla="*/ 235 h 15059"/>
                  <a:gd name="T14" fmla="*/ 62 w 3988"/>
                  <a:gd name="T15" fmla="*/ 235 h 15059"/>
                  <a:gd name="T16" fmla="*/ 61 w 3988"/>
                  <a:gd name="T17" fmla="*/ 235 h 15059"/>
                  <a:gd name="T18" fmla="*/ 61 w 3988"/>
                  <a:gd name="T19" fmla="*/ 235 h 15059"/>
                  <a:gd name="T20" fmla="*/ 60 w 3988"/>
                  <a:gd name="T21" fmla="*/ 235 h 150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8"/>
                  <a:gd name="T34" fmla="*/ 0 h 15059"/>
                  <a:gd name="T35" fmla="*/ 3988 w 3988"/>
                  <a:gd name="T36" fmla="*/ 15059 h 150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8" h="15059">
                    <a:moveTo>
                      <a:pt x="3843" y="15059"/>
                    </a:moveTo>
                    <a:lnTo>
                      <a:pt x="0" y="31"/>
                    </a:lnTo>
                    <a:lnTo>
                      <a:pt x="37" y="23"/>
                    </a:lnTo>
                    <a:lnTo>
                      <a:pt x="72" y="16"/>
                    </a:lnTo>
                    <a:lnTo>
                      <a:pt x="108" y="8"/>
                    </a:lnTo>
                    <a:lnTo>
                      <a:pt x="144" y="0"/>
                    </a:lnTo>
                    <a:lnTo>
                      <a:pt x="3988" y="15030"/>
                    </a:lnTo>
                    <a:lnTo>
                      <a:pt x="3952" y="15038"/>
                    </a:lnTo>
                    <a:lnTo>
                      <a:pt x="3916" y="15045"/>
                    </a:lnTo>
                    <a:lnTo>
                      <a:pt x="3879" y="15052"/>
                    </a:lnTo>
                    <a:lnTo>
                      <a:pt x="3843" y="15059"/>
                    </a:lnTo>
                    <a:close/>
                  </a:path>
                </a:pathLst>
              </a:custGeom>
              <a:solidFill>
                <a:srgbClr val="3CA6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0" name="Freeform 131"/>
              <p:cNvSpPr>
                <a:spLocks/>
              </p:cNvSpPr>
              <p:nvPr/>
            </p:nvSpPr>
            <p:spPr bwMode="auto">
              <a:xfrm>
                <a:off x="802" y="1573"/>
                <a:ext cx="499" cy="1883"/>
              </a:xfrm>
              <a:custGeom>
                <a:avLst/>
                <a:gdLst>
                  <a:gd name="T0" fmla="*/ 60 w 3987"/>
                  <a:gd name="T1" fmla="*/ 235 h 15060"/>
                  <a:gd name="T2" fmla="*/ 0 w 3987"/>
                  <a:gd name="T3" fmla="*/ 1 h 15060"/>
                  <a:gd name="T4" fmla="*/ 1 w 3987"/>
                  <a:gd name="T5" fmla="*/ 0 h 15060"/>
                  <a:gd name="T6" fmla="*/ 1 w 3987"/>
                  <a:gd name="T7" fmla="*/ 0 h 15060"/>
                  <a:gd name="T8" fmla="*/ 2 w 3987"/>
                  <a:gd name="T9" fmla="*/ 0 h 15060"/>
                  <a:gd name="T10" fmla="*/ 2 w 3987"/>
                  <a:gd name="T11" fmla="*/ 0 h 15060"/>
                  <a:gd name="T12" fmla="*/ 62 w 3987"/>
                  <a:gd name="T13" fmla="*/ 235 h 15060"/>
                  <a:gd name="T14" fmla="*/ 62 w 3987"/>
                  <a:gd name="T15" fmla="*/ 235 h 15060"/>
                  <a:gd name="T16" fmla="*/ 61 w 3987"/>
                  <a:gd name="T17" fmla="*/ 235 h 15060"/>
                  <a:gd name="T18" fmla="*/ 61 w 3987"/>
                  <a:gd name="T19" fmla="*/ 235 h 15060"/>
                  <a:gd name="T20" fmla="*/ 60 w 3987"/>
                  <a:gd name="T21" fmla="*/ 235 h 1506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60"/>
                  <a:gd name="T35" fmla="*/ 3987 w 3987"/>
                  <a:gd name="T36" fmla="*/ 15060 h 1506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60">
                    <a:moveTo>
                      <a:pt x="3843" y="15060"/>
                    </a:moveTo>
                    <a:lnTo>
                      <a:pt x="0" y="32"/>
                    </a:lnTo>
                    <a:lnTo>
                      <a:pt x="35" y="24"/>
                    </a:lnTo>
                    <a:lnTo>
                      <a:pt x="71" y="17"/>
                    </a:lnTo>
                    <a:lnTo>
                      <a:pt x="108" y="8"/>
                    </a:lnTo>
                    <a:lnTo>
                      <a:pt x="143" y="0"/>
                    </a:lnTo>
                    <a:lnTo>
                      <a:pt x="3987" y="15031"/>
                    </a:lnTo>
                    <a:lnTo>
                      <a:pt x="3951" y="15039"/>
                    </a:lnTo>
                    <a:lnTo>
                      <a:pt x="3914" y="15047"/>
                    </a:lnTo>
                    <a:lnTo>
                      <a:pt x="3879" y="15054"/>
                    </a:lnTo>
                    <a:lnTo>
                      <a:pt x="3843" y="15060"/>
                    </a:lnTo>
                    <a:close/>
                  </a:path>
                </a:pathLst>
              </a:custGeom>
              <a:solidFill>
                <a:srgbClr val="3FAA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1" name="Freeform 132"/>
              <p:cNvSpPr>
                <a:spLocks/>
              </p:cNvSpPr>
              <p:nvPr/>
            </p:nvSpPr>
            <p:spPr bwMode="auto">
              <a:xfrm>
                <a:off x="811" y="1571"/>
                <a:ext cx="499" cy="1883"/>
              </a:xfrm>
              <a:custGeom>
                <a:avLst/>
                <a:gdLst>
                  <a:gd name="T0" fmla="*/ 60 w 3988"/>
                  <a:gd name="T1" fmla="*/ 235 h 15064"/>
                  <a:gd name="T2" fmla="*/ 0 w 3988"/>
                  <a:gd name="T3" fmla="*/ 1 h 15064"/>
                  <a:gd name="T4" fmla="*/ 1 w 3988"/>
                  <a:gd name="T5" fmla="*/ 0 h 15064"/>
                  <a:gd name="T6" fmla="*/ 1 w 3988"/>
                  <a:gd name="T7" fmla="*/ 0 h 15064"/>
                  <a:gd name="T8" fmla="*/ 2 w 3988"/>
                  <a:gd name="T9" fmla="*/ 0 h 15064"/>
                  <a:gd name="T10" fmla="*/ 2 w 3988"/>
                  <a:gd name="T11" fmla="*/ 0 h 15064"/>
                  <a:gd name="T12" fmla="*/ 62 w 3988"/>
                  <a:gd name="T13" fmla="*/ 235 h 15064"/>
                  <a:gd name="T14" fmla="*/ 62 w 3988"/>
                  <a:gd name="T15" fmla="*/ 235 h 15064"/>
                  <a:gd name="T16" fmla="*/ 61 w 3988"/>
                  <a:gd name="T17" fmla="*/ 235 h 15064"/>
                  <a:gd name="T18" fmla="*/ 61 w 3988"/>
                  <a:gd name="T19" fmla="*/ 235 h 15064"/>
                  <a:gd name="T20" fmla="*/ 60 w 3988"/>
                  <a:gd name="T21" fmla="*/ 235 h 1506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8"/>
                  <a:gd name="T34" fmla="*/ 0 h 15064"/>
                  <a:gd name="T35" fmla="*/ 3988 w 3988"/>
                  <a:gd name="T36" fmla="*/ 15064 h 1506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8" h="15064">
                    <a:moveTo>
                      <a:pt x="3844" y="15064"/>
                    </a:moveTo>
                    <a:lnTo>
                      <a:pt x="0" y="34"/>
                    </a:lnTo>
                    <a:lnTo>
                      <a:pt x="36" y="26"/>
                    </a:lnTo>
                    <a:lnTo>
                      <a:pt x="72" y="18"/>
                    </a:lnTo>
                    <a:lnTo>
                      <a:pt x="108" y="10"/>
                    </a:lnTo>
                    <a:lnTo>
                      <a:pt x="144" y="0"/>
                    </a:lnTo>
                    <a:lnTo>
                      <a:pt x="3988" y="15033"/>
                    </a:lnTo>
                    <a:lnTo>
                      <a:pt x="3951" y="15041"/>
                    </a:lnTo>
                    <a:lnTo>
                      <a:pt x="3916" y="15049"/>
                    </a:lnTo>
                    <a:lnTo>
                      <a:pt x="3880" y="15057"/>
                    </a:lnTo>
                    <a:lnTo>
                      <a:pt x="3844" y="15064"/>
                    </a:lnTo>
                    <a:close/>
                  </a:path>
                </a:pathLst>
              </a:custGeom>
              <a:solidFill>
                <a:srgbClr val="40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2" name="Freeform 133"/>
              <p:cNvSpPr>
                <a:spLocks/>
              </p:cNvSpPr>
              <p:nvPr/>
            </p:nvSpPr>
            <p:spPr bwMode="auto">
              <a:xfrm>
                <a:off x="820" y="1569"/>
                <a:ext cx="499" cy="1883"/>
              </a:xfrm>
              <a:custGeom>
                <a:avLst/>
                <a:gdLst>
                  <a:gd name="T0" fmla="*/ 60 w 3987"/>
                  <a:gd name="T1" fmla="*/ 235 h 15065"/>
                  <a:gd name="T2" fmla="*/ 0 w 3987"/>
                  <a:gd name="T3" fmla="*/ 0 h 15065"/>
                  <a:gd name="T4" fmla="*/ 1 w 3987"/>
                  <a:gd name="T5" fmla="*/ 0 h 15065"/>
                  <a:gd name="T6" fmla="*/ 1 w 3987"/>
                  <a:gd name="T7" fmla="*/ 0 h 15065"/>
                  <a:gd name="T8" fmla="*/ 2 w 3987"/>
                  <a:gd name="T9" fmla="*/ 0 h 15065"/>
                  <a:gd name="T10" fmla="*/ 2 w 3987"/>
                  <a:gd name="T11" fmla="*/ 0 h 15065"/>
                  <a:gd name="T12" fmla="*/ 62 w 3987"/>
                  <a:gd name="T13" fmla="*/ 235 h 15065"/>
                  <a:gd name="T14" fmla="*/ 62 w 3987"/>
                  <a:gd name="T15" fmla="*/ 235 h 15065"/>
                  <a:gd name="T16" fmla="*/ 61 w 3987"/>
                  <a:gd name="T17" fmla="*/ 235 h 15065"/>
                  <a:gd name="T18" fmla="*/ 61 w 3987"/>
                  <a:gd name="T19" fmla="*/ 235 h 15065"/>
                  <a:gd name="T20" fmla="*/ 60 w 3987"/>
                  <a:gd name="T21" fmla="*/ 235 h 150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7"/>
                  <a:gd name="T34" fmla="*/ 0 h 15065"/>
                  <a:gd name="T35" fmla="*/ 3987 w 3987"/>
                  <a:gd name="T36" fmla="*/ 15065 h 1506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7" h="15065">
                    <a:moveTo>
                      <a:pt x="3844" y="15065"/>
                    </a:moveTo>
                    <a:lnTo>
                      <a:pt x="0" y="34"/>
                    </a:lnTo>
                    <a:lnTo>
                      <a:pt x="36" y="26"/>
                    </a:lnTo>
                    <a:lnTo>
                      <a:pt x="72" y="17"/>
                    </a:lnTo>
                    <a:lnTo>
                      <a:pt x="108" y="8"/>
                    </a:lnTo>
                    <a:lnTo>
                      <a:pt x="143" y="0"/>
                    </a:lnTo>
                    <a:lnTo>
                      <a:pt x="3987" y="15032"/>
                    </a:lnTo>
                    <a:lnTo>
                      <a:pt x="3952" y="15040"/>
                    </a:lnTo>
                    <a:lnTo>
                      <a:pt x="3916" y="15049"/>
                    </a:lnTo>
                    <a:lnTo>
                      <a:pt x="3879" y="15057"/>
                    </a:lnTo>
                    <a:lnTo>
                      <a:pt x="3844" y="15065"/>
                    </a:lnTo>
                    <a:close/>
                  </a:path>
                </a:pathLst>
              </a:custGeom>
              <a:solidFill>
                <a:srgbClr val="43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3" name="Freeform 134"/>
              <p:cNvSpPr>
                <a:spLocks/>
              </p:cNvSpPr>
              <p:nvPr/>
            </p:nvSpPr>
            <p:spPr bwMode="auto">
              <a:xfrm>
                <a:off x="829" y="1567"/>
                <a:ext cx="498" cy="1883"/>
              </a:xfrm>
              <a:custGeom>
                <a:avLst/>
                <a:gdLst>
                  <a:gd name="T0" fmla="*/ 60 w 3987"/>
                  <a:gd name="T1" fmla="*/ 235 h 15068"/>
                  <a:gd name="T2" fmla="*/ 0 w 3987"/>
                  <a:gd name="T3" fmla="*/ 0 h 15068"/>
                  <a:gd name="T4" fmla="*/ 0 w 3987"/>
                  <a:gd name="T5" fmla="*/ 0 h 15068"/>
                  <a:gd name="T6" fmla="*/ 1 w 3987"/>
                  <a:gd name="T7" fmla="*/ 0 h 15068"/>
                  <a:gd name="T8" fmla="*/ 2 w 3987"/>
                  <a:gd name="T9" fmla="*/ 0 h 15068"/>
                  <a:gd name="T10" fmla="*/ 2 w 3987"/>
                  <a:gd name="T11" fmla="*/ 0 h 15068"/>
                  <a:gd name="T12" fmla="*/ 62 w 3987"/>
                  <a:gd name="T13" fmla="*/ 235 h 15068"/>
                  <a:gd name="T14" fmla="*/ 62 w 3987"/>
                  <a:gd name="T15" fmla="*/ 235 h 15068"/>
                  <a:gd name="T16" fmla="*/ 62 w 3987"/>
                  <a:gd name="T17" fmla="*/ 235 h 15068"/>
                  <a:gd name="T18" fmla="*/ 61 w 3987"/>
                  <a:gd name="T19" fmla="*/ 235 h 15068"/>
                  <a:gd name="T20" fmla="*/ 61 w 3987"/>
                  <a:gd name="T21" fmla="*/ 235 h 15068"/>
                  <a:gd name="T22" fmla="*/ 60 w 3987"/>
                  <a:gd name="T23" fmla="*/ 235 h 150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987"/>
                  <a:gd name="T37" fmla="*/ 0 h 15068"/>
                  <a:gd name="T38" fmla="*/ 3987 w 3987"/>
                  <a:gd name="T39" fmla="*/ 15068 h 1506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987" h="15068">
                    <a:moveTo>
                      <a:pt x="3844" y="15068"/>
                    </a:moveTo>
                    <a:lnTo>
                      <a:pt x="0" y="35"/>
                    </a:lnTo>
                    <a:lnTo>
                      <a:pt x="36" y="27"/>
                    </a:lnTo>
                    <a:lnTo>
                      <a:pt x="71" y="19"/>
                    </a:lnTo>
                    <a:lnTo>
                      <a:pt x="107" y="9"/>
                    </a:lnTo>
                    <a:lnTo>
                      <a:pt x="143" y="0"/>
                    </a:lnTo>
                    <a:lnTo>
                      <a:pt x="3987" y="15033"/>
                    </a:lnTo>
                    <a:lnTo>
                      <a:pt x="3986" y="15033"/>
                    </a:lnTo>
                    <a:lnTo>
                      <a:pt x="3949" y="15043"/>
                    </a:lnTo>
                    <a:lnTo>
                      <a:pt x="3914" y="15051"/>
                    </a:lnTo>
                    <a:lnTo>
                      <a:pt x="3879" y="15059"/>
                    </a:lnTo>
                    <a:lnTo>
                      <a:pt x="3844" y="15068"/>
                    </a:lnTo>
                    <a:close/>
                  </a:path>
                </a:pathLst>
              </a:custGeom>
              <a:solidFill>
                <a:srgbClr val="44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4" name="Freeform 135"/>
              <p:cNvSpPr>
                <a:spLocks/>
              </p:cNvSpPr>
              <p:nvPr/>
            </p:nvSpPr>
            <p:spPr bwMode="auto">
              <a:xfrm>
                <a:off x="838" y="1564"/>
                <a:ext cx="498" cy="1884"/>
              </a:xfrm>
              <a:custGeom>
                <a:avLst/>
                <a:gdLst>
                  <a:gd name="T0" fmla="*/ 60 w 3987"/>
                  <a:gd name="T1" fmla="*/ 236 h 15069"/>
                  <a:gd name="T2" fmla="*/ 0 w 3987"/>
                  <a:gd name="T3" fmla="*/ 1 h 15069"/>
                  <a:gd name="T4" fmla="*/ 1 w 3987"/>
                  <a:gd name="T5" fmla="*/ 0 h 15069"/>
                  <a:gd name="T6" fmla="*/ 1 w 3987"/>
                  <a:gd name="T7" fmla="*/ 0 h 15069"/>
                  <a:gd name="T8" fmla="*/ 2 w 3987"/>
                  <a:gd name="T9" fmla="*/ 0 h 15069"/>
                  <a:gd name="T10" fmla="*/ 2 w 3987"/>
                  <a:gd name="T11" fmla="*/ 0 h 15069"/>
                  <a:gd name="T12" fmla="*/ 2 w 3987"/>
                  <a:gd name="T13" fmla="*/ 0 h 15069"/>
                  <a:gd name="T14" fmla="*/ 62 w 3987"/>
                  <a:gd name="T15" fmla="*/ 235 h 15069"/>
                  <a:gd name="T16" fmla="*/ 62 w 3987"/>
                  <a:gd name="T17" fmla="*/ 235 h 15069"/>
                  <a:gd name="T18" fmla="*/ 62 w 3987"/>
                  <a:gd name="T19" fmla="*/ 235 h 15069"/>
                  <a:gd name="T20" fmla="*/ 61 w 3987"/>
                  <a:gd name="T21" fmla="*/ 235 h 15069"/>
                  <a:gd name="T22" fmla="*/ 61 w 3987"/>
                  <a:gd name="T23" fmla="*/ 235 h 15069"/>
                  <a:gd name="T24" fmla="*/ 61 w 3987"/>
                  <a:gd name="T25" fmla="*/ 235 h 15069"/>
                  <a:gd name="T26" fmla="*/ 61 w 3987"/>
                  <a:gd name="T27" fmla="*/ 235 h 15069"/>
                  <a:gd name="T28" fmla="*/ 60 w 3987"/>
                  <a:gd name="T29" fmla="*/ 235 h 15069"/>
                  <a:gd name="T30" fmla="*/ 60 w 3987"/>
                  <a:gd name="T31" fmla="*/ 236 h 150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87"/>
                  <a:gd name="T49" fmla="*/ 0 h 15069"/>
                  <a:gd name="T50" fmla="*/ 3987 w 3987"/>
                  <a:gd name="T51" fmla="*/ 15069 h 150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87" h="15069">
                    <a:moveTo>
                      <a:pt x="3844" y="15069"/>
                    </a:moveTo>
                    <a:lnTo>
                      <a:pt x="0" y="37"/>
                    </a:lnTo>
                    <a:lnTo>
                      <a:pt x="72" y="18"/>
                    </a:lnTo>
                    <a:lnTo>
                      <a:pt x="90" y="14"/>
                    </a:lnTo>
                    <a:lnTo>
                      <a:pt x="108" y="10"/>
                    </a:lnTo>
                    <a:lnTo>
                      <a:pt x="126" y="5"/>
                    </a:lnTo>
                    <a:lnTo>
                      <a:pt x="143" y="0"/>
                    </a:lnTo>
                    <a:lnTo>
                      <a:pt x="3987" y="15033"/>
                    </a:lnTo>
                    <a:lnTo>
                      <a:pt x="3969" y="15037"/>
                    </a:lnTo>
                    <a:lnTo>
                      <a:pt x="3951" y="15042"/>
                    </a:lnTo>
                    <a:lnTo>
                      <a:pt x="3932" y="15046"/>
                    </a:lnTo>
                    <a:lnTo>
                      <a:pt x="3915" y="15051"/>
                    </a:lnTo>
                    <a:lnTo>
                      <a:pt x="3897" y="15056"/>
                    </a:lnTo>
                    <a:lnTo>
                      <a:pt x="3879" y="15061"/>
                    </a:lnTo>
                    <a:lnTo>
                      <a:pt x="3862" y="15065"/>
                    </a:lnTo>
                    <a:lnTo>
                      <a:pt x="3844" y="15069"/>
                    </a:lnTo>
                    <a:close/>
                  </a:path>
                </a:pathLst>
              </a:custGeom>
              <a:solidFill>
                <a:srgbClr val="47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" name="Freeform 136"/>
              <p:cNvSpPr>
                <a:spLocks/>
              </p:cNvSpPr>
              <p:nvPr/>
            </p:nvSpPr>
            <p:spPr bwMode="auto">
              <a:xfrm>
                <a:off x="847" y="1562"/>
                <a:ext cx="498" cy="1884"/>
              </a:xfrm>
              <a:custGeom>
                <a:avLst/>
                <a:gdLst>
                  <a:gd name="T0" fmla="*/ 60 w 3986"/>
                  <a:gd name="T1" fmla="*/ 236 h 15070"/>
                  <a:gd name="T2" fmla="*/ 0 w 3986"/>
                  <a:gd name="T3" fmla="*/ 1 h 15070"/>
                  <a:gd name="T4" fmla="*/ 0 w 3986"/>
                  <a:gd name="T5" fmla="*/ 1 h 15070"/>
                  <a:gd name="T6" fmla="*/ 0 w 3986"/>
                  <a:gd name="T7" fmla="*/ 1 h 15070"/>
                  <a:gd name="T8" fmla="*/ 1 w 3986"/>
                  <a:gd name="T9" fmla="*/ 0 h 15070"/>
                  <a:gd name="T10" fmla="*/ 2 w 3986"/>
                  <a:gd name="T11" fmla="*/ 0 h 15070"/>
                  <a:gd name="T12" fmla="*/ 2 w 3986"/>
                  <a:gd name="T13" fmla="*/ 0 h 15070"/>
                  <a:gd name="T14" fmla="*/ 62 w 3986"/>
                  <a:gd name="T15" fmla="*/ 235 h 15070"/>
                  <a:gd name="T16" fmla="*/ 62 w 3986"/>
                  <a:gd name="T17" fmla="*/ 235 h 15070"/>
                  <a:gd name="T18" fmla="*/ 61 w 3986"/>
                  <a:gd name="T19" fmla="*/ 235 h 15070"/>
                  <a:gd name="T20" fmla="*/ 61 w 3986"/>
                  <a:gd name="T21" fmla="*/ 235 h 15070"/>
                  <a:gd name="T22" fmla="*/ 60 w 3986"/>
                  <a:gd name="T23" fmla="*/ 236 h 1507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986"/>
                  <a:gd name="T37" fmla="*/ 0 h 15070"/>
                  <a:gd name="T38" fmla="*/ 3986 w 3986"/>
                  <a:gd name="T39" fmla="*/ 15070 h 1507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986" h="15070">
                    <a:moveTo>
                      <a:pt x="3844" y="15070"/>
                    </a:moveTo>
                    <a:lnTo>
                      <a:pt x="0" y="37"/>
                    </a:lnTo>
                    <a:lnTo>
                      <a:pt x="36" y="28"/>
                    </a:lnTo>
                    <a:lnTo>
                      <a:pt x="71" y="18"/>
                    </a:lnTo>
                    <a:lnTo>
                      <a:pt x="107" y="9"/>
                    </a:lnTo>
                    <a:lnTo>
                      <a:pt x="142" y="0"/>
                    </a:lnTo>
                    <a:lnTo>
                      <a:pt x="3986" y="15032"/>
                    </a:lnTo>
                    <a:lnTo>
                      <a:pt x="3951" y="15041"/>
                    </a:lnTo>
                    <a:lnTo>
                      <a:pt x="3915" y="15052"/>
                    </a:lnTo>
                    <a:lnTo>
                      <a:pt x="3880" y="15061"/>
                    </a:lnTo>
                    <a:lnTo>
                      <a:pt x="3844" y="15070"/>
                    </a:lnTo>
                    <a:close/>
                  </a:path>
                </a:pathLst>
              </a:custGeom>
              <a:solidFill>
                <a:srgbClr val="4E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" name="Freeform 137"/>
              <p:cNvSpPr>
                <a:spLocks/>
              </p:cNvSpPr>
              <p:nvPr/>
            </p:nvSpPr>
            <p:spPr bwMode="auto">
              <a:xfrm>
                <a:off x="856" y="1559"/>
                <a:ext cx="498" cy="1884"/>
              </a:xfrm>
              <a:custGeom>
                <a:avLst/>
                <a:gdLst>
                  <a:gd name="T0" fmla="*/ 60 w 3986"/>
                  <a:gd name="T1" fmla="*/ 235 h 15073"/>
                  <a:gd name="T2" fmla="*/ 0 w 3986"/>
                  <a:gd name="T3" fmla="*/ 1 h 15073"/>
                  <a:gd name="T4" fmla="*/ 0 w 3986"/>
                  <a:gd name="T5" fmla="*/ 0 h 15073"/>
                  <a:gd name="T6" fmla="*/ 1 w 3986"/>
                  <a:gd name="T7" fmla="*/ 0 h 15073"/>
                  <a:gd name="T8" fmla="*/ 2 w 3986"/>
                  <a:gd name="T9" fmla="*/ 0 h 15073"/>
                  <a:gd name="T10" fmla="*/ 2 w 3986"/>
                  <a:gd name="T11" fmla="*/ 0 h 15073"/>
                  <a:gd name="T12" fmla="*/ 62 w 3986"/>
                  <a:gd name="T13" fmla="*/ 235 h 15073"/>
                  <a:gd name="T14" fmla="*/ 62 w 3986"/>
                  <a:gd name="T15" fmla="*/ 235 h 15073"/>
                  <a:gd name="T16" fmla="*/ 61 w 3986"/>
                  <a:gd name="T17" fmla="*/ 235 h 15073"/>
                  <a:gd name="T18" fmla="*/ 61 w 3986"/>
                  <a:gd name="T19" fmla="*/ 235 h 15073"/>
                  <a:gd name="T20" fmla="*/ 60 w 3986"/>
                  <a:gd name="T21" fmla="*/ 235 h 1507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6"/>
                  <a:gd name="T34" fmla="*/ 0 h 15073"/>
                  <a:gd name="T35" fmla="*/ 3986 w 3986"/>
                  <a:gd name="T36" fmla="*/ 15073 h 1507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6" h="15073">
                    <a:moveTo>
                      <a:pt x="3844" y="15073"/>
                    </a:moveTo>
                    <a:lnTo>
                      <a:pt x="0" y="40"/>
                    </a:lnTo>
                    <a:lnTo>
                      <a:pt x="36" y="30"/>
                    </a:lnTo>
                    <a:lnTo>
                      <a:pt x="72" y="21"/>
                    </a:lnTo>
                    <a:lnTo>
                      <a:pt x="107" y="10"/>
                    </a:lnTo>
                    <a:lnTo>
                      <a:pt x="142" y="0"/>
                    </a:lnTo>
                    <a:lnTo>
                      <a:pt x="3986" y="15032"/>
                    </a:lnTo>
                    <a:lnTo>
                      <a:pt x="3950" y="15043"/>
                    </a:lnTo>
                    <a:lnTo>
                      <a:pt x="3915" y="15053"/>
                    </a:lnTo>
                    <a:lnTo>
                      <a:pt x="3880" y="15062"/>
                    </a:lnTo>
                    <a:lnTo>
                      <a:pt x="3844" y="15073"/>
                    </a:lnTo>
                    <a:close/>
                  </a:path>
                </a:pathLst>
              </a:custGeom>
              <a:solidFill>
                <a:srgbClr val="52BC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7" name="Freeform 138"/>
              <p:cNvSpPr>
                <a:spLocks/>
              </p:cNvSpPr>
              <p:nvPr/>
            </p:nvSpPr>
            <p:spPr bwMode="auto">
              <a:xfrm>
                <a:off x="865" y="1557"/>
                <a:ext cx="498" cy="1884"/>
              </a:xfrm>
              <a:custGeom>
                <a:avLst/>
                <a:gdLst>
                  <a:gd name="T0" fmla="*/ 60 w 3985"/>
                  <a:gd name="T1" fmla="*/ 235 h 15074"/>
                  <a:gd name="T2" fmla="*/ 0 w 3985"/>
                  <a:gd name="T3" fmla="*/ 1 h 15074"/>
                  <a:gd name="T4" fmla="*/ 0 w 3985"/>
                  <a:gd name="T5" fmla="*/ 0 h 15074"/>
                  <a:gd name="T6" fmla="*/ 1 w 3985"/>
                  <a:gd name="T7" fmla="*/ 0 h 15074"/>
                  <a:gd name="T8" fmla="*/ 2 w 3985"/>
                  <a:gd name="T9" fmla="*/ 0 h 15074"/>
                  <a:gd name="T10" fmla="*/ 2 w 3985"/>
                  <a:gd name="T11" fmla="*/ 0 h 15074"/>
                  <a:gd name="T12" fmla="*/ 62 w 3985"/>
                  <a:gd name="T13" fmla="*/ 235 h 15074"/>
                  <a:gd name="T14" fmla="*/ 62 w 3985"/>
                  <a:gd name="T15" fmla="*/ 235 h 15074"/>
                  <a:gd name="T16" fmla="*/ 61 w 3985"/>
                  <a:gd name="T17" fmla="*/ 235 h 15074"/>
                  <a:gd name="T18" fmla="*/ 61 w 3985"/>
                  <a:gd name="T19" fmla="*/ 235 h 15074"/>
                  <a:gd name="T20" fmla="*/ 60 w 3985"/>
                  <a:gd name="T21" fmla="*/ 235 h 150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5"/>
                  <a:gd name="T34" fmla="*/ 0 h 15074"/>
                  <a:gd name="T35" fmla="*/ 3985 w 3985"/>
                  <a:gd name="T36" fmla="*/ 15074 h 1507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5" h="15074">
                    <a:moveTo>
                      <a:pt x="3844" y="15074"/>
                    </a:moveTo>
                    <a:lnTo>
                      <a:pt x="0" y="42"/>
                    </a:lnTo>
                    <a:lnTo>
                      <a:pt x="36" y="31"/>
                    </a:lnTo>
                    <a:lnTo>
                      <a:pt x="72" y="21"/>
                    </a:lnTo>
                    <a:lnTo>
                      <a:pt x="107" y="11"/>
                    </a:lnTo>
                    <a:lnTo>
                      <a:pt x="141" y="0"/>
                    </a:lnTo>
                    <a:lnTo>
                      <a:pt x="3985" y="15032"/>
                    </a:lnTo>
                    <a:lnTo>
                      <a:pt x="3951" y="15043"/>
                    </a:lnTo>
                    <a:lnTo>
                      <a:pt x="3916" y="15053"/>
                    </a:lnTo>
                    <a:lnTo>
                      <a:pt x="3879" y="15064"/>
                    </a:lnTo>
                    <a:lnTo>
                      <a:pt x="3844" y="15074"/>
                    </a:lnTo>
                    <a:close/>
                  </a:path>
                </a:pathLst>
              </a:custGeom>
              <a:solidFill>
                <a:srgbClr val="58BE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8" name="Freeform 139"/>
              <p:cNvSpPr>
                <a:spLocks/>
              </p:cNvSpPr>
              <p:nvPr/>
            </p:nvSpPr>
            <p:spPr bwMode="auto">
              <a:xfrm>
                <a:off x="874" y="1554"/>
                <a:ext cx="498" cy="1884"/>
              </a:xfrm>
              <a:custGeom>
                <a:avLst/>
                <a:gdLst>
                  <a:gd name="T0" fmla="*/ 60 w 3985"/>
                  <a:gd name="T1" fmla="*/ 235 h 15075"/>
                  <a:gd name="T2" fmla="*/ 0 w 3985"/>
                  <a:gd name="T3" fmla="*/ 1 h 15075"/>
                  <a:gd name="T4" fmla="*/ 0 w 3985"/>
                  <a:gd name="T5" fmla="*/ 0 h 15075"/>
                  <a:gd name="T6" fmla="*/ 1 w 3985"/>
                  <a:gd name="T7" fmla="*/ 0 h 15075"/>
                  <a:gd name="T8" fmla="*/ 2 w 3985"/>
                  <a:gd name="T9" fmla="*/ 0 h 15075"/>
                  <a:gd name="T10" fmla="*/ 2 w 3985"/>
                  <a:gd name="T11" fmla="*/ 0 h 15075"/>
                  <a:gd name="T12" fmla="*/ 62 w 3985"/>
                  <a:gd name="T13" fmla="*/ 235 h 15075"/>
                  <a:gd name="T14" fmla="*/ 62 w 3985"/>
                  <a:gd name="T15" fmla="*/ 235 h 15075"/>
                  <a:gd name="T16" fmla="*/ 61 w 3985"/>
                  <a:gd name="T17" fmla="*/ 235 h 15075"/>
                  <a:gd name="T18" fmla="*/ 61 w 3985"/>
                  <a:gd name="T19" fmla="*/ 235 h 15075"/>
                  <a:gd name="T20" fmla="*/ 60 w 3985"/>
                  <a:gd name="T21" fmla="*/ 235 h 1507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5"/>
                  <a:gd name="T34" fmla="*/ 0 h 15075"/>
                  <a:gd name="T35" fmla="*/ 3985 w 3985"/>
                  <a:gd name="T36" fmla="*/ 15075 h 1507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5" h="15075">
                    <a:moveTo>
                      <a:pt x="3844" y="15075"/>
                    </a:moveTo>
                    <a:lnTo>
                      <a:pt x="0" y="43"/>
                    </a:lnTo>
                    <a:lnTo>
                      <a:pt x="36" y="33"/>
                    </a:lnTo>
                    <a:lnTo>
                      <a:pt x="71" y="22"/>
                    </a:lnTo>
                    <a:lnTo>
                      <a:pt x="107" y="12"/>
                    </a:lnTo>
                    <a:lnTo>
                      <a:pt x="141" y="0"/>
                    </a:lnTo>
                    <a:lnTo>
                      <a:pt x="3985" y="15033"/>
                    </a:lnTo>
                    <a:lnTo>
                      <a:pt x="3949" y="15043"/>
                    </a:lnTo>
                    <a:lnTo>
                      <a:pt x="3915" y="15054"/>
                    </a:lnTo>
                    <a:lnTo>
                      <a:pt x="3880" y="15065"/>
                    </a:lnTo>
                    <a:lnTo>
                      <a:pt x="3844" y="15075"/>
                    </a:lnTo>
                    <a:close/>
                  </a:path>
                </a:pathLst>
              </a:custGeom>
              <a:solidFill>
                <a:srgbClr val="5D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9" name="Freeform 140"/>
              <p:cNvSpPr>
                <a:spLocks/>
              </p:cNvSpPr>
              <p:nvPr/>
            </p:nvSpPr>
            <p:spPr bwMode="auto">
              <a:xfrm>
                <a:off x="882" y="1551"/>
                <a:ext cx="498" cy="1885"/>
              </a:xfrm>
              <a:custGeom>
                <a:avLst/>
                <a:gdLst>
                  <a:gd name="T0" fmla="*/ 60 w 3984"/>
                  <a:gd name="T1" fmla="*/ 236 h 15075"/>
                  <a:gd name="T2" fmla="*/ 0 w 3984"/>
                  <a:gd name="T3" fmla="*/ 1 h 15075"/>
                  <a:gd name="T4" fmla="*/ 1 w 3984"/>
                  <a:gd name="T5" fmla="*/ 1 h 15075"/>
                  <a:gd name="T6" fmla="*/ 1 w 3984"/>
                  <a:gd name="T7" fmla="*/ 0 h 15075"/>
                  <a:gd name="T8" fmla="*/ 2 w 3984"/>
                  <a:gd name="T9" fmla="*/ 0 h 15075"/>
                  <a:gd name="T10" fmla="*/ 2 w 3984"/>
                  <a:gd name="T11" fmla="*/ 0 h 15075"/>
                  <a:gd name="T12" fmla="*/ 62 w 3984"/>
                  <a:gd name="T13" fmla="*/ 235 h 15075"/>
                  <a:gd name="T14" fmla="*/ 62 w 3984"/>
                  <a:gd name="T15" fmla="*/ 235 h 15075"/>
                  <a:gd name="T16" fmla="*/ 61 w 3984"/>
                  <a:gd name="T17" fmla="*/ 235 h 15075"/>
                  <a:gd name="T18" fmla="*/ 61 w 3984"/>
                  <a:gd name="T19" fmla="*/ 236 h 15075"/>
                  <a:gd name="T20" fmla="*/ 60 w 3984"/>
                  <a:gd name="T21" fmla="*/ 236 h 1507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4"/>
                  <a:gd name="T34" fmla="*/ 0 h 15075"/>
                  <a:gd name="T35" fmla="*/ 3984 w 3984"/>
                  <a:gd name="T36" fmla="*/ 15075 h 1507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4" h="15075">
                    <a:moveTo>
                      <a:pt x="3844" y="15075"/>
                    </a:moveTo>
                    <a:lnTo>
                      <a:pt x="0" y="43"/>
                    </a:lnTo>
                    <a:lnTo>
                      <a:pt x="37" y="33"/>
                    </a:lnTo>
                    <a:lnTo>
                      <a:pt x="72" y="21"/>
                    </a:lnTo>
                    <a:lnTo>
                      <a:pt x="106" y="11"/>
                    </a:lnTo>
                    <a:lnTo>
                      <a:pt x="141" y="0"/>
                    </a:lnTo>
                    <a:lnTo>
                      <a:pt x="3984" y="15031"/>
                    </a:lnTo>
                    <a:lnTo>
                      <a:pt x="3950" y="15042"/>
                    </a:lnTo>
                    <a:lnTo>
                      <a:pt x="3915" y="15054"/>
                    </a:lnTo>
                    <a:lnTo>
                      <a:pt x="3879" y="15064"/>
                    </a:lnTo>
                    <a:lnTo>
                      <a:pt x="3844" y="15075"/>
                    </a:lnTo>
                    <a:close/>
                  </a:path>
                </a:pathLst>
              </a:custGeom>
              <a:solidFill>
                <a:srgbClr val="62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0" name="Freeform 141"/>
              <p:cNvSpPr>
                <a:spLocks/>
              </p:cNvSpPr>
              <p:nvPr/>
            </p:nvSpPr>
            <p:spPr bwMode="auto">
              <a:xfrm>
                <a:off x="891" y="1548"/>
                <a:ext cx="498" cy="1885"/>
              </a:xfrm>
              <a:custGeom>
                <a:avLst/>
                <a:gdLst>
                  <a:gd name="T0" fmla="*/ 60 w 3984"/>
                  <a:gd name="T1" fmla="*/ 236 h 15078"/>
                  <a:gd name="T2" fmla="*/ 0 w 3984"/>
                  <a:gd name="T3" fmla="*/ 1 h 15078"/>
                  <a:gd name="T4" fmla="*/ 1 w 3984"/>
                  <a:gd name="T5" fmla="*/ 1 h 15078"/>
                  <a:gd name="T6" fmla="*/ 1 w 3984"/>
                  <a:gd name="T7" fmla="*/ 0 h 15078"/>
                  <a:gd name="T8" fmla="*/ 2 w 3984"/>
                  <a:gd name="T9" fmla="*/ 0 h 15078"/>
                  <a:gd name="T10" fmla="*/ 2 w 3984"/>
                  <a:gd name="T11" fmla="*/ 0 h 15078"/>
                  <a:gd name="T12" fmla="*/ 62 w 3984"/>
                  <a:gd name="T13" fmla="*/ 235 h 15078"/>
                  <a:gd name="T14" fmla="*/ 62 w 3984"/>
                  <a:gd name="T15" fmla="*/ 235 h 15078"/>
                  <a:gd name="T16" fmla="*/ 61 w 3984"/>
                  <a:gd name="T17" fmla="*/ 235 h 15078"/>
                  <a:gd name="T18" fmla="*/ 61 w 3984"/>
                  <a:gd name="T19" fmla="*/ 235 h 15078"/>
                  <a:gd name="T20" fmla="*/ 60 w 3984"/>
                  <a:gd name="T21" fmla="*/ 236 h 1507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4"/>
                  <a:gd name="T34" fmla="*/ 0 h 15078"/>
                  <a:gd name="T35" fmla="*/ 3984 w 3984"/>
                  <a:gd name="T36" fmla="*/ 15078 h 1507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4" h="15078">
                    <a:moveTo>
                      <a:pt x="3844" y="15078"/>
                    </a:moveTo>
                    <a:lnTo>
                      <a:pt x="0" y="45"/>
                    </a:lnTo>
                    <a:lnTo>
                      <a:pt x="36" y="34"/>
                    </a:lnTo>
                    <a:lnTo>
                      <a:pt x="71" y="23"/>
                    </a:lnTo>
                    <a:lnTo>
                      <a:pt x="106" y="11"/>
                    </a:lnTo>
                    <a:lnTo>
                      <a:pt x="140" y="0"/>
                    </a:lnTo>
                    <a:lnTo>
                      <a:pt x="3984" y="15031"/>
                    </a:lnTo>
                    <a:lnTo>
                      <a:pt x="3950" y="15042"/>
                    </a:lnTo>
                    <a:lnTo>
                      <a:pt x="3914" y="15054"/>
                    </a:lnTo>
                    <a:lnTo>
                      <a:pt x="3879" y="15066"/>
                    </a:lnTo>
                    <a:lnTo>
                      <a:pt x="3844" y="15078"/>
                    </a:lnTo>
                    <a:close/>
                  </a:path>
                </a:pathLst>
              </a:custGeom>
              <a:solidFill>
                <a:srgbClr val="66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1" name="Freeform 142"/>
              <p:cNvSpPr>
                <a:spLocks/>
              </p:cNvSpPr>
              <p:nvPr/>
            </p:nvSpPr>
            <p:spPr bwMode="auto">
              <a:xfrm>
                <a:off x="900" y="1545"/>
                <a:ext cx="498" cy="1885"/>
              </a:xfrm>
              <a:custGeom>
                <a:avLst/>
                <a:gdLst>
                  <a:gd name="T0" fmla="*/ 60 w 3983"/>
                  <a:gd name="T1" fmla="*/ 236 h 15079"/>
                  <a:gd name="T2" fmla="*/ 0 w 3983"/>
                  <a:gd name="T3" fmla="*/ 1 h 15079"/>
                  <a:gd name="T4" fmla="*/ 1 w 3983"/>
                  <a:gd name="T5" fmla="*/ 1 h 15079"/>
                  <a:gd name="T6" fmla="*/ 1 w 3983"/>
                  <a:gd name="T7" fmla="*/ 0 h 15079"/>
                  <a:gd name="T8" fmla="*/ 2 w 3983"/>
                  <a:gd name="T9" fmla="*/ 0 h 15079"/>
                  <a:gd name="T10" fmla="*/ 2 w 3983"/>
                  <a:gd name="T11" fmla="*/ 0 h 15079"/>
                  <a:gd name="T12" fmla="*/ 62 w 3983"/>
                  <a:gd name="T13" fmla="*/ 235 h 15079"/>
                  <a:gd name="T14" fmla="*/ 62 w 3983"/>
                  <a:gd name="T15" fmla="*/ 235 h 15079"/>
                  <a:gd name="T16" fmla="*/ 61 w 3983"/>
                  <a:gd name="T17" fmla="*/ 235 h 15079"/>
                  <a:gd name="T18" fmla="*/ 61 w 3983"/>
                  <a:gd name="T19" fmla="*/ 235 h 15079"/>
                  <a:gd name="T20" fmla="*/ 60 w 3983"/>
                  <a:gd name="T21" fmla="*/ 236 h 150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3"/>
                  <a:gd name="T34" fmla="*/ 0 h 15079"/>
                  <a:gd name="T35" fmla="*/ 3983 w 3983"/>
                  <a:gd name="T36" fmla="*/ 15079 h 150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3" h="15079">
                    <a:moveTo>
                      <a:pt x="3843" y="15079"/>
                    </a:moveTo>
                    <a:lnTo>
                      <a:pt x="0" y="48"/>
                    </a:lnTo>
                    <a:lnTo>
                      <a:pt x="36" y="35"/>
                    </a:lnTo>
                    <a:lnTo>
                      <a:pt x="71" y="24"/>
                    </a:lnTo>
                    <a:lnTo>
                      <a:pt x="105" y="11"/>
                    </a:lnTo>
                    <a:lnTo>
                      <a:pt x="139" y="0"/>
                    </a:lnTo>
                    <a:lnTo>
                      <a:pt x="3983" y="15030"/>
                    </a:lnTo>
                    <a:lnTo>
                      <a:pt x="3949" y="15043"/>
                    </a:lnTo>
                    <a:lnTo>
                      <a:pt x="3914" y="15055"/>
                    </a:lnTo>
                    <a:lnTo>
                      <a:pt x="3880" y="15066"/>
                    </a:lnTo>
                    <a:lnTo>
                      <a:pt x="3843" y="15079"/>
                    </a:lnTo>
                    <a:close/>
                  </a:path>
                </a:pathLst>
              </a:custGeom>
              <a:solidFill>
                <a:srgbClr val="6BC3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2" name="Freeform 143"/>
              <p:cNvSpPr>
                <a:spLocks/>
              </p:cNvSpPr>
              <p:nvPr/>
            </p:nvSpPr>
            <p:spPr bwMode="auto">
              <a:xfrm>
                <a:off x="909" y="1542"/>
                <a:ext cx="498" cy="1885"/>
              </a:xfrm>
              <a:custGeom>
                <a:avLst/>
                <a:gdLst>
                  <a:gd name="T0" fmla="*/ 60 w 3983"/>
                  <a:gd name="T1" fmla="*/ 236 h 15080"/>
                  <a:gd name="T2" fmla="*/ 0 w 3983"/>
                  <a:gd name="T3" fmla="*/ 1 h 15080"/>
                  <a:gd name="T4" fmla="*/ 1 w 3983"/>
                  <a:gd name="T5" fmla="*/ 1 h 15080"/>
                  <a:gd name="T6" fmla="*/ 1 w 3983"/>
                  <a:gd name="T7" fmla="*/ 0 h 15080"/>
                  <a:gd name="T8" fmla="*/ 2 w 3983"/>
                  <a:gd name="T9" fmla="*/ 0 h 15080"/>
                  <a:gd name="T10" fmla="*/ 2 w 3983"/>
                  <a:gd name="T11" fmla="*/ 0 h 15080"/>
                  <a:gd name="T12" fmla="*/ 62 w 3983"/>
                  <a:gd name="T13" fmla="*/ 235 h 15080"/>
                  <a:gd name="T14" fmla="*/ 62 w 3983"/>
                  <a:gd name="T15" fmla="*/ 235 h 15080"/>
                  <a:gd name="T16" fmla="*/ 61 w 3983"/>
                  <a:gd name="T17" fmla="*/ 235 h 15080"/>
                  <a:gd name="T18" fmla="*/ 61 w 3983"/>
                  <a:gd name="T19" fmla="*/ 236 h 15080"/>
                  <a:gd name="T20" fmla="*/ 60 w 3983"/>
                  <a:gd name="T21" fmla="*/ 236 h 150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3"/>
                  <a:gd name="T34" fmla="*/ 0 h 15080"/>
                  <a:gd name="T35" fmla="*/ 3983 w 3983"/>
                  <a:gd name="T36" fmla="*/ 15080 h 150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3" h="15080">
                    <a:moveTo>
                      <a:pt x="3844" y="15080"/>
                    </a:moveTo>
                    <a:lnTo>
                      <a:pt x="0" y="49"/>
                    </a:lnTo>
                    <a:lnTo>
                      <a:pt x="35" y="36"/>
                    </a:lnTo>
                    <a:lnTo>
                      <a:pt x="70" y="25"/>
                    </a:lnTo>
                    <a:lnTo>
                      <a:pt x="105" y="12"/>
                    </a:lnTo>
                    <a:lnTo>
                      <a:pt x="139" y="0"/>
                    </a:lnTo>
                    <a:lnTo>
                      <a:pt x="3983" y="15030"/>
                    </a:lnTo>
                    <a:lnTo>
                      <a:pt x="3949" y="15043"/>
                    </a:lnTo>
                    <a:lnTo>
                      <a:pt x="3914" y="15055"/>
                    </a:lnTo>
                    <a:lnTo>
                      <a:pt x="3879" y="15068"/>
                    </a:lnTo>
                    <a:lnTo>
                      <a:pt x="3844" y="15080"/>
                    </a:lnTo>
                    <a:close/>
                  </a:path>
                </a:pathLst>
              </a:custGeom>
              <a:solidFill>
                <a:srgbClr val="6FC4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3" name="Freeform 144"/>
              <p:cNvSpPr>
                <a:spLocks/>
              </p:cNvSpPr>
              <p:nvPr/>
            </p:nvSpPr>
            <p:spPr bwMode="auto">
              <a:xfrm>
                <a:off x="917" y="1539"/>
                <a:ext cx="498" cy="1885"/>
              </a:xfrm>
              <a:custGeom>
                <a:avLst/>
                <a:gdLst>
                  <a:gd name="T0" fmla="*/ 60 w 3983"/>
                  <a:gd name="T1" fmla="*/ 236 h 15081"/>
                  <a:gd name="T2" fmla="*/ 0 w 3983"/>
                  <a:gd name="T3" fmla="*/ 1 h 15081"/>
                  <a:gd name="T4" fmla="*/ 1 w 3983"/>
                  <a:gd name="T5" fmla="*/ 1 h 15081"/>
                  <a:gd name="T6" fmla="*/ 1 w 3983"/>
                  <a:gd name="T7" fmla="*/ 0 h 15081"/>
                  <a:gd name="T8" fmla="*/ 2 w 3983"/>
                  <a:gd name="T9" fmla="*/ 0 h 15081"/>
                  <a:gd name="T10" fmla="*/ 2 w 3983"/>
                  <a:gd name="T11" fmla="*/ 0 h 15081"/>
                  <a:gd name="T12" fmla="*/ 62 w 3983"/>
                  <a:gd name="T13" fmla="*/ 235 h 15081"/>
                  <a:gd name="T14" fmla="*/ 62 w 3983"/>
                  <a:gd name="T15" fmla="*/ 235 h 15081"/>
                  <a:gd name="T16" fmla="*/ 61 w 3983"/>
                  <a:gd name="T17" fmla="*/ 235 h 15081"/>
                  <a:gd name="T18" fmla="*/ 61 w 3983"/>
                  <a:gd name="T19" fmla="*/ 235 h 15081"/>
                  <a:gd name="T20" fmla="*/ 60 w 3983"/>
                  <a:gd name="T21" fmla="*/ 236 h 150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3"/>
                  <a:gd name="T34" fmla="*/ 0 h 15081"/>
                  <a:gd name="T35" fmla="*/ 3983 w 3983"/>
                  <a:gd name="T36" fmla="*/ 15081 h 1508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3" h="15081">
                    <a:moveTo>
                      <a:pt x="3844" y="15081"/>
                    </a:moveTo>
                    <a:lnTo>
                      <a:pt x="0" y="51"/>
                    </a:lnTo>
                    <a:lnTo>
                      <a:pt x="37" y="38"/>
                    </a:lnTo>
                    <a:lnTo>
                      <a:pt x="71" y="26"/>
                    </a:lnTo>
                    <a:lnTo>
                      <a:pt x="105" y="12"/>
                    </a:lnTo>
                    <a:lnTo>
                      <a:pt x="139" y="0"/>
                    </a:lnTo>
                    <a:lnTo>
                      <a:pt x="3983" y="15030"/>
                    </a:lnTo>
                    <a:lnTo>
                      <a:pt x="3949" y="15043"/>
                    </a:lnTo>
                    <a:lnTo>
                      <a:pt x="3915" y="15056"/>
                    </a:lnTo>
                    <a:lnTo>
                      <a:pt x="3880" y="15069"/>
                    </a:lnTo>
                    <a:lnTo>
                      <a:pt x="3844" y="15081"/>
                    </a:lnTo>
                    <a:close/>
                  </a:path>
                </a:pathLst>
              </a:custGeom>
              <a:solidFill>
                <a:srgbClr val="73C5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4" name="Freeform 145"/>
              <p:cNvSpPr>
                <a:spLocks/>
              </p:cNvSpPr>
              <p:nvPr/>
            </p:nvSpPr>
            <p:spPr bwMode="auto">
              <a:xfrm>
                <a:off x="926" y="1535"/>
                <a:ext cx="498" cy="1886"/>
              </a:xfrm>
              <a:custGeom>
                <a:avLst/>
                <a:gdLst>
                  <a:gd name="T0" fmla="*/ 60 w 3982"/>
                  <a:gd name="T1" fmla="*/ 236 h 15083"/>
                  <a:gd name="T2" fmla="*/ 0 w 3982"/>
                  <a:gd name="T3" fmla="*/ 1 h 15083"/>
                  <a:gd name="T4" fmla="*/ 1 w 3982"/>
                  <a:gd name="T5" fmla="*/ 1 h 15083"/>
                  <a:gd name="T6" fmla="*/ 1 w 3982"/>
                  <a:gd name="T7" fmla="*/ 0 h 15083"/>
                  <a:gd name="T8" fmla="*/ 2 w 3982"/>
                  <a:gd name="T9" fmla="*/ 0 h 15083"/>
                  <a:gd name="T10" fmla="*/ 2 w 3982"/>
                  <a:gd name="T11" fmla="*/ 0 h 15083"/>
                  <a:gd name="T12" fmla="*/ 62 w 3982"/>
                  <a:gd name="T13" fmla="*/ 235 h 15083"/>
                  <a:gd name="T14" fmla="*/ 62 w 3982"/>
                  <a:gd name="T15" fmla="*/ 235 h 15083"/>
                  <a:gd name="T16" fmla="*/ 61 w 3982"/>
                  <a:gd name="T17" fmla="*/ 235 h 15083"/>
                  <a:gd name="T18" fmla="*/ 61 w 3982"/>
                  <a:gd name="T19" fmla="*/ 236 h 15083"/>
                  <a:gd name="T20" fmla="*/ 60 w 3982"/>
                  <a:gd name="T21" fmla="*/ 236 h 1508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2"/>
                  <a:gd name="T34" fmla="*/ 0 h 15083"/>
                  <a:gd name="T35" fmla="*/ 3982 w 3982"/>
                  <a:gd name="T36" fmla="*/ 15083 h 1508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2" h="15083">
                    <a:moveTo>
                      <a:pt x="3844" y="15083"/>
                    </a:moveTo>
                    <a:lnTo>
                      <a:pt x="0" y="53"/>
                    </a:lnTo>
                    <a:lnTo>
                      <a:pt x="35" y="39"/>
                    </a:lnTo>
                    <a:lnTo>
                      <a:pt x="71" y="27"/>
                    </a:lnTo>
                    <a:lnTo>
                      <a:pt x="105" y="13"/>
                    </a:lnTo>
                    <a:lnTo>
                      <a:pt x="139" y="0"/>
                    </a:lnTo>
                    <a:lnTo>
                      <a:pt x="3982" y="15029"/>
                    </a:lnTo>
                    <a:lnTo>
                      <a:pt x="3948" y="15043"/>
                    </a:lnTo>
                    <a:lnTo>
                      <a:pt x="3913" y="15056"/>
                    </a:lnTo>
                    <a:lnTo>
                      <a:pt x="3879" y="15070"/>
                    </a:lnTo>
                    <a:lnTo>
                      <a:pt x="3844" y="15083"/>
                    </a:lnTo>
                    <a:close/>
                  </a:path>
                </a:pathLst>
              </a:custGeom>
              <a:solidFill>
                <a:srgbClr val="7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5" name="Freeform 146"/>
              <p:cNvSpPr>
                <a:spLocks/>
              </p:cNvSpPr>
              <p:nvPr/>
            </p:nvSpPr>
            <p:spPr bwMode="auto">
              <a:xfrm>
                <a:off x="935" y="1532"/>
                <a:ext cx="497" cy="1886"/>
              </a:xfrm>
              <a:custGeom>
                <a:avLst/>
                <a:gdLst>
                  <a:gd name="T0" fmla="*/ 60 w 3981"/>
                  <a:gd name="T1" fmla="*/ 236 h 15085"/>
                  <a:gd name="T2" fmla="*/ 0 w 3981"/>
                  <a:gd name="T3" fmla="*/ 1 h 15085"/>
                  <a:gd name="T4" fmla="*/ 0 w 3981"/>
                  <a:gd name="T5" fmla="*/ 1 h 15085"/>
                  <a:gd name="T6" fmla="*/ 1 w 3981"/>
                  <a:gd name="T7" fmla="*/ 1 h 15085"/>
                  <a:gd name="T8" fmla="*/ 2 w 3981"/>
                  <a:gd name="T9" fmla="*/ 0 h 15085"/>
                  <a:gd name="T10" fmla="*/ 2 w 3981"/>
                  <a:gd name="T11" fmla="*/ 0 h 15085"/>
                  <a:gd name="T12" fmla="*/ 62 w 3981"/>
                  <a:gd name="T13" fmla="*/ 235 h 15085"/>
                  <a:gd name="T14" fmla="*/ 62 w 3981"/>
                  <a:gd name="T15" fmla="*/ 235 h 15085"/>
                  <a:gd name="T16" fmla="*/ 61 w 3981"/>
                  <a:gd name="T17" fmla="*/ 235 h 15085"/>
                  <a:gd name="T18" fmla="*/ 60 w 3981"/>
                  <a:gd name="T19" fmla="*/ 236 h 15085"/>
                  <a:gd name="T20" fmla="*/ 60 w 3981"/>
                  <a:gd name="T21" fmla="*/ 236 h 150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1"/>
                  <a:gd name="T34" fmla="*/ 0 h 15085"/>
                  <a:gd name="T35" fmla="*/ 3981 w 3981"/>
                  <a:gd name="T36" fmla="*/ 15085 h 150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1" h="15085">
                    <a:moveTo>
                      <a:pt x="3844" y="15085"/>
                    </a:moveTo>
                    <a:lnTo>
                      <a:pt x="0" y="55"/>
                    </a:lnTo>
                    <a:lnTo>
                      <a:pt x="36" y="41"/>
                    </a:lnTo>
                    <a:lnTo>
                      <a:pt x="71" y="28"/>
                    </a:lnTo>
                    <a:lnTo>
                      <a:pt x="105" y="14"/>
                    </a:lnTo>
                    <a:lnTo>
                      <a:pt x="138" y="0"/>
                    </a:lnTo>
                    <a:lnTo>
                      <a:pt x="3981" y="15030"/>
                    </a:lnTo>
                    <a:lnTo>
                      <a:pt x="3948" y="15044"/>
                    </a:lnTo>
                    <a:lnTo>
                      <a:pt x="3914" y="15057"/>
                    </a:lnTo>
                    <a:lnTo>
                      <a:pt x="3879" y="15071"/>
                    </a:lnTo>
                    <a:lnTo>
                      <a:pt x="3844" y="15085"/>
                    </a:lnTo>
                    <a:close/>
                  </a:path>
                </a:pathLst>
              </a:custGeom>
              <a:solidFill>
                <a:srgbClr val="7B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6" name="Freeform 147"/>
              <p:cNvSpPr>
                <a:spLocks/>
              </p:cNvSpPr>
              <p:nvPr/>
            </p:nvSpPr>
            <p:spPr bwMode="auto">
              <a:xfrm>
                <a:off x="943" y="1528"/>
                <a:ext cx="498" cy="1886"/>
              </a:xfrm>
              <a:custGeom>
                <a:avLst/>
                <a:gdLst>
                  <a:gd name="T0" fmla="*/ 60 w 3980"/>
                  <a:gd name="T1" fmla="*/ 236 h 15085"/>
                  <a:gd name="T2" fmla="*/ 0 w 3980"/>
                  <a:gd name="T3" fmla="*/ 1 h 15085"/>
                  <a:gd name="T4" fmla="*/ 1 w 3980"/>
                  <a:gd name="T5" fmla="*/ 1 h 15085"/>
                  <a:gd name="T6" fmla="*/ 1 w 3980"/>
                  <a:gd name="T7" fmla="*/ 1 h 15085"/>
                  <a:gd name="T8" fmla="*/ 2 w 3980"/>
                  <a:gd name="T9" fmla="*/ 0 h 15085"/>
                  <a:gd name="T10" fmla="*/ 2 w 3980"/>
                  <a:gd name="T11" fmla="*/ 0 h 15085"/>
                  <a:gd name="T12" fmla="*/ 62 w 3980"/>
                  <a:gd name="T13" fmla="*/ 235 h 15085"/>
                  <a:gd name="T14" fmla="*/ 62 w 3980"/>
                  <a:gd name="T15" fmla="*/ 235 h 15085"/>
                  <a:gd name="T16" fmla="*/ 61 w 3980"/>
                  <a:gd name="T17" fmla="*/ 235 h 15085"/>
                  <a:gd name="T18" fmla="*/ 61 w 3980"/>
                  <a:gd name="T19" fmla="*/ 236 h 15085"/>
                  <a:gd name="T20" fmla="*/ 60 w 3980"/>
                  <a:gd name="T21" fmla="*/ 236 h 150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0"/>
                  <a:gd name="T34" fmla="*/ 0 h 15085"/>
                  <a:gd name="T35" fmla="*/ 3980 w 3980"/>
                  <a:gd name="T36" fmla="*/ 15085 h 150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0" h="15085">
                    <a:moveTo>
                      <a:pt x="3843" y="15085"/>
                    </a:moveTo>
                    <a:lnTo>
                      <a:pt x="0" y="56"/>
                    </a:lnTo>
                    <a:lnTo>
                      <a:pt x="35" y="42"/>
                    </a:lnTo>
                    <a:lnTo>
                      <a:pt x="70" y="28"/>
                    </a:lnTo>
                    <a:lnTo>
                      <a:pt x="104" y="13"/>
                    </a:lnTo>
                    <a:lnTo>
                      <a:pt x="137" y="0"/>
                    </a:lnTo>
                    <a:lnTo>
                      <a:pt x="3980" y="15029"/>
                    </a:lnTo>
                    <a:lnTo>
                      <a:pt x="3947" y="15043"/>
                    </a:lnTo>
                    <a:lnTo>
                      <a:pt x="3912" y="15057"/>
                    </a:lnTo>
                    <a:lnTo>
                      <a:pt x="3878" y="15072"/>
                    </a:lnTo>
                    <a:lnTo>
                      <a:pt x="3843" y="15085"/>
                    </a:lnTo>
                    <a:close/>
                  </a:path>
                </a:pathLst>
              </a:custGeom>
              <a:solidFill>
                <a:srgbClr val="7FC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7" name="Freeform 148"/>
              <p:cNvSpPr>
                <a:spLocks/>
              </p:cNvSpPr>
              <p:nvPr/>
            </p:nvSpPr>
            <p:spPr bwMode="auto">
              <a:xfrm>
                <a:off x="952" y="1525"/>
                <a:ext cx="498" cy="1886"/>
              </a:xfrm>
              <a:custGeom>
                <a:avLst/>
                <a:gdLst>
                  <a:gd name="T0" fmla="*/ 60 w 3980"/>
                  <a:gd name="T1" fmla="*/ 236 h 15088"/>
                  <a:gd name="T2" fmla="*/ 0 w 3980"/>
                  <a:gd name="T3" fmla="*/ 1 h 15088"/>
                  <a:gd name="T4" fmla="*/ 1 w 3980"/>
                  <a:gd name="T5" fmla="*/ 1 h 15088"/>
                  <a:gd name="T6" fmla="*/ 1 w 3980"/>
                  <a:gd name="T7" fmla="*/ 1 h 15088"/>
                  <a:gd name="T8" fmla="*/ 2 w 3980"/>
                  <a:gd name="T9" fmla="*/ 0 h 15088"/>
                  <a:gd name="T10" fmla="*/ 2 w 3980"/>
                  <a:gd name="T11" fmla="*/ 0 h 15088"/>
                  <a:gd name="T12" fmla="*/ 62 w 3980"/>
                  <a:gd name="T13" fmla="*/ 235 h 15088"/>
                  <a:gd name="T14" fmla="*/ 62 w 3980"/>
                  <a:gd name="T15" fmla="*/ 235 h 15088"/>
                  <a:gd name="T16" fmla="*/ 61 w 3980"/>
                  <a:gd name="T17" fmla="*/ 235 h 15088"/>
                  <a:gd name="T18" fmla="*/ 61 w 3980"/>
                  <a:gd name="T19" fmla="*/ 236 h 15088"/>
                  <a:gd name="T20" fmla="*/ 60 w 3980"/>
                  <a:gd name="T21" fmla="*/ 236 h 150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0"/>
                  <a:gd name="T34" fmla="*/ 0 h 15088"/>
                  <a:gd name="T35" fmla="*/ 3980 w 3980"/>
                  <a:gd name="T36" fmla="*/ 15088 h 150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0" h="15088">
                    <a:moveTo>
                      <a:pt x="3843" y="15088"/>
                    </a:moveTo>
                    <a:lnTo>
                      <a:pt x="0" y="58"/>
                    </a:lnTo>
                    <a:lnTo>
                      <a:pt x="36" y="43"/>
                    </a:lnTo>
                    <a:lnTo>
                      <a:pt x="70" y="29"/>
                    </a:lnTo>
                    <a:lnTo>
                      <a:pt x="104" y="14"/>
                    </a:lnTo>
                    <a:lnTo>
                      <a:pt x="137" y="0"/>
                    </a:lnTo>
                    <a:lnTo>
                      <a:pt x="3980" y="15029"/>
                    </a:lnTo>
                    <a:lnTo>
                      <a:pt x="3947" y="15044"/>
                    </a:lnTo>
                    <a:lnTo>
                      <a:pt x="3913" y="15058"/>
                    </a:lnTo>
                    <a:lnTo>
                      <a:pt x="3879" y="15073"/>
                    </a:lnTo>
                    <a:lnTo>
                      <a:pt x="3843" y="15088"/>
                    </a:lnTo>
                    <a:close/>
                  </a:path>
                </a:pathLst>
              </a:custGeom>
              <a:solidFill>
                <a:srgbClr val="83CA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8" name="Freeform 149"/>
              <p:cNvSpPr>
                <a:spLocks/>
              </p:cNvSpPr>
              <p:nvPr/>
            </p:nvSpPr>
            <p:spPr bwMode="auto">
              <a:xfrm>
                <a:off x="961" y="1521"/>
                <a:ext cx="497" cy="1886"/>
              </a:xfrm>
              <a:custGeom>
                <a:avLst/>
                <a:gdLst>
                  <a:gd name="T0" fmla="*/ 60 w 3980"/>
                  <a:gd name="T1" fmla="*/ 236 h 15090"/>
                  <a:gd name="T2" fmla="*/ 0 w 3980"/>
                  <a:gd name="T3" fmla="*/ 1 h 15090"/>
                  <a:gd name="T4" fmla="*/ 0 w 3980"/>
                  <a:gd name="T5" fmla="*/ 1 h 15090"/>
                  <a:gd name="T6" fmla="*/ 1 w 3980"/>
                  <a:gd name="T7" fmla="*/ 0 h 15090"/>
                  <a:gd name="T8" fmla="*/ 2 w 3980"/>
                  <a:gd name="T9" fmla="*/ 0 h 15090"/>
                  <a:gd name="T10" fmla="*/ 2 w 3980"/>
                  <a:gd name="T11" fmla="*/ 0 h 15090"/>
                  <a:gd name="T12" fmla="*/ 62 w 3980"/>
                  <a:gd name="T13" fmla="*/ 235 h 15090"/>
                  <a:gd name="T14" fmla="*/ 62 w 3980"/>
                  <a:gd name="T15" fmla="*/ 235 h 15090"/>
                  <a:gd name="T16" fmla="*/ 61 w 3980"/>
                  <a:gd name="T17" fmla="*/ 235 h 15090"/>
                  <a:gd name="T18" fmla="*/ 60 w 3980"/>
                  <a:gd name="T19" fmla="*/ 235 h 15090"/>
                  <a:gd name="T20" fmla="*/ 60 w 3980"/>
                  <a:gd name="T21" fmla="*/ 236 h 1509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80"/>
                  <a:gd name="T34" fmla="*/ 0 h 15090"/>
                  <a:gd name="T35" fmla="*/ 3980 w 3980"/>
                  <a:gd name="T36" fmla="*/ 15090 h 1509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80" h="15090">
                    <a:moveTo>
                      <a:pt x="3843" y="15090"/>
                    </a:moveTo>
                    <a:lnTo>
                      <a:pt x="0" y="61"/>
                    </a:lnTo>
                    <a:lnTo>
                      <a:pt x="35" y="45"/>
                    </a:lnTo>
                    <a:lnTo>
                      <a:pt x="70" y="31"/>
                    </a:lnTo>
                    <a:lnTo>
                      <a:pt x="104" y="15"/>
                    </a:lnTo>
                    <a:lnTo>
                      <a:pt x="137" y="0"/>
                    </a:lnTo>
                    <a:lnTo>
                      <a:pt x="3980" y="15029"/>
                    </a:lnTo>
                    <a:lnTo>
                      <a:pt x="3947" y="15044"/>
                    </a:lnTo>
                    <a:lnTo>
                      <a:pt x="3912" y="15059"/>
                    </a:lnTo>
                    <a:lnTo>
                      <a:pt x="3878" y="15075"/>
                    </a:lnTo>
                    <a:lnTo>
                      <a:pt x="3843" y="15090"/>
                    </a:lnTo>
                    <a:close/>
                  </a:path>
                </a:pathLst>
              </a:custGeom>
              <a:solidFill>
                <a:srgbClr val="86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9" name="Freeform 150"/>
              <p:cNvSpPr>
                <a:spLocks/>
              </p:cNvSpPr>
              <p:nvPr/>
            </p:nvSpPr>
            <p:spPr bwMode="auto">
              <a:xfrm>
                <a:off x="969" y="1517"/>
                <a:ext cx="498" cy="1886"/>
              </a:xfrm>
              <a:custGeom>
                <a:avLst/>
                <a:gdLst>
                  <a:gd name="T0" fmla="*/ 60 w 3979"/>
                  <a:gd name="T1" fmla="*/ 236 h 15091"/>
                  <a:gd name="T2" fmla="*/ 0 w 3979"/>
                  <a:gd name="T3" fmla="*/ 1 h 15091"/>
                  <a:gd name="T4" fmla="*/ 1 w 3979"/>
                  <a:gd name="T5" fmla="*/ 1 h 15091"/>
                  <a:gd name="T6" fmla="*/ 1 w 3979"/>
                  <a:gd name="T7" fmla="*/ 0 h 15091"/>
                  <a:gd name="T8" fmla="*/ 2 w 3979"/>
                  <a:gd name="T9" fmla="*/ 0 h 15091"/>
                  <a:gd name="T10" fmla="*/ 2 w 3979"/>
                  <a:gd name="T11" fmla="*/ 0 h 15091"/>
                  <a:gd name="T12" fmla="*/ 62 w 3979"/>
                  <a:gd name="T13" fmla="*/ 235 h 15091"/>
                  <a:gd name="T14" fmla="*/ 62 w 3979"/>
                  <a:gd name="T15" fmla="*/ 235 h 15091"/>
                  <a:gd name="T16" fmla="*/ 61 w 3979"/>
                  <a:gd name="T17" fmla="*/ 235 h 15091"/>
                  <a:gd name="T18" fmla="*/ 61 w 3979"/>
                  <a:gd name="T19" fmla="*/ 235 h 15091"/>
                  <a:gd name="T20" fmla="*/ 60 w 3979"/>
                  <a:gd name="T21" fmla="*/ 236 h 1509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9"/>
                  <a:gd name="T34" fmla="*/ 0 h 15091"/>
                  <a:gd name="T35" fmla="*/ 3979 w 3979"/>
                  <a:gd name="T36" fmla="*/ 15091 h 1509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9" h="15091">
                    <a:moveTo>
                      <a:pt x="3843" y="15091"/>
                    </a:moveTo>
                    <a:lnTo>
                      <a:pt x="0" y="62"/>
                    </a:lnTo>
                    <a:lnTo>
                      <a:pt x="36" y="46"/>
                    </a:lnTo>
                    <a:lnTo>
                      <a:pt x="70" y="31"/>
                    </a:lnTo>
                    <a:lnTo>
                      <a:pt x="103" y="15"/>
                    </a:lnTo>
                    <a:lnTo>
                      <a:pt x="136" y="0"/>
                    </a:lnTo>
                    <a:lnTo>
                      <a:pt x="3979" y="15028"/>
                    </a:lnTo>
                    <a:lnTo>
                      <a:pt x="3946" y="15043"/>
                    </a:lnTo>
                    <a:lnTo>
                      <a:pt x="3913" y="15060"/>
                    </a:lnTo>
                    <a:lnTo>
                      <a:pt x="3879" y="15075"/>
                    </a:lnTo>
                    <a:lnTo>
                      <a:pt x="3843" y="15091"/>
                    </a:lnTo>
                    <a:close/>
                  </a:path>
                </a:pathLst>
              </a:custGeom>
              <a:solidFill>
                <a:srgbClr val="8ACD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0" name="Freeform 151"/>
              <p:cNvSpPr>
                <a:spLocks/>
              </p:cNvSpPr>
              <p:nvPr/>
            </p:nvSpPr>
            <p:spPr bwMode="auto">
              <a:xfrm>
                <a:off x="978" y="1513"/>
                <a:ext cx="497" cy="1886"/>
              </a:xfrm>
              <a:custGeom>
                <a:avLst/>
                <a:gdLst>
                  <a:gd name="T0" fmla="*/ 60 w 3978"/>
                  <a:gd name="T1" fmla="*/ 236 h 15094"/>
                  <a:gd name="T2" fmla="*/ 0 w 3978"/>
                  <a:gd name="T3" fmla="*/ 1 h 15094"/>
                  <a:gd name="T4" fmla="*/ 0 w 3978"/>
                  <a:gd name="T5" fmla="*/ 1 h 15094"/>
                  <a:gd name="T6" fmla="*/ 1 w 3978"/>
                  <a:gd name="T7" fmla="*/ 0 h 15094"/>
                  <a:gd name="T8" fmla="*/ 2 w 3978"/>
                  <a:gd name="T9" fmla="*/ 0 h 15094"/>
                  <a:gd name="T10" fmla="*/ 2 w 3978"/>
                  <a:gd name="T11" fmla="*/ 0 h 15094"/>
                  <a:gd name="T12" fmla="*/ 62 w 3978"/>
                  <a:gd name="T13" fmla="*/ 235 h 15094"/>
                  <a:gd name="T14" fmla="*/ 62 w 3978"/>
                  <a:gd name="T15" fmla="*/ 235 h 15094"/>
                  <a:gd name="T16" fmla="*/ 61 w 3978"/>
                  <a:gd name="T17" fmla="*/ 235 h 15094"/>
                  <a:gd name="T18" fmla="*/ 61 w 3978"/>
                  <a:gd name="T19" fmla="*/ 235 h 15094"/>
                  <a:gd name="T20" fmla="*/ 60 w 3978"/>
                  <a:gd name="T21" fmla="*/ 236 h 150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8"/>
                  <a:gd name="T34" fmla="*/ 0 h 15094"/>
                  <a:gd name="T35" fmla="*/ 3978 w 3978"/>
                  <a:gd name="T36" fmla="*/ 15094 h 1509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8" h="15094">
                    <a:moveTo>
                      <a:pt x="3843" y="15094"/>
                    </a:moveTo>
                    <a:lnTo>
                      <a:pt x="0" y="65"/>
                    </a:lnTo>
                    <a:lnTo>
                      <a:pt x="34" y="49"/>
                    </a:lnTo>
                    <a:lnTo>
                      <a:pt x="68" y="32"/>
                    </a:lnTo>
                    <a:lnTo>
                      <a:pt x="103" y="17"/>
                    </a:lnTo>
                    <a:lnTo>
                      <a:pt x="135" y="0"/>
                    </a:lnTo>
                    <a:lnTo>
                      <a:pt x="3978" y="15028"/>
                    </a:lnTo>
                    <a:lnTo>
                      <a:pt x="3946" y="15045"/>
                    </a:lnTo>
                    <a:lnTo>
                      <a:pt x="3912" y="15062"/>
                    </a:lnTo>
                    <a:lnTo>
                      <a:pt x="3878" y="15077"/>
                    </a:lnTo>
                    <a:lnTo>
                      <a:pt x="3843" y="15094"/>
                    </a:lnTo>
                    <a:close/>
                  </a:path>
                </a:pathLst>
              </a:custGeom>
              <a:solidFill>
                <a:srgbClr val="8DCE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1" name="Freeform 152"/>
              <p:cNvSpPr>
                <a:spLocks/>
              </p:cNvSpPr>
              <p:nvPr/>
            </p:nvSpPr>
            <p:spPr bwMode="auto">
              <a:xfrm>
                <a:off x="986" y="1509"/>
                <a:ext cx="497" cy="1886"/>
              </a:xfrm>
              <a:custGeom>
                <a:avLst/>
                <a:gdLst>
                  <a:gd name="T0" fmla="*/ 60 w 3978"/>
                  <a:gd name="T1" fmla="*/ 236 h 15096"/>
                  <a:gd name="T2" fmla="*/ 0 w 3978"/>
                  <a:gd name="T3" fmla="*/ 1 h 15096"/>
                  <a:gd name="T4" fmla="*/ 0 w 3978"/>
                  <a:gd name="T5" fmla="*/ 1 h 15096"/>
                  <a:gd name="T6" fmla="*/ 1 w 3978"/>
                  <a:gd name="T7" fmla="*/ 0 h 15096"/>
                  <a:gd name="T8" fmla="*/ 2 w 3978"/>
                  <a:gd name="T9" fmla="*/ 0 h 15096"/>
                  <a:gd name="T10" fmla="*/ 2 w 3978"/>
                  <a:gd name="T11" fmla="*/ 0 h 15096"/>
                  <a:gd name="T12" fmla="*/ 62 w 3978"/>
                  <a:gd name="T13" fmla="*/ 235 h 15096"/>
                  <a:gd name="T14" fmla="*/ 62 w 3978"/>
                  <a:gd name="T15" fmla="*/ 235 h 15096"/>
                  <a:gd name="T16" fmla="*/ 61 w 3978"/>
                  <a:gd name="T17" fmla="*/ 235 h 15096"/>
                  <a:gd name="T18" fmla="*/ 61 w 3978"/>
                  <a:gd name="T19" fmla="*/ 235 h 15096"/>
                  <a:gd name="T20" fmla="*/ 60 w 3978"/>
                  <a:gd name="T21" fmla="*/ 236 h 150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8"/>
                  <a:gd name="T34" fmla="*/ 0 h 15096"/>
                  <a:gd name="T35" fmla="*/ 3978 w 3978"/>
                  <a:gd name="T36" fmla="*/ 15096 h 150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8" h="15096">
                    <a:moveTo>
                      <a:pt x="3843" y="15096"/>
                    </a:moveTo>
                    <a:lnTo>
                      <a:pt x="0" y="68"/>
                    </a:lnTo>
                    <a:lnTo>
                      <a:pt x="36" y="51"/>
                    </a:lnTo>
                    <a:lnTo>
                      <a:pt x="70" y="34"/>
                    </a:lnTo>
                    <a:lnTo>
                      <a:pt x="103" y="17"/>
                    </a:lnTo>
                    <a:lnTo>
                      <a:pt x="135" y="0"/>
                    </a:lnTo>
                    <a:lnTo>
                      <a:pt x="3978" y="15028"/>
                    </a:lnTo>
                    <a:lnTo>
                      <a:pt x="3946" y="15045"/>
                    </a:lnTo>
                    <a:lnTo>
                      <a:pt x="3913" y="15062"/>
                    </a:lnTo>
                    <a:lnTo>
                      <a:pt x="3879" y="15079"/>
                    </a:lnTo>
                    <a:lnTo>
                      <a:pt x="3843" y="15096"/>
                    </a:lnTo>
                    <a:close/>
                  </a:path>
                </a:pathLst>
              </a:custGeom>
              <a:solidFill>
                <a:srgbClr val="91C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2" name="Freeform 153"/>
              <p:cNvSpPr>
                <a:spLocks/>
              </p:cNvSpPr>
              <p:nvPr/>
            </p:nvSpPr>
            <p:spPr bwMode="auto">
              <a:xfrm>
                <a:off x="995" y="1504"/>
                <a:ext cx="497" cy="1887"/>
              </a:xfrm>
              <a:custGeom>
                <a:avLst/>
                <a:gdLst>
                  <a:gd name="T0" fmla="*/ 60 w 3977"/>
                  <a:gd name="T1" fmla="*/ 236 h 15097"/>
                  <a:gd name="T2" fmla="*/ 0 w 3977"/>
                  <a:gd name="T3" fmla="*/ 1 h 15097"/>
                  <a:gd name="T4" fmla="*/ 0 w 3977"/>
                  <a:gd name="T5" fmla="*/ 1 h 15097"/>
                  <a:gd name="T6" fmla="*/ 1 w 3977"/>
                  <a:gd name="T7" fmla="*/ 0 h 15097"/>
                  <a:gd name="T8" fmla="*/ 2 w 3977"/>
                  <a:gd name="T9" fmla="*/ 0 h 15097"/>
                  <a:gd name="T10" fmla="*/ 2 w 3977"/>
                  <a:gd name="T11" fmla="*/ 0 h 15097"/>
                  <a:gd name="T12" fmla="*/ 62 w 3977"/>
                  <a:gd name="T13" fmla="*/ 235 h 15097"/>
                  <a:gd name="T14" fmla="*/ 62 w 3977"/>
                  <a:gd name="T15" fmla="*/ 235 h 15097"/>
                  <a:gd name="T16" fmla="*/ 61 w 3977"/>
                  <a:gd name="T17" fmla="*/ 235 h 15097"/>
                  <a:gd name="T18" fmla="*/ 61 w 3977"/>
                  <a:gd name="T19" fmla="*/ 236 h 15097"/>
                  <a:gd name="T20" fmla="*/ 60 w 3977"/>
                  <a:gd name="T21" fmla="*/ 236 h 150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7"/>
                  <a:gd name="T34" fmla="*/ 0 h 15097"/>
                  <a:gd name="T35" fmla="*/ 3977 w 3977"/>
                  <a:gd name="T36" fmla="*/ 15097 h 150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7" h="15097">
                    <a:moveTo>
                      <a:pt x="3843" y="15097"/>
                    </a:moveTo>
                    <a:lnTo>
                      <a:pt x="0" y="69"/>
                    </a:lnTo>
                    <a:lnTo>
                      <a:pt x="35" y="52"/>
                    </a:lnTo>
                    <a:lnTo>
                      <a:pt x="69" y="35"/>
                    </a:lnTo>
                    <a:lnTo>
                      <a:pt x="102" y="17"/>
                    </a:lnTo>
                    <a:lnTo>
                      <a:pt x="134" y="0"/>
                    </a:lnTo>
                    <a:lnTo>
                      <a:pt x="3977" y="15028"/>
                    </a:lnTo>
                    <a:lnTo>
                      <a:pt x="3945" y="15046"/>
                    </a:lnTo>
                    <a:lnTo>
                      <a:pt x="3912" y="15062"/>
                    </a:lnTo>
                    <a:lnTo>
                      <a:pt x="3878" y="15080"/>
                    </a:lnTo>
                    <a:lnTo>
                      <a:pt x="3843" y="15097"/>
                    </a:lnTo>
                    <a:close/>
                  </a:path>
                </a:pathLst>
              </a:custGeom>
              <a:solidFill>
                <a:srgbClr val="94D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3" name="Freeform 154"/>
              <p:cNvSpPr>
                <a:spLocks/>
              </p:cNvSpPr>
              <p:nvPr/>
            </p:nvSpPr>
            <p:spPr bwMode="auto">
              <a:xfrm>
                <a:off x="1003" y="1500"/>
                <a:ext cx="497" cy="1887"/>
              </a:xfrm>
              <a:custGeom>
                <a:avLst/>
                <a:gdLst>
                  <a:gd name="T0" fmla="*/ 60 w 3976"/>
                  <a:gd name="T1" fmla="*/ 236 h 15100"/>
                  <a:gd name="T2" fmla="*/ 0 w 3976"/>
                  <a:gd name="T3" fmla="*/ 1 h 15100"/>
                  <a:gd name="T4" fmla="*/ 1 w 3976"/>
                  <a:gd name="T5" fmla="*/ 1 h 15100"/>
                  <a:gd name="T6" fmla="*/ 1 w 3976"/>
                  <a:gd name="T7" fmla="*/ 0 h 15100"/>
                  <a:gd name="T8" fmla="*/ 2 w 3976"/>
                  <a:gd name="T9" fmla="*/ 0 h 15100"/>
                  <a:gd name="T10" fmla="*/ 2 w 3976"/>
                  <a:gd name="T11" fmla="*/ 0 h 15100"/>
                  <a:gd name="T12" fmla="*/ 62 w 3976"/>
                  <a:gd name="T13" fmla="*/ 235 h 15100"/>
                  <a:gd name="T14" fmla="*/ 62 w 3976"/>
                  <a:gd name="T15" fmla="*/ 235 h 15100"/>
                  <a:gd name="T16" fmla="*/ 61 w 3976"/>
                  <a:gd name="T17" fmla="*/ 235 h 15100"/>
                  <a:gd name="T18" fmla="*/ 61 w 3976"/>
                  <a:gd name="T19" fmla="*/ 236 h 15100"/>
                  <a:gd name="T20" fmla="*/ 60 w 3976"/>
                  <a:gd name="T21" fmla="*/ 236 h 151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6"/>
                  <a:gd name="T34" fmla="*/ 0 h 15100"/>
                  <a:gd name="T35" fmla="*/ 3976 w 3976"/>
                  <a:gd name="T36" fmla="*/ 15100 h 151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6" h="15100">
                    <a:moveTo>
                      <a:pt x="3843" y="15100"/>
                    </a:moveTo>
                    <a:lnTo>
                      <a:pt x="0" y="72"/>
                    </a:lnTo>
                    <a:lnTo>
                      <a:pt x="36" y="54"/>
                    </a:lnTo>
                    <a:lnTo>
                      <a:pt x="69" y="36"/>
                    </a:lnTo>
                    <a:lnTo>
                      <a:pt x="102" y="18"/>
                    </a:lnTo>
                    <a:lnTo>
                      <a:pt x="134" y="0"/>
                    </a:lnTo>
                    <a:lnTo>
                      <a:pt x="3976" y="15028"/>
                    </a:lnTo>
                    <a:lnTo>
                      <a:pt x="3945" y="15045"/>
                    </a:lnTo>
                    <a:lnTo>
                      <a:pt x="3913" y="15064"/>
                    </a:lnTo>
                    <a:lnTo>
                      <a:pt x="3878" y="15082"/>
                    </a:lnTo>
                    <a:lnTo>
                      <a:pt x="3843" y="15100"/>
                    </a:lnTo>
                    <a:close/>
                  </a:path>
                </a:pathLst>
              </a:custGeom>
              <a:solidFill>
                <a:srgbClr val="97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4" name="Freeform 155"/>
              <p:cNvSpPr>
                <a:spLocks/>
              </p:cNvSpPr>
              <p:nvPr/>
            </p:nvSpPr>
            <p:spPr bwMode="auto">
              <a:xfrm>
                <a:off x="1011" y="1495"/>
                <a:ext cx="497" cy="1888"/>
              </a:xfrm>
              <a:custGeom>
                <a:avLst/>
                <a:gdLst>
                  <a:gd name="T0" fmla="*/ 60 w 3975"/>
                  <a:gd name="T1" fmla="*/ 236 h 15102"/>
                  <a:gd name="T2" fmla="*/ 0 w 3975"/>
                  <a:gd name="T3" fmla="*/ 1 h 15102"/>
                  <a:gd name="T4" fmla="*/ 1 w 3975"/>
                  <a:gd name="T5" fmla="*/ 1 h 15102"/>
                  <a:gd name="T6" fmla="*/ 1 w 3975"/>
                  <a:gd name="T7" fmla="*/ 1 h 15102"/>
                  <a:gd name="T8" fmla="*/ 2 w 3975"/>
                  <a:gd name="T9" fmla="*/ 0 h 15102"/>
                  <a:gd name="T10" fmla="*/ 2 w 3975"/>
                  <a:gd name="T11" fmla="*/ 0 h 15102"/>
                  <a:gd name="T12" fmla="*/ 62 w 3975"/>
                  <a:gd name="T13" fmla="*/ 235 h 15102"/>
                  <a:gd name="T14" fmla="*/ 62 w 3975"/>
                  <a:gd name="T15" fmla="*/ 235 h 15102"/>
                  <a:gd name="T16" fmla="*/ 61 w 3975"/>
                  <a:gd name="T17" fmla="*/ 235 h 15102"/>
                  <a:gd name="T18" fmla="*/ 61 w 3975"/>
                  <a:gd name="T19" fmla="*/ 236 h 15102"/>
                  <a:gd name="T20" fmla="*/ 60 w 3975"/>
                  <a:gd name="T21" fmla="*/ 236 h 1510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5"/>
                  <a:gd name="T34" fmla="*/ 0 h 15102"/>
                  <a:gd name="T35" fmla="*/ 3975 w 3975"/>
                  <a:gd name="T36" fmla="*/ 15102 h 1510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5" h="15102">
                    <a:moveTo>
                      <a:pt x="3843" y="15102"/>
                    </a:moveTo>
                    <a:lnTo>
                      <a:pt x="0" y="74"/>
                    </a:lnTo>
                    <a:lnTo>
                      <a:pt x="35" y="55"/>
                    </a:lnTo>
                    <a:lnTo>
                      <a:pt x="69" y="36"/>
                    </a:lnTo>
                    <a:lnTo>
                      <a:pt x="101" y="18"/>
                    </a:lnTo>
                    <a:lnTo>
                      <a:pt x="133" y="0"/>
                    </a:lnTo>
                    <a:lnTo>
                      <a:pt x="3975" y="15025"/>
                    </a:lnTo>
                    <a:lnTo>
                      <a:pt x="3944" y="15044"/>
                    </a:lnTo>
                    <a:lnTo>
                      <a:pt x="3912" y="15062"/>
                    </a:lnTo>
                    <a:lnTo>
                      <a:pt x="3878" y="15082"/>
                    </a:lnTo>
                    <a:lnTo>
                      <a:pt x="3843" y="15102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5" name="Freeform 156"/>
              <p:cNvSpPr>
                <a:spLocks/>
              </p:cNvSpPr>
              <p:nvPr/>
            </p:nvSpPr>
            <p:spPr bwMode="auto">
              <a:xfrm>
                <a:off x="1020" y="1490"/>
                <a:ext cx="496" cy="1888"/>
              </a:xfrm>
              <a:custGeom>
                <a:avLst/>
                <a:gdLst>
                  <a:gd name="T0" fmla="*/ 60 w 3973"/>
                  <a:gd name="T1" fmla="*/ 236 h 15105"/>
                  <a:gd name="T2" fmla="*/ 0 w 3973"/>
                  <a:gd name="T3" fmla="*/ 1 h 15105"/>
                  <a:gd name="T4" fmla="*/ 0 w 3973"/>
                  <a:gd name="T5" fmla="*/ 1 h 15105"/>
                  <a:gd name="T6" fmla="*/ 1 w 3973"/>
                  <a:gd name="T7" fmla="*/ 1 h 15105"/>
                  <a:gd name="T8" fmla="*/ 2 w 3973"/>
                  <a:gd name="T9" fmla="*/ 0 h 15105"/>
                  <a:gd name="T10" fmla="*/ 2 w 3973"/>
                  <a:gd name="T11" fmla="*/ 0 h 15105"/>
                  <a:gd name="T12" fmla="*/ 62 w 3973"/>
                  <a:gd name="T13" fmla="*/ 235 h 15105"/>
                  <a:gd name="T14" fmla="*/ 61 w 3973"/>
                  <a:gd name="T15" fmla="*/ 235 h 15105"/>
                  <a:gd name="T16" fmla="*/ 61 w 3973"/>
                  <a:gd name="T17" fmla="*/ 235 h 15105"/>
                  <a:gd name="T18" fmla="*/ 60 w 3973"/>
                  <a:gd name="T19" fmla="*/ 236 h 15105"/>
                  <a:gd name="T20" fmla="*/ 60 w 3973"/>
                  <a:gd name="T21" fmla="*/ 236 h 151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3"/>
                  <a:gd name="T34" fmla="*/ 0 h 15105"/>
                  <a:gd name="T35" fmla="*/ 3973 w 3973"/>
                  <a:gd name="T36" fmla="*/ 15105 h 151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3" h="15105">
                    <a:moveTo>
                      <a:pt x="3842" y="15105"/>
                    </a:moveTo>
                    <a:lnTo>
                      <a:pt x="0" y="77"/>
                    </a:lnTo>
                    <a:lnTo>
                      <a:pt x="34" y="58"/>
                    </a:lnTo>
                    <a:lnTo>
                      <a:pt x="69" y="38"/>
                    </a:lnTo>
                    <a:lnTo>
                      <a:pt x="101" y="19"/>
                    </a:lnTo>
                    <a:lnTo>
                      <a:pt x="132" y="0"/>
                    </a:lnTo>
                    <a:lnTo>
                      <a:pt x="3973" y="15024"/>
                    </a:lnTo>
                    <a:lnTo>
                      <a:pt x="3944" y="15042"/>
                    </a:lnTo>
                    <a:lnTo>
                      <a:pt x="3912" y="15063"/>
                    </a:lnTo>
                    <a:lnTo>
                      <a:pt x="3878" y="15084"/>
                    </a:lnTo>
                    <a:lnTo>
                      <a:pt x="3842" y="15105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6" name="Freeform 157"/>
              <p:cNvSpPr>
                <a:spLocks/>
              </p:cNvSpPr>
              <p:nvPr/>
            </p:nvSpPr>
            <p:spPr bwMode="auto">
              <a:xfrm>
                <a:off x="1028" y="1485"/>
                <a:ext cx="496" cy="1888"/>
              </a:xfrm>
              <a:custGeom>
                <a:avLst/>
                <a:gdLst>
                  <a:gd name="T0" fmla="*/ 60 w 3971"/>
                  <a:gd name="T1" fmla="*/ 236 h 15106"/>
                  <a:gd name="T2" fmla="*/ 0 w 3971"/>
                  <a:gd name="T3" fmla="*/ 1 h 15106"/>
                  <a:gd name="T4" fmla="*/ 0 w 3971"/>
                  <a:gd name="T5" fmla="*/ 1 h 15106"/>
                  <a:gd name="T6" fmla="*/ 1 w 3971"/>
                  <a:gd name="T7" fmla="*/ 1 h 15106"/>
                  <a:gd name="T8" fmla="*/ 2 w 3971"/>
                  <a:gd name="T9" fmla="*/ 0 h 15106"/>
                  <a:gd name="T10" fmla="*/ 2 w 3971"/>
                  <a:gd name="T11" fmla="*/ 0 h 15106"/>
                  <a:gd name="T12" fmla="*/ 62 w 3971"/>
                  <a:gd name="T13" fmla="*/ 235 h 15106"/>
                  <a:gd name="T14" fmla="*/ 62 w 3971"/>
                  <a:gd name="T15" fmla="*/ 235 h 15106"/>
                  <a:gd name="T16" fmla="*/ 61 w 3971"/>
                  <a:gd name="T17" fmla="*/ 235 h 15106"/>
                  <a:gd name="T18" fmla="*/ 61 w 3971"/>
                  <a:gd name="T19" fmla="*/ 236 h 15106"/>
                  <a:gd name="T20" fmla="*/ 60 w 3971"/>
                  <a:gd name="T21" fmla="*/ 236 h 1510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71"/>
                  <a:gd name="T34" fmla="*/ 0 h 15106"/>
                  <a:gd name="T35" fmla="*/ 3971 w 3971"/>
                  <a:gd name="T36" fmla="*/ 15106 h 1510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71" h="15106">
                    <a:moveTo>
                      <a:pt x="3842" y="15106"/>
                    </a:moveTo>
                    <a:lnTo>
                      <a:pt x="0" y="81"/>
                    </a:lnTo>
                    <a:lnTo>
                      <a:pt x="35" y="59"/>
                    </a:lnTo>
                    <a:lnTo>
                      <a:pt x="69" y="40"/>
                    </a:lnTo>
                    <a:lnTo>
                      <a:pt x="101" y="19"/>
                    </a:lnTo>
                    <a:lnTo>
                      <a:pt x="131" y="0"/>
                    </a:lnTo>
                    <a:lnTo>
                      <a:pt x="3971" y="15019"/>
                    </a:lnTo>
                    <a:lnTo>
                      <a:pt x="3943" y="15039"/>
                    </a:lnTo>
                    <a:lnTo>
                      <a:pt x="3913" y="15060"/>
                    </a:lnTo>
                    <a:lnTo>
                      <a:pt x="3879" y="15083"/>
                    </a:lnTo>
                    <a:lnTo>
                      <a:pt x="3842" y="15106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7" name="Freeform 158"/>
              <p:cNvSpPr>
                <a:spLocks/>
              </p:cNvSpPr>
              <p:nvPr/>
            </p:nvSpPr>
            <p:spPr bwMode="auto">
              <a:xfrm>
                <a:off x="1036" y="1479"/>
                <a:ext cx="496" cy="1889"/>
              </a:xfrm>
              <a:custGeom>
                <a:avLst/>
                <a:gdLst>
                  <a:gd name="T0" fmla="*/ 60 w 3968"/>
                  <a:gd name="T1" fmla="*/ 236 h 15108"/>
                  <a:gd name="T2" fmla="*/ 0 w 3968"/>
                  <a:gd name="T3" fmla="*/ 1 h 15108"/>
                  <a:gd name="T4" fmla="*/ 1 w 3968"/>
                  <a:gd name="T5" fmla="*/ 1 h 15108"/>
                  <a:gd name="T6" fmla="*/ 1 w 3968"/>
                  <a:gd name="T7" fmla="*/ 1 h 15108"/>
                  <a:gd name="T8" fmla="*/ 2 w 3968"/>
                  <a:gd name="T9" fmla="*/ 0 h 15108"/>
                  <a:gd name="T10" fmla="*/ 2 w 3968"/>
                  <a:gd name="T11" fmla="*/ 0 h 15108"/>
                  <a:gd name="T12" fmla="*/ 62 w 3968"/>
                  <a:gd name="T13" fmla="*/ 235 h 15108"/>
                  <a:gd name="T14" fmla="*/ 62 w 3968"/>
                  <a:gd name="T15" fmla="*/ 235 h 15108"/>
                  <a:gd name="T16" fmla="*/ 61 w 3968"/>
                  <a:gd name="T17" fmla="*/ 235 h 15108"/>
                  <a:gd name="T18" fmla="*/ 61 w 3968"/>
                  <a:gd name="T19" fmla="*/ 236 h 15108"/>
                  <a:gd name="T20" fmla="*/ 60 w 3968"/>
                  <a:gd name="T21" fmla="*/ 236 h 1510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68"/>
                  <a:gd name="T34" fmla="*/ 0 h 15108"/>
                  <a:gd name="T35" fmla="*/ 3968 w 3968"/>
                  <a:gd name="T36" fmla="*/ 15108 h 1510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68" h="15108">
                    <a:moveTo>
                      <a:pt x="3841" y="15108"/>
                    </a:moveTo>
                    <a:lnTo>
                      <a:pt x="0" y="84"/>
                    </a:lnTo>
                    <a:lnTo>
                      <a:pt x="35" y="62"/>
                    </a:lnTo>
                    <a:lnTo>
                      <a:pt x="68" y="40"/>
                    </a:lnTo>
                    <a:lnTo>
                      <a:pt x="101" y="19"/>
                    </a:lnTo>
                    <a:lnTo>
                      <a:pt x="130" y="0"/>
                    </a:lnTo>
                    <a:lnTo>
                      <a:pt x="3968" y="15009"/>
                    </a:lnTo>
                    <a:lnTo>
                      <a:pt x="3944" y="15032"/>
                    </a:lnTo>
                    <a:lnTo>
                      <a:pt x="3914" y="15055"/>
                    </a:lnTo>
                    <a:lnTo>
                      <a:pt x="3880" y="15081"/>
                    </a:lnTo>
                    <a:lnTo>
                      <a:pt x="3841" y="15108"/>
                    </a:lnTo>
                    <a:close/>
                  </a:path>
                </a:pathLst>
              </a:custGeom>
              <a:solidFill>
                <a:srgbClr val="9A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8" name="Freeform 159"/>
              <p:cNvSpPr>
                <a:spLocks/>
              </p:cNvSpPr>
              <p:nvPr/>
            </p:nvSpPr>
            <p:spPr bwMode="auto">
              <a:xfrm>
                <a:off x="1044" y="1473"/>
                <a:ext cx="494" cy="1889"/>
              </a:xfrm>
              <a:custGeom>
                <a:avLst/>
                <a:gdLst>
                  <a:gd name="T0" fmla="*/ 60 w 3950"/>
                  <a:gd name="T1" fmla="*/ 236 h 15109"/>
                  <a:gd name="T2" fmla="*/ 0 w 3950"/>
                  <a:gd name="T3" fmla="*/ 1 h 15109"/>
                  <a:gd name="T4" fmla="*/ 1 w 3950"/>
                  <a:gd name="T5" fmla="*/ 1 h 15109"/>
                  <a:gd name="T6" fmla="*/ 1 w 3950"/>
                  <a:gd name="T7" fmla="*/ 1 h 15109"/>
                  <a:gd name="T8" fmla="*/ 2 w 3950"/>
                  <a:gd name="T9" fmla="*/ 0 h 15109"/>
                  <a:gd name="T10" fmla="*/ 2 w 3950"/>
                  <a:gd name="T11" fmla="*/ 0 h 15109"/>
                  <a:gd name="T12" fmla="*/ 47 w 3950"/>
                  <a:gd name="T13" fmla="*/ 177 h 15109"/>
                  <a:gd name="T14" fmla="*/ 48 w 3950"/>
                  <a:gd name="T15" fmla="*/ 181 h 15109"/>
                  <a:gd name="T16" fmla="*/ 49 w 3950"/>
                  <a:gd name="T17" fmla="*/ 185 h 15109"/>
                  <a:gd name="T18" fmla="*/ 50 w 3950"/>
                  <a:gd name="T19" fmla="*/ 188 h 15109"/>
                  <a:gd name="T20" fmla="*/ 51 w 3950"/>
                  <a:gd name="T21" fmla="*/ 192 h 15109"/>
                  <a:gd name="T22" fmla="*/ 52 w 3950"/>
                  <a:gd name="T23" fmla="*/ 196 h 15109"/>
                  <a:gd name="T24" fmla="*/ 53 w 3950"/>
                  <a:gd name="T25" fmla="*/ 200 h 15109"/>
                  <a:gd name="T26" fmla="*/ 54 w 3950"/>
                  <a:gd name="T27" fmla="*/ 203 h 15109"/>
                  <a:gd name="T28" fmla="*/ 55 w 3950"/>
                  <a:gd name="T29" fmla="*/ 207 h 15109"/>
                  <a:gd name="T30" fmla="*/ 56 w 3950"/>
                  <a:gd name="T31" fmla="*/ 210 h 15109"/>
                  <a:gd name="T32" fmla="*/ 57 w 3950"/>
                  <a:gd name="T33" fmla="*/ 214 h 15109"/>
                  <a:gd name="T34" fmla="*/ 57 w 3950"/>
                  <a:gd name="T35" fmla="*/ 217 h 15109"/>
                  <a:gd name="T36" fmla="*/ 58 w 3950"/>
                  <a:gd name="T37" fmla="*/ 220 h 15109"/>
                  <a:gd name="T38" fmla="*/ 59 w 3950"/>
                  <a:gd name="T39" fmla="*/ 223 h 15109"/>
                  <a:gd name="T40" fmla="*/ 60 w 3950"/>
                  <a:gd name="T41" fmla="*/ 227 h 15109"/>
                  <a:gd name="T42" fmla="*/ 61 w 3950"/>
                  <a:gd name="T43" fmla="*/ 230 h 15109"/>
                  <a:gd name="T44" fmla="*/ 61 w 3950"/>
                  <a:gd name="T45" fmla="*/ 232 h 15109"/>
                  <a:gd name="T46" fmla="*/ 61 w 3950"/>
                  <a:gd name="T47" fmla="*/ 233 h 15109"/>
                  <a:gd name="T48" fmla="*/ 61 w 3950"/>
                  <a:gd name="T49" fmla="*/ 233 h 15109"/>
                  <a:gd name="T50" fmla="*/ 62 w 3950"/>
                  <a:gd name="T51" fmla="*/ 233 h 15109"/>
                  <a:gd name="T52" fmla="*/ 62 w 3950"/>
                  <a:gd name="T53" fmla="*/ 233 h 15109"/>
                  <a:gd name="T54" fmla="*/ 62 w 3950"/>
                  <a:gd name="T55" fmla="*/ 233 h 15109"/>
                  <a:gd name="T56" fmla="*/ 62 w 3950"/>
                  <a:gd name="T57" fmla="*/ 234 h 15109"/>
                  <a:gd name="T58" fmla="*/ 62 w 3950"/>
                  <a:gd name="T59" fmla="*/ 234 h 15109"/>
                  <a:gd name="T60" fmla="*/ 62 w 3950"/>
                  <a:gd name="T61" fmla="*/ 234 h 15109"/>
                  <a:gd name="T62" fmla="*/ 62 w 3950"/>
                  <a:gd name="T63" fmla="*/ 234 h 15109"/>
                  <a:gd name="T64" fmla="*/ 62 w 3950"/>
                  <a:gd name="T65" fmla="*/ 234 h 15109"/>
                  <a:gd name="T66" fmla="*/ 62 w 3950"/>
                  <a:gd name="T67" fmla="*/ 234 h 15109"/>
                  <a:gd name="T68" fmla="*/ 62 w 3950"/>
                  <a:gd name="T69" fmla="*/ 235 h 15109"/>
                  <a:gd name="T70" fmla="*/ 62 w 3950"/>
                  <a:gd name="T71" fmla="*/ 235 h 15109"/>
                  <a:gd name="T72" fmla="*/ 62 w 3950"/>
                  <a:gd name="T73" fmla="*/ 235 h 15109"/>
                  <a:gd name="T74" fmla="*/ 62 w 3950"/>
                  <a:gd name="T75" fmla="*/ 235 h 15109"/>
                  <a:gd name="T76" fmla="*/ 61 w 3950"/>
                  <a:gd name="T77" fmla="*/ 235 h 15109"/>
                  <a:gd name="T78" fmla="*/ 61 w 3950"/>
                  <a:gd name="T79" fmla="*/ 235 h 15109"/>
                  <a:gd name="T80" fmla="*/ 61 w 3950"/>
                  <a:gd name="T81" fmla="*/ 236 h 15109"/>
                  <a:gd name="T82" fmla="*/ 61 w 3950"/>
                  <a:gd name="T83" fmla="*/ 236 h 15109"/>
                  <a:gd name="T84" fmla="*/ 60 w 3950"/>
                  <a:gd name="T85" fmla="*/ 236 h 1510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950"/>
                  <a:gd name="T130" fmla="*/ 0 h 15109"/>
                  <a:gd name="T131" fmla="*/ 3950 w 3950"/>
                  <a:gd name="T132" fmla="*/ 15109 h 1510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950" h="15109">
                    <a:moveTo>
                      <a:pt x="3840" y="15109"/>
                    </a:moveTo>
                    <a:lnTo>
                      <a:pt x="0" y="90"/>
                    </a:lnTo>
                    <a:lnTo>
                      <a:pt x="37" y="65"/>
                    </a:lnTo>
                    <a:lnTo>
                      <a:pt x="70" y="42"/>
                    </a:lnTo>
                    <a:lnTo>
                      <a:pt x="101" y="21"/>
                    </a:lnTo>
                    <a:lnTo>
                      <a:pt x="129" y="0"/>
                    </a:lnTo>
                    <a:lnTo>
                      <a:pt x="3021" y="11312"/>
                    </a:lnTo>
                    <a:lnTo>
                      <a:pt x="3085" y="11563"/>
                    </a:lnTo>
                    <a:lnTo>
                      <a:pt x="3147" y="11811"/>
                    </a:lnTo>
                    <a:lnTo>
                      <a:pt x="3209" y="12057"/>
                    </a:lnTo>
                    <a:lnTo>
                      <a:pt x="3270" y="12299"/>
                    </a:lnTo>
                    <a:lnTo>
                      <a:pt x="3331" y="12538"/>
                    </a:lnTo>
                    <a:lnTo>
                      <a:pt x="3390" y="12772"/>
                    </a:lnTo>
                    <a:lnTo>
                      <a:pt x="3448" y="13004"/>
                    </a:lnTo>
                    <a:lnTo>
                      <a:pt x="3505" y="13230"/>
                    </a:lnTo>
                    <a:lnTo>
                      <a:pt x="3561" y="13453"/>
                    </a:lnTo>
                    <a:lnTo>
                      <a:pt x="3616" y="13670"/>
                    </a:lnTo>
                    <a:lnTo>
                      <a:pt x="3670" y="13884"/>
                    </a:lnTo>
                    <a:lnTo>
                      <a:pt x="3723" y="14092"/>
                    </a:lnTo>
                    <a:lnTo>
                      <a:pt x="3775" y="14294"/>
                    </a:lnTo>
                    <a:lnTo>
                      <a:pt x="3825" y="14490"/>
                    </a:lnTo>
                    <a:lnTo>
                      <a:pt x="3873" y="14682"/>
                    </a:lnTo>
                    <a:lnTo>
                      <a:pt x="3921" y="14867"/>
                    </a:lnTo>
                    <a:lnTo>
                      <a:pt x="3926" y="14890"/>
                    </a:lnTo>
                    <a:lnTo>
                      <a:pt x="3930" y="14907"/>
                    </a:lnTo>
                    <a:lnTo>
                      <a:pt x="3934" y="14919"/>
                    </a:lnTo>
                    <a:lnTo>
                      <a:pt x="3936" y="14927"/>
                    </a:lnTo>
                    <a:lnTo>
                      <a:pt x="3938" y="14937"/>
                    </a:lnTo>
                    <a:lnTo>
                      <a:pt x="3941" y="14947"/>
                    </a:lnTo>
                    <a:lnTo>
                      <a:pt x="3944" y="14962"/>
                    </a:lnTo>
                    <a:lnTo>
                      <a:pt x="3949" y="14981"/>
                    </a:lnTo>
                    <a:lnTo>
                      <a:pt x="3950" y="14986"/>
                    </a:lnTo>
                    <a:lnTo>
                      <a:pt x="3949" y="14992"/>
                    </a:lnTo>
                    <a:lnTo>
                      <a:pt x="3948" y="14997"/>
                    </a:lnTo>
                    <a:lnTo>
                      <a:pt x="3945" y="15003"/>
                    </a:lnTo>
                    <a:lnTo>
                      <a:pt x="3942" y="15010"/>
                    </a:lnTo>
                    <a:lnTo>
                      <a:pt x="3938" y="15018"/>
                    </a:lnTo>
                    <a:lnTo>
                      <a:pt x="3932" y="15025"/>
                    </a:lnTo>
                    <a:lnTo>
                      <a:pt x="3925" y="15032"/>
                    </a:lnTo>
                    <a:lnTo>
                      <a:pt x="3910" y="15050"/>
                    </a:lnTo>
                    <a:lnTo>
                      <a:pt x="3891" y="15067"/>
                    </a:lnTo>
                    <a:lnTo>
                      <a:pt x="3867" y="15087"/>
                    </a:lnTo>
                    <a:lnTo>
                      <a:pt x="3840" y="15109"/>
                    </a:lnTo>
                    <a:close/>
                  </a:path>
                </a:pathLst>
              </a:custGeom>
              <a:solidFill>
                <a:srgbClr val="9A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9" name="Freeform 160"/>
              <p:cNvSpPr>
                <a:spLocks/>
              </p:cNvSpPr>
              <p:nvPr/>
            </p:nvSpPr>
            <p:spPr bwMode="auto">
              <a:xfrm>
                <a:off x="1052" y="1468"/>
                <a:ext cx="486" cy="1887"/>
              </a:xfrm>
              <a:custGeom>
                <a:avLst/>
                <a:gdLst>
                  <a:gd name="T0" fmla="*/ 60 w 3885"/>
                  <a:gd name="T1" fmla="*/ 236 h 15101"/>
                  <a:gd name="T2" fmla="*/ 0 w 3885"/>
                  <a:gd name="T3" fmla="*/ 1 h 15101"/>
                  <a:gd name="T4" fmla="*/ 1 w 3885"/>
                  <a:gd name="T5" fmla="*/ 1 h 15101"/>
                  <a:gd name="T6" fmla="*/ 1 w 3885"/>
                  <a:gd name="T7" fmla="*/ 1 h 15101"/>
                  <a:gd name="T8" fmla="*/ 2 w 3885"/>
                  <a:gd name="T9" fmla="*/ 0 h 15101"/>
                  <a:gd name="T10" fmla="*/ 2 w 3885"/>
                  <a:gd name="T11" fmla="*/ 0 h 15101"/>
                  <a:gd name="T12" fmla="*/ 3 w 3885"/>
                  <a:gd name="T13" fmla="*/ 4 h 15101"/>
                  <a:gd name="T14" fmla="*/ 5 w 3885"/>
                  <a:gd name="T15" fmla="*/ 11 h 15101"/>
                  <a:gd name="T16" fmla="*/ 7 w 3885"/>
                  <a:gd name="T17" fmla="*/ 20 h 15101"/>
                  <a:gd name="T18" fmla="*/ 10 w 3885"/>
                  <a:gd name="T19" fmla="*/ 32 h 15101"/>
                  <a:gd name="T20" fmla="*/ 13 w 3885"/>
                  <a:gd name="T21" fmla="*/ 46 h 15101"/>
                  <a:gd name="T22" fmla="*/ 17 w 3885"/>
                  <a:gd name="T23" fmla="*/ 61 h 15101"/>
                  <a:gd name="T24" fmla="*/ 21 w 3885"/>
                  <a:gd name="T25" fmla="*/ 78 h 15101"/>
                  <a:gd name="T26" fmla="*/ 26 w 3885"/>
                  <a:gd name="T27" fmla="*/ 96 h 15101"/>
                  <a:gd name="T28" fmla="*/ 30 w 3885"/>
                  <a:gd name="T29" fmla="*/ 114 h 15101"/>
                  <a:gd name="T30" fmla="*/ 35 w 3885"/>
                  <a:gd name="T31" fmla="*/ 133 h 15101"/>
                  <a:gd name="T32" fmla="*/ 40 w 3885"/>
                  <a:gd name="T33" fmla="*/ 151 h 15101"/>
                  <a:gd name="T34" fmla="*/ 44 w 3885"/>
                  <a:gd name="T35" fmla="*/ 170 h 15101"/>
                  <a:gd name="T36" fmla="*/ 49 w 3885"/>
                  <a:gd name="T37" fmla="*/ 187 h 15101"/>
                  <a:gd name="T38" fmla="*/ 53 w 3885"/>
                  <a:gd name="T39" fmla="*/ 204 h 15101"/>
                  <a:gd name="T40" fmla="*/ 57 w 3885"/>
                  <a:gd name="T41" fmla="*/ 219 h 15101"/>
                  <a:gd name="T42" fmla="*/ 60 w 3885"/>
                  <a:gd name="T43" fmla="*/ 233 h 15101"/>
                  <a:gd name="T44" fmla="*/ 60 w 3885"/>
                  <a:gd name="T45" fmla="*/ 233 h 15101"/>
                  <a:gd name="T46" fmla="*/ 60 w 3885"/>
                  <a:gd name="T47" fmla="*/ 233 h 15101"/>
                  <a:gd name="T48" fmla="*/ 61 w 3885"/>
                  <a:gd name="T49" fmla="*/ 234 h 15101"/>
                  <a:gd name="T50" fmla="*/ 61 w 3885"/>
                  <a:gd name="T51" fmla="*/ 234 h 15101"/>
                  <a:gd name="T52" fmla="*/ 61 w 3885"/>
                  <a:gd name="T53" fmla="*/ 234 h 15101"/>
                  <a:gd name="T54" fmla="*/ 61 w 3885"/>
                  <a:gd name="T55" fmla="*/ 234 h 15101"/>
                  <a:gd name="T56" fmla="*/ 61 w 3885"/>
                  <a:gd name="T57" fmla="*/ 234 h 15101"/>
                  <a:gd name="T58" fmla="*/ 61 w 3885"/>
                  <a:gd name="T59" fmla="*/ 235 h 15101"/>
                  <a:gd name="T60" fmla="*/ 61 w 3885"/>
                  <a:gd name="T61" fmla="*/ 235 h 15101"/>
                  <a:gd name="T62" fmla="*/ 61 w 3885"/>
                  <a:gd name="T63" fmla="*/ 235 h 15101"/>
                  <a:gd name="T64" fmla="*/ 61 w 3885"/>
                  <a:gd name="T65" fmla="*/ 235 h 15101"/>
                  <a:gd name="T66" fmla="*/ 61 w 3885"/>
                  <a:gd name="T67" fmla="*/ 235 h 15101"/>
                  <a:gd name="T68" fmla="*/ 61 w 3885"/>
                  <a:gd name="T69" fmla="*/ 235 h 15101"/>
                  <a:gd name="T70" fmla="*/ 60 w 3885"/>
                  <a:gd name="T71" fmla="*/ 235 h 15101"/>
                  <a:gd name="T72" fmla="*/ 60 w 3885"/>
                  <a:gd name="T73" fmla="*/ 236 h 15101"/>
                  <a:gd name="T74" fmla="*/ 60 w 3885"/>
                  <a:gd name="T75" fmla="*/ 236 h 1510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885"/>
                  <a:gd name="T115" fmla="*/ 0 h 15101"/>
                  <a:gd name="T116" fmla="*/ 3885 w 3885"/>
                  <a:gd name="T117" fmla="*/ 15101 h 15101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885" h="15101">
                    <a:moveTo>
                      <a:pt x="3838" y="15101"/>
                    </a:moveTo>
                    <a:lnTo>
                      <a:pt x="0" y="92"/>
                    </a:lnTo>
                    <a:lnTo>
                      <a:pt x="36" y="66"/>
                    </a:lnTo>
                    <a:lnTo>
                      <a:pt x="68" y="43"/>
                    </a:lnTo>
                    <a:lnTo>
                      <a:pt x="96" y="20"/>
                    </a:lnTo>
                    <a:lnTo>
                      <a:pt x="121" y="0"/>
                    </a:lnTo>
                    <a:lnTo>
                      <a:pt x="185" y="256"/>
                    </a:lnTo>
                    <a:lnTo>
                      <a:pt x="297" y="700"/>
                    </a:lnTo>
                    <a:lnTo>
                      <a:pt x="449" y="1310"/>
                    </a:lnTo>
                    <a:lnTo>
                      <a:pt x="637" y="2067"/>
                    </a:lnTo>
                    <a:lnTo>
                      <a:pt x="857" y="2948"/>
                    </a:lnTo>
                    <a:lnTo>
                      <a:pt x="1102" y="3933"/>
                    </a:lnTo>
                    <a:lnTo>
                      <a:pt x="1369" y="5002"/>
                    </a:lnTo>
                    <a:lnTo>
                      <a:pt x="1650" y="6133"/>
                    </a:lnTo>
                    <a:lnTo>
                      <a:pt x="1942" y="7306"/>
                    </a:lnTo>
                    <a:lnTo>
                      <a:pt x="2240" y="8498"/>
                    </a:lnTo>
                    <a:lnTo>
                      <a:pt x="2539" y="9690"/>
                    </a:lnTo>
                    <a:lnTo>
                      <a:pt x="2832" y="10861"/>
                    </a:lnTo>
                    <a:lnTo>
                      <a:pt x="3116" y="11989"/>
                    </a:lnTo>
                    <a:lnTo>
                      <a:pt x="3384" y="13055"/>
                    </a:lnTo>
                    <a:lnTo>
                      <a:pt x="3633" y="14036"/>
                    </a:lnTo>
                    <a:lnTo>
                      <a:pt x="3856" y="14912"/>
                    </a:lnTo>
                    <a:lnTo>
                      <a:pt x="3861" y="14935"/>
                    </a:lnTo>
                    <a:lnTo>
                      <a:pt x="3865" y="14952"/>
                    </a:lnTo>
                    <a:lnTo>
                      <a:pt x="3869" y="14964"/>
                    </a:lnTo>
                    <a:lnTo>
                      <a:pt x="3871" y="14972"/>
                    </a:lnTo>
                    <a:lnTo>
                      <a:pt x="3873" y="14982"/>
                    </a:lnTo>
                    <a:lnTo>
                      <a:pt x="3876" y="14992"/>
                    </a:lnTo>
                    <a:lnTo>
                      <a:pt x="3879" y="15007"/>
                    </a:lnTo>
                    <a:lnTo>
                      <a:pt x="3884" y="15026"/>
                    </a:lnTo>
                    <a:lnTo>
                      <a:pt x="3885" y="15032"/>
                    </a:lnTo>
                    <a:lnTo>
                      <a:pt x="3883" y="15041"/>
                    </a:lnTo>
                    <a:lnTo>
                      <a:pt x="3880" y="15049"/>
                    </a:lnTo>
                    <a:lnTo>
                      <a:pt x="3876" y="15057"/>
                    </a:lnTo>
                    <a:lnTo>
                      <a:pt x="3869" y="15068"/>
                    </a:lnTo>
                    <a:lnTo>
                      <a:pt x="3860" y="15078"/>
                    </a:lnTo>
                    <a:lnTo>
                      <a:pt x="3850" y="15090"/>
                    </a:lnTo>
                    <a:lnTo>
                      <a:pt x="3838" y="15101"/>
                    </a:lnTo>
                    <a:close/>
                  </a:path>
                </a:pathLst>
              </a:custGeom>
              <a:solidFill>
                <a:srgbClr val="9C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0" name="Freeform 161"/>
              <p:cNvSpPr>
                <a:spLocks/>
              </p:cNvSpPr>
              <p:nvPr/>
            </p:nvSpPr>
            <p:spPr bwMode="auto">
              <a:xfrm>
                <a:off x="1061" y="1468"/>
                <a:ext cx="361" cy="1419"/>
              </a:xfrm>
              <a:custGeom>
                <a:avLst/>
                <a:gdLst>
                  <a:gd name="T0" fmla="*/ 45 w 2892"/>
                  <a:gd name="T1" fmla="*/ 177 h 11357"/>
                  <a:gd name="T2" fmla="*/ 0 w 2892"/>
                  <a:gd name="T3" fmla="*/ 1 h 11357"/>
                  <a:gd name="T4" fmla="*/ 0 w 2892"/>
                  <a:gd name="T5" fmla="*/ 0 h 11357"/>
                  <a:gd name="T6" fmla="*/ 0 w 2892"/>
                  <a:gd name="T7" fmla="*/ 0 h 11357"/>
                  <a:gd name="T8" fmla="*/ 1 w 2892"/>
                  <a:gd name="T9" fmla="*/ 0 h 11357"/>
                  <a:gd name="T10" fmla="*/ 1 w 2892"/>
                  <a:gd name="T11" fmla="*/ 0 h 11357"/>
                  <a:gd name="T12" fmla="*/ 2 w 2892"/>
                  <a:gd name="T13" fmla="*/ 3 h 11357"/>
                  <a:gd name="T14" fmla="*/ 3 w 2892"/>
                  <a:gd name="T15" fmla="*/ 7 h 11357"/>
                  <a:gd name="T16" fmla="*/ 4 w 2892"/>
                  <a:gd name="T17" fmla="*/ 14 h 11357"/>
                  <a:gd name="T18" fmla="*/ 6 w 2892"/>
                  <a:gd name="T19" fmla="*/ 22 h 11357"/>
                  <a:gd name="T20" fmla="*/ 9 w 2892"/>
                  <a:gd name="T21" fmla="*/ 31 h 11357"/>
                  <a:gd name="T22" fmla="*/ 11 w 2892"/>
                  <a:gd name="T23" fmla="*/ 41 h 11357"/>
                  <a:gd name="T24" fmla="*/ 14 w 2892"/>
                  <a:gd name="T25" fmla="*/ 53 h 11357"/>
                  <a:gd name="T26" fmla="*/ 17 w 2892"/>
                  <a:gd name="T27" fmla="*/ 65 h 11357"/>
                  <a:gd name="T28" fmla="*/ 20 w 2892"/>
                  <a:gd name="T29" fmla="*/ 78 h 11357"/>
                  <a:gd name="T30" fmla="*/ 24 w 2892"/>
                  <a:gd name="T31" fmla="*/ 92 h 11357"/>
                  <a:gd name="T32" fmla="*/ 27 w 2892"/>
                  <a:gd name="T33" fmla="*/ 106 h 11357"/>
                  <a:gd name="T34" fmla="*/ 31 w 2892"/>
                  <a:gd name="T35" fmla="*/ 120 h 11357"/>
                  <a:gd name="T36" fmla="*/ 34 w 2892"/>
                  <a:gd name="T37" fmla="*/ 135 h 11357"/>
                  <a:gd name="T38" fmla="*/ 38 w 2892"/>
                  <a:gd name="T39" fmla="*/ 149 h 11357"/>
                  <a:gd name="T40" fmla="*/ 42 w 2892"/>
                  <a:gd name="T41" fmla="*/ 163 h 11357"/>
                  <a:gd name="T42" fmla="*/ 45 w 2892"/>
                  <a:gd name="T43" fmla="*/ 177 h 1135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892"/>
                  <a:gd name="T67" fmla="*/ 0 h 11357"/>
                  <a:gd name="T68" fmla="*/ 2892 w 2892"/>
                  <a:gd name="T69" fmla="*/ 11357 h 1135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892" h="11357">
                    <a:moveTo>
                      <a:pt x="2892" y="11357"/>
                    </a:moveTo>
                    <a:lnTo>
                      <a:pt x="0" y="45"/>
                    </a:lnTo>
                    <a:lnTo>
                      <a:pt x="16" y="33"/>
                    </a:lnTo>
                    <a:lnTo>
                      <a:pt x="30" y="22"/>
                    </a:lnTo>
                    <a:lnTo>
                      <a:pt x="45" y="11"/>
                    </a:lnTo>
                    <a:lnTo>
                      <a:pt x="57" y="0"/>
                    </a:lnTo>
                    <a:lnTo>
                      <a:pt x="103" y="182"/>
                    </a:lnTo>
                    <a:lnTo>
                      <a:pt x="178" y="480"/>
                    </a:lnTo>
                    <a:lnTo>
                      <a:pt x="278" y="885"/>
                    </a:lnTo>
                    <a:lnTo>
                      <a:pt x="404" y="1385"/>
                    </a:lnTo>
                    <a:lnTo>
                      <a:pt x="550" y="1973"/>
                    </a:lnTo>
                    <a:lnTo>
                      <a:pt x="715" y="2638"/>
                    </a:lnTo>
                    <a:lnTo>
                      <a:pt x="898" y="3370"/>
                    </a:lnTo>
                    <a:lnTo>
                      <a:pt x="1094" y="4158"/>
                    </a:lnTo>
                    <a:lnTo>
                      <a:pt x="1302" y="4995"/>
                    </a:lnTo>
                    <a:lnTo>
                      <a:pt x="1520" y="5870"/>
                    </a:lnTo>
                    <a:lnTo>
                      <a:pt x="1746" y="6772"/>
                    </a:lnTo>
                    <a:lnTo>
                      <a:pt x="1975" y="7692"/>
                    </a:lnTo>
                    <a:lnTo>
                      <a:pt x="2207" y="8621"/>
                    </a:lnTo>
                    <a:lnTo>
                      <a:pt x="2439" y="9548"/>
                    </a:lnTo>
                    <a:lnTo>
                      <a:pt x="2668" y="10463"/>
                    </a:lnTo>
                    <a:lnTo>
                      <a:pt x="2892" y="11357"/>
                    </a:lnTo>
                    <a:close/>
                  </a:path>
                </a:pathLst>
              </a:custGeom>
              <a:solidFill>
                <a:srgbClr val="9C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1" name="Freeform 162"/>
              <p:cNvSpPr>
                <a:spLocks/>
              </p:cNvSpPr>
              <p:nvPr/>
            </p:nvSpPr>
            <p:spPr bwMode="auto">
              <a:xfrm>
                <a:off x="614" y="1468"/>
                <a:ext cx="924" cy="2001"/>
              </a:xfrm>
              <a:custGeom>
                <a:avLst/>
                <a:gdLst>
                  <a:gd name="T0" fmla="*/ 115 w 7389"/>
                  <a:gd name="T1" fmla="*/ 234 h 16011"/>
                  <a:gd name="T2" fmla="*/ 115 w 7389"/>
                  <a:gd name="T3" fmla="*/ 234 h 16011"/>
                  <a:gd name="T4" fmla="*/ 116 w 7389"/>
                  <a:gd name="T5" fmla="*/ 235 h 16011"/>
                  <a:gd name="T6" fmla="*/ 115 w 7389"/>
                  <a:gd name="T7" fmla="*/ 235 h 16011"/>
                  <a:gd name="T8" fmla="*/ 115 w 7389"/>
                  <a:gd name="T9" fmla="*/ 236 h 16011"/>
                  <a:gd name="T10" fmla="*/ 113 w 7389"/>
                  <a:gd name="T11" fmla="*/ 237 h 16011"/>
                  <a:gd name="T12" fmla="*/ 111 w 7389"/>
                  <a:gd name="T13" fmla="*/ 238 h 16011"/>
                  <a:gd name="T14" fmla="*/ 109 w 7389"/>
                  <a:gd name="T15" fmla="*/ 240 h 16011"/>
                  <a:gd name="T16" fmla="*/ 106 w 7389"/>
                  <a:gd name="T17" fmla="*/ 241 h 16011"/>
                  <a:gd name="T18" fmla="*/ 103 w 7389"/>
                  <a:gd name="T19" fmla="*/ 242 h 16011"/>
                  <a:gd name="T20" fmla="*/ 100 w 7389"/>
                  <a:gd name="T21" fmla="*/ 244 h 16011"/>
                  <a:gd name="T22" fmla="*/ 96 w 7389"/>
                  <a:gd name="T23" fmla="*/ 245 h 16011"/>
                  <a:gd name="T24" fmla="*/ 92 w 7389"/>
                  <a:gd name="T25" fmla="*/ 246 h 16011"/>
                  <a:gd name="T26" fmla="*/ 88 w 7389"/>
                  <a:gd name="T27" fmla="*/ 247 h 16011"/>
                  <a:gd name="T28" fmla="*/ 84 w 7389"/>
                  <a:gd name="T29" fmla="*/ 248 h 16011"/>
                  <a:gd name="T30" fmla="*/ 80 w 7389"/>
                  <a:gd name="T31" fmla="*/ 249 h 16011"/>
                  <a:gd name="T32" fmla="*/ 76 w 7389"/>
                  <a:gd name="T33" fmla="*/ 250 h 16011"/>
                  <a:gd name="T34" fmla="*/ 72 w 7389"/>
                  <a:gd name="T35" fmla="*/ 250 h 16011"/>
                  <a:gd name="T36" fmla="*/ 69 w 7389"/>
                  <a:gd name="T37" fmla="*/ 250 h 16011"/>
                  <a:gd name="T38" fmla="*/ 66 w 7389"/>
                  <a:gd name="T39" fmla="*/ 250 h 16011"/>
                  <a:gd name="T40" fmla="*/ 64 w 7389"/>
                  <a:gd name="T41" fmla="*/ 250 h 16011"/>
                  <a:gd name="T42" fmla="*/ 62 w 7389"/>
                  <a:gd name="T43" fmla="*/ 250 h 16011"/>
                  <a:gd name="T44" fmla="*/ 61 w 7389"/>
                  <a:gd name="T45" fmla="*/ 249 h 16011"/>
                  <a:gd name="T46" fmla="*/ 60 w 7389"/>
                  <a:gd name="T47" fmla="*/ 249 h 16011"/>
                  <a:gd name="T48" fmla="*/ 60 w 7389"/>
                  <a:gd name="T49" fmla="*/ 248 h 16011"/>
                  <a:gd name="T50" fmla="*/ 0 w 7389"/>
                  <a:gd name="T51" fmla="*/ 14 h 16011"/>
                  <a:gd name="T52" fmla="*/ 1 w 7389"/>
                  <a:gd name="T53" fmla="*/ 15 h 16011"/>
                  <a:gd name="T54" fmla="*/ 2 w 7389"/>
                  <a:gd name="T55" fmla="*/ 15 h 16011"/>
                  <a:gd name="T56" fmla="*/ 3 w 7389"/>
                  <a:gd name="T57" fmla="*/ 16 h 16011"/>
                  <a:gd name="T58" fmla="*/ 6 w 7389"/>
                  <a:gd name="T59" fmla="*/ 16 h 16011"/>
                  <a:gd name="T60" fmla="*/ 8 w 7389"/>
                  <a:gd name="T61" fmla="*/ 16 h 16011"/>
                  <a:gd name="T62" fmla="*/ 11 w 7389"/>
                  <a:gd name="T63" fmla="*/ 16 h 16011"/>
                  <a:gd name="T64" fmla="*/ 15 w 7389"/>
                  <a:gd name="T65" fmla="*/ 15 h 16011"/>
                  <a:gd name="T66" fmla="*/ 18 w 7389"/>
                  <a:gd name="T67" fmla="*/ 15 h 16011"/>
                  <a:gd name="T68" fmla="*/ 22 w 7389"/>
                  <a:gd name="T69" fmla="*/ 14 h 16011"/>
                  <a:gd name="T70" fmla="*/ 26 w 7389"/>
                  <a:gd name="T71" fmla="*/ 13 h 16011"/>
                  <a:gd name="T72" fmla="*/ 31 w 7389"/>
                  <a:gd name="T73" fmla="*/ 12 h 16011"/>
                  <a:gd name="T74" fmla="*/ 35 w 7389"/>
                  <a:gd name="T75" fmla="*/ 11 h 16011"/>
                  <a:gd name="T76" fmla="*/ 38 w 7389"/>
                  <a:gd name="T77" fmla="*/ 9 h 16011"/>
                  <a:gd name="T78" fmla="*/ 42 w 7389"/>
                  <a:gd name="T79" fmla="*/ 8 h 16011"/>
                  <a:gd name="T80" fmla="*/ 45 w 7389"/>
                  <a:gd name="T81" fmla="*/ 7 h 16011"/>
                  <a:gd name="T82" fmla="*/ 48 w 7389"/>
                  <a:gd name="T83" fmla="*/ 6 h 16011"/>
                  <a:gd name="T84" fmla="*/ 50 w 7389"/>
                  <a:gd name="T85" fmla="*/ 4 h 16011"/>
                  <a:gd name="T86" fmla="*/ 52 w 7389"/>
                  <a:gd name="T87" fmla="*/ 3 h 16011"/>
                  <a:gd name="T88" fmla="*/ 54 w 7389"/>
                  <a:gd name="T89" fmla="*/ 2 h 16011"/>
                  <a:gd name="T90" fmla="*/ 55 w 7389"/>
                  <a:gd name="T91" fmla="*/ 1 h 16011"/>
                  <a:gd name="T92" fmla="*/ 58 w 7389"/>
                  <a:gd name="T93" fmla="*/ 4 h 16011"/>
                  <a:gd name="T94" fmla="*/ 65 w 7389"/>
                  <a:gd name="T95" fmla="*/ 32 h 16011"/>
                  <a:gd name="T96" fmla="*/ 76 w 7389"/>
                  <a:gd name="T97" fmla="*/ 78 h 16011"/>
                  <a:gd name="T98" fmla="*/ 90 w 7389"/>
                  <a:gd name="T99" fmla="*/ 133 h 16011"/>
                  <a:gd name="T100" fmla="*/ 104 w 7389"/>
                  <a:gd name="T101" fmla="*/ 187 h 16011"/>
                  <a:gd name="T102" fmla="*/ 115 w 7389"/>
                  <a:gd name="T103" fmla="*/ 233 h 1601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7389"/>
                  <a:gd name="T157" fmla="*/ 0 h 16011"/>
                  <a:gd name="T158" fmla="*/ 7389 w 7389"/>
                  <a:gd name="T159" fmla="*/ 16011 h 1601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7389" h="16011">
                    <a:moveTo>
                      <a:pt x="7361" y="14912"/>
                    </a:moveTo>
                    <a:lnTo>
                      <a:pt x="7366" y="14935"/>
                    </a:lnTo>
                    <a:lnTo>
                      <a:pt x="7370" y="14952"/>
                    </a:lnTo>
                    <a:lnTo>
                      <a:pt x="7374" y="14964"/>
                    </a:lnTo>
                    <a:lnTo>
                      <a:pt x="7376" y="14972"/>
                    </a:lnTo>
                    <a:lnTo>
                      <a:pt x="7378" y="14982"/>
                    </a:lnTo>
                    <a:lnTo>
                      <a:pt x="7381" y="14992"/>
                    </a:lnTo>
                    <a:lnTo>
                      <a:pt x="7384" y="15007"/>
                    </a:lnTo>
                    <a:lnTo>
                      <a:pt x="7389" y="15026"/>
                    </a:lnTo>
                    <a:lnTo>
                      <a:pt x="7389" y="15037"/>
                    </a:lnTo>
                    <a:lnTo>
                      <a:pt x="7385" y="15049"/>
                    </a:lnTo>
                    <a:lnTo>
                      <a:pt x="7377" y="15064"/>
                    </a:lnTo>
                    <a:lnTo>
                      <a:pt x="7364" y="15079"/>
                    </a:lnTo>
                    <a:lnTo>
                      <a:pt x="7348" y="15097"/>
                    </a:lnTo>
                    <a:lnTo>
                      <a:pt x="7327" y="15116"/>
                    </a:lnTo>
                    <a:lnTo>
                      <a:pt x="7303" y="15136"/>
                    </a:lnTo>
                    <a:lnTo>
                      <a:pt x="7274" y="15158"/>
                    </a:lnTo>
                    <a:lnTo>
                      <a:pt x="7243" y="15181"/>
                    </a:lnTo>
                    <a:lnTo>
                      <a:pt x="7206" y="15206"/>
                    </a:lnTo>
                    <a:lnTo>
                      <a:pt x="7168" y="15231"/>
                    </a:lnTo>
                    <a:lnTo>
                      <a:pt x="7125" y="15257"/>
                    </a:lnTo>
                    <a:lnTo>
                      <a:pt x="7080" y="15284"/>
                    </a:lnTo>
                    <a:lnTo>
                      <a:pt x="7030" y="15312"/>
                    </a:lnTo>
                    <a:lnTo>
                      <a:pt x="6978" y="15340"/>
                    </a:lnTo>
                    <a:lnTo>
                      <a:pt x="6923" y="15369"/>
                    </a:lnTo>
                    <a:lnTo>
                      <a:pt x="6865" y="15398"/>
                    </a:lnTo>
                    <a:lnTo>
                      <a:pt x="6804" y="15428"/>
                    </a:lnTo>
                    <a:lnTo>
                      <a:pt x="6740" y="15457"/>
                    </a:lnTo>
                    <a:lnTo>
                      <a:pt x="6674" y="15487"/>
                    </a:lnTo>
                    <a:lnTo>
                      <a:pt x="6605" y="15517"/>
                    </a:lnTo>
                    <a:lnTo>
                      <a:pt x="6533" y="15547"/>
                    </a:lnTo>
                    <a:lnTo>
                      <a:pt x="6459" y="15577"/>
                    </a:lnTo>
                    <a:lnTo>
                      <a:pt x="6383" y="15607"/>
                    </a:lnTo>
                    <a:lnTo>
                      <a:pt x="6306" y="15636"/>
                    </a:lnTo>
                    <a:lnTo>
                      <a:pt x="6225" y="15665"/>
                    </a:lnTo>
                    <a:lnTo>
                      <a:pt x="6143" y="15693"/>
                    </a:lnTo>
                    <a:lnTo>
                      <a:pt x="6058" y="15721"/>
                    </a:lnTo>
                    <a:lnTo>
                      <a:pt x="5971" y="15748"/>
                    </a:lnTo>
                    <a:lnTo>
                      <a:pt x="5884" y="15774"/>
                    </a:lnTo>
                    <a:lnTo>
                      <a:pt x="5794" y="15799"/>
                    </a:lnTo>
                    <a:lnTo>
                      <a:pt x="5704" y="15822"/>
                    </a:lnTo>
                    <a:lnTo>
                      <a:pt x="5612" y="15845"/>
                    </a:lnTo>
                    <a:lnTo>
                      <a:pt x="5521" y="15866"/>
                    </a:lnTo>
                    <a:lnTo>
                      <a:pt x="5432" y="15886"/>
                    </a:lnTo>
                    <a:lnTo>
                      <a:pt x="5344" y="15903"/>
                    </a:lnTo>
                    <a:lnTo>
                      <a:pt x="5256" y="15920"/>
                    </a:lnTo>
                    <a:lnTo>
                      <a:pt x="5170" y="15935"/>
                    </a:lnTo>
                    <a:lnTo>
                      <a:pt x="5086" y="15948"/>
                    </a:lnTo>
                    <a:lnTo>
                      <a:pt x="5003" y="15959"/>
                    </a:lnTo>
                    <a:lnTo>
                      <a:pt x="4922" y="15970"/>
                    </a:lnTo>
                    <a:lnTo>
                      <a:pt x="4843" y="15979"/>
                    </a:lnTo>
                    <a:lnTo>
                      <a:pt x="4767" y="15987"/>
                    </a:lnTo>
                    <a:lnTo>
                      <a:pt x="4692" y="15995"/>
                    </a:lnTo>
                    <a:lnTo>
                      <a:pt x="4619" y="16000"/>
                    </a:lnTo>
                    <a:lnTo>
                      <a:pt x="4549" y="16004"/>
                    </a:lnTo>
                    <a:lnTo>
                      <a:pt x="4481" y="16007"/>
                    </a:lnTo>
                    <a:lnTo>
                      <a:pt x="4416" y="16010"/>
                    </a:lnTo>
                    <a:lnTo>
                      <a:pt x="4354" y="16011"/>
                    </a:lnTo>
                    <a:lnTo>
                      <a:pt x="4294" y="16011"/>
                    </a:lnTo>
                    <a:lnTo>
                      <a:pt x="4238" y="16010"/>
                    </a:lnTo>
                    <a:lnTo>
                      <a:pt x="4184" y="16009"/>
                    </a:lnTo>
                    <a:lnTo>
                      <a:pt x="4135" y="16006"/>
                    </a:lnTo>
                    <a:lnTo>
                      <a:pt x="4089" y="16003"/>
                    </a:lnTo>
                    <a:lnTo>
                      <a:pt x="4046" y="15999"/>
                    </a:lnTo>
                    <a:lnTo>
                      <a:pt x="4007" y="15994"/>
                    </a:lnTo>
                    <a:lnTo>
                      <a:pt x="3972" y="15988"/>
                    </a:lnTo>
                    <a:lnTo>
                      <a:pt x="3941" y="15982"/>
                    </a:lnTo>
                    <a:lnTo>
                      <a:pt x="3914" y="15975"/>
                    </a:lnTo>
                    <a:lnTo>
                      <a:pt x="3890" y="15968"/>
                    </a:lnTo>
                    <a:lnTo>
                      <a:pt x="3871" y="15960"/>
                    </a:lnTo>
                    <a:lnTo>
                      <a:pt x="3858" y="15951"/>
                    </a:lnTo>
                    <a:lnTo>
                      <a:pt x="3847" y="15943"/>
                    </a:lnTo>
                    <a:lnTo>
                      <a:pt x="3843" y="15933"/>
                    </a:lnTo>
                    <a:lnTo>
                      <a:pt x="3834" y="15899"/>
                    </a:lnTo>
                    <a:lnTo>
                      <a:pt x="3830" y="15879"/>
                    </a:lnTo>
                    <a:lnTo>
                      <a:pt x="3824" y="15858"/>
                    </a:lnTo>
                    <a:lnTo>
                      <a:pt x="3815" y="15819"/>
                    </a:lnTo>
                    <a:lnTo>
                      <a:pt x="0" y="900"/>
                    </a:lnTo>
                    <a:lnTo>
                      <a:pt x="7" y="918"/>
                    </a:lnTo>
                    <a:lnTo>
                      <a:pt x="19" y="933"/>
                    </a:lnTo>
                    <a:lnTo>
                      <a:pt x="34" y="948"/>
                    </a:lnTo>
                    <a:lnTo>
                      <a:pt x="54" y="960"/>
                    </a:lnTo>
                    <a:lnTo>
                      <a:pt x="79" y="972"/>
                    </a:lnTo>
                    <a:lnTo>
                      <a:pt x="107" y="982"/>
                    </a:lnTo>
                    <a:lnTo>
                      <a:pt x="139" y="990"/>
                    </a:lnTo>
                    <a:lnTo>
                      <a:pt x="175" y="998"/>
                    </a:lnTo>
                    <a:lnTo>
                      <a:pt x="214" y="1004"/>
                    </a:lnTo>
                    <a:lnTo>
                      <a:pt x="257" y="1009"/>
                    </a:lnTo>
                    <a:lnTo>
                      <a:pt x="303" y="1012"/>
                    </a:lnTo>
                    <a:lnTo>
                      <a:pt x="353" y="1014"/>
                    </a:lnTo>
                    <a:lnTo>
                      <a:pt x="406" y="1015"/>
                    </a:lnTo>
                    <a:lnTo>
                      <a:pt x="462" y="1014"/>
                    </a:lnTo>
                    <a:lnTo>
                      <a:pt x="521" y="1013"/>
                    </a:lnTo>
                    <a:lnTo>
                      <a:pt x="582" y="1010"/>
                    </a:lnTo>
                    <a:lnTo>
                      <a:pt x="647" y="1005"/>
                    </a:lnTo>
                    <a:lnTo>
                      <a:pt x="714" y="1000"/>
                    </a:lnTo>
                    <a:lnTo>
                      <a:pt x="784" y="992"/>
                    </a:lnTo>
                    <a:lnTo>
                      <a:pt x="855" y="984"/>
                    </a:lnTo>
                    <a:lnTo>
                      <a:pt x="930" y="975"/>
                    </a:lnTo>
                    <a:lnTo>
                      <a:pt x="1006" y="964"/>
                    </a:lnTo>
                    <a:lnTo>
                      <a:pt x="1085" y="952"/>
                    </a:lnTo>
                    <a:lnTo>
                      <a:pt x="1165" y="939"/>
                    </a:lnTo>
                    <a:lnTo>
                      <a:pt x="1247" y="924"/>
                    </a:lnTo>
                    <a:lnTo>
                      <a:pt x="1331" y="908"/>
                    </a:lnTo>
                    <a:lnTo>
                      <a:pt x="1416" y="892"/>
                    </a:lnTo>
                    <a:lnTo>
                      <a:pt x="1502" y="874"/>
                    </a:lnTo>
                    <a:lnTo>
                      <a:pt x="1590" y="854"/>
                    </a:lnTo>
                    <a:lnTo>
                      <a:pt x="1679" y="834"/>
                    </a:lnTo>
                    <a:lnTo>
                      <a:pt x="1770" y="812"/>
                    </a:lnTo>
                    <a:lnTo>
                      <a:pt x="1861" y="789"/>
                    </a:lnTo>
                    <a:lnTo>
                      <a:pt x="1952" y="765"/>
                    </a:lnTo>
                    <a:lnTo>
                      <a:pt x="2040" y="741"/>
                    </a:lnTo>
                    <a:lnTo>
                      <a:pt x="2127" y="716"/>
                    </a:lnTo>
                    <a:lnTo>
                      <a:pt x="2210" y="690"/>
                    </a:lnTo>
                    <a:lnTo>
                      <a:pt x="2292" y="664"/>
                    </a:lnTo>
                    <a:lnTo>
                      <a:pt x="2370" y="638"/>
                    </a:lnTo>
                    <a:lnTo>
                      <a:pt x="2447" y="611"/>
                    </a:lnTo>
                    <a:lnTo>
                      <a:pt x="2522" y="584"/>
                    </a:lnTo>
                    <a:lnTo>
                      <a:pt x="2595" y="556"/>
                    </a:lnTo>
                    <a:lnTo>
                      <a:pt x="2665" y="529"/>
                    </a:lnTo>
                    <a:lnTo>
                      <a:pt x="2733" y="500"/>
                    </a:lnTo>
                    <a:lnTo>
                      <a:pt x="2798" y="472"/>
                    </a:lnTo>
                    <a:lnTo>
                      <a:pt x="2861" y="444"/>
                    </a:lnTo>
                    <a:lnTo>
                      <a:pt x="2923" y="417"/>
                    </a:lnTo>
                    <a:lnTo>
                      <a:pt x="2981" y="389"/>
                    </a:lnTo>
                    <a:lnTo>
                      <a:pt x="3038" y="361"/>
                    </a:lnTo>
                    <a:lnTo>
                      <a:pt x="3092" y="334"/>
                    </a:lnTo>
                    <a:lnTo>
                      <a:pt x="3144" y="307"/>
                    </a:lnTo>
                    <a:lnTo>
                      <a:pt x="3192" y="281"/>
                    </a:lnTo>
                    <a:lnTo>
                      <a:pt x="3240" y="256"/>
                    </a:lnTo>
                    <a:lnTo>
                      <a:pt x="3285" y="230"/>
                    </a:lnTo>
                    <a:lnTo>
                      <a:pt x="3327" y="205"/>
                    </a:lnTo>
                    <a:lnTo>
                      <a:pt x="3368" y="181"/>
                    </a:lnTo>
                    <a:lnTo>
                      <a:pt x="3405" y="157"/>
                    </a:lnTo>
                    <a:lnTo>
                      <a:pt x="3441" y="134"/>
                    </a:lnTo>
                    <a:lnTo>
                      <a:pt x="3475" y="112"/>
                    </a:lnTo>
                    <a:lnTo>
                      <a:pt x="3506" y="90"/>
                    </a:lnTo>
                    <a:lnTo>
                      <a:pt x="3534" y="71"/>
                    </a:lnTo>
                    <a:lnTo>
                      <a:pt x="3585" y="33"/>
                    </a:lnTo>
                    <a:lnTo>
                      <a:pt x="3626" y="0"/>
                    </a:lnTo>
                    <a:lnTo>
                      <a:pt x="3690" y="256"/>
                    </a:lnTo>
                    <a:lnTo>
                      <a:pt x="3802" y="700"/>
                    </a:lnTo>
                    <a:lnTo>
                      <a:pt x="3954" y="1310"/>
                    </a:lnTo>
                    <a:lnTo>
                      <a:pt x="4142" y="2067"/>
                    </a:lnTo>
                    <a:lnTo>
                      <a:pt x="4362" y="2948"/>
                    </a:lnTo>
                    <a:lnTo>
                      <a:pt x="4607" y="3933"/>
                    </a:lnTo>
                    <a:lnTo>
                      <a:pt x="4874" y="5002"/>
                    </a:lnTo>
                    <a:lnTo>
                      <a:pt x="5155" y="6133"/>
                    </a:lnTo>
                    <a:lnTo>
                      <a:pt x="5447" y="7306"/>
                    </a:lnTo>
                    <a:lnTo>
                      <a:pt x="5745" y="8498"/>
                    </a:lnTo>
                    <a:lnTo>
                      <a:pt x="6044" y="9690"/>
                    </a:lnTo>
                    <a:lnTo>
                      <a:pt x="6337" y="10861"/>
                    </a:lnTo>
                    <a:lnTo>
                      <a:pt x="6621" y="11989"/>
                    </a:lnTo>
                    <a:lnTo>
                      <a:pt x="6889" y="13055"/>
                    </a:lnTo>
                    <a:lnTo>
                      <a:pt x="7138" y="14036"/>
                    </a:lnTo>
                    <a:lnTo>
                      <a:pt x="7361" y="14912"/>
                    </a:lnTo>
                    <a:close/>
                  </a:path>
                </a:pathLst>
              </a:custGeom>
              <a:noFill/>
              <a:ln w="2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2" name="Freeform 163"/>
              <p:cNvSpPr>
                <a:spLocks/>
              </p:cNvSpPr>
              <p:nvPr/>
            </p:nvSpPr>
            <p:spPr bwMode="auto">
              <a:xfrm>
                <a:off x="614" y="1562"/>
                <a:ext cx="20" cy="30"/>
              </a:xfrm>
              <a:custGeom>
                <a:avLst/>
                <a:gdLst>
                  <a:gd name="T0" fmla="*/ 3 w 158"/>
                  <a:gd name="T1" fmla="*/ 4 h 242"/>
                  <a:gd name="T2" fmla="*/ 2 w 158"/>
                  <a:gd name="T3" fmla="*/ 4 h 242"/>
                  <a:gd name="T4" fmla="*/ 2 w 158"/>
                  <a:gd name="T5" fmla="*/ 3 h 242"/>
                  <a:gd name="T6" fmla="*/ 1 w 158"/>
                  <a:gd name="T7" fmla="*/ 3 h 242"/>
                  <a:gd name="T8" fmla="*/ 1 w 158"/>
                  <a:gd name="T9" fmla="*/ 3 h 242"/>
                  <a:gd name="T10" fmla="*/ 1 w 158"/>
                  <a:gd name="T11" fmla="*/ 3 h 242"/>
                  <a:gd name="T12" fmla="*/ 1 w 158"/>
                  <a:gd name="T13" fmla="*/ 3 h 242"/>
                  <a:gd name="T14" fmla="*/ 1 w 158"/>
                  <a:gd name="T15" fmla="*/ 3 h 242"/>
                  <a:gd name="T16" fmla="*/ 1 w 158"/>
                  <a:gd name="T17" fmla="*/ 3 h 242"/>
                  <a:gd name="T18" fmla="*/ 0 w 158"/>
                  <a:gd name="T19" fmla="*/ 3 h 242"/>
                  <a:gd name="T20" fmla="*/ 0 w 158"/>
                  <a:gd name="T21" fmla="*/ 3 h 242"/>
                  <a:gd name="T22" fmla="*/ 0 w 158"/>
                  <a:gd name="T23" fmla="*/ 3 h 242"/>
                  <a:gd name="T24" fmla="*/ 0 w 158"/>
                  <a:gd name="T25" fmla="*/ 2 h 242"/>
                  <a:gd name="T26" fmla="*/ 0 w 158"/>
                  <a:gd name="T27" fmla="*/ 2 h 242"/>
                  <a:gd name="T28" fmla="*/ 0 w 158"/>
                  <a:gd name="T29" fmla="*/ 2 h 242"/>
                  <a:gd name="T30" fmla="*/ 0 w 158"/>
                  <a:gd name="T31" fmla="*/ 2 h 242"/>
                  <a:gd name="T32" fmla="*/ 0 w 158"/>
                  <a:gd name="T33" fmla="*/ 2 h 242"/>
                  <a:gd name="T34" fmla="*/ 0 w 158"/>
                  <a:gd name="T35" fmla="*/ 2 h 242"/>
                  <a:gd name="T36" fmla="*/ 0 w 158"/>
                  <a:gd name="T37" fmla="*/ 2 h 242"/>
                  <a:gd name="T38" fmla="*/ 0 w 158"/>
                  <a:gd name="T39" fmla="*/ 2 h 242"/>
                  <a:gd name="T40" fmla="*/ 0 w 158"/>
                  <a:gd name="T41" fmla="*/ 1 h 242"/>
                  <a:gd name="T42" fmla="*/ 0 w 158"/>
                  <a:gd name="T43" fmla="*/ 1 h 242"/>
                  <a:gd name="T44" fmla="*/ 0 w 158"/>
                  <a:gd name="T45" fmla="*/ 1 h 242"/>
                  <a:gd name="T46" fmla="*/ 0 w 158"/>
                  <a:gd name="T47" fmla="*/ 1 h 242"/>
                  <a:gd name="T48" fmla="*/ 0 w 158"/>
                  <a:gd name="T49" fmla="*/ 1 h 242"/>
                  <a:gd name="T50" fmla="*/ 1 w 158"/>
                  <a:gd name="T51" fmla="*/ 1 h 242"/>
                  <a:gd name="T52" fmla="*/ 1 w 158"/>
                  <a:gd name="T53" fmla="*/ 1 h 242"/>
                  <a:gd name="T54" fmla="*/ 1 w 158"/>
                  <a:gd name="T55" fmla="*/ 0 h 242"/>
                  <a:gd name="T56" fmla="*/ 1 w 158"/>
                  <a:gd name="T57" fmla="*/ 0 h 242"/>
                  <a:gd name="T58" fmla="*/ 1 w 158"/>
                  <a:gd name="T59" fmla="*/ 0 h 242"/>
                  <a:gd name="T60" fmla="*/ 2 w 158"/>
                  <a:gd name="T61" fmla="*/ 1 h 242"/>
                  <a:gd name="T62" fmla="*/ 2 w 158"/>
                  <a:gd name="T63" fmla="*/ 1 h 242"/>
                  <a:gd name="T64" fmla="*/ 2 w 158"/>
                  <a:gd name="T65" fmla="*/ 2 h 242"/>
                  <a:gd name="T66" fmla="*/ 2 w 158"/>
                  <a:gd name="T67" fmla="*/ 2 h 242"/>
                  <a:gd name="T68" fmla="*/ 2 w 158"/>
                  <a:gd name="T69" fmla="*/ 3 h 242"/>
                  <a:gd name="T70" fmla="*/ 2 w 158"/>
                  <a:gd name="T71" fmla="*/ 3 h 242"/>
                  <a:gd name="T72" fmla="*/ 3 w 158"/>
                  <a:gd name="T73" fmla="*/ 4 h 24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8"/>
                  <a:gd name="T112" fmla="*/ 0 h 242"/>
                  <a:gd name="T113" fmla="*/ 158 w 158"/>
                  <a:gd name="T114" fmla="*/ 242 h 24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8" h="242">
                    <a:moveTo>
                      <a:pt x="158" y="242"/>
                    </a:moveTo>
                    <a:lnTo>
                      <a:pt x="126" y="233"/>
                    </a:lnTo>
                    <a:lnTo>
                      <a:pt x="98" y="225"/>
                    </a:lnTo>
                    <a:lnTo>
                      <a:pt x="84" y="220"/>
                    </a:lnTo>
                    <a:lnTo>
                      <a:pt x="73" y="215"/>
                    </a:lnTo>
                    <a:lnTo>
                      <a:pt x="61" y="209"/>
                    </a:lnTo>
                    <a:lnTo>
                      <a:pt x="51" y="204"/>
                    </a:lnTo>
                    <a:lnTo>
                      <a:pt x="42" y="198"/>
                    </a:lnTo>
                    <a:lnTo>
                      <a:pt x="33" y="192"/>
                    </a:lnTo>
                    <a:lnTo>
                      <a:pt x="26" y="184"/>
                    </a:lnTo>
                    <a:lnTo>
                      <a:pt x="19" y="178"/>
                    </a:lnTo>
                    <a:lnTo>
                      <a:pt x="14" y="171"/>
                    </a:lnTo>
                    <a:lnTo>
                      <a:pt x="8" y="163"/>
                    </a:lnTo>
                    <a:lnTo>
                      <a:pt x="5" y="155"/>
                    </a:lnTo>
                    <a:lnTo>
                      <a:pt x="2" y="147"/>
                    </a:lnTo>
                    <a:lnTo>
                      <a:pt x="1" y="139"/>
                    </a:lnTo>
                    <a:lnTo>
                      <a:pt x="0" y="132"/>
                    </a:lnTo>
                    <a:lnTo>
                      <a:pt x="1" y="122"/>
                    </a:lnTo>
                    <a:lnTo>
                      <a:pt x="2" y="114"/>
                    </a:lnTo>
                    <a:lnTo>
                      <a:pt x="4" y="106"/>
                    </a:lnTo>
                    <a:lnTo>
                      <a:pt x="6" y="96"/>
                    </a:lnTo>
                    <a:lnTo>
                      <a:pt x="10" y="88"/>
                    </a:lnTo>
                    <a:lnTo>
                      <a:pt x="16" y="79"/>
                    </a:lnTo>
                    <a:lnTo>
                      <a:pt x="21" y="69"/>
                    </a:lnTo>
                    <a:lnTo>
                      <a:pt x="27" y="60"/>
                    </a:lnTo>
                    <a:lnTo>
                      <a:pt x="34" y="51"/>
                    </a:lnTo>
                    <a:lnTo>
                      <a:pt x="42" y="40"/>
                    </a:lnTo>
                    <a:lnTo>
                      <a:pt x="60" y="20"/>
                    </a:lnTo>
                    <a:lnTo>
                      <a:pt x="82" y="0"/>
                    </a:lnTo>
                    <a:lnTo>
                      <a:pt x="90" y="31"/>
                    </a:lnTo>
                    <a:lnTo>
                      <a:pt x="100" y="61"/>
                    </a:lnTo>
                    <a:lnTo>
                      <a:pt x="108" y="91"/>
                    </a:lnTo>
                    <a:lnTo>
                      <a:pt x="117" y="121"/>
                    </a:lnTo>
                    <a:lnTo>
                      <a:pt x="128" y="151"/>
                    </a:lnTo>
                    <a:lnTo>
                      <a:pt x="137" y="181"/>
                    </a:lnTo>
                    <a:lnTo>
                      <a:pt x="147" y="211"/>
                    </a:lnTo>
                    <a:lnTo>
                      <a:pt x="158" y="242"/>
                    </a:lnTo>
                    <a:close/>
                  </a:path>
                </a:pathLst>
              </a:custGeom>
              <a:solidFill>
                <a:srgbClr val="358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3" name="Freeform 164"/>
              <p:cNvSpPr>
                <a:spLocks/>
              </p:cNvSpPr>
              <p:nvPr/>
            </p:nvSpPr>
            <p:spPr bwMode="auto">
              <a:xfrm>
                <a:off x="617" y="1555"/>
                <a:ext cx="28" cy="39"/>
              </a:xfrm>
              <a:custGeom>
                <a:avLst/>
                <a:gdLst>
                  <a:gd name="T0" fmla="*/ 0 w 224"/>
                  <a:gd name="T1" fmla="*/ 2 h 307"/>
                  <a:gd name="T2" fmla="*/ 0 w 224"/>
                  <a:gd name="T3" fmla="*/ 3 h 307"/>
                  <a:gd name="T4" fmla="*/ 0 w 224"/>
                  <a:gd name="T5" fmla="*/ 3 h 307"/>
                  <a:gd name="T6" fmla="*/ 1 w 224"/>
                  <a:gd name="T7" fmla="*/ 4 h 307"/>
                  <a:gd name="T8" fmla="*/ 1 w 224"/>
                  <a:gd name="T9" fmla="*/ 4 h 307"/>
                  <a:gd name="T10" fmla="*/ 1 w 224"/>
                  <a:gd name="T11" fmla="*/ 4 h 307"/>
                  <a:gd name="T12" fmla="*/ 1 w 224"/>
                  <a:gd name="T13" fmla="*/ 4 h 307"/>
                  <a:gd name="T14" fmla="*/ 2 w 224"/>
                  <a:gd name="T15" fmla="*/ 5 h 307"/>
                  <a:gd name="T16" fmla="*/ 2 w 224"/>
                  <a:gd name="T17" fmla="*/ 5 h 307"/>
                  <a:gd name="T18" fmla="*/ 2 w 224"/>
                  <a:gd name="T19" fmla="*/ 5 h 307"/>
                  <a:gd name="T20" fmla="*/ 3 w 224"/>
                  <a:gd name="T21" fmla="*/ 5 h 307"/>
                  <a:gd name="T22" fmla="*/ 3 w 224"/>
                  <a:gd name="T23" fmla="*/ 5 h 307"/>
                  <a:gd name="T24" fmla="*/ 4 w 224"/>
                  <a:gd name="T25" fmla="*/ 5 h 307"/>
                  <a:gd name="T26" fmla="*/ 3 w 224"/>
                  <a:gd name="T27" fmla="*/ 4 h 307"/>
                  <a:gd name="T28" fmla="*/ 3 w 224"/>
                  <a:gd name="T29" fmla="*/ 4 h 307"/>
                  <a:gd name="T30" fmla="*/ 3 w 224"/>
                  <a:gd name="T31" fmla="*/ 3 h 307"/>
                  <a:gd name="T32" fmla="*/ 3 w 224"/>
                  <a:gd name="T33" fmla="*/ 3 h 307"/>
                  <a:gd name="T34" fmla="*/ 3 w 224"/>
                  <a:gd name="T35" fmla="*/ 2 h 307"/>
                  <a:gd name="T36" fmla="*/ 2 w 224"/>
                  <a:gd name="T37" fmla="*/ 1 h 307"/>
                  <a:gd name="T38" fmla="*/ 2 w 224"/>
                  <a:gd name="T39" fmla="*/ 1 h 307"/>
                  <a:gd name="T40" fmla="*/ 2 w 224"/>
                  <a:gd name="T41" fmla="*/ 0 h 307"/>
                  <a:gd name="T42" fmla="*/ 2 w 224"/>
                  <a:gd name="T43" fmla="*/ 0 h 307"/>
                  <a:gd name="T44" fmla="*/ 1 w 224"/>
                  <a:gd name="T45" fmla="*/ 1 h 307"/>
                  <a:gd name="T46" fmla="*/ 1 w 224"/>
                  <a:gd name="T47" fmla="*/ 1 h 307"/>
                  <a:gd name="T48" fmla="*/ 1 w 224"/>
                  <a:gd name="T49" fmla="*/ 1 h 307"/>
                  <a:gd name="T50" fmla="*/ 1 w 224"/>
                  <a:gd name="T51" fmla="*/ 1 h 307"/>
                  <a:gd name="T52" fmla="*/ 0 w 224"/>
                  <a:gd name="T53" fmla="*/ 2 h 307"/>
                  <a:gd name="T54" fmla="*/ 0 w 224"/>
                  <a:gd name="T55" fmla="*/ 2 h 307"/>
                  <a:gd name="T56" fmla="*/ 0 w 224"/>
                  <a:gd name="T57" fmla="*/ 2 h 30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24"/>
                  <a:gd name="T88" fmla="*/ 0 h 307"/>
                  <a:gd name="T89" fmla="*/ 224 w 224"/>
                  <a:gd name="T90" fmla="*/ 307 h 30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24" h="307">
                    <a:moveTo>
                      <a:pt x="0" y="122"/>
                    </a:moveTo>
                    <a:lnTo>
                      <a:pt x="10" y="159"/>
                    </a:lnTo>
                    <a:lnTo>
                      <a:pt x="21" y="194"/>
                    </a:lnTo>
                    <a:lnTo>
                      <a:pt x="32" y="229"/>
                    </a:lnTo>
                    <a:lnTo>
                      <a:pt x="43" y="264"/>
                    </a:lnTo>
                    <a:lnTo>
                      <a:pt x="60" y="272"/>
                    </a:lnTo>
                    <a:lnTo>
                      <a:pt x="79" y="279"/>
                    </a:lnTo>
                    <a:lnTo>
                      <a:pt x="98" y="285"/>
                    </a:lnTo>
                    <a:lnTo>
                      <a:pt x="120" y="290"/>
                    </a:lnTo>
                    <a:lnTo>
                      <a:pt x="144" y="296"/>
                    </a:lnTo>
                    <a:lnTo>
                      <a:pt x="169" y="300"/>
                    </a:lnTo>
                    <a:lnTo>
                      <a:pt x="196" y="304"/>
                    </a:lnTo>
                    <a:lnTo>
                      <a:pt x="224" y="307"/>
                    </a:lnTo>
                    <a:lnTo>
                      <a:pt x="211" y="270"/>
                    </a:lnTo>
                    <a:lnTo>
                      <a:pt x="197" y="232"/>
                    </a:lnTo>
                    <a:lnTo>
                      <a:pt x="185" y="194"/>
                    </a:lnTo>
                    <a:lnTo>
                      <a:pt x="172" y="155"/>
                    </a:lnTo>
                    <a:lnTo>
                      <a:pt x="161" y="117"/>
                    </a:lnTo>
                    <a:lnTo>
                      <a:pt x="149" y="78"/>
                    </a:lnTo>
                    <a:lnTo>
                      <a:pt x="138" y="39"/>
                    </a:lnTo>
                    <a:lnTo>
                      <a:pt x="127" y="0"/>
                    </a:lnTo>
                    <a:lnTo>
                      <a:pt x="106" y="16"/>
                    </a:lnTo>
                    <a:lnTo>
                      <a:pt x="85" y="32"/>
                    </a:lnTo>
                    <a:lnTo>
                      <a:pt x="66" y="49"/>
                    </a:lnTo>
                    <a:lnTo>
                      <a:pt x="50" y="64"/>
                    </a:lnTo>
                    <a:lnTo>
                      <a:pt x="34" y="79"/>
                    </a:lnTo>
                    <a:lnTo>
                      <a:pt x="21" y="93"/>
                    </a:lnTo>
                    <a:lnTo>
                      <a:pt x="9" y="109"/>
                    </a:lnTo>
                    <a:lnTo>
                      <a:pt x="0" y="122"/>
                    </a:lnTo>
                    <a:close/>
                  </a:path>
                </a:pathLst>
              </a:custGeom>
              <a:solidFill>
                <a:srgbClr val="368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4" name="Freeform 165"/>
              <p:cNvSpPr>
                <a:spLocks/>
              </p:cNvSpPr>
              <p:nvPr/>
            </p:nvSpPr>
            <p:spPr bwMode="auto">
              <a:xfrm>
                <a:off x="624" y="1550"/>
                <a:ext cx="31" cy="45"/>
              </a:xfrm>
              <a:custGeom>
                <a:avLst/>
                <a:gdLst>
                  <a:gd name="T0" fmla="*/ 0 w 248"/>
                  <a:gd name="T1" fmla="*/ 2 h 358"/>
                  <a:gd name="T2" fmla="*/ 0 w 248"/>
                  <a:gd name="T3" fmla="*/ 2 h 358"/>
                  <a:gd name="T4" fmla="*/ 0 w 248"/>
                  <a:gd name="T5" fmla="*/ 3 h 358"/>
                  <a:gd name="T6" fmla="*/ 0 w 248"/>
                  <a:gd name="T7" fmla="*/ 3 h 358"/>
                  <a:gd name="T8" fmla="*/ 1 w 248"/>
                  <a:gd name="T9" fmla="*/ 4 h 358"/>
                  <a:gd name="T10" fmla="*/ 1 w 248"/>
                  <a:gd name="T11" fmla="*/ 4 h 358"/>
                  <a:gd name="T12" fmla="*/ 1 w 248"/>
                  <a:gd name="T13" fmla="*/ 4 h 358"/>
                  <a:gd name="T14" fmla="*/ 1 w 248"/>
                  <a:gd name="T15" fmla="*/ 5 h 358"/>
                  <a:gd name="T16" fmla="*/ 1 w 248"/>
                  <a:gd name="T17" fmla="*/ 5 h 358"/>
                  <a:gd name="T18" fmla="*/ 2 w 248"/>
                  <a:gd name="T19" fmla="*/ 5 h 358"/>
                  <a:gd name="T20" fmla="*/ 2 w 248"/>
                  <a:gd name="T21" fmla="*/ 5 h 358"/>
                  <a:gd name="T22" fmla="*/ 2 w 248"/>
                  <a:gd name="T23" fmla="*/ 6 h 358"/>
                  <a:gd name="T24" fmla="*/ 2 w 248"/>
                  <a:gd name="T25" fmla="*/ 6 h 358"/>
                  <a:gd name="T26" fmla="*/ 3 w 248"/>
                  <a:gd name="T27" fmla="*/ 6 h 358"/>
                  <a:gd name="T28" fmla="*/ 3 w 248"/>
                  <a:gd name="T29" fmla="*/ 6 h 358"/>
                  <a:gd name="T30" fmla="*/ 4 w 248"/>
                  <a:gd name="T31" fmla="*/ 6 h 358"/>
                  <a:gd name="T32" fmla="*/ 4 w 248"/>
                  <a:gd name="T33" fmla="*/ 6 h 358"/>
                  <a:gd name="T34" fmla="*/ 4 w 248"/>
                  <a:gd name="T35" fmla="*/ 5 h 358"/>
                  <a:gd name="T36" fmla="*/ 3 w 248"/>
                  <a:gd name="T37" fmla="*/ 4 h 358"/>
                  <a:gd name="T38" fmla="*/ 3 w 248"/>
                  <a:gd name="T39" fmla="*/ 4 h 358"/>
                  <a:gd name="T40" fmla="*/ 3 w 248"/>
                  <a:gd name="T41" fmla="*/ 3 h 358"/>
                  <a:gd name="T42" fmla="*/ 3 w 248"/>
                  <a:gd name="T43" fmla="*/ 2 h 358"/>
                  <a:gd name="T44" fmla="*/ 3 w 248"/>
                  <a:gd name="T45" fmla="*/ 1 h 358"/>
                  <a:gd name="T46" fmla="*/ 2 w 248"/>
                  <a:gd name="T47" fmla="*/ 1 h 358"/>
                  <a:gd name="T48" fmla="*/ 2 w 248"/>
                  <a:gd name="T49" fmla="*/ 0 h 358"/>
                  <a:gd name="T50" fmla="*/ 2 w 248"/>
                  <a:gd name="T51" fmla="*/ 0 h 358"/>
                  <a:gd name="T52" fmla="*/ 1 w 248"/>
                  <a:gd name="T53" fmla="*/ 1 h 358"/>
                  <a:gd name="T54" fmla="*/ 1 w 248"/>
                  <a:gd name="T55" fmla="*/ 1 h 358"/>
                  <a:gd name="T56" fmla="*/ 0 w 248"/>
                  <a:gd name="T57" fmla="*/ 2 h 35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48"/>
                  <a:gd name="T88" fmla="*/ 0 h 358"/>
                  <a:gd name="T89" fmla="*/ 248 w 248"/>
                  <a:gd name="T90" fmla="*/ 358 h 35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48" h="358">
                    <a:moveTo>
                      <a:pt x="0" y="98"/>
                    </a:moveTo>
                    <a:lnTo>
                      <a:pt x="8" y="129"/>
                    </a:lnTo>
                    <a:lnTo>
                      <a:pt x="18" y="159"/>
                    </a:lnTo>
                    <a:lnTo>
                      <a:pt x="26" y="189"/>
                    </a:lnTo>
                    <a:lnTo>
                      <a:pt x="35" y="219"/>
                    </a:lnTo>
                    <a:lnTo>
                      <a:pt x="46" y="249"/>
                    </a:lnTo>
                    <a:lnTo>
                      <a:pt x="55" y="279"/>
                    </a:lnTo>
                    <a:lnTo>
                      <a:pt x="65" y="309"/>
                    </a:lnTo>
                    <a:lnTo>
                      <a:pt x="76" y="340"/>
                    </a:lnTo>
                    <a:lnTo>
                      <a:pt x="95" y="343"/>
                    </a:lnTo>
                    <a:lnTo>
                      <a:pt x="113" y="346"/>
                    </a:lnTo>
                    <a:lnTo>
                      <a:pt x="134" y="349"/>
                    </a:lnTo>
                    <a:lnTo>
                      <a:pt x="155" y="352"/>
                    </a:lnTo>
                    <a:lnTo>
                      <a:pt x="178" y="354"/>
                    </a:lnTo>
                    <a:lnTo>
                      <a:pt x="200" y="356"/>
                    </a:lnTo>
                    <a:lnTo>
                      <a:pt x="224" y="357"/>
                    </a:lnTo>
                    <a:lnTo>
                      <a:pt x="248" y="358"/>
                    </a:lnTo>
                    <a:lnTo>
                      <a:pt x="233" y="315"/>
                    </a:lnTo>
                    <a:lnTo>
                      <a:pt x="217" y="270"/>
                    </a:lnTo>
                    <a:lnTo>
                      <a:pt x="201" y="225"/>
                    </a:lnTo>
                    <a:lnTo>
                      <a:pt x="187" y="181"/>
                    </a:lnTo>
                    <a:lnTo>
                      <a:pt x="173" y="136"/>
                    </a:lnTo>
                    <a:lnTo>
                      <a:pt x="160" y="90"/>
                    </a:lnTo>
                    <a:lnTo>
                      <a:pt x="147" y="46"/>
                    </a:lnTo>
                    <a:lnTo>
                      <a:pt x="135" y="0"/>
                    </a:lnTo>
                    <a:lnTo>
                      <a:pt x="96" y="25"/>
                    </a:lnTo>
                    <a:lnTo>
                      <a:pt x="60" y="50"/>
                    </a:lnTo>
                    <a:lnTo>
                      <a:pt x="28" y="74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398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5" name="Freeform 166"/>
              <p:cNvSpPr>
                <a:spLocks/>
              </p:cNvSpPr>
              <p:nvPr/>
            </p:nvSpPr>
            <p:spPr bwMode="auto">
              <a:xfrm>
                <a:off x="633" y="1545"/>
                <a:ext cx="33" cy="50"/>
              </a:xfrm>
              <a:custGeom>
                <a:avLst/>
                <a:gdLst>
                  <a:gd name="T0" fmla="*/ 0 w 266"/>
                  <a:gd name="T1" fmla="*/ 1 h 401"/>
                  <a:gd name="T2" fmla="*/ 0 w 266"/>
                  <a:gd name="T3" fmla="*/ 2 h 401"/>
                  <a:gd name="T4" fmla="*/ 0 w 266"/>
                  <a:gd name="T5" fmla="*/ 2 h 401"/>
                  <a:gd name="T6" fmla="*/ 0 w 266"/>
                  <a:gd name="T7" fmla="*/ 3 h 401"/>
                  <a:gd name="T8" fmla="*/ 1 w 266"/>
                  <a:gd name="T9" fmla="*/ 4 h 401"/>
                  <a:gd name="T10" fmla="*/ 1 w 266"/>
                  <a:gd name="T11" fmla="*/ 4 h 401"/>
                  <a:gd name="T12" fmla="*/ 1 w 266"/>
                  <a:gd name="T13" fmla="*/ 5 h 401"/>
                  <a:gd name="T14" fmla="*/ 1 w 266"/>
                  <a:gd name="T15" fmla="*/ 5 h 401"/>
                  <a:gd name="T16" fmla="*/ 1 w 266"/>
                  <a:gd name="T17" fmla="*/ 6 h 401"/>
                  <a:gd name="T18" fmla="*/ 2 w 266"/>
                  <a:gd name="T19" fmla="*/ 6 h 401"/>
                  <a:gd name="T20" fmla="*/ 2 w 266"/>
                  <a:gd name="T21" fmla="*/ 6 h 401"/>
                  <a:gd name="T22" fmla="*/ 2 w 266"/>
                  <a:gd name="T23" fmla="*/ 6 h 401"/>
                  <a:gd name="T24" fmla="*/ 3 w 266"/>
                  <a:gd name="T25" fmla="*/ 6 h 401"/>
                  <a:gd name="T26" fmla="*/ 3 w 266"/>
                  <a:gd name="T27" fmla="*/ 6 h 401"/>
                  <a:gd name="T28" fmla="*/ 3 w 266"/>
                  <a:gd name="T29" fmla="*/ 6 h 401"/>
                  <a:gd name="T30" fmla="*/ 4 w 266"/>
                  <a:gd name="T31" fmla="*/ 6 h 401"/>
                  <a:gd name="T32" fmla="*/ 4 w 266"/>
                  <a:gd name="T33" fmla="*/ 6 h 401"/>
                  <a:gd name="T34" fmla="*/ 4 w 266"/>
                  <a:gd name="T35" fmla="*/ 5 h 401"/>
                  <a:gd name="T36" fmla="*/ 4 w 266"/>
                  <a:gd name="T37" fmla="*/ 5 h 401"/>
                  <a:gd name="T38" fmla="*/ 3 w 266"/>
                  <a:gd name="T39" fmla="*/ 4 h 401"/>
                  <a:gd name="T40" fmla="*/ 3 w 266"/>
                  <a:gd name="T41" fmla="*/ 3 h 401"/>
                  <a:gd name="T42" fmla="*/ 3 w 266"/>
                  <a:gd name="T43" fmla="*/ 2 h 401"/>
                  <a:gd name="T44" fmla="*/ 3 w 266"/>
                  <a:gd name="T45" fmla="*/ 2 h 401"/>
                  <a:gd name="T46" fmla="*/ 2 w 266"/>
                  <a:gd name="T47" fmla="*/ 1 h 401"/>
                  <a:gd name="T48" fmla="*/ 2 w 266"/>
                  <a:gd name="T49" fmla="*/ 0 h 401"/>
                  <a:gd name="T50" fmla="*/ 2 w 266"/>
                  <a:gd name="T51" fmla="*/ 0 h 401"/>
                  <a:gd name="T52" fmla="*/ 1 w 266"/>
                  <a:gd name="T53" fmla="*/ 1 h 401"/>
                  <a:gd name="T54" fmla="*/ 0 w 266"/>
                  <a:gd name="T55" fmla="*/ 1 h 401"/>
                  <a:gd name="T56" fmla="*/ 0 w 266"/>
                  <a:gd name="T57" fmla="*/ 1 h 401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66"/>
                  <a:gd name="T88" fmla="*/ 0 h 401"/>
                  <a:gd name="T89" fmla="*/ 266 w 266"/>
                  <a:gd name="T90" fmla="*/ 401 h 401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66" h="401">
                    <a:moveTo>
                      <a:pt x="0" y="86"/>
                    </a:moveTo>
                    <a:lnTo>
                      <a:pt x="11" y="125"/>
                    </a:lnTo>
                    <a:lnTo>
                      <a:pt x="22" y="164"/>
                    </a:lnTo>
                    <a:lnTo>
                      <a:pt x="34" y="203"/>
                    </a:lnTo>
                    <a:lnTo>
                      <a:pt x="45" y="241"/>
                    </a:lnTo>
                    <a:lnTo>
                      <a:pt x="58" y="280"/>
                    </a:lnTo>
                    <a:lnTo>
                      <a:pt x="70" y="318"/>
                    </a:lnTo>
                    <a:lnTo>
                      <a:pt x="84" y="356"/>
                    </a:lnTo>
                    <a:lnTo>
                      <a:pt x="97" y="393"/>
                    </a:lnTo>
                    <a:lnTo>
                      <a:pt x="116" y="395"/>
                    </a:lnTo>
                    <a:lnTo>
                      <a:pt x="135" y="397"/>
                    </a:lnTo>
                    <a:lnTo>
                      <a:pt x="156" y="398"/>
                    </a:lnTo>
                    <a:lnTo>
                      <a:pt x="177" y="399"/>
                    </a:lnTo>
                    <a:lnTo>
                      <a:pt x="199" y="400"/>
                    </a:lnTo>
                    <a:lnTo>
                      <a:pt x="221" y="400"/>
                    </a:lnTo>
                    <a:lnTo>
                      <a:pt x="243" y="401"/>
                    </a:lnTo>
                    <a:lnTo>
                      <a:pt x="266" y="401"/>
                    </a:lnTo>
                    <a:lnTo>
                      <a:pt x="249" y="353"/>
                    </a:lnTo>
                    <a:lnTo>
                      <a:pt x="231" y="303"/>
                    </a:lnTo>
                    <a:lnTo>
                      <a:pt x="213" y="253"/>
                    </a:lnTo>
                    <a:lnTo>
                      <a:pt x="197" y="203"/>
                    </a:lnTo>
                    <a:lnTo>
                      <a:pt x="181" y="152"/>
                    </a:lnTo>
                    <a:lnTo>
                      <a:pt x="167" y="101"/>
                    </a:lnTo>
                    <a:lnTo>
                      <a:pt x="153" y="50"/>
                    </a:lnTo>
                    <a:lnTo>
                      <a:pt x="140" y="0"/>
                    </a:lnTo>
                    <a:lnTo>
                      <a:pt x="101" y="21"/>
                    </a:lnTo>
                    <a:lnTo>
                      <a:pt x="65" y="43"/>
                    </a:lnTo>
                    <a:lnTo>
                      <a:pt x="32" y="65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3C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6" name="Freeform 167"/>
              <p:cNvSpPr>
                <a:spLocks/>
              </p:cNvSpPr>
              <p:nvPr/>
            </p:nvSpPr>
            <p:spPr bwMode="auto">
              <a:xfrm>
                <a:off x="641" y="1540"/>
                <a:ext cx="35" cy="55"/>
              </a:xfrm>
              <a:custGeom>
                <a:avLst/>
                <a:gdLst>
                  <a:gd name="T0" fmla="*/ 0 w 281"/>
                  <a:gd name="T1" fmla="*/ 1 h 440"/>
                  <a:gd name="T2" fmla="*/ 0 w 281"/>
                  <a:gd name="T3" fmla="*/ 2 h 440"/>
                  <a:gd name="T4" fmla="*/ 0 w 281"/>
                  <a:gd name="T5" fmla="*/ 3 h 440"/>
                  <a:gd name="T6" fmla="*/ 1 w 281"/>
                  <a:gd name="T7" fmla="*/ 3 h 440"/>
                  <a:gd name="T8" fmla="*/ 1 w 281"/>
                  <a:gd name="T9" fmla="*/ 4 h 440"/>
                  <a:gd name="T10" fmla="*/ 1 w 281"/>
                  <a:gd name="T11" fmla="*/ 5 h 440"/>
                  <a:gd name="T12" fmla="*/ 1 w 281"/>
                  <a:gd name="T13" fmla="*/ 6 h 440"/>
                  <a:gd name="T14" fmla="*/ 1 w 281"/>
                  <a:gd name="T15" fmla="*/ 6 h 440"/>
                  <a:gd name="T16" fmla="*/ 2 w 281"/>
                  <a:gd name="T17" fmla="*/ 7 h 440"/>
                  <a:gd name="T18" fmla="*/ 2 w 281"/>
                  <a:gd name="T19" fmla="*/ 7 h 440"/>
                  <a:gd name="T20" fmla="*/ 2 w 281"/>
                  <a:gd name="T21" fmla="*/ 7 h 440"/>
                  <a:gd name="T22" fmla="*/ 3 w 281"/>
                  <a:gd name="T23" fmla="*/ 7 h 440"/>
                  <a:gd name="T24" fmla="*/ 3 w 281"/>
                  <a:gd name="T25" fmla="*/ 7 h 440"/>
                  <a:gd name="T26" fmla="*/ 3 w 281"/>
                  <a:gd name="T27" fmla="*/ 7 h 440"/>
                  <a:gd name="T28" fmla="*/ 4 w 281"/>
                  <a:gd name="T29" fmla="*/ 7 h 440"/>
                  <a:gd name="T30" fmla="*/ 4 w 281"/>
                  <a:gd name="T31" fmla="*/ 7 h 440"/>
                  <a:gd name="T32" fmla="*/ 4 w 281"/>
                  <a:gd name="T33" fmla="*/ 7 h 440"/>
                  <a:gd name="T34" fmla="*/ 4 w 281"/>
                  <a:gd name="T35" fmla="*/ 6 h 440"/>
                  <a:gd name="T36" fmla="*/ 4 w 281"/>
                  <a:gd name="T37" fmla="*/ 5 h 440"/>
                  <a:gd name="T38" fmla="*/ 3 w 281"/>
                  <a:gd name="T39" fmla="*/ 4 h 440"/>
                  <a:gd name="T40" fmla="*/ 3 w 281"/>
                  <a:gd name="T41" fmla="*/ 3 h 440"/>
                  <a:gd name="T42" fmla="*/ 3 w 281"/>
                  <a:gd name="T43" fmla="*/ 3 h 440"/>
                  <a:gd name="T44" fmla="*/ 3 w 281"/>
                  <a:gd name="T45" fmla="*/ 2 h 440"/>
                  <a:gd name="T46" fmla="*/ 2 w 281"/>
                  <a:gd name="T47" fmla="*/ 1 h 440"/>
                  <a:gd name="T48" fmla="*/ 2 w 281"/>
                  <a:gd name="T49" fmla="*/ 0 h 440"/>
                  <a:gd name="T50" fmla="*/ 2 w 281"/>
                  <a:gd name="T51" fmla="*/ 0 h 440"/>
                  <a:gd name="T52" fmla="*/ 1 w 281"/>
                  <a:gd name="T53" fmla="*/ 1 h 440"/>
                  <a:gd name="T54" fmla="*/ 0 w 281"/>
                  <a:gd name="T55" fmla="*/ 1 h 440"/>
                  <a:gd name="T56" fmla="*/ 0 w 281"/>
                  <a:gd name="T57" fmla="*/ 1 h 44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81"/>
                  <a:gd name="T88" fmla="*/ 0 h 440"/>
                  <a:gd name="T89" fmla="*/ 281 w 281"/>
                  <a:gd name="T90" fmla="*/ 440 h 44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81" h="440">
                    <a:moveTo>
                      <a:pt x="0" y="80"/>
                    </a:moveTo>
                    <a:lnTo>
                      <a:pt x="12" y="126"/>
                    </a:lnTo>
                    <a:lnTo>
                      <a:pt x="25" y="170"/>
                    </a:lnTo>
                    <a:lnTo>
                      <a:pt x="38" y="216"/>
                    </a:lnTo>
                    <a:lnTo>
                      <a:pt x="52" y="261"/>
                    </a:lnTo>
                    <a:lnTo>
                      <a:pt x="66" y="305"/>
                    </a:lnTo>
                    <a:lnTo>
                      <a:pt x="82" y="350"/>
                    </a:lnTo>
                    <a:lnTo>
                      <a:pt x="98" y="395"/>
                    </a:lnTo>
                    <a:lnTo>
                      <a:pt x="113" y="438"/>
                    </a:lnTo>
                    <a:lnTo>
                      <a:pt x="133" y="439"/>
                    </a:lnTo>
                    <a:lnTo>
                      <a:pt x="153" y="439"/>
                    </a:lnTo>
                    <a:lnTo>
                      <a:pt x="173" y="440"/>
                    </a:lnTo>
                    <a:lnTo>
                      <a:pt x="194" y="440"/>
                    </a:lnTo>
                    <a:lnTo>
                      <a:pt x="215" y="440"/>
                    </a:lnTo>
                    <a:lnTo>
                      <a:pt x="237" y="440"/>
                    </a:lnTo>
                    <a:lnTo>
                      <a:pt x="258" y="439"/>
                    </a:lnTo>
                    <a:lnTo>
                      <a:pt x="281" y="438"/>
                    </a:lnTo>
                    <a:lnTo>
                      <a:pt x="260" y="385"/>
                    </a:lnTo>
                    <a:lnTo>
                      <a:pt x="241" y="331"/>
                    </a:lnTo>
                    <a:lnTo>
                      <a:pt x="222" y="277"/>
                    </a:lnTo>
                    <a:lnTo>
                      <a:pt x="203" y="222"/>
                    </a:lnTo>
                    <a:lnTo>
                      <a:pt x="187" y="167"/>
                    </a:lnTo>
                    <a:lnTo>
                      <a:pt x="171" y="112"/>
                    </a:lnTo>
                    <a:lnTo>
                      <a:pt x="156" y="56"/>
                    </a:lnTo>
                    <a:lnTo>
                      <a:pt x="141" y="0"/>
                    </a:lnTo>
                    <a:lnTo>
                      <a:pt x="103" y="20"/>
                    </a:lnTo>
                    <a:lnTo>
                      <a:pt x="66" y="41"/>
                    </a:lnTo>
                    <a:lnTo>
                      <a:pt x="32" y="60"/>
                    </a:ln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3F8D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7" name="Freeform 168"/>
              <p:cNvSpPr>
                <a:spLocks/>
              </p:cNvSpPr>
              <p:nvPr/>
            </p:nvSpPr>
            <p:spPr bwMode="auto">
              <a:xfrm>
                <a:off x="650" y="1535"/>
                <a:ext cx="37" cy="60"/>
              </a:xfrm>
              <a:custGeom>
                <a:avLst/>
                <a:gdLst>
                  <a:gd name="T0" fmla="*/ 0 w 292"/>
                  <a:gd name="T1" fmla="*/ 1 h 476"/>
                  <a:gd name="T2" fmla="*/ 0 w 292"/>
                  <a:gd name="T3" fmla="*/ 2 h 476"/>
                  <a:gd name="T4" fmla="*/ 0 w 292"/>
                  <a:gd name="T5" fmla="*/ 3 h 476"/>
                  <a:gd name="T6" fmla="*/ 1 w 292"/>
                  <a:gd name="T7" fmla="*/ 4 h 476"/>
                  <a:gd name="T8" fmla="*/ 1 w 292"/>
                  <a:gd name="T9" fmla="*/ 4 h 476"/>
                  <a:gd name="T10" fmla="*/ 1 w 292"/>
                  <a:gd name="T11" fmla="*/ 5 h 476"/>
                  <a:gd name="T12" fmla="*/ 2 w 292"/>
                  <a:gd name="T13" fmla="*/ 6 h 476"/>
                  <a:gd name="T14" fmla="*/ 2 w 292"/>
                  <a:gd name="T15" fmla="*/ 7 h 476"/>
                  <a:gd name="T16" fmla="*/ 2 w 292"/>
                  <a:gd name="T17" fmla="*/ 8 h 476"/>
                  <a:gd name="T18" fmla="*/ 2 w 292"/>
                  <a:gd name="T19" fmla="*/ 8 h 476"/>
                  <a:gd name="T20" fmla="*/ 3 w 292"/>
                  <a:gd name="T21" fmla="*/ 8 h 476"/>
                  <a:gd name="T22" fmla="*/ 3 w 292"/>
                  <a:gd name="T23" fmla="*/ 8 h 476"/>
                  <a:gd name="T24" fmla="*/ 3 w 292"/>
                  <a:gd name="T25" fmla="*/ 8 h 476"/>
                  <a:gd name="T26" fmla="*/ 4 w 292"/>
                  <a:gd name="T27" fmla="*/ 8 h 476"/>
                  <a:gd name="T28" fmla="*/ 4 w 292"/>
                  <a:gd name="T29" fmla="*/ 8 h 476"/>
                  <a:gd name="T30" fmla="*/ 4 w 292"/>
                  <a:gd name="T31" fmla="*/ 7 h 476"/>
                  <a:gd name="T32" fmla="*/ 5 w 292"/>
                  <a:gd name="T33" fmla="*/ 7 h 476"/>
                  <a:gd name="T34" fmla="*/ 4 w 292"/>
                  <a:gd name="T35" fmla="*/ 7 h 476"/>
                  <a:gd name="T36" fmla="*/ 4 w 292"/>
                  <a:gd name="T37" fmla="*/ 6 h 476"/>
                  <a:gd name="T38" fmla="*/ 4 w 292"/>
                  <a:gd name="T39" fmla="*/ 5 h 476"/>
                  <a:gd name="T40" fmla="*/ 3 w 292"/>
                  <a:gd name="T41" fmla="*/ 4 h 476"/>
                  <a:gd name="T42" fmla="*/ 3 w 292"/>
                  <a:gd name="T43" fmla="*/ 3 h 476"/>
                  <a:gd name="T44" fmla="*/ 3 w 292"/>
                  <a:gd name="T45" fmla="*/ 2 h 476"/>
                  <a:gd name="T46" fmla="*/ 3 w 292"/>
                  <a:gd name="T47" fmla="*/ 1 h 476"/>
                  <a:gd name="T48" fmla="*/ 2 w 292"/>
                  <a:gd name="T49" fmla="*/ 0 h 476"/>
                  <a:gd name="T50" fmla="*/ 2 w 292"/>
                  <a:gd name="T51" fmla="*/ 0 h 476"/>
                  <a:gd name="T52" fmla="*/ 1 w 292"/>
                  <a:gd name="T53" fmla="*/ 1 h 476"/>
                  <a:gd name="T54" fmla="*/ 1 w 292"/>
                  <a:gd name="T55" fmla="*/ 1 h 476"/>
                  <a:gd name="T56" fmla="*/ 0 w 292"/>
                  <a:gd name="T57" fmla="*/ 1 h 47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92"/>
                  <a:gd name="T88" fmla="*/ 0 h 476"/>
                  <a:gd name="T89" fmla="*/ 292 w 292"/>
                  <a:gd name="T90" fmla="*/ 476 h 47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92" h="476">
                    <a:moveTo>
                      <a:pt x="0" y="75"/>
                    </a:moveTo>
                    <a:lnTo>
                      <a:pt x="13" y="125"/>
                    </a:lnTo>
                    <a:lnTo>
                      <a:pt x="27" y="176"/>
                    </a:lnTo>
                    <a:lnTo>
                      <a:pt x="41" y="227"/>
                    </a:lnTo>
                    <a:lnTo>
                      <a:pt x="57" y="278"/>
                    </a:lnTo>
                    <a:lnTo>
                      <a:pt x="73" y="328"/>
                    </a:lnTo>
                    <a:lnTo>
                      <a:pt x="91" y="378"/>
                    </a:lnTo>
                    <a:lnTo>
                      <a:pt x="109" y="428"/>
                    </a:lnTo>
                    <a:lnTo>
                      <a:pt x="127" y="476"/>
                    </a:lnTo>
                    <a:lnTo>
                      <a:pt x="146" y="476"/>
                    </a:lnTo>
                    <a:lnTo>
                      <a:pt x="166" y="475"/>
                    </a:lnTo>
                    <a:lnTo>
                      <a:pt x="186" y="475"/>
                    </a:lnTo>
                    <a:lnTo>
                      <a:pt x="207" y="474"/>
                    </a:lnTo>
                    <a:lnTo>
                      <a:pt x="228" y="474"/>
                    </a:lnTo>
                    <a:lnTo>
                      <a:pt x="249" y="473"/>
                    </a:lnTo>
                    <a:lnTo>
                      <a:pt x="270" y="472"/>
                    </a:lnTo>
                    <a:lnTo>
                      <a:pt x="292" y="471"/>
                    </a:lnTo>
                    <a:lnTo>
                      <a:pt x="270" y="414"/>
                    </a:lnTo>
                    <a:lnTo>
                      <a:pt x="249" y="356"/>
                    </a:lnTo>
                    <a:lnTo>
                      <a:pt x="228" y="298"/>
                    </a:lnTo>
                    <a:lnTo>
                      <a:pt x="209" y="240"/>
                    </a:lnTo>
                    <a:lnTo>
                      <a:pt x="191" y="181"/>
                    </a:lnTo>
                    <a:lnTo>
                      <a:pt x="173" y="120"/>
                    </a:lnTo>
                    <a:lnTo>
                      <a:pt x="157" y="61"/>
                    </a:lnTo>
                    <a:lnTo>
                      <a:pt x="142" y="0"/>
                    </a:lnTo>
                    <a:lnTo>
                      <a:pt x="103" y="19"/>
                    </a:lnTo>
                    <a:lnTo>
                      <a:pt x="67" y="37"/>
                    </a:lnTo>
                    <a:lnTo>
                      <a:pt x="33" y="56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408E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8" name="Freeform 169"/>
              <p:cNvSpPr>
                <a:spLocks/>
              </p:cNvSpPr>
              <p:nvPr/>
            </p:nvSpPr>
            <p:spPr bwMode="auto">
              <a:xfrm>
                <a:off x="659" y="1531"/>
                <a:ext cx="38" cy="64"/>
              </a:xfrm>
              <a:custGeom>
                <a:avLst/>
                <a:gdLst>
                  <a:gd name="T0" fmla="*/ 0 w 304"/>
                  <a:gd name="T1" fmla="*/ 1 h 507"/>
                  <a:gd name="T2" fmla="*/ 0 w 304"/>
                  <a:gd name="T3" fmla="*/ 2 h 507"/>
                  <a:gd name="T4" fmla="*/ 1 w 304"/>
                  <a:gd name="T5" fmla="*/ 3 h 507"/>
                  <a:gd name="T6" fmla="*/ 1 w 304"/>
                  <a:gd name="T7" fmla="*/ 4 h 507"/>
                  <a:gd name="T8" fmla="*/ 1 w 304"/>
                  <a:gd name="T9" fmla="*/ 5 h 507"/>
                  <a:gd name="T10" fmla="*/ 1 w 304"/>
                  <a:gd name="T11" fmla="*/ 6 h 507"/>
                  <a:gd name="T12" fmla="*/ 1 w 304"/>
                  <a:gd name="T13" fmla="*/ 6 h 507"/>
                  <a:gd name="T14" fmla="*/ 2 w 304"/>
                  <a:gd name="T15" fmla="*/ 7 h 507"/>
                  <a:gd name="T16" fmla="*/ 2 w 304"/>
                  <a:gd name="T17" fmla="*/ 8 h 507"/>
                  <a:gd name="T18" fmla="*/ 2 w 304"/>
                  <a:gd name="T19" fmla="*/ 8 h 507"/>
                  <a:gd name="T20" fmla="*/ 3 w 304"/>
                  <a:gd name="T21" fmla="*/ 8 h 507"/>
                  <a:gd name="T22" fmla="*/ 3 w 304"/>
                  <a:gd name="T23" fmla="*/ 8 h 507"/>
                  <a:gd name="T24" fmla="*/ 3 w 304"/>
                  <a:gd name="T25" fmla="*/ 8 h 507"/>
                  <a:gd name="T26" fmla="*/ 4 w 304"/>
                  <a:gd name="T27" fmla="*/ 8 h 507"/>
                  <a:gd name="T28" fmla="*/ 4 w 304"/>
                  <a:gd name="T29" fmla="*/ 8 h 507"/>
                  <a:gd name="T30" fmla="*/ 4 w 304"/>
                  <a:gd name="T31" fmla="*/ 8 h 507"/>
                  <a:gd name="T32" fmla="*/ 5 w 304"/>
                  <a:gd name="T33" fmla="*/ 8 h 507"/>
                  <a:gd name="T34" fmla="*/ 4 w 304"/>
                  <a:gd name="T35" fmla="*/ 7 h 507"/>
                  <a:gd name="T36" fmla="*/ 4 w 304"/>
                  <a:gd name="T37" fmla="*/ 6 h 507"/>
                  <a:gd name="T38" fmla="*/ 4 w 304"/>
                  <a:gd name="T39" fmla="*/ 5 h 507"/>
                  <a:gd name="T40" fmla="*/ 3 w 304"/>
                  <a:gd name="T41" fmla="*/ 4 h 507"/>
                  <a:gd name="T42" fmla="*/ 3 w 304"/>
                  <a:gd name="T43" fmla="*/ 3 h 507"/>
                  <a:gd name="T44" fmla="*/ 3 w 304"/>
                  <a:gd name="T45" fmla="*/ 2 h 507"/>
                  <a:gd name="T46" fmla="*/ 2 w 304"/>
                  <a:gd name="T47" fmla="*/ 1 h 507"/>
                  <a:gd name="T48" fmla="*/ 2 w 304"/>
                  <a:gd name="T49" fmla="*/ 0 h 507"/>
                  <a:gd name="T50" fmla="*/ 2 w 304"/>
                  <a:gd name="T51" fmla="*/ 0 h 507"/>
                  <a:gd name="T52" fmla="*/ 1 w 304"/>
                  <a:gd name="T53" fmla="*/ 1 h 507"/>
                  <a:gd name="T54" fmla="*/ 1 w 304"/>
                  <a:gd name="T55" fmla="*/ 1 h 507"/>
                  <a:gd name="T56" fmla="*/ 0 w 304"/>
                  <a:gd name="T57" fmla="*/ 1 h 50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04"/>
                  <a:gd name="T88" fmla="*/ 0 h 507"/>
                  <a:gd name="T89" fmla="*/ 304 w 304"/>
                  <a:gd name="T90" fmla="*/ 507 h 50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04" h="507">
                    <a:moveTo>
                      <a:pt x="0" y="69"/>
                    </a:moveTo>
                    <a:lnTo>
                      <a:pt x="15" y="125"/>
                    </a:lnTo>
                    <a:lnTo>
                      <a:pt x="29" y="181"/>
                    </a:lnTo>
                    <a:lnTo>
                      <a:pt x="46" y="236"/>
                    </a:lnTo>
                    <a:lnTo>
                      <a:pt x="62" y="291"/>
                    </a:lnTo>
                    <a:lnTo>
                      <a:pt x="81" y="346"/>
                    </a:lnTo>
                    <a:lnTo>
                      <a:pt x="100" y="400"/>
                    </a:lnTo>
                    <a:lnTo>
                      <a:pt x="119" y="454"/>
                    </a:lnTo>
                    <a:lnTo>
                      <a:pt x="139" y="507"/>
                    </a:lnTo>
                    <a:lnTo>
                      <a:pt x="159" y="507"/>
                    </a:lnTo>
                    <a:lnTo>
                      <a:pt x="179" y="506"/>
                    </a:lnTo>
                    <a:lnTo>
                      <a:pt x="199" y="505"/>
                    </a:lnTo>
                    <a:lnTo>
                      <a:pt x="220" y="504"/>
                    </a:lnTo>
                    <a:lnTo>
                      <a:pt x="241" y="503"/>
                    </a:lnTo>
                    <a:lnTo>
                      <a:pt x="262" y="501"/>
                    </a:lnTo>
                    <a:lnTo>
                      <a:pt x="282" y="500"/>
                    </a:lnTo>
                    <a:lnTo>
                      <a:pt x="304" y="498"/>
                    </a:lnTo>
                    <a:lnTo>
                      <a:pt x="280" y="438"/>
                    </a:lnTo>
                    <a:lnTo>
                      <a:pt x="257" y="376"/>
                    </a:lnTo>
                    <a:lnTo>
                      <a:pt x="236" y="315"/>
                    </a:lnTo>
                    <a:lnTo>
                      <a:pt x="215" y="253"/>
                    </a:lnTo>
                    <a:lnTo>
                      <a:pt x="195" y="191"/>
                    </a:lnTo>
                    <a:lnTo>
                      <a:pt x="177" y="127"/>
                    </a:lnTo>
                    <a:lnTo>
                      <a:pt x="160" y="64"/>
                    </a:lnTo>
                    <a:lnTo>
                      <a:pt x="144" y="0"/>
                    </a:lnTo>
                    <a:lnTo>
                      <a:pt x="106" y="17"/>
                    </a:lnTo>
                    <a:lnTo>
                      <a:pt x="70" y="34"/>
                    </a:lnTo>
                    <a:lnTo>
                      <a:pt x="34" y="52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428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9" name="Freeform 170"/>
              <p:cNvSpPr>
                <a:spLocks/>
              </p:cNvSpPr>
              <p:nvPr/>
            </p:nvSpPr>
            <p:spPr bwMode="auto">
              <a:xfrm>
                <a:off x="668" y="1527"/>
                <a:ext cx="39" cy="67"/>
              </a:xfrm>
              <a:custGeom>
                <a:avLst/>
                <a:gdLst>
                  <a:gd name="T0" fmla="*/ 0 w 314"/>
                  <a:gd name="T1" fmla="*/ 1 h 537"/>
                  <a:gd name="T2" fmla="*/ 0 w 314"/>
                  <a:gd name="T3" fmla="*/ 2 h 537"/>
                  <a:gd name="T4" fmla="*/ 0 w 314"/>
                  <a:gd name="T5" fmla="*/ 3 h 537"/>
                  <a:gd name="T6" fmla="*/ 1 w 314"/>
                  <a:gd name="T7" fmla="*/ 4 h 537"/>
                  <a:gd name="T8" fmla="*/ 1 w 314"/>
                  <a:gd name="T9" fmla="*/ 5 h 537"/>
                  <a:gd name="T10" fmla="*/ 1 w 314"/>
                  <a:gd name="T11" fmla="*/ 6 h 537"/>
                  <a:gd name="T12" fmla="*/ 2 w 314"/>
                  <a:gd name="T13" fmla="*/ 7 h 537"/>
                  <a:gd name="T14" fmla="*/ 2 w 314"/>
                  <a:gd name="T15" fmla="*/ 7 h 537"/>
                  <a:gd name="T16" fmla="*/ 2 w 314"/>
                  <a:gd name="T17" fmla="*/ 8 h 537"/>
                  <a:gd name="T18" fmla="*/ 3 w 314"/>
                  <a:gd name="T19" fmla="*/ 8 h 537"/>
                  <a:gd name="T20" fmla="*/ 3 w 314"/>
                  <a:gd name="T21" fmla="*/ 8 h 537"/>
                  <a:gd name="T22" fmla="*/ 3 w 314"/>
                  <a:gd name="T23" fmla="*/ 8 h 537"/>
                  <a:gd name="T24" fmla="*/ 4 w 314"/>
                  <a:gd name="T25" fmla="*/ 8 h 537"/>
                  <a:gd name="T26" fmla="*/ 4 w 314"/>
                  <a:gd name="T27" fmla="*/ 8 h 537"/>
                  <a:gd name="T28" fmla="*/ 4 w 314"/>
                  <a:gd name="T29" fmla="*/ 8 h 537"/>
                  <a:gd name="T30" fmla="*/ 4 w 314"/>
                  <a:gd name="T31" fmla="*/ 8 h 537"/>
                  <a:gd name="T32" fmla="*/ 5 w 314"/>
                  <a:gd name="T33" fmla="*/ 8 h 537"/>
                  <a:gd name="T34" fmla="*/ 4 w 314"/>
                  <a:gd name="T35" fmla="*/ 7 h 537"/>
                  <a:gd name="T36" fmla="*/ 4 w 314"/>
                  <a:gd name="T37" fmla="*/ 6 h 537"/>
                  <a:gd name="T38" fmla="*/ 4 w 314"/>
                  <a:gd name="T39" fmla="*/ 5 h 537"/>
                  <a:gd name="T40" fmla="*/ 3 w 314"/>
                  <a:gd name="T41" fmla="*/ 4 h 537"/>
                  <a:gd name="T42" fmla="*/ 3 w 314"/>
                  <a:gd name="T43" fmla="*/ 3 h 537"/>
                  <a:gd name="T44" fmla="*/ 3 w 314"/>
                  <a:gd name="T45" fmla="*/ 2 h 537"/>
                  <a:gd name="T46" fmla="*/ 2 w 314"/>
                  <a:gd name="T47" fmla="*/ 1 h 537"/>
                  <a:gd name="T48" fmla="*/ 2 w 314"/>
                  <a:gd name="T49" fmla="*/ 0 h 537"/>
                  <a:gd name="T50" fmla="*/ 2 w 314"/>
                  <a:gd name="T51" fmla="*/ 0 h 537"/>
                  <a:gd name="T52" fmla="*/ 1 w 314"/>
                  <a:gd name="T53" fmla="*/ 0 h 537"/>
                  <a:gd name="T54" fmla="*/ 0 w 314"/>
                  <a:gd name="T55" fmla="*/ 1 h 537"/>
                  <a:gd name="T56" fmla="*/ 0 w 314"/>
                  <a:gd name="T57" fmla="*/ 1 h 53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14"/>
                  <a:gd name="T88" fmla="*/ 0 h 537"/>
                  <a:gd name="T89" fmla="*/ 314 w 314"/>
                  <a:gd name="T90" fmla="*/ 537 h 53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14" h="537">
                    <a:moveTo>
                      <a:pt x="0" y="66"/>
                    </a:moveTo>
                    <a:lnTo>
                      <a:pt x="15" y="127"/>
                    </a:lnTo>
                    <a:lnTo>
                      <a:pt x="31" y="186"/>
                    </a:lnTo>
                    <a:lnTo>
                      <a:pt x="49" y="247"/>
                    </a:lnTo>
                    <a:lnTo>
                      <a:pt x="67" y="306"/>
                    </a:lnTo>
                    <a:lnTo>
                      <a:pt x="86" y="364"/>
                    </a:lnTo>
                    <a:lnTo>
                      <a:pt x="107" y="422"/>
                    </a:lnTo>
                    <a:lnTo>
                      <a:pt x="128" y="480"/>
                    </a:lnTo>
                    <a:lnTo>
                      <a:pt x="150" y="537"/>
                    </a:lnTo>
                    <a:lnTo>
                      <a:pt x="170" y="536"/>
                    </a:lnTo>
                    <a:lnTo>
                      <a:pt x="190" y="534"/>
                    </a:lnTo>
                    <a:lnTo>
                      <a:pt x="210" y="533"/>
                    </a:lnTo>
                    <a:lnTo>
                      <a:pt x="230" y="531"/>
                    </a:lnTo>
                    <a:lnTo>
                      <a:pt x="251" y="530"/>
                    </a:lnTo>
                    <a:lnTo>
                      <a:pt x="272" y="528"/>
                    </a:lnTo>
                    <a:lnTo>
                      <a:pt x="292" y="526"/>
                    </a:lnTo>
                    <a:lnTo>
                      <a:pt x="314" y="524"/>
                    </a:lnTo>
                    <a:lnTo>
                      <a:pt x="288" y="460"/>
                    </a:lnTo>
                    <a:lnTo>
                      <a:pt x="263" y="397"/>
                    </a:lnTo>
                    <a:lnTo>
                      <a:pt x="240" y="333"/>
                    </a:lnTo>
                    <a:lnTo>
                      <a:pt x="219" y="267"/>
                    </a:lnTo>
                    <a:lnTo>
                      <a:pt x="198" y="201"/>
                    </a:lnTo>
                    <a:lnTo>
                      <a:pt x="178" y="134"/>
                    </a:lnTo>
                    <a:lnTo>
                      <a:pt x="161" y="68"/>
                    </a:lnTo>
                    <a:lnTo>
                      <a:pt x="144" y="0"/>
                    </a:lnTo>
                    <a:lnTo>
                      <a:pt x="107" y="17"/>
                    </a:lnTo>
                    <a:lnTo>
                      <a:pt x="70" y="34"/>
                    </a:lnTo>
                    <a:lnTo>
                      <a:pt x="34" y="49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4591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0" name="Freeform 171"/>
              <p:cNvSpPr>
                <a:spLocks/>
              </p:cNvSpPr>
              <p:nvPr/>
            </p:nvSpPr>
            <p:spPr bwMode="auto">
              <a:xfrm>
                <a:off x="677" y="1523"/>
                <a:ext cx="40" cy="70"/>
              </a:xfrm>
              <a:custGeom>
                <a:avLst/>
                <a:gdLst>
                  <a:gd name="T0" fmla="*/ 0 w 323"/>
                  <a:gd name="T1" fmla="*/ 1 h 562"/>
                  <a:gd name="T2" fmla="*/ 0 w 323"/>
                  <a:gd name="T3" fmla="*/ 2 h 562"/>
                  <a:gd name="T4" fmla="*/ 0 w 323"/>
                  <a:gd name="T5" fmla="*/ 3 h 562"/>
                  <a:gd name="T6" fmla="*/ 1 w 323"/>
                  <a:gd name="T7" fmla="*/ 4 h 562"/>
                  <a:gd name="T8" fmla="*/ 1 w 323"/>
                  <a:gd name="T9" fmla="*/ 5 h 562"/>
                  <a:gd name="T10" fmla="*/ 1 w 323"/>
                  <a:gd name="T11" fmla="*/ 6 h 562"/>
                  <a:gd name="T12" fmla="*/ 2 w 323"/>
                  <a:gd name="T13" fmla="*/ 7 h 562"/>
                  <a:gd name="T14" fmla="*/ 2 w 323"/>
                  <a:gd name="T15" fmla="*/ 8 h 562"/>
                  <a:gd name="T16" fmla="*/ 2 w 323"/>
                  <a:gd name="T17" fmla="*/ 9 h 562"/>
                  <a:gd name="T18" fmla="*/ 3 w 323"/>
                  <a:gd name="T19" fmla="*/ 9 h 562"/>
                  <a:gd name="T20" fmla="*/ 3 w 323"/>
                  <a:gd name="T21" fmla="*/ 9 h 562"/>
                  <a:gd name="T22" fmla="*/ 3 w 323"/>
                  <a:gd name="T23" fmla="*/ 9 h 562"/>
                  <a:gd name="T24" fmla="*/ 4 w 323"/>
                  <a:gd name="T25" fmla="*/ 9 h 562"/>
                  <a:gd name="T26" fmla="*/ 4 w 323"/>
                  <a:gd name="T27" fmla="*/ 9 h 562"/>
                  <a:gd name="T28" fmla="*/ 4 w 323"/>
                  <a:gd name="T29" fmla="*/ 9 h 562"/>
                  <a:gd name="T30" fmla="*/ 5 w 323"/>
                  <a:gd name="T31" fmla="*/ 8 h 562"/>
                  <a:gd name="T32" fmla="*/ 5 w 323"/>
                  <a:gd name="T33" fmla="*/ 8 h 562"/>
                  <a:gd name="T34" fmla="*/ 5 w 323"/>
                  <a:gd name="T35" fmla="*/ 7 h 562"/>
                  <a:gd name="T36" fmla="*/ 4 w 323"/>
                  <a:gd name="T37" fmla="*/ 6 h 562"/>
                  <a:gd name="T38" fmla="*/ 4 w 323"/>
                  <a:gd name="T39" fmla="*/ 5 h 562"/>
                  <a:gd name="T40" fmla="*/ 3 w 323"/>
                  <a:gd name="T41" fmla="*/ 4 h 562"/>
                  <a:gd name="T42" fmla="*/ 3 w 323"/>
                  <a:gd name="T43" fmla="*/ 3 h 562"/>
                  <a:gd name="T44" fmla="*/ 3 w 323"/>
                  <a:gd name="T45" fmla="*/ 2 h 562"/>
                  <a:gd name="T46" fmla="*/ 2 w 323"/>
                  <a:gd name="T47" fmla="*/ 1 h 562"/>
                  <a:gd name="T48" fmla="*/ 2 w 323"/>
                  <a:gd name="T49" fmla="*/ 0 h 562"/>
                  <a:gd name="T50" fmla="*/ 2 w 323"/>
                  <a:gd name="T51" fmla="*/ 0 h 562"/>
                  <a:gd name="T52" fmla="*/ 1 w 323"/>
                  <a:gd name="T53" fmla="*/ 0 h 562"/>
                  <a:gd name="T54" fmla="*/ 0 w 323"/>
                  <a:gd name="T55" fmla="*/ 1 h 562"/>
                  <a:gd name="T56" fmla="*/ 0 w 323"/>
                  <a:gd name="T57" fmla="*/ 1 h 56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23"/>
                  <a:gd name="T88" fmla="*/ 0 h 562"/>
                  <a:gd name="T89" fmla="*/ 323 w 323"/>
                  <a:gd name="T90" fmla="*/ 562 h 562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23" h="562">
                    <a:moveTo>
                      <a:pt x="0" y="64"/>
                    </a:moveTo>
                    <a:lnTo>
                      <a:pt x="16" y="128"/>
                    </a:lnTo>
                    <a:lnTo>
                      <a:pt x="33" y="191"/>
                    </a:lnTo>
                    <a:lnTo>
                      <a:pt x="51" y="255"/>
                    </a:lnTo>
                    <a:lnTo>
                      <a:pt x="71" y="317"/>
                    </a:lnTo>
                    <a:lnTo>
                      <a:pt x="92" y="379"/>
                    </a:lnTo>
                    <a:lnTo>
                      <a:pt x="113" y="440"/>
                    </a:lnTo>
                    <a:lnTo>
                      <a:pt x="136" y="502"/>
                    </a:lnTo>
                    <a:lnTo>
                      <a:pt x="160" y="562"/>
                    </a:lnTo>
                    <a:lnTo>
                      <a:pt x="180" y="561"/>
                    </a:lnTo>
                    <a:lnTo>
                      <a:pt x="200" y="559"/>
                    </a:lnTo>
                    <a:lnTo>
                      <a:pt x="220" y="557"/>
                    </a:lnTo>
                    <a:lnTo>
                      <a:pt x="240" y="555"/>
                    </a:lnTo>
                    <a:lnTo>
                      <a:pt x="261" y="553"/>
                    </a:lnTo>
                    <a:lnTo>
                      <a:pt x="282" y="550"/>
                    </a:lnTo>
                    <a:lnTo>
                      <a:pt x="302" y="548"/>
                    </a:lnTo>
                    <a:lnTo>
                      <a:pt x="323" y="546"/>
                    </a:lnTo>
                    <a:lnTo>
                      <a:pt x="296" y="480"/>
                    </a:lnTo>
                    <a:lnTo>
                      <a:pt x="270" y="413"/>
                    </a:lnTo>
                    <a:lnTo>
                      <a:pt x="245" y="347"/>
                    </a:lnTo>
                    <a:lnTo>
                      <a:pt x="222" y="279"/>
                    </a:lnTo>
                    <a:lnTo>
                      <a:pt x="201" y="210"/>
                    </a:lnTo>
                    <a:lnTo>
                      <a:pt x="181" y="140"/>
                    </a:lnTo>
                    <a:lnTo>
                      <a:pt x="162" y="71"/>
                    </a:lnTo>
                    <a:lnTo>
                      <a:pt x="146" y="0"/>
                    </a:lnTo>
                    <a:lnTo>
                      <a:pt x="108" y="16"/>
                    </a:lnTo>
                    <a:lnTo>
                      <a:pt x="71" y="31"/>
                    </a:lnTo>
                    <a:lnTo>
                      <a:pt x="35" y="47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47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1" name="Freeform 172"/>
              <p:cNvSpPr>
                <a:spLocks/>
              </p:cNvSpPr>
              <p:nvPr/>
            </p:nvSpPr>
            <p:spPr bwMode="auto">
              <a:xfrm>
                <a:off x="686" y="1519"/>
                <a:ext cx="41" cy="73"/>
              </a:xfrm>
              <a:custGeom>
                <a:avLst/>
                <a:gdLst>
                  <a:gd name="T0" fmla="*/ 0 w 332"/>
                  <a:gd name="T1" fmla="*/ 1 h 585"/>
                  <a:gd name="T2" fmla="*/ 0 w 332"/>
                  <a:gd name="T3" fmla="*/ 2 h 585"/>
                  <a:gd name="T4" fmla="*/ 0 w 332"/>
                  <a:gd name="T5" fmla="*/ 3 h 585"/>
                  <a:gd name="T6" fmla="*/ 1 w 332"/>
                  <a:gd name="T7" fmla="*/ 4 h 585"/>
                  <a:gd name="T8" fmla="*/ 1 w 332"/>
                  <a:gd name="T9" fmla="*/ 5 h 585"/>
                  <a:gd name="T10" fmla="*/ 1 w 332"/>
                  <a:gd name="T11" fmla="*/ 6 h 585"/>
                  <a:gd name="T12" fmla="*/ 2 w 332"/>
                  <a:gd name="T13" fmla="*/ 7 h 585"/>
                  <a:gd name="T14" fmla="*/ 2 w 332"/>
                  <a:gd name="T15" fmla="*/ 8 h 585"/>
                  <a:gd name="T16" fmla="*/ 3 w 332"/>
                  <a:gd name="T17" fmla="*/ 9 h 585"/>
                  <a:gd name="T18" fmla="*/ 3 w 332"/>
                  <a:gd name="T19" fmla="*/ 9 h 585"/>
                  <a:gd name="T20" fmla="*/ 3 w 332"/>
                  <a:gd name="T21" fmla="*/ 9 h 585"/>
                  <a:gd name="T22" fmla="*/ 3 w 332"/>
                  <a:gd name="T23" fmla="*/ 9 h 585"/>
                  <a:gd name="T24" fmla="*/ 4 w 332"/>
                  <a:gd name="T25" fmla="*/ 9 h 585"/>
                  <a:gd name="T26" fmla="*/ 4 w 332"/>
                  <a:gd name="T27" fmla="*/ 9 h 585"/>
                  <a:gd name="T28" fmla="*/ 4 w 332"/>
                  <a:gd name="T29" fmla="*/ 9 h 585"/>
                  <a:gd name="T30" fmla="*/ 5 w 332"/>
                  <a:gd name="T31" fmla="*/ 9 h 585"/>
                  <a:gd name="T32" fmla="*/ 5 w 332"/>
                  <a:gd name="T33" fmla="*/ 9 h 585"/>
                  <a:gd name="T34" fmla="*/ 5 w 332"/>
                  <a:gd name="T35" fmla="*/ 8 h 585"/>
                  <a:gd name="T36" fmla="*/ 4 w 332"/>
                  <a:gd name="T37" fmla="*/ 7 h 585"/>
                  <a:gd name="T38" fmla="*/ 4 w 332"/>
                  <a:gd name="T39" fmla="*/ 6 h 585"/>
                  <a:gd name="T40" fmla="*/ 3 w 332"/>
                  <a:gd name="T41" fmla="*/ 4 h 585"/>
                  <a:gd name="T42" fmla="*/ 3 w 332"/>
                  <a:gd name="T43" fmla="*/ 3 h 585"/>
                  <a:gd name="T44" fmla="*/ 3 w 332"/>
                  <a:gd name="T45" fmla="*/ 2 h 585"/>
                  <a:gd name="T46" fmla="*/ 2 w 332"/>
                  <a:gd name="T47" fmla="*/ 1 h 585"/>
                  <a:gd name="T48" fmla="*/ 2 w 332"/>
                  <a:gd name="T49" fmla="*/ 0 h 585"/>
                  <a:gd name="T50" fmla="*/ 2 w 332"/>
                  <a:gd name="T51" fmla="*/ 0 h 585"/>
                  <a:gd name="T52" fmla="*/ 1 w 332"/>
                  <a:gd name="T53" fmla="*/ 0 h 585"/>
                  <a:gd name="T54" fmla="*/ 0 w 332"/>
                  <a:gd name="T55" fmla="*/ 1 h 585"/>
                  <a:gd name="T56" fmla="*/ 0 w 332"/>
                  <a:gd name="T57" fmla="*/ 1 h 5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32"/>
                  <a:gd name="T88" fmla="*/ 0 h 585"/>
                  <a:gd name="T89" fmla="*/ 332 w 332"/>
                  <a:gd name="T90" fmla="*/ 585 h 58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32" h="585">
                    <a:moveTo>
                      <a:pt x="0" y="61"/>
                    </a:moveTo>
                    <a:lnTo>
                      <a:pt x="17" y="129"/>
                    </a:lnTo>
                    <a:lnTo>
                      <a:pt x="34" y="195"/>
                    </a:lnTo>
                    <a:lnTo>
                      <a:pt x="54" y="262"/>
                    </a:lnTo>
                    <a:lnTo>
                      <a:pt x="75" y="328"/>
                    </a:lnTo>
                    <a:lnTo>
                      <a:pt x="96" y="394"/>
                    </a:lnTo>
                    <a:lnTo>
                      <a:pt x="119" y="458"/>
                    </a:lnTo>
                    <a:lnTo>
                      <a:pt x="144" y="521"/>
                    </a:lnTo>
                    <a:lnTo>
                      <a:pt x="170" y="585"/>
                    </a:lnTo>
                    <a:lnTo>
                      <a:pt x="190" y="583"/>
                    </a:lnTo>
                    <a:lnTo>
                      <a:pt x="210" y="580"/>
                    </a:lnTo>
                    <a:lnTo>
                      <a:pt x="229" y="578"/>
                    </a:lnTo>
                    <a:lnTo>
                      <a:pt x="249" y="576"/>
                    </a:lnTo>
                    <a:lnTo>
                      <a:pt x="270" y="574"/>
                    </a:lnTo>
                    <a:lnTo>
                      <a:pt x="291" y="571"/>
                    </a:lnTo>
                    <a:lnTo>
                      <a:pt x="311" y="569"/>
                    </a:lnTo>
                    <a:lnTo>
                      <a:pt x="332" y="566"/>
                    </a:lnTo>
                    <a:lnTo>
                      <a:pt x="303" y="498"/>
                    </a:lnTo>
                    <a:lnTo>
                      <a:pt x="276" y="429"/>
                    </a:lnTo>
                    <a:lnTo>
                      <a:pt x="250" y="359"/>
                    </a:lnTo>
                    <a:lnTo>
                      <a:pt x="226" y="289"/>
                    </a:lnTo>
                    <a:lnTo>
                      <a:pt x="203" y="218"/>
                    </a:lnTo>
                    <a:lnTo>
                      <a:pt x="183" y="147"/>
                    </a:lnTo>
                    <a:lnTo>
                      <a:pt x="164" y="74"/>
                    </a:lnTo>
                    <a:lnTo>
                      <a:pt x="147" y="0"/>
                    </a:lnTo>
                    <a:lnTo>
                      <a:pt x="109" y="16"/>
                    </a:lnTo>
                    <a:lnTo>
                      <a:pt x="72" y="30"/>
                    </a:lnTo>
                    <a:lnTo>
                      <a:pt x="36" y="46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49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2" name="Freeform 173"/>
              <p:cNvSpPr>
                <a:spLocks/>
              </p:cNvSpPr>
              <p:nvPr/>
            </p:nvSpPr>
            <p:spPr bwMode="auto">
              <a:xfrm>
                <a:off x="695" y="1516"/>
                <a:ext cx="42" cy="75"/>
              </a:xfrm>
              <a:custGeom>
                <a:avLst/>
                <a:gdLst>
                  <a:gd name="T0" fmla="*/ 0 w 338"/>
                  <a:gd name="T1" fmla="*/ 1 h 605"/>
                  <a:gd name="T2" fmla="*/ 0 w 338"/>
                  <a:gd name="T3" fmla="*/ 2 h 605"/>
                  <a:gd name="T4" fmla="*/ 0 w 338"/>
                  <a:gd name="T5" fmla="*/ 3 h 605"/>
                  <a:gd name="T6" fmla="*/ 1 w 338"/>
                  <a:gd name="T7" fmla="*/ 4 h 605"/>
                  <a:gd name="T8" fmla="*/ 1 w 338"/>
                  <a:gd name="T9" fmla="*/ 5 h 605"/>
                  <a:gd name="T10" fmla="*/ 1 w 338"/>
                  <a:gd name="T11" fmla="*/ 6 h 605"/>
                  <a:gd name="T12" fmla="*/ 2 w 338"/>
                  <a:gd name="T13" fmla="*/ 7 h 605"/>
                  <a:gd name="T14" fmla="*/ 2 w 338"/>
                  <a:gd name="T15" fmla="*/ 8 h 605"/>
                  <a:gd name="T16" fmla="*/ 3 w 338"/>
                  <a:gd name="T17" fmla="*/ 9 h 605"/>
                  <a:gd name="T18" fmla="*/ 3 w 338"/>
                  <a:gd name="T19" fmla="*/ 9 h 605"/>
                  <a:gd name="T20" fmla="*/ 3 w 338"/>
                  <a:gd name="T21" fmla="*/ 9 h 605"/>
                  <a:gd name="T22" fmla="*/ 4 w 338"/>
                  <a:gd name="T23" fmla="*/ 9 h 605"/>
                  <a:gd name="T24" fmla="*/ 4 w 338"/>
                  <a:gd name="T25" fmla="*/ 9 h 605"/>
                  <a:gd name="T26" fmla="*/ 4 w 338"/>
                  <a:gd name="T27" fmla="*/ 9 h 605"/>
                  <a:gd name="T28" fmla="*/ 5 w 338"/>
                  <a:gd name="T29" fmla="*/ 9 h 605"/>
                  <a:gd name="T30" fmla="*/ 5 w 338"/>
                  <a:gd name="T31" fmla="*/ 9 h 605"/>
                  <a:gd name="T32" fmla="*/ 5 w 338"/>
                  <a:gd name="T33" fmla="*/ 9 h 605"/>
                  <a:gd name="T34" fmla="*/ 5 w 338"/>
                  <a:gd name="T35" fmla="*/ 8 h 605"/>
                  <a:gd name="T36" fmla="*/ 4 w 338"/>
                  <a:gd name="T37" fmla="*/ 7 h 605"/>
                  <a:gd name="T38" fmla="*/ 4 w 338"/>
                  <a:gd name="T39" fmla="*/ 6 h 605"/>
                  <a:gd name="T40" fmla="*/ 3 w 338"/>
                  <a:gd name="T41" fmla="*/ 5 h 605"/>
                  <a:gd name="T42" fmla="*/ 3 w 338"/>
                  <a:gd name="T43" fmla="*/ 3 h 605"/>
                  <a:gd name="T44" fmla="*/ 3 w 338"/>
                  <a:gd name="T45" fmla="*/ 2 h 605"/>
                  <a:gd name="T46" fmla="*/ 2 w 338"/>
                  <a:gd name="T47" fmla="*/ 1 h 605"/>
                  <a:gd name="T48" fmla="*/ 2 w 338"/>
                  <a:gd name="T49" fmla="*/ 0 h 605"/>
                  <a:gd name="T50" fmla="*/ 2 w 338"/>
                  <a:gd name="T51" fmla="*/ 0 h 605"/>
                  <a:gd name="T52" fmla="*/ 1 w 338"/>
                  <a:gd name="T53" fmla="*/ 0 h 605"/>
                  <a:gd name="T54" fmla="*/ 0 w 338"/>
                  <a:gd name="T55" fmla="*/ 1 h 605"/>
                  <a:gd name="T56" fmla="*/ 0 w 338"/>
                  <a:gd name="T57" fmla="*/ 1 h 60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38"/>
                  <a:gd name="T88" fmla="*/ 0 h 605"/>
                  <a:gd name="T89" fmla="*/ 338 w 338"/>
                  <a:gd name="T90" fmla="*/ 605 h 60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38" h="605">
                    <a:moveTo>
                      <a:pt x="0" y="59"/>
                    </a:moveTo>
                    <a:lnTo>
                      <a:pt x="16" y="130"/>
                    </a:lnTo>
                    <a:lnTo>
                      <a:pt x="35" y="199"/>
                    </a:lnTo>
                    <a:lnTo>
                      <a:pt x="55" y="269"/>
                    </a:lnTo>
                    <a:lnTo>
                      <a:pt x="76" y="338"/>
                    </a:lnTo>
                    <a:lnTo>
                      <a:pt x="99" y="406"/>
                    </a:lnTo>
                    <a:lnTo>
                      <a:pt x="123" y="472"/>
                    </a:lnTo>
                    <a:lnTo>
                      <a:pt x="150" y="540"/>
                    </a:lnTo>
                    <a:lnTo>
                      <a:pt x="177" y="605"/>
                    </a:lnTo>
                    <a:lnTo>
                      <a:pt x="197" y="603"/>
                    </a:lnTo>
                    <a:lnTo>
                      <a:pt x="217" y="600"/>
                    </a:lnTo>
                    <a:lnTo>
                      <a:pt x="236" y="598"/>
                    </a:lnTo>
                    <a:lnTo>
                      <a:pt x="256" y="596"/>
                    </a:lnTo>
                    <a:lnTo>
                      <a:pt x="277" y="593"/>
                    </a:lnTo>
                    <a:lnTo>
                      <a:pt x="298" y="590"/>
                    </a:lnTo>
                    <a:lnTo>
                      <a:pt x="317" y="588"/>
                    </a:lnTo>
                    <a:lnTo>
                      <a:pt x="338" y="585"/>
                    </a:lnTo>
                    <a:lnTo>
                      <a:pt x="308" y="514"/>
                    </a:lnTo>
                    <a:lnTo>
                      <a:pt x="280" y="443"/>
                    </a:lnTo>
                    <a:lnTo>
                      <a:pt x="253" y="372"/>
                    </a:lnTo>
                    <a:lnTo>
                      <a:pt x="228" y="299"/>
                    </a:lnTo>
                    <a:lnTo>
                      <a:pt x="205" y="225"/>
                    </a:lnTo>
                    <a:lnTo>
                      <a:pt x="183" y="152"/>
                    </a:lnTo>
                    <a:lnTo>
                      <a:pt x="164" y="76"/>
                    </a:lnTo>
                    <a:lnTo>
                      <a:pt x="147" y="0"/>
                    </a:lnTo>
                    <a:lnTo>
                      <a:pt x="109" y="15"/>
                    </a:lnTo>
                    <a:lnTo>
                      <a:pt x="71" y="29"/>
                    </a:lnTo>
                    <a:lnTo>
                      <a:pt x="35" y="45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4B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3" name="Freeform 174"/>
              <p:cNvSpPr>
                <a:spLocks/>
              </p:cNvSpPr>
              <p:nvPr/>
            </p:nvSpPr>
            <p:spPr bwMode="auto">
              <a:xfrm>
                <a:off x="704" y="1512"/>
                <a:ext cx="43" cy="78"/>
              </a:xfrm>
              <a:custGeom>
                <a:avLst/>
                <a:gdLst>
                  <a:gd name="T0" fmla="*/ 0 w 346"/>
                  <a:gd name="T1" fmla="*/ 1 h 622"/>
                  <a:gd name="T2" fmla="*/ 0 w 346"/>
                  <a:gd name="T3" fmla="*/ 2 h 622"/>
                  <a:gd name="T4" fmla="*/ 0 w 346"/>
                  <a:gd name="T5" fmla="*/ 3 h 622"/>
                  <a:gd name="T6" fmla="*/ 1 w 346"/>
                  <a:gd name="T7" fmla="*/ 4 h 622"/>
                  <a:gd name="T8" fmla="*/ 1 w 346"/>
                  <a:gd name="T9" fmla="*/ 5 h 622"/>
                  <a:gd name="T10" fmla="*/ 2 w 346"/>
                  <a:gd name="T11" fmla="*/ 7 h 622"/>
                  <a:gd name="T12" fmla="*/ 2 w 346"/>
                  <a:gd name="T13" fmla="*/ 8 h 622"/>
                  <a:gd name="T14" fmla="*/ 2 w 346"/>
                  <a:gd name="T15" fmla="*/ 9 h 622"/>
                  <a:gd name="T16" fmla="*/ 3 w 346"/>
                  <a:gd name="T17" fmla="*/ 10 h 622"/>
                  <a:gd name="T18" fmla="*/ 3 w 346"/>
                  <a:gd name="T19" fmla="*/ 10 h 622"/>
                  <a:gd name="T20" fmla="*/ 3 w 346"/>
                  <a:gd name="T21" fmla="*/ 10 h 622"/>
                  <a:gd name="T22" fmla="*/ 4 w 346"/>
                  <a:gd name="T23" fmla="*/ 10 h 622"/>
                  <a:gd name="T24" fmla="*/ 4 w 346"/>
                  <a:gd name="T25" fmla="*/ 10 h 622"/>
                  <a:gd name="T26" fmla="*/ 4 w 346"/>
                  <a:gd name="T27" fmla="*/ 10 h 622"/>
                  <a:gd name="T28" fmla="*/ 5 w 346"/>
                  <a:gd name="T29" fmla="*/ 10 h 622"/>
                  <a:gd name="T30" fmla="*/ 5 w 346"/>
                  <a:gd name="T31" fmla="*/ 9 h 622"/>
                  <a:gd name="T32" fmla="*/ 5 w 346"/>
                  <a:gd name="T33" fmla="*/ 9 h 622"/>
                  <a:gd name="T34" fmla="*/ 5 w 346"/>
                  <a:gd name="T35" fmla="*/ 9 h 622"/>
                  <a:gd name="T36" fmla="*/ 5 w 346"/>
                  <a:gd name="T37" fmla="*/ 8 h 622"/>
                  <a:gd name="T38" fmla="*/ 5 w 346"/>
                  <a:gd name="T39" fmla="*/ 8 h 622"/>
                  <a:gd name="T40" fmla="*/ 4 w 346"/>
                  <a:gd name="T41" fmla="*/ 7 h 622"/>
                  <a:gd name="T42" fmla="*/ 4 w 346"/>
                  <a:gd name="T43" fmla="*/ 7 h 622"/>
                  <a:gd name="T44" fmla="*/ 4 w 346"/>
                  <a:gd name="T45" fmla="*/ 6 h 622"/>
                  <a:gd name="T46" fmla="*/ 4 w 346"/>
                  <a:gd name="T47" fmla="*/ 5 h 622"/>
                  <a:gd name="T48" fmla="*/ 4 w 346"/>
                  <a:gd name="T49" fmla="*/ 5 h 622"/>
                  <a:gd name="T50" fmla="*/ 3 w 346"/>
                  <a:gd name="T51" fmla="*/ 4 h 622"/>
                  <a:gd name="T52" fmla="*/ 3 w 346"/>
                  <a:gd name="T53" fmla="*/ 4 h 622"/>
                  <a:gd name="T54" fmla="*/ 3 w 346"/>
                  <a:gd name="T55" fmla="*/ 3 h 622"/>
                  <a:gd name="T56" fmla="*/ 3 w 346"/>
                  <a:gd name="T57" fmla="*/ 2 h 622"/>
                  <a:gd name="T58" fmla="*/ 3 w 346"/>
                  <a:gd name="T59" fmla="*/ 2 h 622"/>
                  <a:gd name="T60" fmla="*/ 3 w 346"/>
                  <a:gd name="T61" fmla="*/ 1 h 622"/>
                  <a:gd name="T62" fmla="*/ 2 w 346"/>
                  <a:gd name="T63" fmla="*/ 1 h 622"/>
                  <a:gd name="T64" fmla="*/ 2 w 346"/>
                  <a:gd name="T65" fmla="*/ 0 h 622"/>
                  <a:gd name="T66" fmla="*/ 2 w 346"/>
                  <a:gd name="T67" fmla="*/ 0 h 622"/>
                  <a:gd name="T68" fmla="*/ 1 w 346"/>
                  <a:gd name="T69" fmla="*/ 1 h 622"/>
                  <a:gd name="T70" fmla="*/ 0 w 346"/>
                  <a:gd name="T71" fmla="*/ 1 h 622"/>
                  <a:gd name="T72" fmla="*/ 0 w 346"/>
                  <a:gd name="T73" fmla="*/ 1 h 62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46"/>
                  <a:gd name="T112" fmla="*/ 0 h 622"/>
                  <a:gd name="T113" fmla="*/ 346 w 346"/>
                  <a:gd name="T114" fmla="*/ 622 h 62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46" h="622">
                    <a:moveTo>
                      <a:pt x="0" y="56"/>
                    </a:moveTo>
                    <a:lnTo>
                      <a:pt x="17" y="130"/>
                    </a:lnTo>
                    <a:lnTo>
                      <a:pt x="36" y="203"/>
                    </a:lnTo>
                    <a:lnTo>
                      <a:pt x="56" y="274"/>
                    </a:lnTo>
                    <a:lnTo>
                      <a:pt x="79" y="346"/>
                    </a:lnTo>
                    <a:lnTo>
                      <a:pt x="103" y="415"/>
                    </a:lnTo>
                    <a:lnTo>
                      <a:pt x="129" y="485"/>
                    </a:lnTo>
                    <a:lnTo>
                      <a:pt x="156" y="554"/>
                    </a:lnTo>
                    <a:lnTo>
                      <a:pt x="185" y="622"/>
                    </a:lnTo>
                    <a:lnTo>
                      <a:pt x="205" y="620"/>
                    </a:lnTo>
                    <a:lnTo>
                      <a:pt x="225" y="617"/>
                    </a:lnTo>
                    <a:lnTo>
                      <a:pt x="244" y="615"/>
                    </a:lnTo>
                    <a:lnTo>
                      <a:pt x="264" y="612"/>
                    </a:lnTo>
                    <a:lnTo>
                      <a:pt x="285" y="608"/>
                    </a:lnTo>
                    <a:lnTo>
                      <a:pt x="304" y="605"/>
                    </a:lnTo>
                    <a:lnTo>
                      <a:pt x="325" y="602"/>
                    </a:lnTo>
                    <a:lnTo>
                      <a:pt x="346" y="599"/>
                    </a:lnTo>
                    <a:lnTo>
                      <a:pt x="329" y="564"/>
                    </a:lnTo>
                    <a:lnTo>
                      <a:pt x="314" y="528"/>
                    </a:lnTo>
                    <a:lnTo>
                      <a:pt x="299" y="491"/>
                    </a:lnTo>
                    <a:lnTo>
                      <a:pt x="285" y="455"/>
                    </a:lnTo>
                    <a:lnTo>
                      <a:pt x="270" y="419"/>
                    </a:lnTo>
                    <a:lnTo>
                      <a:pt x="257" y="381"/>
                    </a:lnTo>
                    <a:lnTo>
                      <a:pt x="243" y="344"/>
                    </a:lnTo>
                    <a:lnTo>
                      <a:pt x="231" y="306"/>
                    </a:lnTo>
                    <a:lnTo>
                      <a:pt x="218" y="269"/>
                    </a:lnTo>
                    <a:lnTo>
                      <a:pt x="207" y="232"/>
                    </a:lnTo>
                    <a:lnTo>
                      <a:pt x="195" y="193"/>
                    </a:lnTo>
                    <a:lnTo>
                      <a:pt x="185" y="155"/>
                    </a:lnTo>
                    <a:lnTo>
                      <a:pt x="175" y="116"/>
                    </a:lnTo>
                    <a:lnTo>
                      <a:pt x="165" y="78"/>
                    </a:lnTo>
                    <a:lnTo>
                      <a:pt x="156" y="39"/>
                    </a:lnTo>
                    <a:lnTo>
                      <a:pt x="148" y="0"/>
                    </a:lnTo>
                    <a:lnTo>
                      <a:pt x="109" y="14"/>
                    </a:lnTo>
                    <a:lnTo>
                      <a:pt x="72" y="28"/>
                    </a:lnTo>
                    <a:lnTo>
                      <a:pt x="36" y="42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4E97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4" name="Freeform 175"/>
              <p:cNvSpPr>
                <a:spLocks/>
              </p:cNvSpPr>
              <p:nvPr/>
            </p:nvSpPr>
            <p:spPr bwMode="auto">
              <a:xfrm>
                <a:off x="714" y="1509"/>
                <a:ext cx="43" cy="80"/>
              </a:xfrm>
              <a:custGeom>
                <a:avLst/>
                <a:gdLst>
                  <a:gd name="T0" fmla="*/ 0 w 352"/>
                  <a:gd name="T1" fmla="*/ 1 h 639"/>
                  <a:gd name="T2" fmla="*/ 0 w 352"/>
                  <a:gd name="T3" fmla="*/ 2 h 639"/>
                  <a:gd name="T4" fmla="*/ 0 w 352"/>
                  <a:gd name="T5" fmla="*/ 3 h 639"/>
                  <a:gd name="T6" fmla="*/ 1 w 352"/>
                  <a:gd name="T7" fmla="*/ 4 h 639"/>
                  <a:gd name="T8" fmla="*/ 1 w 352"/>
                  <a:gd name="T9" fmla="*/ 6 h 639"/>
                  <a:gd name="T10" fmla="*/ 2 w 352"/>
                  <a:gd name="T11" fmla="*/ 7 h 639"/>
                  <a:gd name="T12" fmla="*/ 2 w 352"/>
                  <a:gd name="T13" fmla="*/ 8 h 639"/>
                  <a:gd name="T14" fmla="*/ 2 w 352"/>
                  <a:gd name="T15" fmla="*/ 9 h 639"/>
                  <a:gd name="T16" fmla="*/ 3 w 352"/>
                  <a:gd name="T17" fmla="*/ 10 h 639"/>
                  <a:gd name="T18" fmla="*/ 3 w 352"/>
                  <a:gd name="T19" fmla="*/ 10 h 639"/>
                  <a:gd name="T20" fmla="*/ 3 w 352"/>
                  <a:gd name="T21" fmla="*/ 10 h 639"/>
                  <a:gd name="T22" fmla="*/ 4 w 352"/>
                  <a:gd name="T23" fmla="*/ 10 h 639"/>
                  <a:gd name="T24" fmla="*/ 4 w 352"/>
                  <a:gd name="T25" fmla="*/ 10 h 639"/>
                  <a:gd name="T26" fmla="*/ 4 w 352"/>
                  <a:gd name="T27" fmla="*/ 10 h 639"/>
                  <a:gd name="T28" fmla="*/ 5 w 352"/>
                  <a:gd name="T29" fmla="*/ 10 h 639"/>
                  <a:gd name="T30" fmla="*/ 5 w 352"/>
                  <a:gd name="T31" fmla="*/ 10 h 639"/>
                  <a:gd name="T32" fmla="*/ 5 w 352"/>
                  <a:gd name="T33" fmla="*/ 10 h 639"/>
                  <a:gd name="T34" fmla="*/ 5 w 352"/>
                  <a:gd name="T35" fmla="*/ 9 h 639"/>
                  <a:gd name="T36" fmla="*/ 5 w 352"/>
                  <a:gd name="T37" fmla="*/ 9 h 639"/>
                  <a:gd name="T38" fmla="*/ 5 w 352"/>
                  <a:gd name="T39" fmla="*/ 8 h 639"/>
                  <a:gd name="T40" fmla="*/ 4 w 352"/>
                  <a:gd name="T41" fmla="*/ 7 h 639"/>
                  <a:gd name="T42" fmla="*/ 4 w 352"/>
                  <a:gd name="T43" fmla="*/ 7 h 639"/>
                  <a:gd name="T44" fmla="*/ 4 w 352"/>
                  <a:gd name="T45" fmla="*/ 6 h 639"/>
                  <a:gd name="T46" fmla="*/ 4 w 352"/>
                  <a:gd name="T47" fmla="*/ 6 h 639"/>
                  <a:gd name="T48" fmla="*/ 3 w 352"/>
                  <a:gd name="T49" fmla="*/ 5 h 639"/>
                  <a:gd name="T50" fmla="*/ 3 w 352"/>
                  <a:gd name="T51" fmla="*/ 4 h 639"/>
                  <a:gd name="T52" fmla="*/ 3 w 352"/>
                  <a:gd name="T53" fmla="*/ 4 h 639"/>
                  <a:gd name="T54" fmla="*/ 3 w 352"/>
                  <a:gd name="T55" fmla="*/ 3 h 639"/>
                  <a:gd name="T56" fmla="*/ 3 w 352"/>
                  <a:gd name="T57" fmla="*/ 3 h 639"/>
                  <a:gd name="T58" fmla="*/ 3 w 352"/>
                  <a:gd name="T59" fmla="*/ 2 h 639"/>
                  <a:gd name="T60" fmla="*/ 2 w 352"/>
                  <a:gd name="T61" fmla="*/ 1 h 639"/>
                  <a:gd name="T62" fmla="*/ 2 w 352"/>
                  <a:gd name="T63" fmla="*/ 1 h 639"/>
                  <a:gd name="T64" fmla="*/ 2 w 352"/>
                  <a:gd name="T65" fmla="*/ 0 h 639"/>
                  <a:gd name="T66" fmla="*/ 2 w 352"/>
                  <a:gd name="T67" fmla="*/ 0 h 639"/>
                  <a:gd name="T68" fmla="*/ 1 w 352"/>
                  <a:gd name="T69" fmla="*/ 0 h 639"/>
                  <a:gd name="T70" fmla="*/ 0 w 352"/>
                  <a:gd name="T71" fmla="*/ 1 h 639"/>
                  <a:gd name="T72" fmla="*/ 0 w 352"/>
                  <a:gd name="T73" fmla="*/ 1 h 63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52"/>
                  <a:gd name="T112" fmla="*/ 0 h 639"/>
                  <a:gd name="T113" fmla="*/ 352 w 352"/>
                  <a:gd name="T114" fmla="*/ 639 h 63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52" h="639">
                    <a:moveTo>
                      <a:pt x="0" y="54"/>
                    </a:moveTo>
                    <a:lnTo>
                      <a:pt x="17" y="130"/>
                    </a:lnTo>
                    <a:lnTo>
                      <a:pt x="36" y="206"/>
                    </a:lnTo>
                    <a:lnTo>
                      <a:pt x="58" y="279"/>
                    </a:lnTo>
                    <a:lnTo>
                      <a:pt x="81" y="353"/>
                    </a:lnTo>
                    <a:lnTo>
                      <a:pt x="106" y="426"/>
                    </a:lnTo>
                    <a:lnTo>
                      <a:pt x="133" y="497"/>
                    </a:lnTo>
                    <a:lnTo>
                      <a:pt x="161" y="568"/>
                    </a:lnTo>
                    <a:lnTo>
                      <a:pt x="191" y="639"/>
                    </a:lnTo>
                    <a:lnTo>
                      <a:pt x="211" y="635"/>
                    </a:lnTo>
                    <a:lnTo>
                      <a:pt x="230" y="632"/>
                    </a:lnTo>
                    <a:lnTo>
                      <a:pt x="250" y="629"/>
                    </a:lnTo>
                    <a:lnTo>
                      <a:pt x="271" y="626"/>
                    </a:lnTo>
                    <a:lnTo>
                      <a:pt x="291" y="623"/>
                    </a:lnTo>
                    <a:lnTo>
                      <a:pt x="311" y="620"/>
                    </a:lnTo>
                    <a:lnTo>
                      <a:pt x="331" y="617"/>
                    </a:lnTo>
                    <a:lnTo>
                      <a:pt x="352" y="614"/>
                    </a:lnTo>
                    <a:lnTo>
                      <a:pt x="335" y="577"/>
                    </a:lnTo>
                    <a:lnTo>
                      <a:pt x="319" y="540"/>
                    </a:lnTo>
                    <a:lnTo>
                      <a:pt x="303" y="504"/>
                    </a:lnTo>
                    <a:lnTo>
                      <a:pt x="289" y="466"/>
                    </a:lnTo>
                    <a:lnTo>
                      <a:pt x="273" y="429"/>
                    </a:lnTo>
                    <a:lnTo>
                      <a:pt x="259" y="391"/>
                    </a:lnTo>
                    <a:lnTo>
                      <a:pt x="246" y="353"/>
                    </a:lnTo>
                    <a:lnTo>
                      <a:pt x="232" y="315"/>
                    </a:lnTo>
                    <a:lnTo>
                      <a:pt x="220" y="276"/>
                    </a:lnTo>
                    <a:lnTo>
                      <a:pt x="208" y="237"/>
                    </a:lnTo>
                    <a:lnTo>
                      <a:pt x="196" y="198"/>
                    </a:lnTo>
                    <a:lnTo>
                      <a:pt x="186" y="159"/>
                    </a:lnTo>
                    <a:lnTo>
                      <a:pt x="175" y="120"/>
                    </a:lnTo>
                    <a:lnTo>
                      <a:pt x="165" y="80"/>
                    </a:lnTo>
                    <a:lnTo>
                      <a:pt x="157" y="40"/>
                    </a:lnTo>
                    <a:lnTo>
                      <a:pt x="147" y="0"/>
                    </a:lnTo>
                    <a:lnTo>
                      <a:pt x="110" y="14"/>
                    </a:lnTo>
                    <a:lnTo>
                      <a:pt x="73" y="27"/>
                    </a:lnTo>
                    <a:lnTo>
                      <a:pt x="35" y="41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50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5" name="Freeform 176"/>
              <p:cNvSpPr>
                <a:spLocks/>
              </p:cNvSpPr>
              <p:nvPr/>
            </p:nvSpPr>
            <p:spPr bwMode="auto">
              <a:xfrm>
                <a:off x="723" y="1506"/>
                <a:ext cx="44" cy="81"/>
              </a:xfrm>
              <a:custGeom>
                <a:avLst/>
                <a:gdLst>
                  <a:gd name="T0" fmla="*/ 0 w 358"/>
                  <a:gd name="T1" fmla="*/ 1 h 652"/>
                  <a:gd name="T2" fmla="*/ 0 w 358"/>
                  <a:gd name="T3" fmla="*/ 1 h 652"/>
                  <a:gd name="T4" fmla="*/ 0 w 358"/>
                  <a:gd name="T5" fmla="*/ 2 h 652"/>
                  <a:gd name="T6" fmla="*/ 0 w 358"/>
                  <a:gd name="T7" fmla="*/ 3 h 652"/>
                  <a:gd name="T8" fmla="*/ 1 w 358"/>
                  <a:gd name="T9" fmla="*/ 3 h 652"/>
                  <a:gd name="T10" fmla="*/ 1 w 358"/>
                  <a:gd name="T11" fmla="*/ 4 h 652"/>
                  <a:gd name="T12" fmla="*/ 1 w 358"/>
                  <a:gd name="T13" fmla="*/ 4 h 652"/>
                  <a:gd name="T14" fmla="*/ 1 w 358"/>
                  <a:gd name="T15" fmla="*/ 5 h 652"/>
                  <a:gd name="T16" fmla="*/ 1 w 358"/>
                  <a:gd name="T17" fmla="*/ 6 h 652"/>
                  <a:gd name="T18" fmla="*/ 1 w 358"/>
                  <a:gd name="T19" fmla="*/ 6 h 652"/>
                  <a:gd name="T20" fmla="*/ 2 w 358"/>
                  <a:gd name="T21" fmla="*/ 7 h 652"/>
                  <a:gd name="T22" fmla="*/ 2 w 358"/>
                  <a:gd name="T23" fmla="*/ 7 h 652"/>
                  <a:gd name="T24" fmla="*/ 2 w 358"/>
                  <a:gd name="T25" fmla="*/ 8 h 652"/>
                  <a:gd name="T26" fmla="*/ 2 w 358"/>
                  <a:gd name="T27" fmla="*/ 8 h 652"/>
                  <a:gd name="T28" fmla="*/ 2 w 358"/>
                  <a:gd name="T29" fmla="*/ 9 h 652"/>
                  <a:gd name="T30" fmla="*/ 3 w 358"/>
                  <a:gd name="T31" fmla="*/ 10 h 652"/>
                  <a:gd name="T32" fmla="*/ 3 w 358"/>
                  <a:gd name="T33" fmla="*/ 10 h 652"/>
                  <a:gd name="T34" fmla="*/ 3 w 358"/>
                  <a:gd name="T35" fmla="*/ 10 h 652"/>
                  <a:gd name="T36" fmla="*/ 4 w 358"/>
                  <a:gd name="T37" fmla="*/ 10 h 652"/>
                  <a:gd name="T38" fmla="*/ 4 w 358"/>
                  <a:gd name="T39" fmla="*/ 10 h 652"/>
                  <a:gd name="T40" fmla="*/ 4 w 358"/>
                  <a:gd name="T41" fmla="*/ 10 h 652"/>
                  <a:gd name="T42" fmla="*/ 5 w 358"/>
                  <a:gd name="T43" fmla="*/ 10 h 652"/>
                  <a:gd name="T44" fmla="*/ 5 w 358"/>
                  <a:gd name="T45" fmla="*/ 10 h 652"/>
                  <a:gd name="T46" fmla="*/ 5 w 358"/>
                  <a:gd name="T47" fmla="*/ 10 h 652"/>
                  <a:gd name="T48" fmla="*/ 5 w 358"/>
                  <a:gd name="T49" fmla="*/ 10 h 652"/>
                  <a:gd name="T50" fmla="*/ 5 w 358"/>
                  <a:gd name="T51" fmla="*/ 9 h 652"/>
                  <a:gd name="T52" fmla="*/ 5 w 358"/>
                  <a:gd name="T53" fmla="*/ 8 h 652"/>
                  <a:gd name="T54" fmla="*/ 5 w 358"/>
                  <a:gd name="T55" fmla="*/ 8 h 652"/>
                  <a:gd name="T56" fmla="*/ 4 w 358"/>
                  <a:gd name="T57" fmla="*/ 7 h 652"/>
                  <a:gd name="T58" fmla="*/ 4 w 358"/>
                  <a:gd name="T59" fmla="*/ 7 h 652"/>
                  <a:gd name="T60" fmla="*/ 4 w 358"/>
                  <a:gd name="T61" fmla="*/ 6 h 652"/>
                  <a:gd name="T62" fmla="*/ 4 w 358"/>
                  <a:gd name="T63" fmla="*/ 6 h 652"/>
                  <a:gd name="T64" fmla="*/ 4 w 358"/>
                  <a:gd name="T65" fmla="*/ 5 h 652"/>
                  <a:gd name="T66" fmla="*/ 3 w 358"/>
                  <a:gd name="T67" fmla="*/ 4 h 652"/>
                  <a:gd name="T68" fmla="*/ 3 w 358"/>
                  <a:gd name="T69" fmla="*/ 4 h 652"/>
                  <a:gd name="T70" fmla="*/ 3 w 358"/>
                  <a:gd name="T71" fmla="*/ 3 h 652"/>
                  <a:gd name="T72" fmla="*/ 3 w 358"/>
                  <a:gd name="T73" fmla="*/ 2 h 652"/>
                  <a:gd name="T74" fmla="*/ 3 w 358"/>
                  <a:gd name="T75" fmla="*/ 2 h 652"/>
                  <a:gd name="T76" fmla="*/ 2 w 358"/>
                  <a:gd name="T77" fmla="*/ 1 h 652"/>
                  <a:gd name="T78" fmla="*/ 2 w 358"/>
                  <a:gd name="T79" fmla="*/ 1 h 652"/>
                  <a:gd name="T80" fmla="*/ 2 w 358"/>
                  <a:gd name="T81" fmla="*/ 0 h 652"/>
                  <a:gd name="T82" fmla="*/ 2 w 358"/>
                  <a:gd name="T83" fmla="*/ 0 h 652"/>
                  <a:gd name="T84" fmla="*/ 1 w 358"/>
                  <a:gd name="T85" fmla="*/ 0 h 652"/>
                  <a:gd name="T86" fmla="*/ 0 w 358"/>
                  <a:gd name="T87" fmla="*/ 1 h 652"/>
                  <a:gd name="T88" fmla="*/ 0 w 358"/>
                  <a:gd name="T89" fmla="*/ 1 h 65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58"/>
                  <a:gd name="T136" fmla="*/ 0 h 652"/>
                  <a:gd name="T137" fmla="*/ 358 w 358"/>
                  <a:gd name="T138" fmla="*/ 652 h 65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58" h="652">
                    <a:moveTo>
                      <a:pt x="0" y="53"/>
                    </a:moveTo>
                    <a:lnTo>
                      <a:pt x="8" y="92"/>
                    </a:lnTo>
                    <a:lnTo>
                      <a:pt x="17" y="131"/>
                    </a:lnTo>
                    <a:lnTo>
                      <a:pt x="27" y="169"/>
                    </a:lnTo>
                    <a:lnTo>
                      <a:pt x="37" y="208"/>
                    </a:lnTo>
                    <a:lnTo>
                      <a:pt x="47" y="246"/>
                    </a:lnTo>
                    <a:lnTo>
                      <a:pt x="59" y="285"/>
                    </a:lnTo>
                    <a:lnTo>
                      <a:pt x="70" y="322"/>
                    </a:lnTo>
                    <a:lnTo>
                      <a:pt x="83" y="359"/>
                    </a:lnTo>
                    <a:lnTo>
                      <a:pt x="95" y="397"/>
                    </a:lnTo>
                    <a:lnTo>
                      <a:pt x="109" y="434"/>
                    </a:lnTo>
                    <a:lnTo>
                      <a:pt x="122" y="472"/>
                    </a:lnTo>
                    <a:lnTo>
                      <a:pt x="137" y="508"/>
                    </a:lnTo>
                    <a:lnTo>
                      <a:pt x="151" y="544"/>
                    </a:lnTo>
                    <a:lnTo>
                      <a:pt x="166" y="581"/>
                    </a:lnTo>
                    <a:lnTo>
                      <a:pt x="181" y="617"/>
                    </a:lnTo>
                    <a:lnTo>
                      <a:pt x="198" y="652"/>
                    </a:lnTo>
                    <a:lnTo>
                      <a:pt x="218" y="649"/>
                    </a:lnTo>
                    <a:lnTo>
                      <a:pt x="237" y="646"/>
                    </a:lnTo>
                    <a:lnTo>
                      <a:pt x="257" y="643"/>
                    </a:lnTo>
                    <a:lnTo>
                      <a:pt x="277" y="640"/>
                    </a:lnTo>
                    <a:lnTo>
                      <a:pt x="297" y="637"/>
                    </a:lnTo>
                    <a:lnTo>
                      <a:pt x="317" y="632"/>
                    </a:lnTo>
                    <a:lnTo>
                      <a:pt x="337" y="629"/>
                    </a:lnTo>
                    <a:lnTo>
                      <a:pt x="358" y="625"/>
                    </a:lnTo>
                    <a:lnTo>
                      <a:pt x="340" y="589"/>
                    </a:lnTo>
                    <a:lnTo>
                      <a:pt x="323" y="551"/>
                    </a:lnTo>
                    <a:lnTo>
                      <a:pt x="307" y="514"/>
                    </a:lnTo>
                    <a:lnTo>
                      <a:pt x="291" y="476"/>
                    </a:lnTo>
                    <a:lnTo>
                      <a:pt x="277" y="437"/>
                    </a:lnTo>
                    <a:lnTo>
                      <a:pt x="261" y="399"/>
                    </a:lnTo>
                    <a:lnTo>
                      <a:pt x="248" y="360"/>
                    </a:lnTo>
                    <a:lnTo>
                      <a:pt x="234" y="321"/>
                    </a:lnTo>
                    <a:lnTo>
                      <a:pt x="222" y="282"/>
                    </a:lnTo>
                    <a:lnTo>
                      <a:pt x="209" y="242"/>
                    </a:lnTo>
                    <a:lnTo>
                      <a:pt x="197" y="203"/>
                    </a:lnTo>
                    <a:lnTo>
                      <a:pt x="187" y="162"/>
                    </a:lnTo>
                    <a:lnTo>
                      <a:pt x="176" y="123"/>
                    </a:lnTo>
                    <a:lnTo>
                      <a:pt x="166" y="82"/>
                    </a:lnTo>
                    <a:lnTo>
                      <a:pt x="156" y="41"/>
                    </a:lnTo>
                    <a:lnTo>
                      <a:pt x="148" y="0"/>
                    </a:lnTo>
                    <a:lnTo>
                      <a:pt x="110" y="14"/>
                    </a:lnTo>
                    <a:lnTo>
                      <a:pt x="72" y="26"/>
                    </a:lnTo>
                    <a:lnTo>
                      <a:pt x="36" y="4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53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6" name="Freeform 177"/>
              <p:cNvSpPr>
                <a:spLocks/>
              </p:cNvSpPr>
              <p:nvPr/>
            </p:nvSpPr>
            <p:spPr bwMode="auto">
              <a:xfrm>
                <a:off x="732" y="1503"/>
                <a:ext cx="45" cy="83"/>
              </a:xfrm>
              <a:custGeom>
                <a:avLst/>
                <a:gdLst>
                  <a:gd name="T0" fmla="*/ 0 w 365"/>
                  <a:gd name="T1" fmla="*/ 1 h 665"/>
                  <a:gd name="T2" fmla="*/ 0 w 365"/>
                  <a:gd name="T3" fmla="*/ 1 h 665"/>
                  <a:gd name="T4" fmla="*/ 0 w 365"/>
                  <a:gd name="T5" fmla="*/ 2 h 665"/>
                  <a:gd name="T6" fmla="*/ 0 w 365"/>
                  <a:gd name="T7" fmla="*/ 3 h 665"/>
                  <a:gd name="T8" fmla="*/ 1 w 365"/>
                  <a:gd name="T9" fmla="*/ 3 h 665"/>
                  <a:gd name="T10" fmla="*/ 1 w 365"/>
                  <a:gd name="T11" fmla="*/ 4 h 665"/>
                  <a:gd name="T12" fmla="*/ 1 w 365"/>
                  <a:gd name="T13" fmla="*/ 4 h 665"/>
                  <a:gd name="T14" fmla="*/ 1 w 365"/>
                  <a:gd name="T15" fmla="*/ 5 h 665"/>
                  <a:gd name="T16" fmla="*/ 1 w 365"/>
                  <a:gd name="T17" fmla="*/ 6 h 665"/>
                  <a:gd name="T18" fmla="*/ 1 w 365"/>
                  <a:gd name="T19" fmla="*/ 6 h 665"/>
                  <a:gd name="T20" fmla="*/ 2 w 365"/>
                  <a:gd name="T21" fmla="*/ 7 h 665"/>
                  <a:gd name="T22" fmla="*/ 2 w 365"/>
                  <a:gd name="T23" fmla="*/ 7 h 665"/>
                  <a:gd name="T24" fmla="*/ 2 w 365"/>
                  <a:gd name="T25" fmla="*/ 8 h 665"/>
                  <a:gd name="T26" fmla="*/ 2 w 365"/>
                  <a:gd name="T27" fmla="*/ 9 h 665"/>
                  <a:gd name="T28" fmla="*/ 3 w 365"/>
                  <a:gd name="T29" fmla="*/ 9 h 665"/>
                  <a:gd name="T30" fmla="*/ 3 w 365"/>
                  <a:gd name="T31" fmla="*/ 10 h 665"/>
                  <a:gd name="T32" fmla="*/ 3 w 365"/>
                  <a:gd name="T33" fmla="*/ 10 h 665"/>
                  <a:gd name="T34" fmla="*/ 3 w 365"/>
                  <a:gd name="T35" fmla="*/ 10 h 665"/>
                  <a:gd name="T36" fmla="*/ 4 w 365"/>
                  <a:gd name="T37" fmla="*/ 10 h 665"/>
                  <a:gd name="T38" fmla="*/ 4 w 365"/>
                  <a:gd name="T39" fmla="*/ 10 h 665"/>
                  <a:gd name="T40" fmla="*/ 4 w 365"/>
                  <a:gd name="T41" fmla="*/ 10 h 665"/>
                  <a:gd name="T42" fmla="*/ 5 w 365"/>
                  <a:gd name="T43" fmla="*/ 10 h 665"/>
                  <a:gd name="T44" fmla="*/ 5 w 365"/>
                  <a:gd name="T45" fmla="*/ 10 h 665"/>
                  <a:gd name="T46" fmla="*/ 5 w 365"/>
                  <a:gd name="T47" fmla="*/ 10 h 665"/>
                  <a:gd name="T48" fmla="*/ 6 w 365"/>
                  <a:gd name="T49" fmla="*/ 10 h 665"/>
                  <a:gd name="T50" fmla="*/ 5 w 365"/>
                  <a:gd name="T51" fmla="*/ 9 h 665"/>
                  <a:gd name="T52" fmla="*/ 5 w 365"/>
                  <a:gd name="T53" fmla="*/ 9 h 665"/>
                  <a:gd name="T54" fmla="*/ 5 w 365"/>
                  <a:gd name="T55" fmla="*/ 8 h 665"/>
                  <a:gd name="T56" fmla="*/ 4 w 365"/>
                  <a:gd name="T57" fmla="*/ 7 h 665"/>
                  <a:gd name="T58" fmla="*/ 4 w 365"/>
                  <a:gd name="T59" fmla="*/ 7 h 665"/>
                  <a:gd name="T60" fmla="*/ 4 w 365"/>
                  <a:gd name="T61" fmla="*/ 6 h 665"/>
                  <a:gd name="T62" fmla="*/ 4 w 365"/>
                  <a:gd name="T63" fmla="*/ 6 h 665"/>
                  <a:gd name="T64" fmla="*/ 4 w 365"/>
                  <a:gd name="T65" fmla="*/ 5 h 665"/>
                  <a:gd name="T66" fmla="*/ 3 w 365"/>
                  <a:gd name="T67" fmla="*/ 4 h 665"/>
                  <a:gd name="T68" fmla="*/ 3 w 365"/>
                  <a:gd name="T69" fmla="*/ 4 h 665"/>
                  <a:gd name="T70" fmla="*/ 3 w 365"/>
                  <a:gd name="T71" fmla="*/ 3 h 665"/>
                  <a:gd name="T72" fmla="*/ 3 w 365"/>
                  <a:gd name="T73" fmla="*/ 3 h 665"/>
                  <a:gd name="T74" fmla="*/ 3 w 365"/>
                  <a:gd name="T75" fmla="*/ 2 h 665"/>
                  <a:gd name="T76" fmla="*/ 3 w 365"/>
                  <a:gd name="T77" fmla="*/ 1 h 665"/>
                  <a:gd name="T78" fmla="*/ 2 w 365"/>
                  <a:gd name="T79" fmla="*/ 1 h 665"/>
                  <a:gd name="T80" fmla="*/ 2 w 365"/>
                  <a:gd name="T81" fmla="*/ 0 h 665"/>
                  <a:gd name="T82" fmla="*/ 2 w 365"/>
                  <a:gd name="T83" fmla="*/ 0 h 665"/>
                  <a:gd name="T84" fmla="*/ 1 w 365"/>
                  <a:gd name="T85" fmla="*/ 0 h 665"/>
                  <a:gd name="T86" fmla="*/ 1 w 365"/>
                  <a:gd name="T87" fmla="*/ 1 h 665"/>
                  <a:gd name="T88" fmla="*/ 0 w 365"/>
                  <a:gd name="T89" fmla="*/ 1 h 66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65"/>
                  <a:gd name="T136" fmla="*/ 0 h 665"/>
                  <a:gd name="T137" fmla="*/ 365 w 365"/>
                  <a:gd name="T138" fmla="*/ 665 h 66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65" h="665">
                    <a:moveTo>
                      <a:pt x="0" y="51"/>
                    </a:moveTo>
                    <a:lnTo>
                      <a:pt x="9" y="92"/>
                    </a:lnTo>
                    <a:lnTo>
                      <a:pt x="18" y="131"/>
                    </a:lnTo>
                    <a:lnTo>
                      <a:pt x="28" y="171"/>
                    </a:lnTo>
                    <a:lnTo>
                      <a:pt x="39" y="210"/>
                    </a:lnTo>
                    <a:lnTo>
                      <a:pt x="49" y="249"/>
                    </a:lnTo>
                    <a:lnTo>
                      <a:pt x="61" y="288"/>
                    </a:lnTo>
                    <a:lnTo>
                      <a:pt x="73" y="327"/>
                    </a:lnTo>
                    <a:lnTo>
                      <a:pt x="85" y="366"/>
                    </a:lnTo>
                    <a:lnTo>
                      <a:pt x="99" y="404"/>
                    </a:lnTo>
                    <a:lnTo>
                      <a:pt x="112" y="442"/>
                    </a:lnTo>
                    <a:lnTo>
                      <a:pt x="126" y="480"/>
                    </a:lnTo>
                    <a:lnTo>
                      <a:pt x="142" y="517"/>
                    </a:lnTo>
                    <a:lnTo>
                      <a:pt x="156" y="555"/>
                    </a:lnTo>
                    <a:lnTo>
                      <a:pt x="172" y="591"/>
                    </a:lnTo>
                    <a:lnTo>
                      <a:pt x="188" y="628"/>
                    </a:lnTo>
                    <a:lnTo>
                      <a:pt x="205" y="665"/>
                    </a:lnTo>
                    <a:lnTo>
                      <a:pt x="225" y="661"/>
                    </a:lnTo>
                    <a:lnTo>
                      <a:pt x="244" y="657"/>
                    </a:lnTo>
                    <a:lnTo>
                      <a:pt x="264" y="654"/>
                    </a:lnTo>
                    <a:lnTo>
                      <a:pt x="284" y="650"/>
                    </a:lnTo>
                    <a:lnTo>
                      <a:pt x="303" y="647"/>
                    </a:lnTo>
                    <a:lnTo>
                      <a:pt x="324" y="643"/>
                    </a:lnTo>
                    <a:lnTo>
                      <a:pt x="344" y="640"/>
                    </a:lnTo>
                    <a:lnTo>
                      <a:pt x="365" y="636"/>
                    </a:lnTo>
                    <a:lnTo>
                      <a:pt x="346" y="598"/>
                    </a:lnTo>
                    <a:lnTo>
                      <a:pt x="329" y="561"/>
                    </a:lnTo>
                    <a:lnTo>
                      <a:pt x="312" y="522"/>
                    </a:lnTo>
                    <a:lnTo>
                      <a:pt x="296" y="484"/>
                    </a:lnTo>
                    <a:lnTo>
                      <a:pt x="281" y="445"/>
                    </a:lnTo>
                    <a:lnTo>
                      <a:pt x="265" y="406"/>
                    </a:lnTo>
                    <a:lnTo>
                      <a:pt x="250" y="367"/>
                    </a:lnTo>
                    <a:lnTo>
                      <a:pt x="237" y="327"/>
                    </a:lnTo>
                    <a:lnTo>
                      <a:pt x="225" y="287"/>
                    </a:lnTo>
                    <a:lnTo>
                      <a:pt x="211" y="246"/>
                    </a:lnTo>
                    <a:lnTo>
                      <a:pt x="200" y="206"/>
                    </a:lnTo>
                    <a:lnTo>
                      <a:pt x="188" y="165"/>
                    </a:lnTo>
                    <a:lnTo>
                      <a:pt x="178" y="125"/>
                    </a:lnTo>
                    <a:lnTo>
                      <a:pt x="167" y="83"/>
                    </a:lnTo>
                    <a:lnTo>
                      <a:pt x="158" y="42"/>
                    </a:lnTo>
                    <a:lnTo>
                      <a:pt x="150" y="0"/>
                    </a:lnTo>
                    <a:lnTo>
                      <a:pt x="111" y="13"/>
                    </a:lnTo>
                    <a:lnTo>
                      <a:pt x="74" y="25"/>
                    </a:lnTo>
                    <a:lnTo>
                      <a:pt x="37" y="39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549C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7" name="Freeform 178"/>
              <p:cNvSpPr>
                <a:spLocks/>
              </p:cNvSpPr>
              <p:nvPr/>
            </p:nvSpPr>
            <p:spPr bwMode="auto">
              <a:xfrm>
                <a:off x="741" y="1500"/>
                <a:ext cx="46" cy="84"/>
              </a:xfrm>
              <a:custGeom>
                <a:avLst/>
                <a:gdLst>
                  <a:gd name="T0" fmla="*/ 0 w 369"/>
                  <a:gd name="T1" fmla="*/ 1 h 675"/>
                  <a:gd name="T2" fmla="*/ 0 w 369"/>
                  <a:gd name="T3" fmla="*/ 1 h 675"/>
                  <a:gd name="T4" fmla="*/ 0 w 369"/>
                  <a:gd name="T5" fmla="*/ 2 h 675"/>
                  <a:gd name="T6" fmla="*/ 0 w 369"/>
                  <a:gd name="T7" fmla="*/ 3 h 675"/>
                  <a:gd name="T8" fmla="*/ 1 w 369"/>
                  <a:gd name="T9" fmla="*/ 3 h 675"/>
                  <a:gd name="T10" fmla="*/ 1 w 369"/>
                  <a:gd name="T11" fmla="*/ 4 h 675"/>
                  <a:gd name="T12" fmla="*/ 1 w 369"/>
                  <a:gd name="T13" fmla="*/ 4 h 675"/>
                  <a:gd name="T14" fmla="*/ 1 w 369"/>
                  <a:gd name="T15" fmla="*/ 5 h 675"/>
                  <a:gd name="T16" fmla="*/ 1 w 369"/>
                  <a:gd name="T17" fmla="*/ 6 h 675"/>
                  <a:gd name="T18" fmla="*/ 1 w 369"/>
                  <a:gd name="T19" fmla="*/ 6 h 675"/>
                  <a:gd name="T20" fmla="*/ 2 w 369"/>
                  <a:gd name="T21" fmla="*/ 7 h 675"/>
                  <a:gd name="T22" fmla="*/ 2 w 369"/>
                  <a:gd name="T23" fmla="*/ 8 h 675"/>
                  <a:gd name="T24" fmla="*/ 2 w 369"/>
                  <a:gd name="T25" fmla="*/ 8 h 675"/>
                  <a:gd name="T26" fmla="*/ 2 w 369"/>
                  <a:gd name="T27" fmla="*/ 9 h 675"/>
                  <a:gd name="T28" fmla="*/ 3 w 369"/>
                  <a:gd name="T29" fmla="*/ 9 h 675"/>
                  <a:gd name="T30" fmla="*/ 3 w 369"/>
                  <a:gd name="T31" fmla="*/ 10 h 675"/>
                  <a:gd name="T32" fmla="*/ 3 w 369"/>
                  <a:gd name="T33" fmla="*/ 10 h 675"/>
                  <a:gd name="T34" fmla="*/ 4 w 369"/>
                  <a:gd name="T35" fmla="*/ 10 h 675"/>
                  <a:gd name="T36" fmla="*/ 4 w 369"/>
                  <a:gd name="T37" fmla="*/ 10 h 675"/>
                  <a:gd name="T38" fmla="*/ 4 w 369"/>
                  <a:gd name="T39" fmla="*/ 10 h 675"/>
                  <a:gd name="T40" fmla="*/ 4 w 369"/>
                  <a:gd name="T41" fmla="*/ 10 h 675"/>
                  <a:gd name="T42" fmla="*/ 5 w 369"/>
                  <a:gd name="T43" fmla="*/ 10 h 675"/>
                  <a:gd name="T44" fmla="*/ 5 w 369"/>
                  <a:gd name="T45" fmla="*/ 10 h 675"/>
                  <a:gd name="T46" fmla="*/ 5 w 369"/>
                  <a:gd name="T47" fmla="*/ 10 h 675"/>
                  <a:gd name="T48" fmla="*/ 6 w 369"/>
                  <a:gd name="T49" fmla="*/ 10 h 675"/>
                  <a:gd name="T50" fmla="*/ 5 w 369"/>
                  <a:gd name="T51" fmla="*/ 9 h 675"/>
                  <a:gd name="T52" fmla="*/ 5 w 369"/>
                  <a:gd name="T53" fmla="*/ 9 h 675"/>
                  <a:gd name="T54" fmla="*/ 5 w 369"/>
                  <a:gd name="T55" fmla="*/ 8 h 675"/>
                  <a:gd name="T56" fmla="*/ 5 w 369"/>
                  <a:gd name="T57" fmla="*/ 8 h 675"/>
                  <a:gd name="T58" fmla="*/ 4 w 369"/>
                  <a:gd name="T59" fmla="*/ 7 h 675"/>
                  <a:gd name="T60" fmla="*/ 4 w 369"/>
                  <a:gd name="T61" fmla="*/ 6 h 675"/>
                  <a:gd name="T62" fmla="*/ 4 w 369"/>
                  <a:gd name="T63" fmla="*/ 6 h 675"/>
                  <a:gd name="T64" fmla="*/ 4 w 369"/>
                  <a:gd name="T65" fmla="*/ 5 h 675"/>
                  <a:gd name="T66" fmla="*/ 3 w 369"/>
                  <a:gd name="T67" fmla="*/ 4 h 675"/>
                  <a:gd name="T68" fmla="*/ 3 w 369"/>
                  <a:gd name="T69" fmla="*/ 4 h 675"/>
                  <a:gd name="T70" fmla="*/ 3 w 369"/>
                  <a:gd name="T71" fmla="*/ 3 h 675"/>
                  <a:gd name="T72" fmla="*/ 3 w 369"/>
                  <a:gd name="T73" fmla="*/ 3 h 675"/>
                  <a:gd name="T74" fmla="*/ 3 w 369"/>
                  <a:gd name="T75" fmla="*/ 2 h 675"/>
                  <a:gd name="T76" fmla="*/ 3 w 369"/>
                  <a:gd name="T77" fmla="*/ 1 h 675"/>
                  <a:gd name="T78" fmla="*/ 2 w 369"/>
                  <a:gd name="T79" fmla="*/ 1 h 675"/>
                  <a:gd name="T80" fmla="*/ 2 w 369"/>
                  <a:gd name="T81" fmla="*/ 0 h 675"/>
                  <a:gd name="T82" fmla="*/ 2 w 369"/>
                  <a:gd name="T83" fmla="*/ 0 h 675"/>
                  <a:gd name="T84" fmla="*/ 1 w 369"/>
                  <a:gd name="T85" fmla="*/ 0 h 675"/>
                  <a:gd name="T86" fmla="*/ 0 w 369"/>
                  <a:gd name="T87" fmla="*/ 1 h 675"/>
                  <a:gd name="T88" fmla="*/ 0 w 369"/>
                  <a:gd name="T89" fmla="*/ 1 h 67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69"/>
                  <a:gd name="T136" fmla="*/ 0 h 675"/>
                  <a:gd name="T137" fmla="*/ 369 w 369"/>
                  <a:gd name="T138" fmla="*/ 675 h 67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69" h="675">
                    <a:moveTo>
                      <a:pt x="0" y="50"/>
                    </a:moveTo>
                    <a:lnTo>
                      <a:pt x="8" y="91"/>
                    </a:lnTo>
                    <a:lnTo>
                      <a:pt x="18" y="132"/>
                    </a:lnTo>
                    <a:lnTo>
                      <a:pt x="28" y="173"/>
                    </a:lnTo>
                    <a:lnTo>
                      <a:pt x="39" y="212"/>
                    </a:lnTo>
                    <a:lnTo>
                      <a:pt x="50" y="253"/>
                    </a:lnTo>
                    <a:lnTo>
                      <a:pt x="61" y="292"/>
                    </a:lnTo>
                    <a:lnTo>
                      <a:pt x="74" y="332"/>
                    </a:lnTo>
                    <a:lnTo>
                      <a:pt x="86" y="371"/>
                    </a:lnTo>
                    <a:lnTo>
                      <a:pt x="100" y="410"/>
                    </a:lnTo>
                    <a:lnTo>
                      <a:pt x="114" y="449"/>
                    </a:lnTo>
                    <a:lnTo>
                      <a:pt x="129" y="487"/>
                    </a:lnTo>
                    <a:lnTo>
                      <a:pt x="143" y="526"/>
                    </a:lnTo>
                    <a:lnTo>
                      <a:pt x="159" y="564"/>
                    </a:lnTo>
                    <a:lnTo>
                      <a:pt x="175" y="601"/>
                    </a:lnTo>
                    <a:lnTo>
                      <a:pt x="192" y="639"/>
                    </a:lnTo>
                    <a:lnTo>
                      <a:pt x="210" y="675"/>
                    </a:lnTo>
                    <a:lnTo>
                      <a:pt x="229" y="672"/>
                    </a:lnTo>
                    <a:lnTo>
                      <a:pt x="249" y="669"/>
                    </a:lnTo>
                    <a:lnTo>
                      <a:pt x="269" y="665"/>
                    </a:lnTo>
                    <a:lnTo>
                      <a:pt x="289" y="661"/>
                    </a:lnTo>
                    <a:lnTo>
                      <a:pt x="308" y="657"/>
                    </a:lnTo>
                    <a:lnTo>
                      <a:pt x="328" y="653"/>
                    </a:lnTo>
                    <a:lnTo>
                      <a:pt x="349" y="649"/>
                    </a:lnTo>
                    <a:lnTo>
                      <a:pt x="369" y="645"/>
                    </a:lnTo>
                    <a:lnTo>
                      <a:pt x="350" y="608"/>
                    </a:lnTo>
                    <a:lnTo>
                      <a:pt x="332" y="569"/>
                    </a:lnTo>
                    <a:lnTo>
                      <a:pt x="315" y="531"/>
                    </a:lnTo>
                    <a:lnTo>
                      <a:pt x="298" y="491"/>
                    </a:lnTo>
                    <a:lnTo>
                      <a:pt x="282" y="452"/>
                    </a:lnTo>
                    <a:lnTo>
                      <a:pt x="267" y="413"/>
                    </a:lnTo>
                    <a:lnTo>
                      <a:pt x="252" y="373"/>
                    </a:lnTo>
                    <a:lnTo>
                      <a:pt x="238" y="333"/>
                    </a:lnTo>
                    <a:lnTo>
                      <a:pt x="224" y="292"/>
                    </a:lnTo>
                    <a:lnTo>
                      <a:pt x="212" y="252"/>
                    </a:lnTo>
                    <a:lnTo>
                      <a:pt x="199" y="210"/>
                    </a:lnTo>
                    <a:lnTo>
                      <a:pt x="188" y="169"/>
                    </a:lnTo>
                    <a:lnTo>
                      <a:pt x="178" y="127"/>
                    </a:lnTo>
                    <a:lnTo>
                      <a:pt x="167" y="86"/>
                    </a:lnTo>
                    <a:lnTo>
                      <a:pt x="158" y="43"/>
                    </a:lnTo>
                    <a:lnTo>
                      <a:pt x="150" y="0"/>
                    </a:lnTo>
                    <a:lnTo>
                      <a:pt x="111" y="13"/>
                    </a:lnTo>
                    <a:lnTo>
                      <a:pt x="74" y="25"/>
                    </a:lnTo>
                    <a:lnTo>
                      <a:pt x="36" y="38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579D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8" name="Freeform 179"/>
              <p:cNvSpPr>
                <a:spLocks/>
              </p:cNvSpPr>
              <p:nvPr/>
            </p:nvSpPr>
            <p:spPr bwMode="auto">
              <a:xfrm>
                <a:off x="751" y="1497"/>
                <a:ext cx="46" cy="85"/>
              </a:xfrm>
              <a:custGeom>
                <a:avLst/>
                <a:gdLst>
                  <a:gd name="T0" fmla="*/ 0 w 372"/>
                  <a:gd name="T1" fmla="*/ 1 h 684"/>
                  <a:gd name="T2" fmla="*/ 0 w 372"/>
                  <a:gd name="T3" fmla="*/ 1 h 684"/>
                  <a:gd name="T4" fmla="*/ 0 w 372"/>
                  <a:gd name="T5" fmla="*/ 2 h 684"/>
                  <a:gd name="T6" fmla="*/ 0 w 372"/>
                  <a:gd name="T7" fmla="*/ 3 h 684"/>
                  <a:gd name="T8" fmla="*/ 1 w 372"/>
                  <a:gd name="T9" fmla="*/ 3 h 684"/>
                  <a:gd name="T10" fmla="*/ 1 w 372"/>
                  <a:gd name="T11" fmla="*/ 4 h 684"/>
                  <a:gd name="T12" fmla="*/ 1 w 372"/>
                  <a:gd name="T13" fmla="*/ 5 h 684"/>
                  <a:gd name="T14" fmla="*/ 1 w 372"/>
                  <a:gd name="T15" fmla="*/ 5 h 684"/>
                  <a:gd name="T16" fmla="*/ 1 w 372"/>
                  <a:gd name="T17" fmla="*/ 6 h 684"/>
                  <a:gd name="T18" fmla="*/ 1 w 372"/>
                  <a:gd name="T19" fmla="*/ 6 h 684"/>
                  <a:gd name="T20" fmla="*/ 2 w 372"/>
                  <a:gd name="T21" fmla="*/ 7 h 684"/>
                  <a:gd name="T22" fmla="*/ 2 w 372"/>
                  <a:gd name="T23" fmla="*/ 8 h 684"/>
                  <a:gd name="T24" fmla="*/ 2 w 372"/>
                  <a:gd name="T25" fmla="*/ 8 h 684"/>
                  <a:gd name="T26" fmla="*/ 2 w 372"/>
                  <a:gd name="T27" fmla="*/ 9 h 684"/>
                  <a:gd name="T28" fmla="*/ 3 w 372"/>
                  <a:gd name="T29" fmla="*/ 9 h 684"/>
                  <a:gd name="T30" fmla="*/ 3 w 372"/>
                  <a:gd name="T31" fmla="*/ 10 h 684"/>
                  <a:gd name="T32" fmla="*/ 3 w 372"/>
                  <a:gd name="T33" fmla="*/ 11 h 684"/>
                  <a:gd name="T34" fmla="*/ 4 w 372"/>
                  <a:gd name="T35" fmla="*/ 11 h 684"/>
                  <a:gd name="T36" fmla="*/ 4 w 372"/>
                  <a:gd name="T37" fmla="*/ 10 h 684"/>
                  <a:gd name="T38" fmla="*/ 4 w 372"/>
                  <a:gd name="T39" fmla="*/ 10 h 684"/>
                  <a:gd name="T40" fmla="*/ 4 w 372"/>
                  <a:gd name="T41" fmla="*/ 10 h 684"/>
                  <a:gd name="T42" fmla="*/ 5 w 372"/>
                  <a:gd name="T43" fmla="*/ 10 h 684"/>
                  <a:gd name="T44" fmla="*/ 5 w 372"/>
                  <a:gd name="T45" fmla="*/ 10 h 684"/>
                  <a:gd name="T46" fmla="*/ 5 w 372"/>
                  <a:gd name="T47" fmla="*/ 10 h 684"/>
                  <a:gd name="T48" fmla="*/ 6 w 372"/>
                  <a:gd name="T49" fmla="*/ 10 h 684"/>
                  <a:gd name="T50" fmla="*/ 5 w 372"/>
                  <a:gd name="T51" fmla="*/ 9 h 684"/>
                  <a:gd name="T52" fmla="*/ 5 w 372"/>
                  <a:gd name="T53" fmla="*/ 9 h 684"/>
                  <a:gd name="T54" fmla="*/ 5 w 372"/>
                  <a:gd name="T55" fmla="*/ 8 h 684"/>
                  <a:gd name="T56" fmla="*/ 5 w 372"/>
                  <a:gd name="T57" fmla="*/ 8 h 684"/>
                  <a:gd name="T58" fmla="*/ 4 w 372"/>
                  <a:gd name="T59" fmla="*/ 7 h 684"/>
                  <a:gd name="T60" fmla="*/ 4 w 372"/>
                  <a:gd name="T61" fmla="*/ 6 h 684"/>
                  <a:gd name="T62" fmla="*/ 4 w 372"/>
                  <a:gd name="T63" fmla="*/ 6 h 684"/>
                  <a:gd name="T64" fmla="*/ 4 w 372"/>
                  <a:gd name="T65" fmla="*/ 5 h 684"/>
                  <a:gd name="T66" fmla="*/ 3 w 372"/>
                  <a:gd name="T67" fmla="*/ 5 h 684"/>
                  <a:gd name="T68" fmla="*/ 3 w 372"/>
                  <a:gd name="T69" fmla="*/ 4 h 684"/>
                  <a:gd name="T70" fmla="*/ 3 w 372"/>
                  <a:gd name="T71" fmla="*/ 3 h 684"/>
                  <a:gd name="T72" fmla="*/ 3 w 372"/>
                  <a:gd name="T73" fmla="*/ 3 h 684"/>
                  <a:gd name="T74" fmla="*/ 3 w 372"/>
                  <a:gd name="T75" fmla="*/ 2 h 684"/>
                  <a:gd name="T76" fmla="*/ 3 w 372"/>
                  <a:gd name="T77" fmla="*/ 1 h 684"/>
                  <a:gd name="T78" fmla="*/ 2 w 372"/>
                  <a:gd name="T79" fmla="*/ 1 h 684"/>
                  <a:gd name="T80" fmla="*/ 2 w 372"/>
                  <a:gd name="T81" fmla="*/ 0 h 684"/>
                  <a:gd name="T82" fmla="*/ 2 w 372"/>
                  <a:gd name="T83" fmla="*/ 0 h 684"/>
                  <a:gd name="T84" fmla="*/ 1 w 372"/>
                  <a:gd name="T85" fmla="*/ 0 h 684"/>
                  <a:gd name="T86" fmla="*/ 0 w 372"/>
                  <a:gd name="T87" fmla="*/ 0 h 684"/>
                  <a:gd name="T88" fmla="*/ 0 w 372"/>
                  <a:gd name="T89" fmla="*/ 1 h 68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72"/>
                  <a:gd name="T136" fmla="*/ 0 h 684"/>
                  <a:gd name="T137" fmla="*/ 372 w 372"/>
                  <a:gd name="T138" fmla="*/ 684 h 68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72" h="684">
                    <a:moveTo>
                      <a:pt x="0" y="48"/>
                    </a:moveTo>
                    <a:lnTo>
                      <a:pt x="8" y="90"/>
                    </a:lnTo>
                    <a:lnTo>
                      <a:pt x="17" y="131"/>
                    </a:lnTo>
                    <a:lnTo>
                      <a:pt x="28" y="173"/>
                    </a:lnTo>
                    <a:lnTo>
                      <a:pt x="38" y="213"/>
                    </a:lnTo>
                    <a:lnTo>
                      <a:pt x="50" y="254"/>
                    </a:lnTo>
                    <a:lnTo>
                      <a:pt x="61" y="294"/>
                    </a:lnTo>
                    <a:lnTo>
                      <a:pt x="74" y="335"/>
                    </a:lnTo>
                    <a:lnTo>
                      <a:pt x="87" y="375"/>
                    </a:lnTo>
                    <a:lnTo>
                      <a:pt x="100" y="415"/>
                    </a:lnTo>
                    <a:lnTo>
                      <a:pt x="115" y="454"/>
                    </a:lnTo>
                    <a:lnTo>
                      <a:pt x="131" y="493"/>
                    </a:lnTo>
                    <a:lnTo>
                      <a:pt x="146" y="532"/>
                    </a:lnTo>
                    <a:lnTo>
                      <a:pt x="162" y="570"/>
                    </a:lnTo>
                    <a:lnTo>
                      <a:pt x="178" y="609"/>
                    </a:lnTo>
                    <a:lnTo>
                      <a:pt x="196" y="646"/>
                    </a:lnTo>
                    <a:lnTo>
                      <a:pt x="214" y="684"/>
                    </a:lnTo>
                    <a:lnTo>
                      <a:pt x="233" y="680"/>
                    </a:lnTo>
                    <a:lnTo>
                      <a:pt x="253" y="676"/>
                    </a:lnTo>
                    <a:lnTo>
                      <a:pt x="273" y="672"/>
                    </a:lnTo>
                    <a:lnTo>
                      <a:pt x="292" y="669"/>
                    </a:lnTo>
                    <a:lnTo>
                      <a:pt x="312" y="665"/>
                    </a:lnTo>
                    <a:lnTo>
                      <a:pt x="333" y="661"/>
                    </a:lnTo>
                    <a:lnTo>
                      <a:pt x="353" y="657"/>
                    </a:lnTo>
                    <a:lnTo>
                      <a:pt x="372" y="652"/>
                    </a:lnTo>
                    <a:lnTo>
                      <a:pt x="354" y="614"/>
                    </a:lnTo>
                    <a:lnTo>
                      <a:pt x="335" y="576"/>
                    </a:lnTo>
                    <a:lnTo>
                      <a:pt x="317" y="536"/>
                    </a:lnTo>
                    <a:lnTo>
                      <a:pt x="301" y="497"/>
                    </a:lnTo>
                    <a:lnTo>
                      <a:pt x="284" y="457"/>
                    </a:lnTo>
                    <a:lnTo>
                      <a:pt x="269" y="417"/>
                    </a:lnTo>
                    <a:lnTo>
                      <a:pt x="253" y="377"/>
                    </a:lnTo>
                    <a:lnTo>
                      <a:pt x="240" y="336"/>
                    </a:lnTo>
                    <a:lnTo>
                      <a:pt x="225" y="295"/>
                    </a:lnTo>
                    <a:lnTo>
                      <a:pt x="213" y="254"/>
                    </a:lnTo>
                    <a:lnTo>
                      <a:pt x="200" y="212"/>
                    </a:lnTo>
                    <a:lnTo>
                      <a:pt x="189" y="171"/>
                    </a:lnTo>
                    <a:lnTo>
                      <a:pt x="177" y="128"/>
                    </a:lnTo>
                    <a:lnTo>
                      <a:pt x="167" y="86"/>
                    </a:lnTo>
                    <a:lnTo>
                      <a:pt x="158" y="43"/>
                    </a:lnTo>
                    <a:lnTo>
                      <a:pt x="149" y="0"/>
                    </a:lnTo>
                    <a:lnTo>
                      <a:pt x="111" y="12"/>
                    </a:lnTo>
                    <a:lnTo>
                      <a:pt x="74" y="23"/>
                    </a:lnTo>
                    <a:lnTo>
                      <a:pt x="36" y="3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599F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9" name="Freeform 180"/>
              <p:cNvSpPr>
                <a:spLocks/>
              </p:cNvSpPr>
              <p:nvPr/>
            </p:nvSpPr>
            <p:spPr bwMode="auto">
              <a:xfrm>
                <a:off x="760" y="1494"/>
                <a:ext cx="47" cy="86"/>
              </a:xfrm>
              <a:custGeom>
                <a:avLst/>
                <a:gdLst>
                  <a:gd name="T0" fmla="*/ 0 w 377"/>
                  <a:gd name="T1" fmla="*/ 1 h 691"/>
                  <a:gd name="T2" fmla="*/ 0 w 377"/>
                  <a:gd name="T3" fmla="*/ 1 h 691"/>
                  <a:gd name="T4" fmla="*/ 0 w 377"/>
                  <a:gd name="T5" fmla="*/ 2 h 691"/>
                  <a:gd name="T6" fmla="*/ 0 w 377"/>
                  <a:gd name="T7" fmla="*/ 3 h 691"/>
                  <a:gd name="T8" fmla="*/ 1 w 377"/>
                  <a:gd name="T9" fmla="*/ 3 h 691"/>
                  <a:gd name="T10" fmla="*/ 1 w 377"/>
                  <a:gd name="T11" fmla="*/ 4 h 691"/>
                  <a:gd name="T12" fmla="*/ 1 w 377"/>
                  <a:gd name="T13" fmla="*/ 5 h 691"/>
                  <a:gd name="T14" fmla="*/ 1 w 377"/>
                  <a:gd name="T15" fmla="*/ 5 h 691"/>
                  <a:gd name="T16" fmla="*/ 1 w 377"/>
                  <a:gd name="T17" fmla="*/ 6 h 691"/>
                  <a:gd name="T18" fmla="*/ 2 w 377"/>
                  <a:gd name="T19" fmla="*/ 6 h 691"/>
                  <a:gd name="T20" fmla="*/ 2 w 377"/>
                  <a:gd name="T21" fmla="*/ 7 h 691"/>
                  <a:gd name="T22" fmla="*/ 2 w 377"/>
                  <a:gd name="T23" fmla="*/ 8 h 691"/>
                  <a:gd name="T24" fmla="*/ 2 w 377"/>
                  <a:gd name="T25" fmla="*/ 8 h 691"/>
                  <a:gd name="T26" fmla="*/ 3 w 377"/>
                  <a:gd name="T27" fmla="*/ 9 h 691"/>
                  <a:gd name="T28" fmla="*/ 3 w 377"/>
                  <a:gd name="T29" fmla="*/ 10 h 691"/>
                  <a:gd name="T30" fmla="*/ 3 w 377"/>
                  <a:gd name="T31" fmla="*/ 10 h 691"/>
                  <a:gd name="T32" fmla="*/ 3 w 377"/>
                  <a:gd name="T33" fmla="*/ 11 h 691"/>
                  <a:gd name="T34" fmla="*/ 4 w 377"/>
                  <a:gd name="T35" fmla="*/ 11 h 691"/>
                  <a:gd name="T36" fmla="*/ 5 w 377"/>
                  <a:gd name="T37" fmla="*/ 10 h 691"/>
                  <a:gd name="T38" fmla="*/ 5 w 377"/>
                  <a:gd name="T39" fmla="*/ 10 h 691"/>
                  <a:gd name="T40" fmla="*/ 6 w 377"/>
                  <a:gd name="T41" fmla="*/ 10 h 691"/>
                  <a:gd name="T42" fmla="*/ 6 w 377"/>
                  <a:gd name="T43" fmla="*/ 10 h 691"/>
                  <a:gd name="T44" fmla="*/ 5 w 377"/>
                  <a:gd name="T45" fmla="*/ 9 h 691"/>
                  <a:gd name="T46" fmla="*/ 5 w 377"/>
                  <a:gd name="T47" fmla="*/ 8 h 691"/>
                  <a:gd name="T48" fmla="*/ 5 w 377"/>
                  <a:gd name="T49" fmla="*/ 8 h 691"/>
                  <a:gd name="T50" fmla="*/ 4 w 377"/>
                  <a:gd name="T51" fmla="*/ 7 h 691"/>
                  <a:gd name="T52" fmla="*/ 4 w 377"/>
                  <a:gd name="T53" fmla="*/ 7 h 691"/>
                  <a:gd name="T54" fmla="*/ 4 w 377"/>
                  <a:gd name="T55" fmla="*/ 6 h 691"/>
                  <a:gd name="T56" fmla="*/ 4 w 377"/>
                  <a:gd name="T57" fmla="*/ 5 h 691"/>
                  <a:gd name="T58" fmla="*/ 3 w 377"/>
                  <a:gd name="T59" fmla="*/ 5 h 691"/>
                  <a:gd name="T60" fmla="*/ 3 w 377"/>
                  <a:gd name="T61" fmla="*/ 4 h 691"/>
                  <a:gd name="T62" fmla="*/ 3 w 377"/>
                  <a:gd name="T63" fmla="*/ 3 h 691"/>
                  <a:gd name="T64" fmla="*/ 3 w 377"/>
                  <a:gd name="T65" fmla="*/ 3 h 691"/>
                  <a:gd name="T66" fmla="*/ 3 w 377"/>
                  <a:gd name="T67" fmla="*/ 2 h 691"/>
                  <a:gd name="T68" fmla="*/ 3 w 377"/>
                  <a:gd name="T69" fmla="*/ 1 h 691"/>
                  <a:gd name="T70" fmla="*/ 2 w 377"/>
                  <a:gd name="T71" fmla="*/ 1 h 691"/>
                  <a:gd name="T72" fmla="*/ 2 w 377"/>
                  <a:gd name="T73" fmla="*/ 0 h 691"/>
                  <a:gd name="T74" fmla="*/ 2 w 377"/>
                  <a:gd name="T75" fmla="*/ 0 h 691"/>
                  <a:gd name="T76" fmla="*/ 1 w 377"/>
                  <a:gd name="T77" fmla="*/ 0 h 691"/>
                  <a:gd name="T78" fmla="*/ 0 w 377"/>
                  <a:gd name="T79" fmla="*/ 0 h 691"/>
                  <a:gd name="T80" fmla="*/ 0 w 377"/>
                  <a:gd name="T81" fmla="*/ 1 h 69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77"/>
                  <a:gd name="T124" fmla="*/ 0 h 691"/>
                  <a:gd name="T125" fmla="*/ 377 w 377"/>
                  <a:gd name="T126" fmla="*/ 691 h 69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77" h="691">
                    <a:moveTo>
                      <a:pt x="0" y="46"/>
                    </a:moveTo>
                    <a:lnTo>
                      <a:pt x="8" y="89"/>
                    </a:lnTo>
                    <a:lnTo>
                      <a:pt x="17" y="132"/>
                    </a:lnTo>
                    <a:lnTo>
                      <a:pt x="28" y="173"/>
                    </a:lnTo>
                    <a:lnTo>
                      <a:pt x="38" y="215"/>
                    </a:lnTo>
                    <a:lnTo>
                      <a:pt x="49" y="256"/>
                    </a:lnTo>
                    <a:lnTo>
                      <a:pt x="62" y="298"/>
                    </a:lnTo>
                    <a:lnTo>
                      <a:pt x="74" y="338"/>
                    </a:lnTo>
                    <a:lnTo>
                      <a:pt x="88" y="379"/>
                    </a:lnTo>
                    <a:lnTo>
                      <a:pt x="102" y="419"/>
                    </a:lnTo>
                    <a:lnTo>
                      <a:pt x="117" y="459"/>
                    </a:lnTo>
                    <a:lnTo>
                      <a:pt x="132" y="498"/>
                    </a:lnTo>
                    <a:lnTo>
                      <a:pt x="148" y="537"/>
                    </a:lnTo>
                    <a:lnTo>
                      <a:pt x="166" y="577"/>
                    </a:lnTo>
                    <a:lnTo>
                      <a:pt x="182" y="615"/>
                    </a:lnTo>
                    <a:lnTo>
                      <a:pt x="200" y="654"/>
                    </a:lnTo>
                    <a:lnTo>
                      <a:pt x="219" y="691"/>
                    </a:lnTo>
                    <a:lnTo>
                      <a:pt x="258" y="684"/>
                    </a:lnTo>
                    <a:lnTo>
                      <a:pt x="297" y="675"/>
                    </a:lnTo>
                    <a:lnTo>
                      <a:pt x="337" y="667"/>
                    </a:lnTo>
                    <a:lnTo>
                      <a:pt x="377" y="659"/>
                    </a:lnTo>
                    <a:lnTo>
                      <a:pt x="358" y="619"/>
                    </a:lnTo>
                    <a:lnTo>
                      <a:pt x="339" y="581"/>
                    </a:lnTo>
                    <a:lnTo>
                      <a:pt x="320" y="542"/>
                    </a:lnTo>
                    <a:lnTo>
                      <a:pt x="303" y="502"/>
                    </a:lnTo>
                    <a:lnTo>
                      <a:pt x="286" y="462"/>
                    </a:lnTo>
                    <a:lnTo>
                      <a:pt x="270" y="422"/>
                    </a:lnTo>
                    <a:lnTo>
                      <a:pt x="255" y="381"/>
                    </a:lnTo>
                    <a:lnTo>
                      <a:pt x="240" y="340"/>
                    </a:lnTo>
                    <a:lnTo>
                      <a:pt x="226" y="299"/>
                    </a:lnTo>
                    <a:lnTo>
                      <a:pt x="213" y="257"/>
                    </a:lnTo>
                    <a:lnTo>
                      <a:pt x="200" y="215"/>
                    </a:lnTo>
                    <a:lnTo>
                      <a:pt x="188" y="172"/>
                    </a:lnTo>
                    <a:lnTo>
                      <a:pt x="178" y="129"/>
                    </a:lnTo>
                    <a:lnTo>
                      <a:pt x="168" y="87"/>
                    </a:lnTo>
                    <a:lnTo>
                      <a:pt x="158" y="43"/>
                    </a:lnTo>
                    <a:lnTo>
                      <a:pt x="149" y="0"/>
                    </a:lnTo>
                    <a:lnTo>
                      <a:pt x="112" y="11"/>
                    </a:lnTo>
                    <a:lnTo>
                      <a:pt x="73" y="24"/>
                    </a:lnTo>
                    <a:lnTo>
                      <a:pt x="36" y="35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5CA1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0" name="Freeform 181"/>
              <p:cNvSpPr>
                <a:spLocks/>
              </p:cNvSpPr>
              <p:nvPr/>
            </p:nvSpPr>
            <p:spPr bwMode="auto">
              <a:xfrm>
                <a:off x="769" y="1491"/>
                <a:ext cx="48" cy="87"/>
              </a:xfrm>
              <a:custGeom>
                <a:avLst/>
                <a:gdLst>
                  <a:gd name="T0" fmla="*/ 0 w 382"/>
                  <a:gd name="T1" fmla="*/ 1 h 697"/>
                  <a:gd name="T2" fmla="*/ 0 w 382"/>
                  <a:gd name="T3" fmla="*/ 1 h 697"/>
                  <a:gd name="T4" fmla="*/ 0 w 382"/>
                  <a:gd name="T5" fmla="*/ 2 h 697"/>
                  <a:gd name="T6" fmla="*/ 1 w 382"/>
                  <a:gd name="T7" fmla="*/ 3 h 697"/>
                  <a:gd name="T8" fmla="*/ 1 w 382"/>
                  <a:gd name="T9" fmla="*/ 3 h 697"/>
                  <a:gd name="T10" fmla="*/ 1 w 382"/>
                  <a:gd name="T11" fmla="*/ 4 h 697"/>
                  <a:gd name="T12" fmla="*/ 1 w 382"/>
                  <a:gd name="T13" fmla="*/ 5 h 697"/>
                  <a:gd name="T14" fmla="*/ 1 w 382"/>
                  <a:gd name="T15" fmla="*/ 5 h 697"/>
                  <a:gd name="T16" fmla="*/ 1 w 382"/>
                  <a:gd name="T17" fmla="*/ 6 h 697"/>
                  <a:gd name="T18" fmla="*/ 2 w 382"/>
                  <a:gd name="T19" fmla="*/ 7 h 697"/>
                  <a:gd name="T20" fmla="*/ 2 w 382"/>
                  <a:gd name="T21" fmla="*/ 7 h 697"/>
                  <a:gd name="T22" fmla="*/ 2 w 382"/>
                  <a:gd name="T23" fmla="*/ 8 h 697"/>
                  <a:gd name="T24" fmla="*/ 2 w 382"/>
                  <a:gd name="T25" fmla="*/ 8 h 697"/>
                  <a:gd name="T26" fmla="*/ 3 w 382"/>
                  <a:gd name="T27" fmla="*/ 9 h 697"/>
                  <a:gd name="T28" fmla="*/ 3 w 382"/>
                  <a:gd name="T29" fmla="*/ 10 h 697"/>
                  <a:gd name="T30" fmla="*/ 3 w 382"/>
                  <a:gd name="T31" fmla="*/ 10 h 697"/>
                  <a:gd name="T32" fmla="*/ 4 w 382"/>
                  <a:gd name="T33" fmla="*/ 11 h 697"/>
                  <a:gd name="T34" fmla="*/ 4 w 382"/>
                  <a:gd name="T35" fmla="*/ 11 h 697"/>
                  <a:gd name="T36" fmla="*/ 5 w 382"/>
                  <a:gd name="T37" fmla="*/ 11 h 697"/>
                  <a:gd name="T38" fmla="*/ 5 w 382"/>
                  <a:gd name="T39" fmla="*/ 10 h 697"/>
                  <a:gd name="T40" fmla="*/ 6 w 382"/>
                  <a:gd name="T41" fmla="*/ 10 h 697"/>
                  <a:gd name="T42" fmla="*/ 6 w 382"/>
                  <a:gd name="T43" fmla="*/ 10 h 697"/>
                  <a:gd name="T44" fmla="*/ 5 w 382"/>
                  <a:gd name="T45" fmla="*/ 9 h 697"/>
                  <a:gd name="T46" fmla="*/ 5 w 382"/>
                  <a:gd name="T47" fmla="*/ 8 h 697"/>
                  <a:gd name="T48" fmla="*/ 5 w 382"/>
                  <a:gd name="T49" fmla="*/ 8 h 697"/>
                  <a:gd name="T50" fmla="*/ 5 w 382"/>
                  <a:gd name="T51" fmla="*/ 7 h 697"/>
                  <a:gd name="T52" fmla="*/ 4 w 382"/>
                  <a:gd name="T53" fmla="*/ 7 h 697"/>
                  <a:gd name="T54" fmla="*/ 4 w 382"/>
                  <a:gd name="T55" fmla="*/ 6 h 697"/>
                  <a:gd name="T56" fmla="*/ 4 w 382"/>
                  <a:gd name="T57" fmla="*/ 5 h 697"/>
                  <a:gd name="T58" fmla="*/ 4 w 382"/>
                  <a:gd name="T59" fmla="*/ 5 h 697"/>
                  <a:gd name="T60" fmla="*/ 3 w 382"/>
                  <a:gd name="T61" fmla="*/ 4 h 697"/>
                  <a:gd name="T62" fmla="*/ 3 w 382"/>
                  <a:gd name="T63" fmla="*/ 3 h 697"/>
                  <a:gd name="T64" fmla="*/ 3 w 382"/>
                  <a:gd name="T65" fmla="*/ 3 h 697"/>
                  <a:gd name="T66" fmla="*/ 3 w 382"/>
                  <a:gd name="T67" fmla="*/ 2 h 697"/>
                  <a:gd name="T68" fmla="*/ 3 w 382"/>
                  <a:gd name="T69" fmla="*/ 1 h 697"/>
                  <a:gd name="T70" fmla="*/ 3 w 382"/>
                  <a:gd name="T71" fmla="*/ 1 h 697"/>
                  <a:gd name="T72" fmla="*/ 2 w 382"/>
                  <a:gd name="T73" fmla="*/ 0 h 697"/>
                  <a:gd name="T74" fmla="*/ 2 w 382"/>
                  <a:gd name="T75" fmla="*/ 0 h 697"/>
                  <a:gd name="T76" fmla="*/ 1 w 382"/>
                  <a:gd name="T77" fmla="*/ 0 h 697"/>
                  <a:gd name="T78" fmla="*/ 1 w 382"/>
                  <a:gd name="T79" fmla="*/ 0 h 697"/>
                  <a:gd name="T80" fmla="*/ 0 w 382"/>
                  <a:gd name="T81" fmla="*/ 1 h 6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82"/>
                  <a:gd name="T124" fmla="*/ 0 h 697"/>
                  <a:gd name="T125" fmla="*/ 382 w 382"/>
                  <a:gd name="T126" fmla="*/ 697 h 69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82" h="697">
                    <a:moveTo>
                      <a:pt x="0" y="45"/>
                    </a:moveTo>
                    <a:lnTo>
                      <a:pt x="9" y="88"/>
                    </a:lnTo>
                    <a:lnTo>
                      <a:pt x="18" y="131"/>
                    </a:lnTo>
                    <a:lnTo>
                      <a:pt x="28" y="173"/>
                    </a:lnTo>
                    <a:lnTo>
                      <a:pt x="40" y="216"/>
                    </a:lnTo>
                    <a:lnTo>
                      <a:pt x="51" y="257"/>
                    </a:lnTo>
                    <a:lnTo>
                      <a:pt x="64" y="299"/>
                    </a:lnTo>
                    <a:lnTo>
                      <a:pt x="76" y="340"/>
                    </a:lnTo>
                    <a:lnTo>
                      <a:pt x="90" y="381"/>
                    </a:lnTo>
                    <a:lnTo>
                      <a:pt x="104" y="422"/>
                    </a:lnTo>
                    <a:lnTo>
                      <a:pt x="120" y="463"/>
                    </a:lnTo>
                    <a:lnTo>
                      <a:pt x="135" y="502"/>
                    </a:lnTo>
                    <a:lnTo>
                      <a:pt x="152" y="542"/>
                    </a:lnTo>
                    <a:lnTo>
                      <a:pt x="168" y="581"/>
                    </a:lnTo>
                    <a:lnTo>
                      <a:pt x="186" y="621"/>
                    </a:lnTo>
                    <a:lnTo>
                      <a:pt x="205" y="659"/>
                    </a:lnTo>
                    <a:lnTo>
                      <a:pt x="223" y="697"/>
                    </a:lnTo>
                    <a:lnTo>
                      <a:pt x="263" y="689"/>
                    </a:lnTo>
                    <a:lnTo>
                      <a:pt x="302" y="681"/>
                    </a:lnTo>
                    <a:lnTo>
                      <a:pt x="342" y="672"/>
                    </a:lnTo>
                    <a:lnTo>
                      <a:pt x="382" y="662"/>
                    </a:lnTo>
                    <a:lnTo>
                      <a:pt x="361" y="624"/>
                    </a:lnTo>
                    <a:lnTo>
                      <a:pt x="343" y="585"/>
                    </a:lnTo>
                    <a:lnTo>
                      <a:pt x="324" y="546"/>
                    </a:lnTo>
                    <a:lnTo>
                      <a:pt x="306" y="505"/>
                    </a:lnTo>
                    <a:lnTo>
                      <a:pt x="289" y="466"/>
                    </a:lnTo>
                    <a:lnTo>
                      <a:pt x="272" y="424"/>
                    </a:lnTo>
                    <a:lnTo>
                      <a:pt x="257" y="384"/>
                    </a:lnTo>
                    <a:lnTo>
                      <a:pt x="242" y="342"/>
                    </a:lnTo>
                    <a:lnTo>
                      <a:pt x="228" y="301"/>
                    </a:lnTo>
                    <a:lnTo>
                      <a:pt x="214" y="258"/>
                    </a:lnTo>
                    <a:lnTo>
                      <a:pt x="202" y="217"/>
                    </a:lnTo>
                    <a:lnTo>
                      <a:pt x="190" y="173"/>
                    </a:lnTo>
                    <a:lnTo>
                      <a:pt x="179" y="131"/>
                    </a:lnTo>
                    <a:lnTo>
                      <a:pt x="168" y="87"/>
                    </a:lnTo>
                    <a:lnTo>
                      <a:pt x="159" y="44"/>
                    </a:lnTo>
                    <a:lnTo>
                      <a:pt x="151" y="0"/>
                    </a:lnTo>
                    <a:lnTo>
                      <a:pt x="112" y="11"/>
                    </a:lnTo>
                    <a:lnTo>
                      <a:pt x="75" y="22"/>
                    </a:lnTo>
                    <a:lnTo>
                      <a:pt x="38" y="33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5DA2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1" name="Freeform 182"/>
              <p:cNvSpPr>
                <a:spLocks/>
              </p:cNvSpPr>
              <p:nvPr/>
            </p:nvSpPr>
            <p:spPr bwMode="auto">
              <a:xfrm>
                <a:off x="779" y="1488"/>
                <a:ext cx="48" cy="88"/>
              </a:xfrm>
              <a:custGeom>
                <a:avLst/>
                <a:gdLst>
                  <a:gd name="T0" fmla="*/ 0 w 385"/>
                  <a:gd name="T1" fmla="*/ 1 h 703"/>
                  <a:gd name="T2" fmla="*/ 0 w 385"/>
                  <a:gd name="T3" fmla="*/ 1 h 703"/>
                  <a:gd name="T4" fmla="*/ 0 w 385"/>
                  <a:gd name="T5" fmla="*/ 2 h 703"/>
                  <a:gd name="T6" fmla="*/ 0 w 385"/>
                  <a:gd name="T7" fmla="*/ 3 h 703"/>
                  <a:gd name="T8" fmla="*/ 1 w 385"/>
                  <a:gd name="T9" fmla="*/ 3 h 703"/>
                  <a:gd name="T10" fmla="*/ 1 w 385"/>
                  <a:gd name="T11" fmla="*/ 4 h 703"/>
                  <a:gd name="T12" fmla="*/ 1 w 385"/>
                  <a:gd name="T13" fmla="*/ 5 h 703"/>
                  <a:gd name="T14" fmla="*/ 1 w 385"/>
                  <a:gd name="T15" fmla="*/ 5 h 703"/>
                  <a:gd name="T16" fmla="*/ 1 w 385"/>
                  <a:gd name="T17" fmla="*/ 6 h 703"/>
                  <a:gd name="T18" fmla="*/ 2 w 385"/>
                  <a:gd name="T19" fmla="*/ 7 h 703"/>
                  <a:gd name="T20" fmla="*/ 2 w 385"/>
                  <a:gd name="T21" fmla="*/ 7 h 703"/>
                  <a:gd name="T22" fmla="*/ 2 w 385"/>
                  <a:gd name="T23" fmla="*/ 8 h 703"/>
                  <a:gd name="T24" fmla="*/ 2 w 385"/>
                  <a:gd name="T25" fmla="*/ 9 h 703"/>
                  <a:gd name="T26" fmla="*/ 3 w 385"/>
                  <a:gd name="T27" fmla="*/ 9 h 703"/>
                  <a:gd name="T28" fmla="*/ 3 w 385"/>
                  <a:gd name="T29" fmla="*/ 10 h 703"/>
                  <a:gd name="T30" fmla="*/ 3 w 385"/>
                  <a:gd name="T31" fmla="*/ 10 h 703"/>
                  <a:gd name="T32" fmla="*/ 3 w 385"/>
                  <a:gd name="T33" fmla="*/ 11 h 703"/>
                  <a:gd name="T34" fmla="*/ 4 w 385"/>
                  <a:gd name="T35" fmla="*/ 11 h 703"/>
                  <a:gd name="T36" fmla="*/ 5 w 385"/>
                  <a:gd name="T37" fmla="*/ 11 h 703"/>
                  <a:gd name="T38" fmla="*/ 5 w 385"/>
                  <a:gd name="T39" fmla="*/ 11 h 703"/>
                  <a:gd name="T40" fmla="*/ 6 w 385"/>
                  <a:gd name="T41" fmla="*/ 10 h 703"/>
                  <a:gd name="T42" fmla="*/ 6 w 385"/>
                  <a:gd name="T43" fmla="*/ 10 h 703"/>
                  <a:gd name="T44" fmla="*/ 5 w 385"/>
                  <a:gd name="T45" fmla="*/ 9 h 703"/>
                  <a:gd name="T46" fmla="*/ 5 w 385"/>
                  <a:gd name="T47" fmla="*/ 9 h 703"/>
                  <a:gd name="T48" fmla="*/ 5 w 385"/>
                  <a:gd name="T49" fmla="*/ 8 h 703"/>
                  <a:gd name="T50" fmla="*/ 4 w 385"/>
                  <a:gd name="T51" fmla="*/ 7 h 703"/>
                  <a:gd name="T52" fmla="*/ 4 w 385"/>
                  <a:gd name="T53" fmla="*/ 7 h 703"/>
                  <a:gd name="T54" fmla="*/ 4 w 385"/>
                  <a:gd name="T55" fmla="*/ 6 h 703"/>
                  <a:gd name="T56" fmla="*/ 4 w 385"/>
                  <a:gd name="T57" fmla="*/ 5 h 703"/>
                  <a:gd name="T58" fmla="*/ 3 w 385"/>
                  <a:gd name="T59" fmla="*/ 5 h 703"/>
                  <a:gd name="T60" fmla="*/ 3 w 385"/>
                  <a:gd name="T61" fmla="*/ 4 h 703"/>
                  <a:gd name="T62" fmla="*/ 3 w 385"/>
                  <a:gd name="T63" fmla="*/ 3 h 703"/>
                  <a:gd name="T64" fmla="*/ 3 w 385"/>
                  <a:gd name="T65" fmla="*/ 3 h 703"/>
                  <a:gd name="T66" fmla="*/ 3 w 385"/>
                  <a:gd name="T67" fmla="*/ 2 h 703"/>
                  <a:gd name="T68" fmla="*/ 3 w 385"/>
                  <a:gd name="T69" fmla="*/ 1 h 703"/>
                  <a:gd name="T70" fmla="*/ 2 w 385"/>
                  <a:gd name="T71" fmla="*/ 1 h 703"/>
                  <a:gd name="T72" fmla="*/ 2 w 385"/>
                  <a:gd name="T73" fmla="*/ 0 h 703"/>
                  <a:gd name="T74" fmla="*/ 2 w 385"/>
                  <a:gd name="T75" fmla="*/ 0 h 703"/>
                  <a:gd name="T76" fmla="*/ 1 w 385"/>
                  <a:gd name="T77" fmla="*/ 0 h 703"/>
                  <a:gd name="T78" fmla="*/ 1 w 385"/>
                  <a:gd name="T79" fmla="*/ 1 h 703"/>
                  <a:gd name="T80" fmla="*/ 0 w 385"/>
                  <a:gd name="T81" fmla="*/ 1 h 70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85"/>
                  <a:gd name="T124" fmla="*/ 0 h 703"/>
                  <a:gd name="T125" fmla="*/ 385 w 385"/>
                  <a:gd name="T126" fmla="*/ 703 h 70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85" h="703">
                    <a:moveTo>
                      <a:pt x="0" y="44"/>
                    </a:moveTo>
                    <a:lnTo>
                      <a:pt x="9" y="87"/>
                    </a:lnTo>
                    <a:lnTo>
                      <a:pt x="19" y="131"/>
                    </a:lnTo>
                    <a:lnTo>
                      <a:pt x="29" y="173"/>
                    </a:lnTo>
                    <a:lnTo>
                      <a:pt x="39" y="216"/>
                    </a:lnTo>
                    <a:lnTo>
                      <a:pt x="52" y="259"/>
                    </a:lnTo>
                    <a:lnTo>
                      <a:pt x="64" y="301"/>
                    </a:lnTo>
                    <a:lnTo>
                      <a:pt x="77" y="343"/>
                    </a:lnTo>
                    <a:lnTo>
                      <a:pt x="91" y="384"/>
                    </a:lnTo>
                    <a:lnTo>
                      <a:pt x="106" y="425"/>
                    </a:lnTo>
                    <a:lnTo>
                      <a:pt x="121" y="466"/>
                    </a:lnTo>
                    <a:lnTo>
                      <a:pt x="137" y="506"/>
                    </a:lnTo>
                    <a:lnTo>
                      <a:pt x="154" y="546"/>
                    </a:lnTo>
                    <a:lnTo>
                      <a:pt x="171" y="586"/>
                    </a:lnTo>
                    <a:lnTo>
                      <a:pt x="190" y="625"/>
                    </a:lnTo>
                    <a:lnTo>
                      <a:pt x="209" y="663"/>
                    </a:lnTo>
                    <a:lnTo>
                      <a:pt x="228" y="703"/>
                    </a:lnTo>
                    <a:lnTo>
                      <a:pt x="267" y="694"/>
                    </a:lnTo>
                    <a:lnTo>
                      <a:pt x="306" y="685"/>
                    </a:lnTo>
                    <a:lnTo>
                      <a:pt x="346" y="676"/>
                    </a:lnTo>
                    <a:lnTo>
                      <a:pt x="385" y="667"/>
                    </a:lnTo>
                    <a:lnTo>
                      <a:pt x="365" y="628"/>
                    </a:lnTo>
                    <a:lnTo>
                      <a:pt x="346" y="589"/>
                    </a:lnTo>
                    <a:lnTo>
                      <a:pt x="326" y="549"/>
                    </a:lnTo>
                    <a:lnTo>
                      <a:pt x="308" y="509"/>
                    </a:lnTo>
                    <a:lnTo>
                      <a:pt x="291" y="468"/>
                    </a:lnTo>
                    <a:lnTo>
                      <a:pt x="274" y="428"/>
                    </a:lnTo>
                    <a:lnTo>
                      <a:pt x="258" y="387"/>
                    </a:lnTo>
                    <a:lnTo>
                      <a:pt x="243" y="346"/>
                    </a:lnTo>
                    <a:lnTo>
                      <a:pt x="228" y="303"/>
                    </a:lnTo>
                    <a:lnTo>
                      <a:pt x="215" y="261"/>
                    </a:lnTo>
                    <a:lnTo>
                      <a:pt x="202" y="218"/>
                    </a:lnTo>
                    <a:lnTo>
                      <a:pt x="190" y="176"/>
                    </a:lnTo>
                    <a:lnTo>
                      <a:pt x="180" y="132"/>
                    </a:lnTo>
                    <a:lnTo>
                      <a:pt x="169" y="88"/>
                    </a:lnTo>
                    <a:lnTo>
                      <a:pt x="160" y="45"/>
                    </a:lnTo>
                    <a:lnTo>
                      <a:pt x="150" y="0"/>
                    </a:lnTo>
                    <a:lnTo>
                      <a:pt x="113" y="12"/>
                    </a:lnTo>
                    <a:lnTo>
                      <a:pt x="75" y="22"/>
                    </a:lnTo>
                    <a:lnTo>
                      <a:pt x="37" y="3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60A4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2" name="Freeform 183"/>
              <p:cNvSpPr>
                <a:spLocks/>
              </p:cNvSpPr>
              <p:nvPr/>
            </p:nvSpPr>
            <p:spPr bwMode="auto">
              <a:xfrm>
                <a:off x="788" y="1486"/>
                <a:ext cx="49" cy="88"/>
              </a:xfrm>
              <a:custGeom>
                <a:avLst/>
                <a:gdLst>
                  <a:gd name="T0" fmla="*/ 0 w 388"/>
                  <a:gd name="T1" fmla="*/ 1 h 705"/>
                  <a:gd name="T2" fmla="*/ 0 w 388"/>
                  <a:gd name="T3" fmla="*/ 1 h 705"/>
                  <a:gd name="T4" fmla="*/ 0 w 388"/>
                  <a:gd name="T5" fmla="*/ 2 h 705"/>
                  <a:gd name="T6" fmla="*/ 1 w 388"/>
                  <a:gd name="T7" fmla="*/ 3 h 705"/>
                  <a:gd name="T8" fmla="*/ 1 w 388"/>
                  <a:gd name="T9" fmla="*/ 3 h 705"/>
                  <a:gd name="T10" fmla="*/ 1 w 388"/>
                  <a:gd name="T11" fmla="*/ 4 h 705"/>
                  <a:gd name="T12" fmla="*/ 1 w 388"/>
                  <a:gd name="T13" fmla="*/ 5 h 705"/>
                  <a:gd name="T14" fmla="*/ 1 w 388"/>
                  <a:gd name="T15" fmla="*/ 5 h 705"/>
                  <a:gd name="T16" fmla="*/ 1 w 388"/>
                  <a:gd name="T17" fmla="*/ 6 h 705"/>
                  <a:gd name="T18" fmla="*/ 2 w 388"/>
                  <a:gd name="T19" fmla="*/ 7 h 705"/>
                  <a:gd name="T20" fmla="*/ 2 w 388"/>
                  <a:gd name="T21" fmla="*/ 7 h 705"/>
                  <a:gd name="T22" fmla="*/ 2 w 388"/>
                  <a:gd name="T23" fmla="*/ 8 h 705"/>
                  <a:gd name="T24" fmla="*/ 3 w 388"/>
                  <a:gd name="T25" fmla="*/ 8 h 705"/>
                  <a:gd name="T26" fmla="*/ 3 w 388"/>
                  <a:gd name="T27" fmla="*/ 9 h 705"/>
                  <a:gd name="T28" fmla="*/ 3 w 388"/>
                  <a:gd name="T29" fmla="*/ 10 h 705"/>
                  <a:gd name="T30" fmla="*/ 3 w 388"/>
                  <a:gd name="T31" fmla="*/ 10 h 705"/>
                  <a:gd name="T32" fmla="*/ 4 w 388"/>
                  <a:gd name="T33" fmla="*/ 11 h 705"/>
                  <a:gd name="T34" fmla="*/ 4 w 388"/>
                  <a:gd name="T35" fmla="*/ 11 h 705"/>
                  <a:gd name="T36" fmla="*/ 5 w 388"/>
                  <a:gd name="T37" fmla="*/ 11 h 705"/>
                  <a:gd name="T38" fmla="*/ 6 w 388"/>
                  <a:gd name="T39" fmla="*/ 11 h 705"/>
                  <a:gd name="T40" fmla="*/ 6 w 388"/>
                  <a:gd name="T41" fmla="*/ 10 h 705"/>
                  <a:gd name="T42" fmla="*/ 6 w 388"/>
                  <a:gd name="T43" fmla="*/ 10 h 705"/>
                  <a:gd name="T44" fmla="*/ 6 w 388"/>
                  <a:gd name="T45" fmla="*/ 9 h 705"/>
                  <a:gd name="T46" fmla="*/ 5 w 388"/>
                  <a:gd name="T47" fmla="*/ 9 h 705"/>
                  <a:gd name="T48" fmla="*/ 5 w 388"/>
                  <a:gd name="T49" fmla="*/ 8 h 705"/>
                  <a:gd name="T50" fmla="*/ 5 w 388"/>
                  <a:gd name="T51" fmla="*/ 7 h 705"/>
                  <a:gd name="T52" fmla="*/ 4 w 388"/>
                  <a:gd name="T53" fmla="*/ 7 h 705"/>
                  <a:gd name="T54" fmla="*/ 4 w 388"/>
                  <a:gd name="T55" fmla="*/ 6 h 705"/>
                  <a:gd name="T56" fmla="*/ 4 w 388"/>
                  <a:gd name="T57" fmla="*/ 5 h 705"/>
                  <a:gd name="T58" fmla="*/ 4 w 388"/>
                  <a:gd name="T59" fmla="*/ 5 h 705"/>
                  <a:gd name="T60" fmla="*/ 3 w 388"/>
                  <a:gd name="T61" fmla="*/ 4 h 705"/>
                  <a:gd name="T62" fmla="*/ 3 w 388"/>
                  <a:gd name="T63" fmla="*/ 3 h 705"/>
                  <a:gd name="T64" fmla="*/ 3 w 388"/>
                  <a:gd name="T65" fmla="*/ 3 h 705"/>
                  <a:gd name="T66" fmla="*/ 3 w 388"/>
                  <a:gd name="T67" fmla="*/ 2 h 705"/>
                  <a:gd name="T68" fmla="*/ 3 w 388"/>
                  <a:gd name="T69" fmla="*/ 1 h 705"/>
                  <a:gd name="T70" fmla="*/ 3 w 388"/>
                  <a:gd name="T71" fmla="*/ 1 h 705"/>
                  <a:gd name="T72" fmla="*/ 2 w 388"/>
                  <a:gd name="T73" fmla="*/ 0 h 705"/>
                  <a:gd name="T74" fmla="*/ 2 w 388"/>
                  <a:gd name="T75" fmla="*/ 0 h 705"/>
                  <a:gd name="T76" fmla="*/ 1 w 388"/>
                  <a:gd name="T77" fmla="*/ 0 h 705"/>
                  <a:gd name="T78" fmla="*/ 1 w 388"/>
                  <a:gd name="T79" fmla="*/ 0 h 705"/>
                  <a:gd name="T80" fmla="*/ 0 w 388"/>
                  <a:gd name="T81" fmla="*/ 1 h 70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88"/>
                  <a:gd name="T124" fmla="*/ 0 h 705"/>
                  <a:gd name="T125" fmla="*/ 388 w 388"/>
                  <a:gd name="T126" fmla="*/ 705 h 70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88" h="705">
                    <a:moveTo>
                      <a:pt x="0" y="43"/>
                    </a:moveTo>
                    <a:lnTo>
                      <a:pt x="8" y="87"/>
                    </a:lnTo>
                    <a:lnTo>
                      <a:pt x="17" y="130"/>
                    </a:lnTo>
                    <a:lnTo>
                      <a:pt x="28" y="174"/>
                    </a:lnTo>
                    <a:lnTo>
                      <a:pt x="39" y="217"/>
                    </a:lnTo>
                    <a:lnTo>
                      <a:pt x="51" y="260"/>
                    </a:lnTo>
                    <a:lnTo>
                      <a:pt x="63" y="302"/>
                    </a:lnTo>
                    <a:lnTo>
                      <a:pt x="77" y="344"/>
                    </a:lnTo>
                    <a:lnTo>
                      <a:pt x="91" y="385"/>
                    </a:lnTo>
                    <a:lnTo>
                      <a:pt x="106" y="427"/>
                    </a:lnTo>
                    <a:lnTo>
                      <a:pt x="121" y="467"/>
                    </a:lnTo>
                    <a:lnTo>
                      <a:pt x="138" y="509"/>
                    </a:lnTo>
                    <a:lnTo>
                      <a:pt x="155" y="548"/>
                    </a:lnTo>
                    <a:lnTo>
                      <a:pt x="173" y="589"/>
                    </a:lnTo>
                    <a:lnTo>
                      <a:pt x="192" y="628"/>
                    </a:lnTo>
                    <a:lnTo>
                      <a:pt x="210" y="667"/>
                    </a:lnTo>
                    <a:lnTo>
                      <a:pt x="231" y="705"/>
                    </a:lnTo>
                    <a:lnTo>
                      <a:pt x="270" y="697"/>
                    </a:lnTo>
                    <a:lnTo>
                      <a:pt x="309" y="688"/>
                    </a:lnTo>
                    <a:lnTo>
                      <a:pt x="348" y="678"/>
                    </a:lnTo>
                    <a:lnTo>
                      <a:pt x="388" y="669"/>
                    </a:lnTo>
                    <a:lnTo>
                      <a:pt x="367" y="629"/>
                    </a:lnTo>
                    <a:lnTo>
                      <a:pt x="347" y="591"/>
                    </a:lnTo>
                    <a:lnTo>
                      <a:pt x="328" y="552"/>
                    </a:lnTo>
                    <a:lnTo>
                      <a:pt x="309" y="511"/>
                    </a:lnTo>
                    <a:lnTo>
                      <a:pt x="291" y="471"/>
                    </a:lnTo>
                    <a:lnTo>
                      <a:pt x="275" y="430"/>
                    </a:lnTo>
                    <a:lnTo>
                      <a:pt x="258" y="389"/>
                    </a:lnTo>
                    <a:lnTo>
                      <a:pt x="243" y="347"/>
                    </a:lnTo>
                    <a:lnTo>
                      <a:pt x="228" y="305"/>
                    </a:lnTo>
                    <a:lnTo>
                      <a:pt x="215" y="262"/>
                    </a:lnTo>
                    <a:lnTo>
                      <a:pt x="202" y="219"/>
                    </a:lnTo>
                    <a:lnTo>
                      <a:pt x="190" y="177"/>
                    </a:lnTo>
                    <a:lnTo>
                      <a:pt x="178" y="133"/>
                    </a:lnTo>
                    <a:lnTo>
                      <a:pt x="168" y="89"/>
                    </a:lnTo>
                    <a:lnTo>
                      <a:pt x="159" y="45"/>
                    </a:lnTo>
                    <a:lnTo>
                      <a:pt x="150" y="0"/>
                    </a:lnTo>
                    <a:lnTo>
                      <a:pt x="112" y="11"/>
                    </a:lnTo>
                    <a:lnTo>
                      <a:pt x="74" y="21"/>
                    </a:lnTo>
                    <a:lnTo>
                      <a:pt x="37" y="33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62A6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3" name="Freeform 184"/>
              <p:cNvSpPr>
                <a:spLocks/>
              </p:cNvSpPr>
              <p:nvPr/>
            </p:nvSpPr>
            <p:spPr bwMode="auto">
              <a:xfrm>
                <a:off x="797" y="1483"/>
                <a:ext cx="49" cy="89"/>
              </a:xfrm>
              <a:custGeom>
                <a:avLst/>
                <a:gdLst>
                  <a:gd name="T0" fmla="*/ 0 w 393"/>
                  <a:gd name="T1" fmla="*/ 1 h 708"/>
                  <a:gd name="T2" fmla="*/ 0 w 393"/>
                  <a:gd name="T3" fmla="*/ 1 h 708"/>
                  <a:gd name="T4" fmla="*/ 0 w 393"/>
                  <a:gd name="T5" fmla="*/ 2 h 708"/>
                  <a:gd name="T6" fmla="*/ 0 w 393"/>
                  <a:gd name="T7" fmla="*/ 3 h 708"/>
                  <a:gd name="T8" fmla="*/ 1 w 393"/>
                  <a:gd name="T9" fmla="*/ 3 h 708"/>
                  <a:gd name="T10" fmla="*/ 1 w 393"/>
                  <a:gd name="T11" fmla="*/ 4 h 708"/>
                  <a:gd name="T12" fmla="*/ 1 w 393"/>
                  <a:gd name="T13" fmla="*/ 5 h 708"/>
                  <a:gd name="T14" fmla="*/ 1 w 393"/>
                  <a:gd name="T15" fmla="*/ 5 h 708"/>
                  <a:gd name="T16" fmla="*/ 1 w 393"/>
                  <a:gd name="T17" fmla="*/ 6 h 708"/>
                  <a:gd name="T18" fmla="*/ 2 w 393"/>
                  <a:gd name="T19" fmla="*/ 7 h 708"/>
                  <a:gd name="T20" fmla="*/ 2 w 393"/>
                  <a:gd name="T21" fmla="*/ 7 h 708"/>
                  <a:gd name="T22" fmla="*/ 2 w 393"/>
                  <a:gd name="T23" fmla="*/ 8 h 708"/>
                  <a:gd name="T24" fmla="*/ 2 w 393"/>
                  <a:gd name="T25" fmla="*/ 9 h 708"/>
                  <a:gd name="T26" fmla="*/ 3 w 393"/>
                  <a:gd name="T27" fmla="*/ 9 h 708"/>
                  <a:gd name="T28" fmla="*/ 3 w 393"/>
                  <a:gd name="T29" fmla="*/ 10 h 708"/>
                  <a:gd name="T30" fmla="*/ 3 w 393"/>
                  <a:gd name="T31" fmla="*/ 11 h 708"/>
                  <a:gd name="T32" fmla="*/ 4 w 393"/>
                  <a:gd name="T33" fmla="*/ 11 h 708"/>
                  <a:gd name="T34" fmla="*/ 4 w 393"/>
                  <a:gd name="T35" fmla="*/ 11 h 708"/>
                  <a:gd name="T36" fmla="*/ 5 w 393"/>
                  <a:gd name="T37" fmla="*/ 11 h 708"/>
                  <a:gd name="T38" fmla="*/ 5 w 393"/>
                  <a:gd name="T39" fmla="*/ 11 h 708"/>
                  <a:gd name="T40" fmla="*/ 6 w 393"/>
                  <a:gd name="T41" fmla="*/ 11 h 708"/>
                  <a:gd name="T42" fmla="*/ 6 w 393"/>
                  <a:gd name="T43" fmla="*/ 10 h 708"/>
                  <a:gd name="T44" fmla="*/ 5 w 393"/>
                  <a:gd name="T45" fmla="*/ 9 h 708"/>
                  <a:gd name="T46" fmla="*/ 5 w 393"/>
                  <a:gd name="T47" fmla="*/ 9 h 708"/>
                  <a:gd name="T48" fmla="*/ 5 w 393"/>
                  <a:gd name="T49" fmla="*/ 8 h 708"/>
                  <a:gd name="T50" fmla="*/ 5 w 393"/>
                  <a:gd name="T51" fmla="*/ 7 h 708"/>
                  <a:gd name="T52" fmla="*/ 4 w 393"/>
                  <a:gd name="T53" fmla="*/ 7 h 708"/>
                  <a:gd name="T54" fmla="*/ 4 w 393"/>
                  <a:gd name="T55" fmla="*/ 6 h 708"/>
                  <a:gd name="T56" fmla="*/ 4 w 393"/>
                  <a:gd name="T57" fmla="*/ 6 h 708"/>
                  <a:gd name="T58" fmla="*/ 4 w 393"/>
                  <a:gd name="T59" fmla="*/ 5 h 708"/>
                  <a:gd name="T60" fmla="*/ 3 w 393"/>
                  <a:gd name="T61" fmla="*/ 4 h 708"/>
                  <a:gd name="T62" fmla="*/ 3 w 393"/>
                  <a:gd name="T63" fmla="*/ 4 h 708"/>
                  <a:gd name="T64" fmla="*/ 3 w 393"/>
                  <a:gd name="T65" fmla="*/ 3 h 708"/>
                  <a:gd name="T66" fmla="*/ 3 w 393"/>
                  <a:gd name="T67" fmla="*/ 2 h 708"/>
                  <a:gd name="T68" fmla="*/ 3 w 393"/>
                  <a:gd name="T69" fmla="*/ 1 h 708"/>
                  <a:gd name="T70" fmla="*/ 2 w 393"/>
                  <a:gd name="T71" fmla="*/ 1 h 708"/>
                  <a:gd name="T72" fmla="*/ 2 w 393"/>
                  <a:gd name="T73" fmla="*/ 0 h 708"/>
                  <a:gd name="T74" fmla="*/ 2 w 393"/>
                  <a:gd name="T75" fmla="*/ 0 h 708"/>
                  <a:gd name="T76" fmla="*/ 1 w 393"/>
                  <a:gd name="T77" fmla="*/ 0 h 708"/>
                  <a:gd name="T78" fmla="*/ 1 w 393"/>
                  <a:gd name="T79" fmla="*/ 1 h 708"/>
                  <a:gd name="T80" fmla="*/ 0 w 393"/>
                  <a:gd name="T81" fmla="*/ 1 h 70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93"/>
                  <a:gd name="T124" fmla="*/ 0 h 708"/>
                  <a:gd name="T125" fmla="*/ 393 w 393"/>
                  <a:gd name="T126" fmla="*/ 708 h 70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93" h="708">
                    <a:moveTo>
                      <a:pt x="0" y="41"/>
                    </a:moveTo>
                    <a:lnTo>
                      <a:pt x="10" y="86"/>
                    </a:lnTo>
                    <a:lnTo>
                      <a:pt x="19" y="129"/>
                    </a:lnTo>
                    <a:lnTo>
                      <a:pt x="30" y="173"/>
                    </a:lnTo>
                    <a:lnTo>
                      <a:pt x="40" y="217"/>
                    </a:lnTo>
                    <a:lnTo>
                      <a:pt x="52" y="259"/>
                    </a:lnTo>
                    <a:lnTo>
                      <a:pt x="65" y="302"/>
                    </a:lnTo>
                    <a:lnTo>
                      <a:pt x="78" y="344"/>
                    </a:lnTo>
                    <a:lnTo>
                      <a:pt x="93" y="387"/>
                    </a:lnTo>
                    <a:lnTo>
                      <a:pt x="108" y="428"/>
                    </a:lnTo>
                    <a:lnTo>
                      <a:pt x="124" y="469"/>
                    </a:lnTo>
                    <a:lnTo>
                      <a:pt x="141" y="509"/>
                    </a:lnTo>
                    <a:lnTo>
                      <a:pt x="158" y="550"/>
                    </a:lnTo>
                    <a:lnTo>
                      <a:pt x="176" y="590"/>
                    </a:lnTo>
                    <a:lnTo>
                      <a:pt x="196" y="630"/>
                    </a:lnTo>
                    <a:lnTo>
                      <a:pt x="215" y="669"/>
                    </a:lnTo>
                    <a:lnTo>
                      <a:pt x="235" y="708"/>
                    </a:lnTo>
                    <a:lnTo>
                      <a:pt x="274" y="698"/>
                    </a:lnTo>
                    <a:lnTo>
                      <a:pt x="314" y="689"/>
                    </a:lnTo>
                    <a:lnTo>
                      <a:pt x="353" y="678"/>
                    </a:lnTo>
                    <a:lnTo>
                      <a:pt x="393" y="669"/>
                    </a:lnTo>
                    <a:lnTo>
                      <a:pt x="371" y="630"/>
                    </a:lnTo>
                    <a:lnTo>
                      <a:pt x="351" y="591"/>
                    </a:lnTo>
                    <a:lnTo>
                      <a:pt x="330" y="552"/>
                    </a:lnTo>
                    <a:lnTo>
                      <a:pt x="312" y="511"/>
                    </a:lnTo>
                    <a:lnTo>
                      <a:pt x="294" y="471"/>
                    </a:lnTo>
                    <a:lnTo>
                      <a:pt x="277" y="430"/>
                    </a:lnTo>
                    <a:lnTo>
                      <a:pt x="260" y="389"/>
                    </a:lnTo>
                    <a:lnTo>
                      <a:pt x="244" y="347"/>
                    </a:lnTo>
                    <a:lnTo>
                      <a:pt x="230" y="306"/>
                    </a:lnTo>
                    <a:lnTo>
                      <a:pt x="216" y="263"/>
                    </a:lnTo>
                    <a:lnTo>
                      <a:pt x="203" y="220"/>
                    </a:lnTo>
                    <a:lnTo>
                      <a:pt x="191" y="177"/>
                    </a:lnTo>
                    <a:lnTo>
                      <a:pt x="180" y="134"/>
                    </a:lnTo>
                    <a:lnTo>
                      <a:pt x="170" y="89"/>
                    </a:lnTo>
                    <a:lnTo>
                      <a:pt x="160" y="45"/>
                    </a:lnTo>
                    <a:lnTo>
                      <a:pt x="152" y="0"/>
                    </a:lnTo>
                    <a:lnTo>
                      <a:pt x="114" y="10"/>
                    </a:lnTo>
                    <a:lnTo>
                      <a:pt x="76" y="20"/>
                    </a:lnTo>
                    <a:lnTo>
                      <a:pt x="38" y="3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65A7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4" name="Freeform 185"/>
              <p:cNvSpPr>
                <a:spLocks/>
              </p:cNvSpPr>
              <p:nvPr/>
            </p:nvSpPr>
            <p:spPr bwMode="auto">
              <a:xfrm>
                <a:off x="807" y="1481"/>
                <a:ext cx="49" cy="88"/>
              </a:xfrm>
              <a:custGeom>
                <a:avLst/>
                <a:gdLst>
                  <a:gd name="T0" fmla="*/ 0 w 395"/>
                  <a:gd name="T1" fmla="*/ 1 h 709"/>
                  <a:gd name="T2" fmla="*/ 0 w 395"/>
                  <a:gd name="T3" fmla="*/ 1 h 709"/>
                  <a:gd name="T4" fmla="*/ 0 w 395"/>
                  <a:gd name="T5" fmla="*/ 2 h 709"/>
                  <a:gd name="T6" fmla="*/ 0 w 395"/>
                  <a:gd name="T7" fmla="*/ 3 h 709"/>
                  <a:gd name="T8" fmla="*/ 1 w 395"/>
                  <a:gd name="T9" fmla="*/ 3 h 709"/>
                  <a:gd name="T10" fmla="*/ 1 w 395"/>
                  <a:gd name="T11" fmla="*/ 4 h 709"/>
                  <a:gd name="T12" fmla="*/ 1 w 395"/>
                  <a:gd name="T13" fmla="*/ 5 h 709"/>
                  <a:gd name="T14" fmla="*/ 1 w 395"/>
                  <a:gd name="T15" fmla="*/ 5 h 709"/>
                  <a:gd name="T16" fmla="*/ 1 w 395"/>
                  <a:gd name="T17" fmla="*/ 6 h 709"/>
                  <a:gd name="T18" fmla="*/ 2 w 395"/>
                  <a:gd name="T19" fmla="*/ 7 h 709"/>
                  <a:gd name="T20" fmla="*/ 2 w 395"/>
                  <a:gd name="T21" fmla="*/ 7 h 709"/>
                  <a:gd name="T22" fmla="*/ 2 w 395"/>
                  <a:gd name="T23" fmla="*/ 8 h 709"/>
                  <a:gd name="T24" fmla="*/ 2 w 395"/>
                  <a:gd name="T25" fmla="*/ 8 h 709"/>
                  <a:gd name="T26" fmla="*/ 3 w 395"/>
                  <a:gd name="T27" fmla="*/ 9 h 709"/>
                  <a:gd name="T28" fmla="*/ 3 w 395"/>
                  <a:gd name="T29" fmla="*/ 10 h 709"/>
                  <a:gd name="T30" fmla="*/ 3 w 395"/>
                  <a:gd name="T31" fmla="*/ 10 h 709"/>
                  <a:gd name="T32" fmla="*/ 4 w 395"/>
                  <a:gd name="T33" fmla="*/ 11 h 709"/>
                  <a:gd name="T34" fmla="*/ 5 w 395"/>
                  <a:gd name="T35" fmla="*/ 11 h 709"/>
                  <a:gd name="T36" fmla="*/ 6 w 395"/>
                  <a:gd name="T37" fmla="*/ 10 h 709"/>
                  <a:gd name="T38" fmla="*/ 6 w 395"/>
                  <a:gd name="T39" fmla="*/ 10 h 709"/>
                  <a:gd name="T40" fmla="*/ 5 w 395"/>
                  <a:gd name="T41" fmla="*/ 9 h 709"/>
                  <a:gd name="T42" fmla="*/ 5 w 395"/>
                  <a:gd name="T43" fmla="*/ 9 h 709"/>
                  <a:gd name="T44" fmla="*/ 5 w 395"/>
                  <a:gd name="T45" fmla="*/ 8 h 709"/>
                  <a:gd name="T46" fmla="*/ 5 w 395"/>
                  <a:gd name="T47" fmla="*/ 7 h 709"/>
                  <a:gd name="T48" fmla="*/ 4 w 395"/>
                  <a:gd name="T49" fmla="*/ 7 h 709"/>
                  <a:gd name="T50" fmla="*/ 4 w 395"/>
                  <a:gd name="T51" fmla="*/ 6 h 709"/>
                  <a:gd name="T52" fmla="*/ 4 w 395"/>
                  <a:gd name="T53" fmla="*/ 5 h 709"/>
                  <a:gd name="T54" fmla="*/ 4 w 395"/>
                  <a:gd name="T55" fmla="*/ 5 h 709"/>
                  <a:gd name="T56" fmla="*/ 3 w 395"/>
                  <a:gd name="T57" fmla="*/ 4 h 709"/>
                  <a:gd name="T58" fmla="*/ 3 w 395"/>
                  <a:gd name="T59" fmla="*/ 3 h 709"/>
                  <a:gd name="T60" fmla="*/ 3 w 395"/>
                  <a:gd name="T61" fmla="*/ 3 h 709"/>
                  <a:gd name="T62" fmla="*/ 3 w 395"/>
                  <a:gd name="T63" fmla="*/ 2 h 709"/>
                  <a:gd name="T64" fmla="*/ 3 w 395"/>
                  <a:gd name="T65" fmla="*/ 1 h 709"/>
                  <a:gd name="T66" fmla="*/ 2 w 395"/>
                  <a:gd name="T67" fmla="*/ 1 h 709"/>
                  <a:gd name="T68" fmla="*/ 2 w 395"/>
                  <a:gd name="T69" fmla="*/ 0 h 709"/>
                  <a:gd name="T70" fmla="*/ 2 w 395"/>
                  <a:gd name="T71" fmla="*/ 0 h 709"/>
                  <a:gd name="T72" fmla="*/ 2 w 395"/>
                  <a:gd name="T73" fmla="*/ 0 h 709"/>
                  <a:gd name="T74" fmla="*/ 1 w 395"/>
                  <a:gd name="T75" fmla="*/ 0 h 709"/>
                  <a:gd name="T76" fmla="*/ 1 w 395"/>
                  <a:gd name="T77" fmla="*/ 0 h 709"/>
                  <a:gd name="T78" fmla="*/ 0 w 395"/>
                  <a:gd name="T79" fmla="*/ 1 h 70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395"/>
                  <a:gd name="T121" fmla="*/ 0 h 709"/>
                  <a:gd name="T122" fmla="*/ 395 w 395"/>
                  <a:gd name="T123" fmla="*/ 709 h 70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395" h="709">
                    <a:moveTo>
                      <a:pt x="0" y="40"/>
                    </a:moveTo>
                    <a:lnTo>
                      <a:pt x="9" y="85"/>
                    </a:lnTo>
                    <a:lnTo>
                      <a:pt x="18" y="129"/>
                    </a:lnTo>
                    <a:lnTo>
                      <a:pt x="28" y="173"/>
                    </a:lnTo>
                    <a:lnTo>
                      <a:pt x="40" y="217"/>
                    </a:lnTo>
                    <a:lnTo>
                      <a:pt x="51" y="259"/>
                    </a:lnTo>
                    <a:lnTo>
                      <a:pt x="65" y="302"/>
                    </a:lnTo>
                    <a:lnTo>
                      <a:pt x="78" y="345"/>
                    </a:lnTo>
                    <a:lnTo>
                      <a:pt x="93" y="387"/>
                    </a:lnTo>
                    <a:lnTo>
                      <a:pt x="108" y="429"/>
                    </a:lnTo>
                    <a:lnTo>
                      <a:pt x="125" y="470"/>
                    </a:lnTo>
                    <a:lnTo>
                      <a:pt x="141" y="511"/>
                    </a:lnTo>
                    <a:lnTo>
                      <a:pt x="159" y="551"/>
                    </a:lnTo>
                    <a:lnTo>
                      <a:pt x="178" y="592"/>
                    </a:lnTo>
                    <a:lnTo>
                      <a:pt x="197" y="631"/>
                    </a:lnTo>
                    <a:lnTo>
                      <a:pt x="217" y="669"/>
                    </a:lnTo>
                    <a:lnTo>
                      <a:pt x="238" y="709"/>
                    </a:lnTo>
                    <a:lnTo>
                      <a:pt x="321" y="687"/>
                    </a:lnTo>
                    <a:lnTo>
                      <a:pt x="395" y="668"/>
                    </a:lnTo>
                    <a:lnTo>
                      <a:pt x="373" y="630"/>
                    </a:lnTo>
                    <a:lnTo>
                      <a:pt x="352" y="592"/>
                    </a:lnTo>
                    <a:lnTo>
                      <a:pt x="332" y="552"/>
                    </a:lnTo>
                    <a:lnTo>
                      <a:pt x="313" y="512"/>
                    </a:lnTo>
                    <a:lnTo>
                      <a:pt x="295" y="472"/>
                    </a:lnTo>
                    <a:lnTo>
                      <a:pt x="277" y="431"/>
                    </a:lnTo>
                    <a:lnTo>
                      <a:pt x="261" y="390"/>
                    </a:lnTo>
                    <a:lnTo>
                      <a:pt x="245" y="348"/>
                    </a:lnTo>
                    <a:lnTo>
                      <a:pt x="230" y="306"/>
                    </a:lnTo>
                    <a:lnTo>
                      <a:pt x="216" y="264"/>
                    </a:lnTo>
                    <a:lnTo>
                      <a:pt x="203" y="221"/>
                    </a:lnTo>
                    <a:lnTo>
                      <a:pt x="191" y="177"/>
                    </a:lnTo>
                    <a:lnTo>
                      <a:pt x="180" y="134"/>
                    </a:lnTo>
                    <a:lnTo>
                      <a:pt x="169" y="89"/>
                    </a:lnTo>
                    <a:lnTo>
                      <a:pt x="160" y="46"/>
                    </a:lnTo>
                    <a:lnTo>
                      <a:pt x="152" y="0"/>
                    </a:lnTo>
                    <a:lnTo>
                      <a:pt x="146" y="2"/>
                    </a:lnTo>
                    <a:lnTo>
                      <a:pt x="109" y="11"/>
                    </a:lnTo>
                    <a:lnTo>
                      <a:pt x="73" y="21"/>
                    </a:lnTo>
                    <a:lnTo>
                      <a:pt x="37" y="31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68AA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5" name="Freeform 186"/>
              <p:cNvSpPr>
                <a:spLocks/>
              </p:cNvSpPr>
              <p:nvPr/>
            </p:nvSpPr>
            <p:spPr bwMode="auto">
              <a:xfrm>
                <a:off x="816" y="1478"/>
                <a:ext cx="50" cy="89"/>
              </a:xfrm>
              <a:custGeom>
                <a:avLst/>
                <a:gdLst>
                  <a:gd name="T0" fmla="*/ 0 w 397"/>
                  <a:gd name="T1" fmla="*/ 1 h 708"/>
                  <a:gd name="T2" fmla="*/ 0 w 397"/>
                  <a:gd name="T3" fmla="*/ 1 h 708"/>
                  <a:gd name="T4" fmla="*/ 0 w 397"/>
                  <a:gd name="T5" fmla="*/ 2 h 708"/>
                  <a:gd name="T6" fmla="*/ 1 w 397"/>
                  <a:gd name="T7" fmla="*/ 3 h 708"/>
                  <a:gd name="T8" fmla="*/ 1 w 397"/>
                  <a:gd name="T9" fmla="*/ 3 h 708"/>
                  <a:gd name="T10" fmla="*/ 1 w 397"/>
                  <a:gd name="T11" fmla="*/ 4 h 708"/>
                  <a:gd name="T12" fmla="*/ 1 w 397"/>
                  <a:gd name="T13" fmla="*/ 5 h 708"/>
                  <a:gd name="T14" fmla="*/ 1 w 397"/>
                  <a:gd name="T15" fmla="*/ 5 h 708"/>
                  <a:gd name="T16" fmla="*/ 2 w 397"/>
                  <a:gd name="T17" fmla="*/ 6 h 708"/>
                  <a:gd name="T18" fmla="*/ 2 w 397"/>
                  <a:gd name="T19" fmla="*/ 7 h 708"/>
                  <a:gd name="T20" fmla="*/ 2 w 397"/>
                  <a:gd name="T21" fmla="*/ 7 h 708"/>
                  <a:gd name="T22" fmla="*/ 2 w 397"/>
                  <a:gd name="T23" fmla="*/ 8 h 708"/>
                  <a:gd name="T24" fmla="*/ 3 w 397"/>
                  <a:gd name="T25" fmla="*/ 9 h 708"/>
                  <a:gd name="T26" fmla="*/ 3 w 397"/>
                  <a:gd name="T27" fmla="*/ 9 h 708"/>
                  <a:gd name="T28" fmla="*/ 3 w 397"/>
                  <a:gd name="T29" fmla="*/ 10 h 708"/>
                  <a:gd name="T30" fmla="*/ 4 w 397"/>
                  <a:gd name="T31" fmla="*/ 11 h 708"/>
                  <a:gd name="T32" fmla="*/ 4 w 397"/>
                  <a:gd name="T33" fmla="*/ 11 h 708"/>
                  <a:gd name="T34" fmla="*/ 4 w 397"/>
                  <a:gd name="T35" fmla="*/ 11 h 708"/>
                  <a:gd name="T36" fmla="*/ 5 w 397"/>
                  <a:gd name="T37" fmla="*/ 11 h 708"/>
                  <a:gd name="T38" fmla="*/ 5 w 397"/>
                  <a:gd name="T39" fmla="*/ 11 h 708"/>
                  <a:gd name="T40" fmla="*/ 6 w 397"/>
                  <a:gd name="T41" fmla="*/ 11 h 708"/>
                  <a:gd name="T42" fmla="*/ 6 w 397"/>
                  <a:gd name="T43" fmla="*/ 11 h 708"/>
                  <a:gd name="T44" fmla="*/ 6 w 397"/>
                  <a:gd name="T45" fmla="*/ 10 h 708"/>
                  <a:gd name="T46" fmla="*/ 6 w 397"/>
                  <a:gd name="T47" fmla="*/ 9 h 708"/>
                  <a:gd name="T48" fmla="*/ 5 w 397"/>
                  <a:gd name="T49" fmla="*/ 9 h 708"/>
                  <a:gd name="T50" fmla="*/ 5 w 397"/>
                  <a:gd name="T51" fmla="*/ 8 h 708"/>
                  <a:gd name="T52" fmla="*/ 5 w 397"/>
                  <a:gd name="T53" fmla="*/ 7 h 708"/>
                  <a:gd name="T54" fmla="*/ 4 w 397"/>
                  <a:gd name="T55" fmla="*/ 7 h 708"/>
                  <a:gd name="T56" fmla="*/ 4 w 397"/>
                  <a:gd name="T57" fmla="*/ 6 h 708"/>
                  <a:gd name="T58" fmla="*/ 4 w 397"/>
                  <a:gd name="T59" fmla="*/ 6 h 708"/>
                  <a:gd name="T60" fmla="*/ 4 w 397"/>
                  <a:gd name="T61" fmla="*/ 5 h 708"/>
                  <a:gd name="T62" fmla="*/ 3 w 397"/>
                  <a:gd name="T63" fmla="*/ 4 h 708"/>
                  <a:gd name="T64" fmla="*/ 3 w 397"/>
                  <a:gd name="T65" fmla="*/ 4 h 708"/>
                  <a:gd name="T66" fmla="*/ 3 w 397"/>
                  <a:gd name="T67" fmla="*/ 3 h 708"/>
                  <a:gd name="T68" fmla="*/ 3 w 397"/>
                  <a:gd name="T69" fmla="*/ 2 h 708"/>
                  <a:gd name="T70" fmla="*/ 3 w 397"/>
                  <a:gd name="T71" fmla="*/ 1 h 708"/>
                  <a:gd name="T72" fmla="*/ 3 w 397"/>
                  <a:gd name="T73" fmla="*/ 1 h 708"/>
                  <a:gd name="T74" fmla="*/ 2 w 397"/>
                  <a:gd name="T75" fmla="*/ 0 h 708"/>
                  <a:gd name="T76" fmla="*/ 1 w 397"/>
                  <a:gd name="T77" fmla="*/ 0 h 708"/>
                  <a:gd name="T78" fmla="*/ 0 w 397"/>
                  <a:gd name="T79" fmla="*/ 1 h 70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397"/>
                  <a:gd name="T121" fmla="*/ 0 h 708"/>
                  <a:gd name="T122" fmla="*/ 397 w 397"/>
                  <a:gd name="T123" fmla="*/ 708 h 70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397" h="708">
                    <a:moveTo>
                      <a:pt x="0" y="39"/>
                    </a:moveTo>
                    <a:lnTo>
                      <a:pt x="8" y="83"/>
                    </a:lnTo>
                    <a:lnTo>
                      <a:pt x="18" y="128"/>
                    </a:lnTo>
                    <a:lnTo>
                      <a:pt x="28" y="173"/>
                    </a:lnTo>
                    <a:lnTo>
                      <a:pt x="39" y="216"/>
                    </a:lnTo>
                    <a:lnTo>
                      <a:pt x="51" y="259"/>
                    </a:lnTo>
                    <a:lnTo>
                      <a:pt x="64" y="302"/>
                    </a:lnTo>
                    <a:lnTo>
                      <a:pt x="78" y="345"/>
                    </a:lnTo>
                    <a:lnTo>
                      <a:pt x="92" y="386"/>
                    </a:lnTo>
                    <a:lnTo>
                      <a:pt x="108" y="428"/>
                    </a:lnTo>
                    <a:lnTo>
                      <a:pt x="125" y="469"/>
                    </a:lnTo>
                    <a:lnTo>
                      <a:pt x="142" y="510"/>
                    </a:lnTo>
                    <a:lnTo>
                      <a:pt x="160" y="550"/>
                    </a:lnTo>
                    <a:lnTo>
                      <a:pt x="180" y="591"/>
                    </a:lnTo>
                    <a:lnTo>
                      <a:pt x="199" y="630"/>
                    </a:lnTo>
                    <a:lnTo>
                      <a:pt x="219" y="669"/>
                    </a:lnTo>
                    <a:lnTo>
                      <a:pt x="241" y="708"/>
                    </a:lnTo>
                    <a:lnTo>
                      <a:pt x="245" y="706"/>
                    </a:lnTo>
                    <a:lnTo>
                      <a:pt x="283" y="697"/>
                    </a:lnTo>
                    <a:lnTo>
                      <a:pt x="322" y="686"/>
                    </a:lnTo>
                    <a:lnTo>
                      <a:pt x="359" y="677"/>
                    </a:lnTo>
                    <a:lnTo>
                      <a:pt x="397" y="667"/>
                    </a:lnTo>
                    <a:lnTo>
                      <a:pt x="375" y="628"/>
                    </a:lnTo>
                    <a:lnTo>
                      <a:pt x="354" y="590"/>
                    </a:lnTo>
                    <a:lnTo>
                      <a:pt x="333" y="550"/>
                    </a:lnTo>
                    <a:lnTo>
                      <a:pt x="313" y="511"/>
                    </a:lnTo>
                    <a:lnTo>
                      <a:pt x="296" y="470"/>
                    </a:lnTo>
                    <a:lnTo>
                      <a:pt x="277" y="430"/>
                    </a:lnTo>
                    <a:lnTo>
                      <a:pt x="260" y="389"/>
                    </a:lnTo>
                    <a:lnTo>
                      <a:pt x="245" y="348"/>
                    </a:lnTo>
                    <a:lnTo>
                      <a:pt x="229" y="305"/>
                    </a:lnTo>
                    <a:lnTo>
                      <a:pt x="216" y="263"/>
                    </a:lnTo>
                    <a:lnTo>
                      <a:pt x="202" y="220"/>
                    </a:lnTo>
                    <a:lnTo>
                      <a:pt x="191" y="178"/>
                    </a:lnTo>
                    <a:lnTo>
                      <a:pt x="180" y="133"/>
                    </a:lnTo>
                    <a:lnTo>
                      <a:pt x="169" y="89"/>
                    </a:lnTo>
                    <a:lnTo>
                      <a:pt x="160" y="45"/>
                    </a:lnTo>
                    <a:lnTo>
                      <a:pt x="151" y="0"/>
                    </a:lnTo>
                    <a:lnTo>
                      <a:pt x="70" y="21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69AB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6" name="Freeform 187"/>
              <p:cNvSpPr>
                <a:spLocks/>
              </p:cNvSpPr>
              <p:nvPr/>
            </p:nvSpPr>
            <p:spPr bwMode="auto">
              <a:xfrm>
                <a:off x="826" y="1476"/>
                <a:ext cx="50" cy="88"/>
              </a:xfrm>
              <a:custGeom>
                <a:avLst/>
                <a:gdLst>
                  <a:gd name="T0" fmla="*/ 0 w 399"/>
                  <a:gd name="T1" fmla="*/ 1 h 705"/>
                  <a:gd name="T2" fmla="*/ 0 w 399"/>
                  <a:gd name="T3" fmla="*/ 1 h 705"/>
                  <a:gd name="T4" fmla="*/ 0 w 399"/>
                  <a:gd name="T5" fmla="*/ 2 h 705"/>
                  <a:gd name="T6" fmla="*/ 1 w 399"/>
                  <a:gd name="T7" fmla="*/ 3 h 705"/>
                  <a:gd name="T8" fmla="*/ 1 w 399"/>
                  <a:gd name="T9" fmla="*/ 3 h 705"/>
                  <a:gd name="T10" fmla="*/ 1 w 399"/>
                  <a:gd name="T11" fmla="*/ 4 h 705"/>
                  <a:gd name="T12" fmla="*/ 1 w 399"/>
                  <a:gd name="T13" fmla="*/ 5 h 705"/>
                  <a:gd name="T14" fmla="*/ 1 w 399"/>
                  <a:gd name="T15" fmla="*/ 5 h 705"/>
                  <a:gd name="T16" fmla="*/ 2 w 399"/>
                  <a:gd name="T17" fmla="*/ 6 h 705"/>
                  <a:gd name="T18" fmla="*/ 2 w 399"/>
                  <a:gd name="T19" fmla="*/ 7 h 705"/>
                  <a:gd name="T20" fmla="*/ 2 w 399"/>
                  <a:gd name="T21" fmla="*/ 7 h 705"/>
                  <a:gd name="T22" fmla="*/ 2 w 399"/>
                  <a:gd name="T23" fmla="*/ 8 h 705"/>
                  <a:gd name="T24" fmla="*/ 3 w 399"/>
                  <a:gd name="T25" fmla="*/ 9 h 705"/>
                  <a:gd name="T26" fmla="*/ 3 w 399"/>
                  <a:gd name="T27" fmla="*/ 9 h 705"/>
                  <a:gd name="T28" fmla="*/ 3 w 399"/>
                  <a:gd name="T29" fmla="*/ 10 h 705"/>
                  <a:gd name="T30" fmla="*/ 4 w 399"/>
                  <a:gd name="T31" fmla="*/ 10 h 705"/>
                  <a:gd name="T32" fmla="*/ 4 w 399"/>
                  <a:gd name="T33" fmla="*/ 11 h 705"/>
                  <a:gd name="T34" fmla="*/ 4 w 399"/>
                  <a:gd name="T35" fmla="*/ 11 h 705"/>
                  <a:gd name="T36" fmla="*/ 5 w 399"/>
                  <a:gd name="T37" fmla="*/ 11 h 705"/>
                  <a:gd name="T38" fmla="*/ 6 w 399"/>
                  <a:gd name="T39" fmla="*/ 10 h 705"/>
                  <a:gd name="T40" fmla="*/ 6 w 399"/>
                  <a:gd name="T41" fmla="*/ 10 h 705"/>
                  <a:gd name="T42" fmla="*/ 6 w 399"/>
                  <a:gd name="T43" fmla="*/ 10 h 705"/>
                  <a:gd name="T44" fmla="*/ 6 w 399"/>
                  <a:gd name="T45" fmla="*/ 9 h 705"/>
                  <a:gd name="T46" fmla="*/ 5 w 399"/>
                  <a:gd name="T47" fmla="*/ 8 h 705"/>
                  <a:gd name="T48" fmla="*/ 5 w 399"/>
                  <a:gd name="T49" fmla="*/ 8 h 705"/>
                  <a:gd name="T50" fmla="*/ 5 w 399"/>
                  <a:gd name="T51" fmla="*/ 7 h 705"/>
                  <a:gd name="T52" fmla="*/ 4 w 399"/>
                  <a:gd name="T53" fmla="*/ 7 h 705"/>
                  <a:gd name="T54" fmla="*/ 4 w 399"/>
                  <a:gd name="T55" fmla="*/ 6 h 705"/>
                  <a:gd name="T56" fmla="*/ 4 w 399"/>
                  <a:gd name="T57" fmla="*/ 5 h 705"/>
                  <a:gd name="T58" fmla="*/ 4 w 399"/>
                  <a:gd name="T59" fmla="*/ 5 h 705"/>
                  <a:gd name="T60" fmla="*/ 3 w 399"/>
                  <a:gd name="T61" fmla="*/ 4 h 705"/>
                  <a:gd name="T62" fmla="*/ 3 w 399"/>
                  <a:gd name="T63" fmla="*/ 3 h 705"/>
                  <a:gd name="T64" fmla="*/ 3 w 399"/>
                  <a:gd name="T65" fmla="*/ 3 h 705"/>
                  <a:gd name="T66" fmla="*/ 3 w 399"/>
                  <a:gd name="T67" fmla="*/ 2 h 705"/>
                  <a:gd name="T68" fmla="*/ 3 w 399"/>
                  <a:gd name="T69" fmla="*/ 1 h 705"/>
                  <a:gd name="T70" fmla="*/ 3 w 399"/>
                  <a:gd name="T71" fmla="*/ 1 h 705"/>
                  <a:gd name="T72" fmla="*/ 2 w 399"/>
                  <a:gd name="T73" fmla="*/ 0 h 705"/>
                  <a:gd name="T74" fmla="*/ 2 w 399"/>
                  <a:gd name="T75" fmla="*/ 0 h 705"/>
                  <a:gd name="T76" fmla="*/ 1 w 399"/>
                  <a:gd name="T77" fmla="*/ 0 h 705"/>
                  <a:gd name="T78" fmla="*/ 1 w 399"/>
                  <a:gd name="T79" fmla="*/ 0 h 705"/>
                  <a:gd name="T80" fmla="*/ 0 w 399"/>
                  <a:gd name="T81" fmla="*/ 1 h 70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99"/>
                  <a:gd name="T124" fmla="*/ 0 h 705"/>
                  <a:gd name="T125" fmla="*/ 399 w 399"/>
                  <a:gd name="T126" fmla="*/ 705 h 70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99" h="705">
                    <a:moveTo>
                      <a:pt x="0" y="37"/>
                    </a:moveTo>
                    <a:lnTo>
                      <a:pt x="8" y="83"/>
                    </a:lnTo>
                    <a:lnTo>
                      <a:pt x="17" y="126"/>
                    </a:lnTo>
                    <a:lnTo>
                      <a:pt x="28" y="171"/>
                    </a:lnTo>
                    <a:lnTo>
                      <a:pt x="39" y="214"/>
                    </a:lnTo>
                    <a:lnTo>
                      <a:pt x="51" y="258"/>
                    </a:lnTo>
                    <a:lnTo>
                      <a:pt x="64" y="301"/>
                    </a:lnTo>
                    <a:lnTo>
                      <a:pt x="78" y="343"/>
                    </a:lnTo>
                    <a:lnTo>
                      <a:pt x="93" y="385"/>
                    </a:lnTo>
                    <a:lnTo>
                      <a:pt x="109" y="427"/>
                    </a:lnTo>
                    <a:lnTo>
                      <a:pt x="125" y="468"/>
                    </a:lnTo>
                    <a:lnTo>
                      <a:pt x="143" y="509"/>
                    </a:lnTo>
                    <a:lnTo>
                      <a:pt x="161" y="549"/>
                    </a:lnTo>
                    <a:lnTo>
                      <a:pt x="180" y="589"/>
                    </a:lnTo>
                    <a:lnTo>
                      <a:pt x="200" y="629"/>
                    </a:lnTo>
                    <a:lnTo>
                      <a:pt x="221" y="667"/>
                    </a:lnTo>
                    <a:lnTo>
                      <a:pt x="243" y="705"/>
                    </a:lnTo>
                    <a:lnTo>
                      <a:pt x="282" y="695"/>
                    </a:lnTo>
                    <a:lnTo>
                      <a:pt x="321" y="685"/>
                    </a:lnTo>
                    <a:lnTo>
                      <a:pt x="360" y="673"/>
                    </a:lnTo>
                    <a:lnTo>
                      <a:pt x="399" y="663"/>
                    </a:lnTo>
                    <a:lnTo>
                      <a:pt x="376" y="625"/>
                    </a:lnTo>
                    <a:lnTo>
                      <a:pt x="355" y="587"/>
                    </a:lnTo>
                    <a:lnTo>
                      <a:pt x="334" y="548"/>
                    </a:lnTo>
                    <a:lnTo>
                      <a:pt x="314" y="508"/>
                    </a:lnTo>
                    <a:lnTo>
                      <a:pt x="296" y="469"/>
                    </a:lnTo>
                    <a:lnTo>
                      <a:pt x="278" y="428"/>
                    </a:lnTo>
                    <a:lnTo>
                      <a:pt x="261" y="388"/>
                    </a:lnTo>
                    <a:lnTo>
                      <a:pt x="245" y="346"/>
                    </a:lnTo>
                    <a:lnTo>
                      <a:pt x="230" y="305"/>
                    </a:lnTo>
                    <a:lnTo>
                      <a:pt x="216" y="262"/>
                    </a:lnTo>
                    <a:lnTo>
                      <a:pt x="202" y="220"/>
                    </a:lnTo>
                    <a:lnTo>
                      <a:pt x="191" y="176"/>
                    </a:lnTo>
                    <a:lnTo>
                      <a:pt x="179" y="132"/>
                    </a:lnTo>
                    <a:lnTo>
                      <a:pt x="169" y="89"/>
                    </a:lnTo>
                    <a:lnTo>
                      <a:pt x="160" y="44"/>
                    </a:lnTo>
                    <a:lnTo>
                      <a:pt x="152" y="0"/>
                    </a:lnTo>
                    <a:lnTo>
                      <a:pt x="114" y="9"/>
                    </a:lnTo>
                    <a:lnTo>
                      <a:pt x="77" y="18"/>
                    </a:lnTo>
                    <a:lnTo>
                      <a:pt x="38" y="28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6BA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7" name="Freeform 188"/>
              <p:cNvSpPr>
                <a:spLocks/>
              </p:cNvSpPr>
              <p:nvPr/>
            </p:nvSpPr>
            <p:spPr bwMode="auto">
              <a:xfrm>
                <a:off x="835" y="1474"/>
                <a:ext cx="51" cy="88"/>
              </a:xfrm>
              <a:custGeom>
                <a:avLst/>
                <a:gdLst>
                  <a:gd name="T0" fmla="*/ 0 w 402"/>
                  <a:gd name="T1" fmla="*/ 1 h 703"/>
                  <a:gd name="T2" fmla="*/ 0 w 402"/>
                  <a:gd name="T3" fmla="*/ 1 h 703"/>
                  <a:gd name="T4" fmla="*/ 0 w 402"/>
                  <a:gd name="T5" fmla="*/ 2 h 703"/>
                  <a:gd name="T6" fmla="*/ 1 w 402"/>
                  <a:gd name="T7" fmla="*/ 3 h 703"/>
                  <a:gd name="T8" fmla="*/ 1 w 402"/>
                  <a:gd name="T9" fmla="*/ 3 h 703"/>
                  <a:gd name="T10" fmla="*/ 1 w 402"/>
                  <a:gd name="T11" fmla="*/ 4 h 703"/>
                  <a:gd name="T12" fmla="*/ 1 w 402"/>
                  <a:gd name="T13" fmla="*/ 5 h 703"/>
                  <a:gd name="T14" fmla="*/ 1 w 402"/>
                  <a:gd name="T15" fmla="*/ 5 h 703"/>
                  <a:gd name="T16" fmla="*/ 2 w 402"/>
                  <a:gd name="T17" fmla="*/ 6 h 703"/>
                  <a:gd name="T18" fmla="*/ 2 w 402"/>
                  <a:gd name="T19" fmla="*/ 7 h 703"/>
                  <a:gd name="T20" fmla="*/ 2 w 402"/>
                  <a:gd name="T21" fmla="*/ 7 h 703"/>
                  <a:gd name="T22" fmla="*/ 2 w 402"/>
                  <a:gd name="T23" fmla="*/ 8 h 703"/>
                  <a:gd name="T24" fmla="*/ 3 w 402"/>
                  <a:gd name="T25" fmla="*/ 9 h 703"/>
                  <a:gd name="T26" fmla="*/ 3 w 402"/>
                  <a:gd name="T27" fmla="*/ 9 h 703"/>
                  <a:gd name="T28" fmla="*/ 3 w 402"/>
                  <a:gd name="T29" fmla="*/ 10 h 703"/>
                  <a:gd name="T30" fmla="*/ 4 w 402"/>
                  <a:gd name="T31" fmla="*/ 10 h 703"/>
                  <a:gd name="T32" fmla="*/ 4 w 402"/>
                  <a:gd name="T33" fmla="*/ 11 h 703"/>
                  <a:gd name="T34" fmla="*/ 5 w 402"/>
                  <a:gd name="T35" fmla="*/ 11 h 703"/>
                  <a:gd name="T36" fmla="*/ 5 w 402"/>
                  <a:gd name="T37" fmla="*/ 11 h 703"/>
                  <a:gd name="T38" fmla="*/ 6 w 402"/>
                  <a:gd name="T39" fmla="*/ 11 h 703"/>
                  <a:gd name="T40" fmla="*/ 6 w 402"/>
                  <a:gd name="T41" fmla="*/ 10 h 703"/>
                  <a:gd name="T42" fmla="*/ 6 w 402"/>
                  <a:gd name="T43" fmla="*/ 10 h 703"/>
                  <a:gd name="T44" fmla="*/ 6 w 402"/>
                  <a:gd name="T45" fmla="*/ 9 h 703"/>
                  <a:gd name="T46" fmla="*/ 5 w 402"/>
                  <a:gd name="T47" fmla="*/ 9 h 703"/>
                  <a:gd name="T48" fmla="*/ 5 w 402"/>
                  <a:gd name="T49" fmla="*/ 8 h 703"/>
                  <a:gd name="T50" fmla="*/ 5 w 402"/>
                  <a:gd name="T51" fmla="*/ 7 h 703"/>
                  <a:gd name="T52" fmla="*/ 5 w 402"/>
                  <a:gd name="T53" fmla="*/ 7 h 703"/>
                  <a:gd name="T54" fmla="*/ 4 w 402"/>
                  <a:gd name="T55" fmla="*/ 6 h 703"/>
                  <a:gd name="T56" fmla="*/ 4 w 402"/>
                  <a:gd name="T57" fmla="*/ 5 h 703"/>
                  <a:gd name="T58" fmla="*/ 4 w 402"/>
                  <a:gd name="T59" fmla="*/ 5 h 703"/>
                  <a:gd name="T60" fmla="*/ 3 w 402"/>
                  <a:gd name="T61" fmla="*/ 4 h 703"/>
                  <a:gd name="T62" fmla="*/ 3 w 402"/>
                  <a:gd name="T63" fmla="*/ 3 h 703"/>
                  <a:gd name="T64" fmla="*/ 3 w 402"/>
                  <a:gd name="T65" fmla="*/ 3 h 703"/>
                  <a:gd name="T66" fmla="*/ 3 w 402"/>
                  <a:gd name="T67" fmla="*/ 2 h 703"/>
                  <a:gd name="T68" fmla="*/ 3 w 402"/>
                  <a:gd name="T69" fmla="*/ 1 h 703"/>
                  <a:gd name="T70" fmla="*/ 3 w 402"/>
                  <a:gd name="T71" fmla="*/ 1 h 703"/>
                  <a:gd name="T72" fmla="*/ 2 w 402"/>
                  <a:gd name="T73" fmla="*/ 0 h 703"/>
                  <a:gd name="T74" fmla="*/ 2 w 402"/>
                  <a:gd name="T75" fmla="*/ 0 h 703"/>
                  <a:gd name="T76" fmla="*/ 1 w 402"/>
                  <a:gd name="T77" fmla="*/ 0 h 703"/>
                  <a:gd name="T78" fmla="*/ 1 w 402"/>
                  <a:gd name="T79" fmla="*/ 0 h 703"/>
                  <a:gd name="T80" fmla="*/ 0 w 402"/>
                  <a:gd name="T81" fmla="*/ 1 h 70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2"/>
                  <a:gd name="T124" fmla="*/ 0 h 703"/>
                  <a:gd name="T125" fmla="*/ 402 w 402"/>
                  <a:gd name="T126" fmla="*/ 703 h 70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2" h="703">
                    <a:moveTo>
                      <a:pt x="0" y="36"/>
                    </a:moveTo>
                    <a:lnTo>
                      <a:pt x="9" y="81"/>
                    </a:lnTo>
                    <a:lnTo>
                      <a:pt x="18" y="125"/>
                    </a:lnTo>
                    <a:lnTo>
                      <a:pt x="29" y="169"/>
                    </a:lnTo>
                    <a:lnTo>
                      <a:pt x="40" y="214"/>
                    </a:lnTo>
                    <a:lnTo>
                      <a:pt x="51" y="256"/>
                    </a:lnTo>
                    <a:lnTo>
                      <a:pt x="65" y="299"/>
                    </a:lnTo>
                    <a:lnTo>
                      <a:pt x="78" y="341"/>
                    </a:lnTo>
                    <a:lnTo>
                      <a:pt x="94" y="384"/>
                    </a:lnTo>
                    <a:lnTo>
                      <a:pt x="109" y="425"/>
                    </a:lnTo>
                    <a:lnTo>
                      <a:pt x="126" y="466"/>
                    </a:lnTo>
                    <a:lnTo>
                      <a:pt x="145" y="506"/>
                    </a:lnTo>
                    <a:lnTo>
                      <a:pt x="162" y="547"/>
                    </a:lnTo>
                    <a:lnTo>
                      <a:pt x="182" y="586"/>
                    </a:lnTo>
                    <a:lnTo>
                      <a:pt x="203" y="626"/>
                    </a:lnTo>
                    <a:lnTo>
                      <a:pt x="224" y="664"/>
                    </a:lnTo>
                    <a:lnTo>
                      <a:pt x="246" y="703"/>
                    </a:lnTo>
                    <a:lnTo>
                      <a:pt x="286" y="691"/>
                    </a:lnTo>
                    <a:lnTo>
                      <a:pt x="324" y="681"/>
                    </a:lnTo>
                    <a:lnTo>
                      <a:pt x="364" y="669"/>
                    </a:lnTo>
                    <a:lnTo>
                      <a:pt x="402" y="658"/>
                    </a:lnTo>
                    <a:lnTo>
                      <a:pt x="379" y="621"/>
                    </a:lnTo>
                    <a:lnTo>
                      <a:pt x="357" y="583"/>
                    </a:lnTo>
                    <a:lnTo>
                      <a:pt x="337" y="545"/>
                    </a:lnTo>
                    <a:lnTo>
                      <a:pt x="317" y="505"/>
                    </a:lnTo>
                    <a:lnTo>
                      <a:pt x="297" y="466"/>
                    </a:lnTo>
                    <a:lnTo>
                      <a:pt x="280" y="426"/>
                    </a:lnTo>
                    <a:lnTo>
                      <a:pt x="262" y="386"/>
                    </a:lnTo>
                    <a:lnTo>
                      <a:pt x="246" y="344"/>
                    </a:lnTo>
                    <a:lnTo>
                      <a:pt x="231" y="303"/>
                    </a:lnTo>
                    <a:lnTo>
                      <a:pt x="216" y="261"/>
                    </a:lnTo>
                    <a:lnTo>
                      <a:pt x="203" y="219"/>
                    </a:lnTo>
                    <a:lnTo>
                      <a:pt x="191" y="176"/>
                    </a:lnTo>
                    <a:lnTo>
                      <a:pt x="180" y="133"/>
                    </a:lnTo>
                    <a:lnTo>
                      <a:pt x="170" y="89"/>
                    </a:lnTo>
                    <a:lnTo>
                      <a:pt x="161" y="45"/>
                    </a:lnTo>
                    <a:lnTo>
                      <a:pt x="153" y="0"/>
                    </a:lnTo>
                    <a:lnTo>
                      <a:pt x="116" y="9"/>
                    </a:lnTo>
                    <a:lnTo>
                      <a:pt x="77" y="18"/>
                    </a:lnTo>
                    <a:lnTo>
                      <a:pt x="39" y="27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6EAE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8" name="Freeform 189"/>
              <p:cNvSpPr>
                <a:spLocks/>
              </p:cNvSpPr>
              <p:nvPr/>
            </p:nvSpPr>
            <p:spPr bwMode="auto">
              <a:xfrm>
                <a:off x="845" y="1472"/>
                <a:ext cx="50" cy="87"/>
              </a:xfrm>
              <a:custGeom>
                <a:avLst/>
                <a:gdLst>
                  <a:gd name="T0" fmla="*/ 0 w 403"/>
                  <a:gd name="T1" fmla="*/ 0 h 698"/>
                  <a:gd name="T2" fmla="*/ 0 w 403"/>
                  <a:gd name="T3" fmla="*/ 1 h 698"/>
                  <a:gd name="T4" fmla="*/ 0 w 403"/>
                  <a:gd name="T5" fmla="*/ 2 h 698"/>
                  <a:gd name="T6" fmla="*/ 0 w 403"/>
                  <a:gd name="T7" fmla="*/ 3 h 698"/>
                  <a:gd name="T8" fmla="*/ 1 w 403"/>
                  <a:gd name="T9" fmla="*/ 3 h 698"/>
                  <a:gd name="T10" fmla="*/ 1 w 403"/>
                  <a:gd name="T11" fmla="*/ 4 h 698"/>
                  <a:gd name="T12" fmla="*/ 1 w 403"/>
                  <a:gd name="T13" fmla="*/ 5 h 698"/>
                  <a:gd name="T14" fmla="*/ 1 w 403"/>
                  <a:gd name="T15" fmla="*/ 5 h 698"/>
                  <a:gd name="T16" fmla="*/ 1 w 403"/>
                  <a:gd name="T17" fmla="*/ 6 h 698"/>
                  <a:gd name="T18" fmla="*/ 2 w 403"/>
                  <a:gd name="T19" fmla="*/ 7 h 698"/>
                  <a:gd name="T20" fmla="*/ 2 w 403"/>
                  <a:gd name="T21" fmla="*/ 7 h 698"/>
                  <a:gd name="T22" fmla="*/ 2 w 403"/>
                  <a:gd name="T23" fmla="*/ 8 h 698"/>
                  <a:gd name="T24" fmla="*/ 2 w 403"/>
                  <a:gd name="T25" fmla="*/ 8 h 698"/>
                  <a:gd name="T26" fmla="*/ 3 w 403"/>
                  <a:gd name="T27" fmla="*/ 9 h 698"/>
                  <a:gd name="T28" fmla="*/ 3 w 403"/>
                  <a:gd name="T29" fmla="*/ 10 h 698"/>
                  <a:gd name="T30" fmla="*/ 3 w 403"/>
                  <a:gd name="T31" fmla="*/ 10 h 698"/>
                  <a:gd name="T32" fmla="*/ 4 w 403"/>
                  <a:gd name="T33" fmla="*/ 11 h 698"/>
                  <a:gd name="T34" fmla="*/ 4 w 403"/>
                  <a:gd name="T35" fmla="*/ 11 h 698"/>
                  <a:gd name="T36" fmla="*/ 5 w 403"/>
                  <a:gd name="T37" fmla="*/ 10 h 698"/>
                  <a:gd name="T38" fmla="*/ 6 w 403"/>
                  <a:gd name="T39" fmla="*/ 10 h 698"/>
                  <a:gd name="T40" fmla="*/ 6 w 403"/>
                  <a:gd name="T41" fmla="*/ 10 h 698"/>
                  <a:gd name="T42" fmla="*/ 6 w 403"/>
                  <a:gd name="T43" fmla="*/ 10 h 698"/>
                  <a:gd name="T44" fmla="*/ 5 w 403"/>
                  <a:gd name="T45" fmla="*/ 9 h 698"/>
                  <a:gd name="T46" fmla="*/ 5 w 403"/>
                  <a:gd name="T47" fmla="*/ 8 h 698"/>
                  <a:gd name="T48" fmla="*/ 5 w 403"/>
                  <a:gd name="T49" fmla="*/ 8 h 698"/>
                  <a:gd name="T50" fmla="*/ 5 w 403"/>
                  <a:gd name="T51" fmla="*/ 7 h 698"/>
                  <a:gd name="T52" fmla="*/ 4 w 403"/>
                  <a:gd name="T53" fmla="*/ 7 h 698"/>
                  <a:gd name="T54" fmla="*/ 4 w 403"/>
                  <a:gd name="T55" fmla="*/ 6 h 698"/>
                  <a:gd name="T56" fmla="*/ 4 w 403"/>
                  <a:gd name="T57" fmla="*/ 5 h 698"/>
                  <a:gd name="T58" fmla="*/ 4 w 403"/>
                  <a:gd name="T59" fmla="*/ 5 h 698"/>
                  <a:gd name="T60" fmla="*/ 3 w 403"/>
                  <a:gd name="T61" fmla="*/ 4 h 698"/>
                  <a:gd name="T62" fmla="*/ 3 w 403"/>
                  <a:gd name="T63" fmla="*/ 3 h 698"/>
                  <a:gd name="T64" fmla="*/ 3 w 403"/>
                  <a:gd name="T65" fmla="*/ 3 h 698"/>
                  <a:gd name="T66" fmla="*/ 3 w 403"/>
                  <a:gd name="T67" fmla="*/ 2 h 698"/>
                  <a:gd name="T68" fmla="*/ 3 w 403"/>
                  <a:gd name="T69" fmla="*/ 1 h 698"/>
                  <a:gd name="T70" fmla="*/ 2 w 403"/>
                  <a:gd name="T71" fmla="*/ 1 h 698"/>
                  <a:gd name="T72" fmla="*/ 2 w 403"/>
                  <a:gd name="T73" fmla="*/ 0 h 698"/>
                  <a:gd name="T74" fmla="*/ 2 w 403"/>
                  <a:gd name="T75" fmla="*/ 0 h 698"/>
                  <a:gd name="T76" fmla="*/ 1 w 403"/>
                  <a:gd name="T77" fmla="*/ 0 h 698"/>
                  <a:gd name="T78" fmla="*/ 1 w 403"/>
                  <a:gd name="T79" fmla="*/ 0 h 698"/>
                  <a:gd name="T80" fmla="*/ 0 w 403"/>
                  <a:gd name="T81" fmla="*/ 0 h 6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3"/>
                  <a:gd name="T124" fmla="*/ 0 h 698"/>
                  <a:gd name="T125" fmla="*/ 403 w 403"/>
                  <a:gd name="T126" fmla="*/ 698 h 6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3" h="698">
                    <a:moveTo>
                      <a:pt x="0" y="35"/>
                    </a:moveTo>
                    <a:lnTo>
                      <a:pt x="8" y="79"/>
                    </a:lnTo>
                    <a:lnTo>
                      <a:pt x="17" y="124"/>
                    </a:lnTo>
                    <a:lnTo>
                      <a:pt x="27" y="167"/>
                    </a:lnTo>
                    <a:lnTo>
                      <a:pt x="39" y="211"/>
                    </a:lnTo>
                    <a:lnTo>
                      <a:pt x="50" y="255"/>
                    </a:lnTo>
                    <a:lnTo>
                      <a:pt x="64" y="297"/>
                    </a:lnTo>
                    <a:lnTo>
                      <a:pt x="78" y="340"/>
                    </a:lnTo>
                    <a:lnTo>
                      <a:pt x="93" y="381"/>
                    </a:lnTo>
                    <a:lnTo>
                      <a:pt x="109" y="423"/>
                    </a:lnTo>
                    <a:lnTo>
                      <a:pt x="126" y="463"/>
                    </a:lnTo>
                    <a:lnTo>
                      <a:pt x="144" y="504"/>
                    </a:lnTo>
                    <a:lnTo>
                      <a:pt x="163" y="543"/>
                    </a:lnTo>
                    <a:lnTo>
                      <a:pt x="183" y="583"/>
                    </a:lnTo>
                    <a:lnTo>
                      <a:pt x="203" y="622"/>
                    </a:lnTo>
                    <a:lnTo>
                      <a:pt x="224" y="660"/>
                    </a:lnTo>
                    <a:lnTo>
                      <a:pt x="247" y="698"/>
                    </a:lnTo>
                    <a:lnTo>
                      <a:pt x="287" y="686"/>
                    </a:lnTo>
                    <a:lnTo>
                      <a:pt x="325" y="675"/>
                    </a:lnTo>
                    <a:lnTo>
                      <a:pt x="365" y="664"/>
                    </a:lnTo>
                    <a:lnTo>
                      <a:pt x="403" y="652"/>
                    </a:lnTo>
                    <a:lnTo>
                      <a:pt x="380" y="616"/>
                    </a:lnTo>
                    <a:lnTo>
                      <a:pt x="357" y="578"/>
                    </a:lnTo>
                    <a:lnTo>
                      <a:pt x="337" y="540"/>
                    </a:lnTo>
                    <a:lnTo>
                      <a:pt x="316" y="502"/>
                    </a:lnTo>
                    <a:lnTo>
                      <a:pt x="297" y="462"/>
                    </a:lnTo>
                    <a:lnTo>
                      <a:pt x="278" y="423"/>
                    </a:lnTo>
                    <a:lnTo>
                      <a:pt x="262" y="383"/>
                    </a:lnTo>
                    <a:lnTo>
                      <a:pt x="245" y="342"/>
                    </a:lnTo>
                    <a:lnTo>
                      <a:pt x="230" y="301"/>
                    </a:lnTo>
                    <a:lnTo>
                      <a:pt x="215" y="260"/>
                    </a:lnTo>
                    <a:lnTo>
                      <a:pt x="203" y="217"/>
                    </a:lnTo>
                    <a:lnTo>
                      <a:pt x="190" y="175"/>
                    </a:lnTo>
                    <a:lnTo>
                      <a:pt x="179" y="132"/>
                    </a:lnTo>
                    <a:lnTo>
                      <a:pt x="168" y="89"/>
                    </a:lnTo>
                    <a:lnTo>
                      <a:pt x="160" y="44"/>
                    </a:lnTo>
                    <a:lnTo>
                      <a:pt x="152" y="0"/>
                    </a:lnTo>
                    <a:lnTo>
                      <a:pt x="114" y="9"/>
                    </a:lnTo>
                    <a:lnTo>
                      <a:pt x="76" y="17"/>
                    </a:lnTo>
                    <a:lnTo>
                      <a:pt x="39" y="26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71B0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9" name="Freeform 190"/>
              <p:cNvSpPr>
                <a:spLocks/>
              </p:cNvSpPr>
              <p:nvPr/>
            </p:nvSpPr>
            <p:spPr bwMode="auto">
              <a:xfrm>
                <a:off x="854" y="1470"/>
                <a:ext cx="51" cy="86"/>
              </a:xfrm>
              <a:custGeom>
                <a:avLst/>
                <a:gdLst>
                  <a:gd name="T0" fmla="*/ 0 w 405"/>
                  <a:gd name="T1" fmla="*/ 0 h 691"/>
                  <a:gd name="T2" fmla="*/ 0 w 405"/>
                  <a:gd name="T3" fmla="*/ 1 h 691"/>
                  <a:gd name="T4" fmla="*/ 0 w 405"/>
                  <a:gd name="T5" fmla="*/ 2 h 691"/>
                  <a:gd name="T6" fmla="*/ 0 w 405"/>
                  <a:gd name="T7" fmla="*/ 3 h 691"/>
                  <a:gd name="T8" fmla="*/ 1 w 405"/>
                  <a:gd name="T9" fmla="*/ 3 h 691"/>
                  <a:gd name="T10" fmla="*/ 1 w 405"/>
                  <a:gd name="T11" fmla="*/ 4 h 691"/>
                  <a:gd name="T12" fmla="*/ 1 w 405"/>
                  <a:gd name="T13" fmla="*/ 5 h 691"/>
                  <a:gd name="T14" fmla="*/ 1 w 405"/>
                  <a:gd name="T15" fmla="*/ 5 h 691"/>
                  <a:gd name="T16" fmla="*/ 2 w 405"/>
                  <a:gd name="T17" fmla="*/ 6 h 691"/>
                  <a:gd name="T18" fmla="*/ 2 w 405"/>
                  <a:gd name="T19" fmla="*/ 6 h 691"/>
                  <a:gd name="T20" fmla="*/ 2 w 405"/>
                  <a:gd name="T21" fmla="*/ 7 h 691"/>
                  <a:gd name="T22" fmla="*/ 2 w 405"/>
                  <a:gd name="T23" fmla="*/ 8 h 691"/>
                  <a:gd name="T24" fmla="*/ 3 w 405"/>
                  <a:gd name="T25" fmla="*/ 8 h 691"/>
                  <a:gd name="T26" fmla="*/ 3 w 405"/>
                  <a:gd name="T27" fmla="*/ 9 h 691"/>
                  <a:gd name="T28" fmla="*/ 3 w 405"/>
                  <a:gd name="T29" fmla="*/ 10 h 691"/>
                  <a:gd name="T30" fmla="*/ 4 w 405"/>
                  <a:gd name="T31" fmla="*/ 10 h 691"/>
                  <a:gd name="T32" fmla="*/ 4 w 405"/>
                  <a:gd name="T33" fmla="*/ 11 h 691"/>
                  <a:gd name="T34" fmla="*/ 5 w 405"/>
                  <a:gd name="T35" fmla="*/ 11 h 691"/>
                  <a:gd name="T36" fmla="*/ 5 w 405"/>
                  <a:gd name="T37" fmla="*/ 10 h 691"/>
                  <a:gd name="T38" fmla="*/ 6 w 405"/>
                  <a:gd name="T39" fmla="*/ 10 h 691"/>
                  <a:gd name="T40" fmla="*/ 6 w 405"/>
                  <a:gd name="T41" fmla="*/ 10 h 691"/>
                  <a:gd name="T42" fmla="*/ 6 w 405"/>
                  <a:gd name="T43" fmla="*/ 9 h 691"/>
                  <a:gd name="T44" fmla="*/ 6 w 405"/>
                  <a:gd name="T45" fmla="*/ 9 h 691"/>
                  <a:gd name="T46" fmla="*/ 5 w 405"/>
                  <a:gd name="T47" fmla="*/ 8 h 691"/>
                  <a:gd name="T48" fmla="*/ 5 w 405"/>
                  <a:gd name="T49" fmla="*/ 8 h 691"/>
                  <a:gd name="T50" fmla="*/ 5 w 405"/>
                  <a:gd name="T51" fmla="*/ 7 h 691"/>
                  <a:gd name="T52" fmla="*/ 4 w 405"/>
                  <a:gd name="T53" fmla="*/ 6 h 691"/>
                  <a:gd name="T54" fmla="*/ 4 w 405"/>
                  <a:gd name="T55" fmla="*/ 6 h 691"/>
                  <a:gd name="T56" fmla="*/ 4 w 405"/>
                  <a:gd name="T57" fmla="*/ 5 h 691"/>
                  <a:gd name="T58" fmla="*/ 4 w 405"/>
                  <a:gd name="T59" fmla="*/ 5 h 691"/>
                  <a:gd name="T60" fmla="*/ 3 w 405"/>
                  <a:gd name="T61" fmla="*/ 4 h 691"/>
                  <a:gd name="T62" fmla="*/ 3 w 405"/>
                  <a:gd name="T63" fmla="*/ 3 h 691"/>
                  <a:gd name="T64" fmla="*/ 3 w 405"/>
                  <a:gd name="T65" fmla="*/ 3 h 691"/>
                  <a:gd name="T66" fmla="*/ 3 w 405"/>
                  <a:gd name="T67" fmla="*/ 2 h 691"/>
                  <a:gd name="T68" fmla="*/ 3 w 405"/>
                  <a:gd name="T69" fmla="*/ 1 h 691"/>
                  <a:gd name="T70" fmla="*/ 3 w 405"/>
                  <a:gd name="T71" fmla="*/ 1 h 691"/>
                  <a:gd name="T72" fmla="*/ 2 w 405"/>
                  <a:gd name="T73" fmla="*/ 0 h 691"/>
                  <a:gd name="T74" fmla="*/ 2 w 405"/>
                  <a:gd name="T75" fmla="*/ 0 h 691"/>
                  <a:gd name="T76" fmla="*/ 1 w 405"/>
                  <a:gd name="T77" fmla="*/ 0 h 691"/>
                  <a:gd name="T78" fmla="*/ 1 w 405"/>
                  <a:gd name="T79" fmla="*/ 0 h 691"/>
                  <a:gd name="T80" fmla="*/ 0 w 405"/>
                  <a:gd name="T81" fmla="*/ 0 h 69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5"/>
                  <a:gd name="T124" fmla="*/ 0 h 691"/>
                  <a:gd name="T125" fmla="*/ 405 w 405"/>
                  <a:gd name="T126" fmla="*/ 691 h 69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5" h="691">
                    <a:moveTo>
                      <a:pt x="0" y="33"/>
                    </a:moveTo>
                    <a:lnTo>
                      <a:pt x="8" y="78"/>
                    </a:lnTo>
                    <a:lnTo>
                      <a:pt x="17" y="122"/>
                    </a:lnTo>
                    <a:lnTo>
                      <a:pt x="27" y="166"/>
                    </a:lnTo>
                    <a:lnTo>
                      <a:pt x="38" y="209"/>
                    </a:lnTo>
                    <a:lnTo>
                      <a:pt x="50" y="252"/>
                    </a:lnTo>
                    <a:lnTo>
                      <a:pt x="63" y="294"/>
                    </a:lnTo>
                    <a:lnTo>
                      <a:pt x="78" y="336"/>
                    </a:lnTo>
                    <a:lnTo>
                      <a:pt x="93" y="377"/>
                    </a:lnTo>
                    <a:lnTo>
                      <a:pt x="109" y="419"/>
                    </a:lnTo>
                    <a:lnTo>
                      <a:pt x="127" y="459"/>
                    </a:lnTo>
                    <a:lnTo>
                      <a:pt x="144" y="499"/>
                    </a:lnTo>
                    <a:lnTo>
                      <a:pt x="164" y="538"/>
                    </a:lnTo>
                    <a:lnTo>
                      <a:pt x="184" y="578"/>
                    </a:lnTo>
                    <a:lnTo>
                      <a:pt x="204" y="616"/>
                    </a:lnTo>
                    <a:lnTo>
                      <a:pt x="226" y="654"/>
                    </a:lnTo>
                    <a:lnTo>
                      <a:pt x="249" y="691"/>
                    </a:lnTo>
                    <a:lnTo>
                      <a:pt x="289" y="680"/>
                    </a:lnTo>
                    <a:lnTo>
                      <a:pt x="328" y="668"/>
                    </a:lnTo>
                    <a:lnTo>
                      <a:pt x="366" y="656"/>
                    </a:lnTo>
                    <a:lnTo>
                      <a:pt x="405" y="644"/>
                    </a:lnTo>
                    <a:lnTo>
                      <a:pt x="381" y="608"/>
                    </a:lnTo>
                    <a:lnTo>
                      <a:pt x="359" y="572"/>
                    </a:lnTo>
                    <a:lnTo>
                      <a:pt x="337" y="534"/>
                    </a:lnTo>
                    <a:lnTo>
                      <a:pt x="317" y="496"/>
                    </a:lnTo>
                    <a:lnTo>
                      <a:pt x="298" y="457"/>
                    </a:lnTo>
                    <a:lnTo>
                      <a:pt x="279" y="419"/>
                    </a:lnTo>
                    <a:lnTo>
                      <a:pt x="262" y="379"/>
                    </a:lnTo>
                    <a:lnTo>
                      <a:pt x="245" y="339"/>
                    </a:lnTo>
                    <a:lnTo>
                      <a:pt x="229" y="298"/>
                    </a:lnTo>
                    <a:lnTo>
                      <a:pt x="216" y="257"/>
                    </a:lnTo>
                    <a:lnTo>
                      <a:pt x="202" y="215"/>
                    </a:lnTo>
                    <a:lnTo>
                      <a:pt x="190" y="173"/>
                    </a:lnTo>
                    <a:lnTo>
                      <a:pt x="179" y="130"/>
                    </a:lnTo>
                    <a:lnTo>
                      <a:pt x="169" y="87"/>
                    </a:lnTo>
                    <a:lnTo>
                      <a:pt x="160" y="43"/>
                    </a:lnTo>
                    <a:lnTo>
                      <a:pt x="153" y="0"/>
                    </a:lnTo>
                    <a:lnTo>
                      <a:pt x="115" y="8"/>
                    </a:lnTo>
                    <a:lnTo>
                      <a:pt x="77" y="16"/>
                    </a:lnTo>
                    <a:lnTo>
                      <a:pt x="38" y="25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72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0" name="Freeform 191"/>
              <p:cNvSpPr>
                <a:spLocks/>
              </p:cNvSpPr>
              <p:nvPr/>
            </p:nvSpPr>
            <p:spPr bwMode="auto">
              <a:xfrm>
                <a:off x="864" y="1468"/>
                <a:ext cx="51" cy="85"/>
              </a:xfrm>
              <a:custGeom>
                <a:avLst/>
                <a:gdLst>
                  <a:gd name="T0" fmla="*/ 0 w 406"/>
                  <a:gd name="T1" fmla="*/ 0 h 684"/>
                  <a:gd name="T2" fmla="*/ 0 w 406"/>
                  <a:gd name="T3" fmla="*/ 1 h 684"/>
                  <a:gd name="T4" fmla="*/ 0 w 406"/>
                  <a:gd name="T5" fmla="*/ 2 h 684"/>
                  <a:gd name="T6" fmla="*/ 0 w 406"/>
                  <a:gd name="T7" fmla="*/ 2 h 684"/>
                  <a:gd name="T8" fmla="*/ 1 w 406"/>
                  <a:gd name="T9" fmla="*/ 3 h 684"/>
                  <a:gd name="T10" fmla="*/ 1 w 406"/>
                  <a:gd name="T11" fmla="*/ 4 h 684"/>
                  <a:gd name="T12" fmla="*/ 1 w 406"/>
                  <a:gd name="T13" fmla="*/ 4 h 684"/>
                  <a:gd name="T14" fmla="*/ 1 w 406"/>
                  <a:gd name="T15" fmla="*/ 5 h 684"/>
                  <a:gd name="T16" fmla="*/ 2 w 406"/>
                  <a:gd name="T17" fmla="*/ 6 h 684"/>
                  <a:gd name="T18" fmla="*/ 2 w 406"/>
                  <a:gd name="T19" fmla="*/ 6 h 684"/>
                  <a:gd name="T20" fmla="*/ 2 w 406"/>
                  <a:gd name="T21" fmla="*/ 7 h 684"/>
                  <a:gd name="T22" fmla="*/ 2 w 406"/>
                  <a:gd name="T23" fmla="*/ 8 h 684"/>
                  <a:gd name="T24" fmla="*/ 3 w 406"/>
                  <a:gd name="T25" fmla="*/ 8 h 684"/>
                  <a:gd name="T26" fmla="*/ 3 w 406"/>
                  <a:gd name="T27" fmla="*/ 9 h 684"/>
                  <a:gd name="T28" fmla="*/ 3 w 406"/>
                  <a:gd name="T29" fmla="*/ 9 h 684"/>
                  <a:gd name="T30" fmla="*/ 4 w 406"/>
                  <a:gd name="T31" fmla="*/ 10 h 684"/>
                  <a:gd name="T32" fmla="*/ 4 w 406"/>
                  <a:gd name="T33" fmla="*/ 11 h 684"/>
                  <a:gd name="T34" fmla="*/ 5 w 406"/>
                  <a:gd name="T35" fmla="*/ 10 h 684"/>
                  <a:gd name="T36" fmla="*/ 5 w 406"/>
                  <a:gd name="T37" fmla="*/ 10 h 684"/>
                  <a:gd name="T38" fmla="*/ 6 w 406"/>
                  <a:gd name="T39" fmla="*/ 10 h 684"/>
                  <a:gd name="T40" fmla="*/ 6 w 406"/>
                  <a:gd name="T41" fmla="*/ 10 h 684"/>
                  <a:gd name="T42" fmla="*/ 6 w 406"/>
                  <a:gd name="T43" fmla="*/ 9 h 684"/>
                  <a:gd name="T44" fmla="*/ 6 w 406"/>
                  <a:gd name="T45" fmla="*/ 9 h 684"/>
                  <a:gd name="T46" fmla="*/ 5 w 406"/>
                  <a:gd name="T47" fmla="*/ 8 h 684"/>
                  <a:gd name="T48" fmla="*/ 5 w 406"/>
                  <a:gd name="T49" fmla="*/ 8 h 684"/>
                  <a:gd name="T50" fmla="*/ 5 w 406"/>
                  <a:gd name="T51" fmla="*/ 7 h 684"/>
                  <a:gd name="T52" fmla="*/ 4 w 406"/>
                  <a:gd name="T53" fmla="*/ 6 h 684"/>
                  <a:gd name="T54" fmla="*/ 4 w 406"/>
                  <a:gd name="T55" fmla="*/ 6 h 684"/>
                  <a:gd name="T56" fmla="*/ 4 w 406"/>
                  <a:gd name="T57" fmla="*/ 5 h 684"/>
                  <a:gd name="T58" fmla="*/ 4 w 406"/>
                  <a:gd name="T59" fmla="*/ 5 h 684"/>
                  <a:gd name="T60" fmla="*/ 3 w 406"/>
                  <a:gd name="T61" fmla="*/ 4 h 684"/>
                  <a:gd name="T62" fmla="*/ 3 w 406"/>
                  <a:gd name="T63" fmla="*/ 3 h 684"/>
                  <a:gd name="T64" fmla="*/ 3 w 406"/>
                  <a:gd name="T65" fmla="*/ 3 h 684"/>
                  <a:gd name="T66" fmla="*/ 3 w 406"/>
                  <a:gd name="T67" fmla="*/ 2 h 684"/>
                  <a:gd name="T68" fmla="*/ 3 w 406"/>
                  <a:gd name="T69" fmla="*/ 1 h 684"/>
                  <a:gd name="T70" fmla="*/ 3 w 406"/>
                  <a:gd name="T71" fmla="*/ 1 h 684"/>
                  <a:gd name="T72" fmla="*/ 2 w 406"/>
                  <a:gd name="T73" fmla="*/ 0 h 684"/>
                  <a:gd name="T74" fmla="*/ 2 w 406"/>
                  <a:gd name="T75" fmla="*/ 0 h 684"/>
                  <a:gd name="T76" fmla="*/ 1 w 406"/>
                  <a:gd name="T77" fmla="*/ 0 h 684"/>
                  <a:gd name="T78" fmla="*/ 1 w 406"/>
                  <a:gd name="T79" fmla="*/ 0 h 684"/>
                  <a:gd name="T80" fmla="*/ 0 w 406"/>
                  <a:gd name="T81" fmla="*/ 0 h 6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6"/>
                  <a:gd name="T124" fmla="*/ 0 h 684"/>
                  <a:gd name="T125" fmla="*/ 406 w 406"/>
                  <a:gd name="T126" fmla="*/ 684 h 68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6" h="684">
                    <a:moveTo>
                      <a:pt x="0" y="32"/>
                    </a:moveTo>
                    <a:lnTo>
                      <a:pt x="8" y="76"/>
                    </a:lnTo>
                    <a:lnTo>
                      <a:pt x="17" y="121"/>
                    </a:lnTo>
                    <a:lnTo>
                      <a:pt x="27" y="164"/>
                    </a:lnTo>
                    <a:lnTo>
                      <a:pt x="38" y="207"/>
                    </a:lnTo>
                    <a:lnTo>
                      <a:pt x="51" y="249"/>
                    </a:lnTo>
                    <a:lnTo>
                      <a:pt x="63" y="292"/>
                    </a:lnTo>
                    <a:lnTo>
                      <a:pt x="78" y="333"/>
                    </a:lnTo>
                    <a:lnTo>
                      <a:pt x="93" y="374"/>
                    </a:lnTo>
                    <a:lnTo>
                      <a:pt x="110" y="415"/>
                    </a:lnTo>
                    <a:lnTo>
                      <a:pt x="126" y="455"/>
                    </a:lnTo>
                    <a:lnTo>
                      <a:pt x="145" y="494"/>
                    </a:lnTo>
                    <a:lnTo>
                      <a:pt x="164" y="534"/>
                    </a:lnTo>
                    <a:lnTo>
                      <a:pt x="185" y="572"/>
                    </a:lnTo>
                    <a:lnTo>
                      <a:pt x="205" y="610"/>
                    </a:lnTo>
                    <a:lnTo>
                      <a:pt x="228" y="648"/>
                    </a:lnTo>
                    <a:lnTo>
                      <a:pt x="251" y="684"/>
                    </a:lnTo>
                    <a:lnTo>
                      <a:pt x="290" y="672"/>
                    </a:lnTo>
                    <a:lnTo>
                      <a:pt x="329" y="660"/>
                    </a:lnTo>
                    <a:lnTo>
                      <a:pt x="368" y="648"/>
                    </a:lnTo>
                    <a:lnTo>
                      <a:pt x="406" y="635"/>
                    </a:lnTo>
                    <a:lnTo>
                      <a:pt x="383" y="600"/>
                    </a:lnTo>
                    <a:lnTo>
                      <a:pt x="360" y="565"/>
                    </a:lnTo>
                    <a:lnTo>
                      <a:pt x="338" y="527"/>
                    </a:lnTo>
                    <a:lnTo>
                      <a:pt x="317" y="490"/>
                    </a:lnTo>
                    <a:lnTo>
                      <a:pt x="298" y="453"/>
                    </a:lnTo>
                    <a:lnTo>
                      <a:pt x="279" y="414"/>
                    </a:lnTo>
                    <a:lnTo>
                      <a:pt x="262" y="375"/>
                    </a:lnTo>
                    <a:lnTo>
                      <a:pt x="246" y="335"/>
                    </a:lnTo>
                    <a:lnTo>
                      <a:pt x="230" y="295"/>
                    </a:lnTo>
                    <a:lnTo>
                      <a:pt x="216" y="254"/>
                    </a:lnTo>
                    <a:lnTo>
                      <a:pt x="202" y="213"/>
                    </a:lnTo>
                    <a:lnTo>
                      <a:pt x="190" y="171"/>
                    </a:lnTo>
                    <a:lnTo>
                      <a:pt x="179" y="129"/>
                    </a:lnTo>
                    <a:lnTo>
                      <a:pt x="169" y="86"/>
                    </a:lnTo>
                    <a:lnTo>
                      <a:pt x="161" y="44"/>
                    </a:lnTo>
                    <a:lnTo>
                      <a:pt x="153" y="0"/>
                    </a:lnTo>
                    <a:lnTo>
                      <a:pt x="115" y="7"/>
                    </a:lnTo>
                    <a:lnTo>
                      <a:pt x="78" y="16"/>
                    </a:lnTo>
                    <a:lnTo>
                      <a:pt x="39" y="24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4B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1" name="Freeform 192"/>
              <p:cNvSpPr>
                <a:spLocks/>
              </p:cNvSpPr>
              <p:nvPr/>
            </p:nvSpPr>
            <p:spPr bwMode="auto">
              <a:xfrm>
                <a:off x="873" y="1466"/>
                <a:ext cx="51" cy="84"/>
              </a:xfrm>
              <a:custGeom>
                <a:avLst/>
                <a:gdLst>
                  <a:gd name="T0" fmla="*/ 0 w 406"/>
                  <a:gd name="T1" fmla="*/ 0 h 675"/>
                  <a:gd name="T2" fmla="*/ 0 w 406"/>
                  <a:gd name="T3" fmla="*/ 1 h 675"/>
                  <a:gd name="T4" fmla="*/ 0 w 406"/>
                  <a:gd name="T5" fmla="*/ 2 h 675"/>
                  <a:gd name="T6" fmla="*/ 0 w 406"/>
                  <a:gd name="T7" fmla="*/ 2 h 675"/>
                  <a:gd name="T8" fmla="*/ 1 w 406"/>
                  <a:gd name="T9" fmla="*/ 3 h 675"/>
                  <a:gd name="T10" fmla="*/ 1 w 406"/>
                  <a:gd name="T11" fmla="*/ 4 h 675"/>
                  <a:gd name="T12" fmla="*/ 1 w 406"/>
                  <a:gd name="T13" fmla="*/ 4 h 675"/>
                  <a:gd name="T14" fmla="*/ 1 w 406"/>
                  <a:gd name="T15" fmla="*/ 5 h 675"/>
                  <a:gd name="T16" fmla="*/ 2 w 406"/>
                  <a:gd name="T17" fmla="*/ 6 h 675"/>
                  <a:gd name="T18" fmla="*/ 2 w 406"/>
                  <a:gd name="T19" fmla="*/ 6 h 675"/>
                  <a:gd name="T20" fmla="*/ 2 w 406"/>
                  <a:gd name="T21" fmla="*/ 7 h 675"/>
                  <a:gd name="T22" fmla="*/ 2 w 406"/>
                  <a:gd name="T23" fmla="*/ 8 h 675"/>
                  <a:gd name="T24" fmla="*/ 3 w 406"/>
                  <a:gd name="T25" fmla="*/ 8 h 675"/>
                  <a:gd name="T26" fmla="*/ 3 w 406"/>
                  <a:gd name="T27" fmla="*/ 9 h 675"/>
                  <a:gd name="T28" fmla="*/ 3 w 406"/>
                  <a:gd name="T29" fmla="*/ 9 h 675"/>
                  <a:gd name="T30" fmla="*/ 4 w 406"/>
                  <a:gd name="T31" fmla="*/ 10 h 675"/>
                  <a:gd name="T32" fmla="*/ 4 w 406"/>
                  <a:gd name="T33" fmla="*/ 10 h 675"/>
                  <a:gd name="T34" fmla="*/ 5 w 406"/>
                  <a:gd name="T35" fmla="*/ 10 h 675"/>
                  <a:gd name="T36" fmla="*/ 5 w 406"/>
                  <a:gd name="T37" fmla="*/ 10 h 675"/>
                  <a:gd name="T38" fmla="*/ 6 w 406"/>
                  <a:gd name="T39" fmla="*/ 10 h 675"/>
                  <a:gd name="T40" fmla="*/ 6 w 406"/>
                  <a:gd name="T41" fmla="*/ 10 h 675"/>
                  <a:gd name="T42" fmla="*/ 6 w 406"/>
                  <a:gd name="T43" fmla="*/ 9 h 675"/>
                  <a:gd name="T44" fmla="*/ 6 w 406"/>
                  <a:gd name="T45" fmla="*/ 9 h 675"/>
                  <a:gd name="T46" fmla="*/ 5 w 406"/>
                  <a:gd name="T47" fmla="*/ 8 h 675"/>
                  <a:gd name="T48" fmla="*/ 5 w 406"/>
                  <a:gd name="T49" fmla="*/ 7 h 675"/>
                  <a:gd name="T50" fmla="*/ 5 w 406"/>
                  <a:gd name="T51" fmla="*/ 7 h 675"/>
                  <a:gd name="T52" fmla="*/ 4 w 406"/>
                  <a:gd name="T53" fmla="*/ 6 h 675"/>
                  <a:gd name="T54" fmla="*/ 4 w 406"/>
                  <a:gd name="T55" fmla="*/ 6 h 675"/>
                  <a:gd name="T56" fmla="*/ 4 w 406"/>
                  <a:gd name="T57" fmla="*/ 5 h 675"/>
                  <a:gd name="T58" fmla="*/ 4 w 406"/>
                  <a:gd name="T59" fmla="*/ 4 h 675"/>
                  <a:gd name="T60" fmla="*/ 3 w 406"/>
                  <a:gd name="T61" fmla="*/ 4 h 675"/>
                  <a:gd name="T62" fmla="*/ 3 w 406"/>
                  <a:gd name="T63" fmla="*/ 3 h 675"/>
                  <a:gd name="T64" fmla="*/ 3 w 406"/>
                  <a:gd name="T65" fmla="*/ 3 h 675"/>
                  <a:gd name="T66" fmla="*/ 3 w 406"/>
                  <a:gd name="T67" fmla="*/ 2 h 675"/>
                  <a:gd name="T68" fmla="*/ 3 w 406"/>
                  <a:gd name="T69" fmla="*/ 1 h 675"/>
                  <a:gd name="T70" fmla="*/ 3 w 406"/>
                  <a:gd name="T71" fmla="*/ 1 h 675"/>
                  <a:gd name="T72" fmla="*/ 2 w 406"/>
                  <a:gd name="T73" fmla="*/ 0 h 675"/>
                  <a:gd name="T74" fmla="*/ 2 w 406"/>
                  <a:gd name="T75" fmla="*/ 0 h 675"/>
                  <a:gd name="T76" fmla="*/ 1 w 406"/>
                  <a:gd name="T77" fmla="*/ 0 h 675"/>
                  <a:gd name="T78" fmla="*/ 1 w 406"/>
                  <a:gd name="T79" fmla="*/ 0 h 675"/>
                  <a:gd name="T80" fmla="*/ 0 w 406"/>
                  <a:gd name="T81" fmla="*/ 0 h 6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6"/>
                  <a:gd name="T124" fmla="*/ 0 h 675"/>
                  <a:gd name="T125" fmla="*/ 406 w 406"/>
                  <a:gd name="T126" fmla="*/ 675 h 6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6" h="675">
                    <a:moveTo>
                      <a:pt x="0" y="31"/>
                    </a:moveTo>
                    <a:lnTo>
                      <a:pt x="7" y="74"/>
                    </a:lnTo>
                    <a:lnTo>
                      <a:pt x="16" y="118"/>
                    </a:lnTo>
                    <a:lnTo>
                      <a:pt x="26" y="161"/>
                    </a:lnTo>
                    <a:lnTo>
                      <a:pt x="37" y="204"/>
                    </a:lnTo>
                    <a:lnTo>
                      <a:pt x="49" y="246"/>
                    </a:lnTo>
                    <a:lnTo>
                      <a:pt x="63" y="288"/>
                    </a:lnTo>
                    <a:lnTo>
                      <a:pt x="76" y="329"/>
                    </a:lnTo>
                    <a:lnTo>
                      <a:pt x="92" y="370"/>
                    </a:lnTo>
                    <a:lnTo>
                      <a:pt x="109" y="410"/>
                    </a:lnTo>
                    <a:lnTo>
                      <a:pt x="126" y="450"/>
                    </a:lnTo>
                    <a:lnTo>
                      <a:pt x="145" y="488"/>
                    </a:lnTo>
                    <a:lnTo>
                      <a:pt x="164" y="527"/>
                    </a:lnTo>
                    <a:lnTo>
                      <a:pt x="184" y="565"/>
                    </a:lnTo>
                    <a:lnTo>
                      <a:pt x="206" y="603"/>
                    </a:lnTo>
                    <a:lnTo>
                      <a:pt x="228" y="639"/>
                    </a:lnTo>
                    <a:lnTo>
                      <a:pt x="252" y="675"/>
                    </a:lnTo>
                    <a:lnTo>
                      <a:pt x="291" y="663"/>
                    </a:lnTo>
                    <a:lnTo>
                      <a:pt x="330" y="650"/>
                    </a:lnTo>
                    <a:lnTo>
                      <a:pt x="368" y="638"/>
                    </a:lnTo>
                    <a:lnTo>
                      <a:pt x="406" y="625"/>
                    </a:lnTo>
                    <a:lnTo>
                      <a:pt x="383" y="590"/>
                    </a:lnTo>
                    <a:lnTo>
                      <a:pt x="360" y="556"/>
                    </a:lnTo>
                    <a:lnTo>
                      <a:pt x="338" y="520"/>
                    </a:lnTo>
                    <a:lnTo>
                      <a:pt x="317" y="483"/>
                    </a:lnTo>
                    <a:lnTo>
                      <a:pt x="297" y="446"/>
                    </a:lnTo>
                    <a:lnTo>
                      <a:pt x="279" y="407"/>
                    </a:lnTo>
                    <a:lnTo>
                      <a:pt x="261" y="369"/>
                    </a:lnTo>
                    <a:lnTo>
                      <a:pt x="245" y="331"/>
                    </a:lnTo>
                    <a:lnTo>
                      <a:pt x="229" y="291"/>
                    </a:lnTo>
                    <a:lnTo>
                      <a:pt x="214" y="251"/>
                    </a:lnTo>
                    <a:lnTo>
                      <a:pt x="202" y="210"/>
                    </a:lnTo>
                    <a:lnTo>
                      <a:pt x="190" y="169"/>
                    </a:lnTo>
                    <a:lnTo>
                      <a:pt x="178" y="127"/>
                    </a:lnTo>
                    <a:lnTo>
                      <a:pt x="169" y="86"/>
                    </a:lnTo>
                    <a:lnTo>
                      <a:pt x="160" y="43"/>
                    </a:lnTo>
                    <a:lnTo>
                      <a:pt x="153" y="0"/>
                    </a:lnTo>
                    <a:lnTo>
                      <a:pt x="115" y="7"/>
                    </a:lnTo>
                    <a:lnTo>
                      <a:pt x="76" y="15"/>
                    </a:lnTo>
                    <a:lnTo>
                      <a:pt x="38" y="2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77B6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2" name="Freeform 193"/>
              <p:cNvSpPr>
                <a:spLocks/>
              </p:cNvSpPr>
              <p:nvPr/>
            </p:nvSpPr>
            <p:spPr bwMode="auto">
              <a:xfrm>
                <a:off x="883" y="1464"/>
                <a:ext cx="51" cy="83"/>
              </a:xfrm>
              <a:custGeom>
                <a:avLst/>
                <a:gdLst>
                  <a:gd name="T0" fmla="*/ 0 w 407"/>
                  <a:gd name="T1" fmla="*/ 0 h 665"/>
                  <a:gd name="T2" fmla="*/ 0 w 407"/>
                  <a:gd name="T3" fmla="*/ 1 h 665"/>
                  <a:gd name="T4" fmla="*/ 0 w 407"/>
                  <a:gd name="T5" fmla="*/ 2 h 665"/>
                  <a:gd name="T6" fmla="*/ 0 w 407"/>
                  <a:gd name="T7" fmla="*/ 2 h 665"/>
                  <a:gd name="T8" fmla="*/ 1 w 407"/>
                  <a:gd name="T9" fmla="*/ 3 h 665"/>
                  <a:gd name="T10" fmla="*/ 1 w 407"/>
                  <a:gd name="T11" fmla="*/ 4 h 665"/>
                  <a:gd name="T12" fmla="*/ 1 w 407"/>
                  <a:gd name="T13" fmla="*/ 4 h 665"/>
                  <a:gd name="T14" fmla="*/ 1 w 407"/>
                  <a:gd name="T15" fmla="*/ 5 h 665"/>
                  <a:gd name="T16" fmla="*/ 2 w 407"/>
                  <a:gd name="T17" fmla="*/ 6 h 665"/>
                  <a:gd name="T18" fmla="*/ 2 w 407"/>
                  <a:gd name="T19" fmla="*/ 6 h 665"/>
                  <a:gd name="T20" fmla="*/ 2 w 407"/>
                  <a:gd name="T21" fmla="*/ 7 h 665"/>
                  <a:gd name="T22" fmla="*/ 2 w 407"/>
                  <a:gd name="T23" fmla="*/ 7 h 665"/>
                  <a:gd name="T24" fmla="*/ 3 w 407"/>
                  <a:gd name="T25" fmla="*/ 8 h 665"/>
                  <a:gd name="T26" fmla="*/ 3 w 407"/>
                  <a:gd name="T27" fmla="*/ 9 h 665"/>
                  <a:gd name="T28" fmla="*/ 3 w 407"/>
                  <a:gd name="T29" fmla="*/ 9 h 665"/>
                  <a:gd name="T30" fmla="*/ 4 w 407"/>
                  <a:gd name="T31" fmla="*/ 10 h 665"/>
                  <a:gd name="T32" fmla="*/ 4 w 407"/>
                  <a:gd name="T33" fmla="*/ 10 h 665"/>
                  <a:gd name="T34" fmla="*/ 5 w 407"/>
                  <a:gd name="T35" fmla="*/ 10 h 665"/>
                  <a:gd name="T36" fmla="*/ 5 w 407"/>
                  <a:gd name="T37" fmla="*/ 10 h 665"/>
                  <a:gd name="T38" fmla="*/ 6 w 407"/>
                  <a:gd name="T39" fmla="*/ 10 h 665"/>
                  <a:gd name="T40" fmla="*/ 6 w 407"/>
                  <a:gd name="T41" fmla="*/ 10 h 665"/>
                  <a:gd name="T42" fmla="*/ 6 w 407"/>
                  <a:gd name="T43" fmla="*/ 9 h 665"/>
                  <a:gd name="T44" fmla="*/ 6 w 407"/>
                  <a:gd name="T45" fmla="*/ 8 h 665"/>
                  <a:gd name="T46" fmla="*/ 5 w 407"/>
                  <a:gd name="T47" fmla="*/ 8 h 665"/>
                  <a:gd name="T48" fmla="*/ 5 w 407"/>
                  <a:gd name="T49" fmla="*/ 7 h 665"/>
                  <a:gd name="T50" fmla="*/ 5 w 407"/>
                  <a:gd name="T51" fmla="*/ 7 h 665"/>
                  <a:gd name="T52" fmla="*/ 4 w 407"/>
                  <a:gd name="T53" fmla="*/ 6 h 665"/>
                  <a:gd name="T54" fmla="*/ 4 w 407"/>
                  <a:gd name="T55" fmla="*/ 6 h 665"/>
                  <a:gd name="T56" fmla="*/ 4 w 407"/>
                  <a:gd name="T57" fmla="*/ 5 h 665"/>
                  <a:gd name="T58" fmla="*/ 4 w 407"/>
                  <a:gd name="T59" fmla="*/ 4 h 665"/>
                  <a:gd name="T60" fmla="*/ 3 w 407"/>
                  <a:gd name="T61" fmla="*/ 4 h 665"/>
                  <a:gd name="T62" fmla="*/ 3 w 407"/>
                  <a:gd name="T63" fmla="*/ 3 h 665"/>
                  <a:gd name="T64" fmla="*/ 3 w 407"/>
                  <a:gd name="T65" fmla="*/ 3 h 665"/>
                  <a:gd name="T66" fmla="*/ 3 w 407"/>
                  <a:gd name="T67" fmla="*/ 2 h 665"/>
                  <a:gd name="T68" fmla="*/ 3 w 407"/>
                  <a:gd name="T69" fmla="*/ 1 h 665"/>
                  <a:gd name="T70" fmla="*/ 3 w 407"/>
                  <a:gd name="T71" fmla="*/ 1 h 665"/>
                  <a:gd name="T72" fmla="*/ 2 w 407"/>
                  <a:gd name="T73" fmla="*/ 0 h 665"/>
                  <a:gd name="T74" fmla="*/ 2 w 407"/>
                  <a:gd name="T75" fmla="*/ 0 h 665"/>
                  <a:gd name="T76" fmla="*/ 1 w 407"/>
                  <a:gd name="T77" fmla="*/ 0 h 665"/>
                  <a:gd name="T78" fmla="*/ 1 w 407"/>
                  <a:gd name="T79" fmla="*/ 0 h 665"/>
                  <a:gd name="T80" fmla="*/ 0 w 407"/>
                  <a:gd name="T81" fmla="*/ 0 h 66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7"/>
                  <a:gd name="T124" fmla="*/ 0 h 665"/>
                  <a:gd name="T125" fmla="*/ 407 w 407"/>
                  <a:gd name="T126" fmla="*/ 665 h 66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7" h="665">
                    <a:moveTo>
                      <a:pt x="0" y="30"/>
                    </a:moveTo>
                    <a:lnTo>
                      <a:pt x="8" y="74"/>
                    </a:lnTo>
                    <a:lnTo>
                      <a:pt x="16" y="116"/>
                    </a:lnTo>
                    <a:lnTo>
                      <a:pt x="26" y="159"/>
                    </a:lnTo>
                    <a:lnTo>
                      <a:pt x="37" y="201"/>
                    </a:lnTo>
                    <a:lnTo>
                      <a:pt x="49" y="243"/>
                    </a:lnTo>
                    <a:lnTo>
                      <a:pt x="63" y="284"/>
                    </a:lnTo>
                    <a:lnTo>
                      <a:pt x="77" y="325"/>
                    </a:lnTo>
                    <a:lnTo>
                      <a:pt x="93" y="365"/>
                    </a:lnTo>
                    <a:lnTo>
                      <a:pt x="109" y="405"/>
                    </a:lnTo>
                    <a:lnTo>
                      <a:pt x="126" y="444"/>
                    </a:lnTo>
                    <a:lnTo>
                      <a:pt x="145" y="483"/>
                    </a:lnTo>
                    <a:lnTo>
                      <a:pt x="164" y="520"/>
                    </a:lnTo>
                    <a:lnTo>
                      <a:pt x="185" y="557"/>
                    </a:lnTo>
                    <a:lnTo>
                      <a:pt x="207" y="594"/>
                    </a:lnTo>
                    <a:lnTo>
                      <a:pt x="230" y="630"/>
                    </a:lnTo>
                    <a:lnTo>
                      <a:pt x="253" y="665"/>
                    </a:lnTo>
                    <a:lnTo>
                      <a:pt x="292" y="653"/>
                    </a:lnTo>
                    <a:lnTo>
                      <a:pt x="331" y="639"/>
                    </a:lnTo>
                    <a:lnTo>
                      <a:pt x="370" y="627"/>
                    </a:lnTo>
                    <a:lnTo>
                      <a:pt x="407" y="613"/>
                    </a:lnTo>
                    <a:lnTo>
                      <a:pt x="383" y="580"/>
                    </a:lnTo>
                    <a:lnTo>
                      <a:pt x="360" y="546"/>
                    </a:lnTo>
                    <a:lnTo>
                      <a:pt x="339" y="511"/>
                    </a:lnTo>
                    <a:lnTo>
                      <a:pt x="318" y="475"/>
                    </a:lnTo>
                    <a:lnTo>
                      <a:pt x="298" y="439"/>
                    </a:lnTo>
                    <a:lnTo>
                      <a:pt x="280" y="402"/>
                    </a:lnTo>
                    <a:lnTo>
                      <a:pt x="262" y="364"/>
                    </a:lnTo>
                    <a:lnTo>
                      <a:pt x="245" y="326"/>
                    </a:lnTo>
                    <a:lnTo>
                      <a:pt x="230" y="286"/>
                    </a:lnTo>
                    <a:lnTo>
                      <a:pt x="215" y="247"/>
                    </a:lnTo>
                    <a:lnTo>
                      <a:pt x="202" y="208"/>
                    </a:lnTo>
                    <a:lnTo>
                      <a:pt x="189" y="167"/>
                    </a:lnTo>
                    <a:lnTo>
                      <a:pt x="179" y="127"/>
                    </a:lnTo>
                    <a:lnTo>
                      <a:pt x="170" y="85"/>
                    </a:lnTo>
                    <a:lnTo>
                      <a:pt x="160" y="43"/>
                    </a:lnTo>
                    <a:lnTo>
                      <a:pt x="154" y="0"/>
                    </a:lnTo>
                    <a:lnTo>
                      <a:pt x="116" y="7"/>
                    </a:lnTo>
                    <a:lnTo>
                      <a:pt x="77" y="15"/>
                    </a:lnTo>
                    <a:lnTo>
                      <a:pt x="39" y="22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AB7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3" name="Freeform 194"/>
              <p:cNvSpPr>
                <a:spLocks/>
              </p:cNvSpPr>
              <p:nvPr/>
            </p:nvSpPr>
            <p:spPr bwMode="auto">
              <a:xfrm>
                <a:off x="893" y="1462"/>
                <a:ext cx="51" cy="82"/>
              </a:xfrm>
              <a:custGeom>
                <a:avLst/>
                <a:gdLst>
                  <a:gd name="T0" fmla="*/ 0 w 408"/>
                  <a:gd name="T1" fmla="*/ 1 h 654"/>
                  <a:gd name="T2" fmla="*/ 0 w 408"/>
                  <a:gd name="T3" fmla="*/ 1 h 654"/>
                  <a:gd name="T4" fmla="*/ 0 w 408"/>
                  <a:gd name="T5" fmla="*/ 2 h 654"/>
                  <a:gd name="T6" fmla="*/ 0 w 408"/>
                  <a:gd name="T7" fmla="*/ 3 h 654"/>
                  <a:gd name="T8" fmla="*/ 1 w 408"/>
                  <a:gd name="T9" fmla="*/ 3 h 654"/>
                  <a:gd name="T10" fmla="*/ 1 w 408"/>
                  <a:gd name="T11" fmla="*/ 4 h 654"/>
                  <a:gd name="T12" fmla="*/ 1 w 408"/>
                  <a:gd name="T13" fmla="*/ 4 h 654"/>
                  <a:gd name="T14" fmla="*/ 1 w 408"/>
                  <a:gd name="T15" fmla="*/ 5 h 654"/>
                  <a:gd name="T16" fmla="*/ 2 w 408"/>
                  <a:gd name="T17" fmla="*/ 6 h 654"/>
                  <a:gd name="T18" fmla="*/ 2 w 408"/>
                  <a:gd name="T19" fmla="*/ 6 h 654"/>
                  <a:gd name="T20" fmla="*/ 2 w 408"/>
                  <a:gd name="T21" fmla="*/ 7 h 654"/>
                  <a:gd name="T22" fmla="*/ 2 w 408"/>
                  <a:gd name="T23" fmla="*/ 8 h 654"/>
                  <a:gd name="T24" fmla="*/ 3 w 408"/>
                  <a:gd name="T25" fmla="*/ 8 h 654"/>
                  <a:gd name="T26" fmla="*/ 3 w 408"/>
                  <a:gd name="T27" fmla="*/ 9 h 654"/>
                  <a:gd name="T28" fmla="*/ 3 w 408"/>
                  <a:gd name="T29" fmla="*/ 9 h 654"/>
                  <a:gd name="T30" fmla="*/ 4 w 408"/>
                  <a:gd name="T31" fmla="*/ 10 h 654"/>
                  <a:gd name="T32" fmla="*/ 4 w 408"/>
                  <a:gd name="T33" fmla="*/ 10 h 654"/>
                  <a:gd name="T34" fmla="*/ 5 w 408"/>
                  <a:gd name="T35" fmla="*/ 10 h 654"/>
                  <a:gd name="T36" fmla="*/ 5 w 408"/>
                  <a:gd name="T37" fmla="*/ 10 h 654"/>
                  <a:gd name="T38" fmla="*/ 6 w 408"/>
                  <a:gd name="T39" fmla="*/ 10 h 654"/>
                  <a:gd name="T40" fmla="*/ 6 w 408"/>
                  <a:gd name="T41" fmla="*/ 9 h 654"/>
                  <a:gd name="T42" fmla="*/ 6 w 408"/>
                  <a:gd name="T43" fmla="*/ 9 h 654"/>
                  <a:gd name="T44" fmla="*/ 6 w 408"/>
                  <a:gd name="T45" fmla="*/ 8 h 654"/>
                  <a:gd name="T46" fmla="*/ 5 w 408"/>
                  <a:gd name="T47" fmla="*/ 8 h 654"/>
                  <a:gd name="T48" fmla="*/ 5 w 408"/>
                  <a:gd name="T49" fmla="*/ 7 h 654"/>
                  <a:gd name="T50" fmla="*/ 5 w 408"/>
                  <a:gd name="T51" fmla="*/ 7 h 654"/>
                  <a:gd name="T52" fmla="*/ 4 w 408"/>
                  <a:gd name="T53" fmla="*/ 6 h 654"/>
                  <a:gd name="T54" fmla="*/ 4 w 408"/>
                  <a:gd name="T55" fmla="*/ 6 h 654"/>
                  <a:gd name="T56" fmla="*/ 4 w 408"/>
                  <a:gd name="T57" fmla="*/ 5 h 654"/>
                  <a:gd name="T58" fmla="*/ 3 w 408"/>
                  <a:gd name="T59" fmla="*/ 4 h 654"/>
                  <a:gd name="T60" fmla="*/ 3 w 408"/>
                  <a:gd name="T61" fmla="*/ 4 h 654"/>
                  <a:gd name="T62" fmla="*/ 3 w 408"/>
                  <a:gd name="T63" fmla="*/ 3 h 654"/>
                  <a:gd name="T64" fmla="*/ 3 w 408"/>
                  <a:gd name="T65" fmla="*/ 3 h 654"/>
                  <a:gd name="T66" fmla="*/ 3 w 408"/>
                  <a:gd name="T67" fmla="*/ 2 h 654"/>
                  <a:gd name="T68" fmla="*/ 3 w 408"/>
                  <a:gd name="T69" fmla="*/ 1 h 654"/>
                  <a:gd name="T70" fmla="*/ 3 w 408"/>
                  <a:gd name="T71" fmla="*/ 1 h 654"/>
                  <a:gd name="T72" fmla="*/ 2 w 408"/>
                  <a:gd name="T73" fmla="*/ 0 h 654"/>
                  <a:gd name="T74" fmla="*/ 2 w 408"/>
                  <a:gd name="T75" fmla="*/ 0 h 654"/>
                  <a:gd name="T76" fmla="*/ 1 w 408"/>
                  <a:gd name="T77" fmla="*/ 0 h 654"/>
                  <a:gd name="T78" fmla="*/ 1 w 408"/>
                  <a:gd name="T79" fmla="*/ 0 h 654"/>
                  <a:gd name="T80" fmla="*/ 0 w 408"/>
                  <a:gd name="T81" fmla="*/ 1 h 65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8"/>
                  <a:gd name="T124" fmla="*/ 0 h 654"/>
                  <a:gd name="T125" fmla="*/ 408 w 408"/>
                  <a:gd name="T126" fmla="*/ 654 h 65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8" h="654">
                    <a:moveTo>
                      <a:pt x="0" y="29"/>
                    </a:moveTo>
                    <a:lnTo>
                      <a:pt x="7" y="72"/>
                    </a:lnTo>
                    <a:lnTo>
                      <a:pt x="16" y="115"/>
                    </a:lnTo>
                    <a:lnTo>
                      <a:pt x="25" y="156"/>
                    </a:lnTo>
                    <a:lnTo>
                      <a:pt x="37" y="198"/>
                    </a:lnTo>
                    <a:lnTo>
                      <a:pt x="49" y="239"/>
                    </a:lnTo>
                    <a:lnTo>
                      <a:pt x="61" y="280"/>
                    </a:lnTo>
                    <a:lnTo>
                      <a:pt x="76" y="320"/>
                    </a:lnTo>
                    <a:lnTo>
                      <a:pt x="92" y="360"/>
                    </a:lnTo>
                    <a:lnTo>
                      <a:pt x="108" y="398"/>
                    </a:lnTo>
                    <a:lnTo>
                      <a:pt x="126" y="436"/>
                    </a:lnTo>
                    <a:lnTo>
                      <a:pt x="144" y="475"/>
                    </a:lnTo>
                    <a:lnTo>
                      <a:pt x="164" y="512"/>
                    </a:lnTo>
                    <a:lnTo>
                      <a:pt x="185" y="549"/>
                    </a:lnTo>
                    <a:lnTo>
                      <a:pt x="207" y="585"/>
                    </a:lnTo>
                    <a:lnTo>
                      <a:pt x="230" y="619"/>
                    </a:lnTo>
                    <a:lnTo>
                      <a:pt x="253" y="654"/>
                    </a:lnTo>
                    <a:lnTo>
                      <a:pt x="293" y="641"/>
                    </a:lnTo>
                    <a:lnTo>
                      <a:pt x="331" y="627"/>
                    </a:lnTo>
                    <a:lnTo>
                      <a:pt x="370" y="614"/>
                    </a:lnTo>
                    <a:lnTo>
                      <a:pt x="408" y="600"/>
                    </a:lnTo>
                    <a:lnTo>
                      <a:pt x="384" y="568"/>
                    </a:lnTo>
                    <a:lnTo>
                      <a:pt x="360" y="535"/>
                    </a:lnTo>
                    <a:lnTo>
                      <a:pt x="339" y="501"/>
                    </a:lnTo>
                    <a:lnTo>
                      <a:pt x="318" y="466"/>
                    </a:lnTo>
                    <a:lnTo>
                      <a:pt x="298" y="430"/>
                    </a:lnTo>
                    <a:lnTo>
                      <a:pt x="278" y="394"/>
                    </a:lnTo>
                    <a:lnTo>
                      <a:pt x="261" y="358"/>
                    </a:lnTo>
                    <a:lnTo>
                      <a:pt x="244" y="320"/>
                    </a:lnTo>
                    <a:lnTo>
                      <a:pt x="228" y="282"/>
                    </a:lnTo>
                    <a:lnTo>
                      <a:pt x="214" y="243"/>
                    </a:lnTo>
                    <a:lnTo>
                      <a:pt x="202" y="204"/>
                    </a:lnTo>
                    <a:lnTo>
                      <a:pt x="189" y="165"/>
                    </a:lnTo>
                    <a:lnTo>
                      <a:pt x="179" y="124"/>
                    </a:lnTo>
                    <a:lnTo>
                      <a:pt x="168" y="84"/>
                    </a:lnTo>
                    <a:lnTo>
                      <a:pt x="160" y="42"/>
                    </a:lnTo>
                    <a:lnTo>
                      <a:pt x="154" y="0"/>
                    </a:lnTo>
                    <a:lnTo>
                      <a:pt x="115" y="8"/>
                    </a:lnTo>
                    <a:lnTo>
                      <a:pt x="77" y="14"/>
                    </a:lnTo>
                    <a:lnTo>
                      <a:pt x="39" y="21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BB9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4" name="Freeform 195"/>
              <p:cNvSpPr>
                <a:spLocks/>
              </p:cNvSpPr>
              <p:nvPr/>
            </p:nvSpPr>
            <p:spPr bwMode="auto">
              <a:xfrm>
                <a:off x="902" y="1461"/>
                <a:ext cx="51" cy="80"/>
              </a:xfrm>
              <a:custGeom>
                <a:avLst/>
                <a:gdLst>
                  <a:gd name="T0" fmla="*/ 0 w 408"/>
                  <a:gd name="T1" fmla="*/ 0 h 639"/>
                  <a:gd name="T2" fmla="*/ 0 w 408"/>
                  <a:gd name="T3" fmla="*/ 1 h 639"/>
                  <a:gd name="T4" fmla="*/ 0 w 408"/>
                  <a:gd name="T5" fmla="*/ 2 h 639"/>
                  <a:gd name="T6" fmla="*/ 0 w 408"/>
                  <a:gd name="T7" fmla="*/ 2 h 639"/>
                  <a:gd name="T8" fmla="*/ 1 w 408"/>
                  <a:gd name="T9" fmla="*/ 3 h 639"/>
                  <a:gd name="T10" fmla="*/ 1 w 408"/>
                  <a:gd name="T11" fmla="*/ 4 h 639"/>
                  <a:gd name="T12" fmla="*/ 1 w 408"/>
                  <a:gd name="T13" fmla="*/ 4 h 639"/>
                  <a:gd name="T14" fmla="*/ 1 w 408"/>
                  <a:gd name="T15" fmla="*/ 5 h 639"/>
                  <a:gd name="T16" fmla="*/ 1 w 408"/>
                  <a:gd name="T17" fmla="*/ 6 h 639"/>
                  <a:gd name="T18" fmla="*/ 2 w 408"/>
                  <a:gd name="T19" fmla="*/ 6 h 639"/>
                  <a:gd name="T20" fmla="*/ 2 w 408"/>
                  <a:gd name="T21" fmla="*/ 7 h 639"/>
                  <a:gd name="T22" fmla="*/ 2 w 408"/>
                  <a:gd name="T23" fmla="*/ 7 h 639"/>
                  <a:gd name="T24" fmla="*/ 3 w 408"/>
                  <a:gd name="T25" fmla="*/ 8 h 639"/>
                  <a:gd name="T26" fmla="*/ 3 w 408"/>
                  <a:gd name="T27" fmla="*/ 8 h 639"/>
                  <a:gd name="T28" fmla="*/ 3 w 408"/>
                  <a:gd name="T29" fmla="*/ 9 h 639"/>
                  <a:gd name="T30" fmla="*/ 4 w 408"/>
                  <a:gd name="T31" fmla="*/ 10 h 639"/>
                  <a:gd name="T32" fmla="*/ 4 w 408"/>
                  <a:gd name="T33" fmla="*/ 10 h 639"/>
                  <a:gd name="T34" fmla="*/ 5 w 408"/>
                  <a:gd name="T35" fmla="*/ 10 h 639"/>
                  <a:gd name="T36" fmla="*/ 5 w 408"/>
                  <a:gd name="T37" fmla="*/ 10 h 639"/>
                  <a:gd name="T38" fmla="*/ 6 w 408"/>
                  <a:gd name="T39" fmla="*/ 9 h 639"/>
                  <a:gd name="T40" fmla="*/ 6 w 408"/>
                  <a:gd name="T41" fmla="*/ 9 h 639"/>
                  <a:gd name="T42" fmla="*/ 6 w 408"/>
                  <a:gd name="T43" fmla="*/ 9 h 639"/>
                  <a:gd name="T44" fmla="*/ 6 w 408"/>
                  <a:gd name="T45" fmla="*/ 8 h 639"/>
                  <a:gd name="T46" fmla="*/ 5 w 408"/>
                  <a:gd name="T47" fmla="*/ 8 h 639"/>
                  <a:gd name="T48" fmla="*/ 5 w 408"/>
                  <a:gd name="T49" fmla="*/ 7 h 639"/>
                  <a:gd name="T50" fmla="*/ 5 w 408"/>
                  <a:gd name="T51" fmla="*/ 7 h 639"/>
                  <a:gd name="T52" fmla="*/ 4 w 408"/>
                  <a:gd name="T53" fmla="*/ 6 h 639"/>
                  <a:gd name="T54" fmla="*/ 4 w 408"/>
                  <a:gd name="T55" fmla="*/ 6 h 639"/>
                  <a:gd name="T56" fmla="*/ 4 w 408"/>
                  <a:gd name="T57" fmla="*/ 5 h 639"/>
                  <a:gd name="T58" fmla="*/ 3 w 408"/>
                  <a:gd name="T59" fmla="*/ 4 h 639"/>
                  <a:gd name="T60" fmla="*/ 3 w 408"/>
                  <a:gd name="T61" fmla="*/ 4 h 639"/>
                  <a:gd name="T62" fmla="*/ 3 w 408"/>
                  <a:gd name="T63" fmla="*/ 3 h 639"/>
                  <a:gd name="T64" fmla="*/ 3 w 408"/>
                  <a:gd name="T65" fmla="*/ 3 h 639"/>
                  <a:gd name="T66" fmla="*/ 3 w 408"/>
                  <a:gd name="T67" fmla="*/ 2 h 639"/>
                  <a:gd name="T68" fmla="*/ 3 w 408"/>
                  <a:gd name="T69" fmla="*/ 1 h 639"/>
                  <a:gd name="T70" fmla="*/ 3 w 408"/>
                  <a:gd name="T71" fmla="*/ 1 h 639"/>
                  <a:gd name="T72" fmla="*/ 2 w 408"/>
                  <a:gd name="T73" fmla="*/ 0 h 639"/>
                  <a:gd name="T74" fmla="*/ 2 w 408"/>
                  <a:gd name="T75" fmla="*/ 0 h 639"/>
                  <a:gd name="T76" fmla="*/ 1 w 408"/>
                  <a:gd name="T77" fmla="*/ 0 h 639"/>
                  <a:gd name="T78" fmla="*/ 1 w 408"/>
                  <a:gd name="T79" fmla="*/ 0 h 639"/>
                  <a:gd name="T80" fmla="*/ 0 w 408"/>
                  <a:gd name="T81" fmla="*/ 0 h 63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8"/>
                  <a:gd name="T124" fmla="*/ 0 h 639"/>
                  <a:gd name="T125" fmla="*/ 408 w 408"/>
                  <a:gd name="T126" fmla="*/ 639 h 63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8" h="639">
                    <a:moveTo>
                      <a:pt x="0" y="26"/>
                    </a:moveTo>
                    <a:lnTo>
                      <a:pt x="7" y="69"/>
                    </a:lnTo>
                    <a:lnTo>
                      <a:pt x="16" y="111"/>
                    </a:lnTo>
                    <a:lnTo>
                      <a:pt x="25" y="152"/>
                    </a:lnTo>
                    <a:lnTo>
                      <a:pt x="35" y="193"/>
                    </a:lnTo>
                    <a:lnTo>
                      <a:pt x="48" y="234"/>
                    </a:lnTo>
                    <a:lnTo>
                      <a:pt x="61" y="273"/>
                    </a:lnTo>
                    <a:lnTo>
                      <a:pt x="76" y="312"/>
                    </a:lnTo>
                    <a:lnTo>
                      <a:pt x="91" y="352"/>
                    </a:lnTo>
                    <a:lnTo>
                      <a:pt x="108" y="390"/>
                    </a:lnTo>
                    <a:lnTo>
                      <a:pt x="126" y="428"/>
                    </a:lnTo>
                    <a:lnTo>
                      <a:pt x="144" y="465"/>
                    </a:lnTo>
                    <a:lnTo>
                      <a:pt x="164" y="501"/>
                    </a:lnTo>
                    <a:lnTo>
                      <a:pt x="185" y="537"/>
                    </a:lnTo>
                    <a:lnTo>
                      <a:pt x="206" y="572"/>
                    </a:lnTo>
                    <a:lnTo>
                      <a:pt x="229" y="606"/>
                    </a:lnTo>
                    <a:lnTo>
                      <a:pt x="253" y="639"/>
                    </a:lnTo>
                    <a:lnTo>
                      <a:pt x="293" y="626"/>
                    </a:lnTo>
                    <a:lnTo>
                      <a:pt x="332" y="612"/>
                    </a:lnTo>
                    <a:lnTo>
                      <a:pt x="369" y="598"/>
                    </a:lnTo>
                    <a:lnTo>
                      <a:pt x="408" y="584"/>
                    </a:lnTo>
                    <a:lnTo>
                      <a:pt x="383" y="553"/>
                    </a:lnTo>
                    <a:lnTo>
                      <a:pt x="360" y="521"/>
                    </a:lnTo>
                    <a:lnTo>
                      <a:pt x="338" y="488"/>
                    </a:lnTo>
                    <a:lnTo>
                      <a:pt x="318" y="454"/>
                    </a:lnTo>
                    <a:lnTo>
                      <a:pt x="297" y="419"/>
                    </a:lnTo>
                    <a:lnTo>
                      <a:pt x="278" y="384"/>
                    </a:lnTo>
                    <a:lnTo>
                      <a:pt x="260" y="349"/>
                    </a:lnTo>
                    <a:lnTo>
                      <a:pt x="244" y="312"/>
                    </a:lnTo>
                    <a:lnTo>
                      <a:pt x="228" y="275"/>
                    </a:lnTo>
                    <a:lnTo>
                      <a:pt x="214" y="238"/>
                    </a:lnTo>
                    <a:lnTo>
                      <a:pt x="200" y="199"/>
                    </a:lnTo>
                    <a:lnTo>
                      <a:pt x="189" y="160"/>
                    </a:lnTo>
                    <a:lnTo>
                      <a:pt x="177" y="121"/>
                    </a:lnTo>
                    <a:lnTo>
                      <a:pt x="168" y="81"/>
                    </a:lnTo>
                    <a:lnTo>
                      <a:pt x="160" y="41"/>
                    </a:lnTo>
                    <a:lnTo>
                      <a:pt x="154" y="0"/>
                    </a:lnTo>
                    <a:lnTo>
                      <a:pt x="115" y="6"/>
                    </a:lnTo>
                    <a:lnTo>
                      <a:pt x="78" y="12"/>
                    </a:lnTo>
                    <a:lnTo>
                      <a:pt x="38" y="2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7EB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5" name="Freeform 196"/>
              <p:cNvSpPr>
                <a:spLocks/>
              </p:cNvSpPr>
              <p:nvPr/>
            </p:nvSpPr>
            <p:spPr bwMode="auto">
              <a:xfrm>
                <a:off x="912" y="1459"/>
                <a:ext cx="51" cy="78"/>
              </a:xfrm>
              <a:custGeom>
                <a:avLst/>
                <a:gdLst>
                  <a:gd name="T0" fmla="*/ 0 w 408"/>
                  <a:gd name="T1" fmla="*/ 0 h 623"/>
                  <a:gd name="T2" fmla="*/ 0 w 408"/>
                  <a:gd name="T3" fmla="*/ 1 h 623"/>
                  <a:gd name="T4" fmla="*/ 0 w 408"/>
                  <a:gd name="T5" fmla="*/ 2 h 623"/>
                  <a:gd name="T6" fmla="*/ 0 w 408"/>
                  <a:gd name="T7" fmla="*/ 2 h 623"/>
                  <a:gd name="T8" fmla="*/ 1 w 408"/>
                  <a:gd name="T9" fmla="*/ 3 h 623"/>
                  <a:gd name="T10" fmla="*/ 1 w 408"/>
                  <a:gd name="T11" fmla="*/ 4 h 623"/>
                  <a:gd name="T12" fmla="*/ 1 w 408"/>
                  <a:gd name="T13" fmla="*/ 4 h 623"/>
                  <a:gd name="T14" fmla="*/ 1 w 408"/>
                  <a:gd name="T15" fmla="*/ 5 h 623"/>
                  <a:gd name="T16" fmla="*/ 1 w 408"/>
                  <a:gd name="T17" fmla="*/ 5 h 623"/>
                  <a:gd name="T18" fmla="*/ 2 w 408"/>
                  <a:gd name="T19" fmla="*/ 6 h 623"/>
                  <a:gd name="T20" fmla="*/ 2 w 408"/>
                  <a:gd name="T21" fmla="*/ 7 h 623"/>
                  <a:gd name="T22" fmla="*/ 2 w 408"/>
                  <a:gd name="T23" fmla="*/ 7 h 623"/>
                  <a:gd name="T24" fmla="*/ 3 w 408"/>
                  <a:gd name="T25" fmla="*/ 8 h 623"/>
                  <a:gd name="T26" fmla="*/ 3 w 408"/>
                  <a:gd name="T27" fmla="*/ 8 h 623"/>
                  <a:gd name="T28" fmla="*/ 3 w 408"/>
                  <a:gd name="T29" fmla="*/ 9 h 623"/>
                  <a:gd name="T30" fmla="*/ 4 w 408"/>
                  <a:gd name="T31" fmla="*/ 9 h 623"/>
                  <a:gd name="T32" fmla="*/ 4 w 408"/>
                  <a:gd name="T33" fmla="*/ 10 h 623"/>
                  <a:gd name="T34" fmla="*/ 5 w 408"/>
                  <a:gd name="T35" fmla="*/ 10 h 623"/>
                  <a:gd name="T36" fmla="*/ 5 w 408"/>
                  <a:gd name="T37" fmla="*/ 9 h 623"/>
                  <a:gd name="T38" fmla="*/ 6 w 408"/>
                  <a:gd name="T39" fmla="*/ 9 h 623"/>
                  <a:gd name="T40" fmla="*/ 6 w 408"/>
                  <a:gd name="T41" fmla="*/ 9 h 623"/>
                  <a:gd name="T42" fmla="*/ 6 w 408"/>
                  <a:gd name="T43" fmla="*/ 8 h 623"/>
                  <a:gd name="T44" fmla="*/ 6 w 408"/>
                  <a:gd name="T45" fmla="*/ 8 h 623"/>
                  <a:gd name="T46" fmla="*/ 5 w 408"/>
                  <a:gd name="T47" fmla="*/ 7 h 623"/>
                  <a:gd name="T48" fmla="*/ 5 w 408"/>
                  <a:gd name="T49" fmla="*/ 7 h 623"/>
                  <a:gd name="T50" fmla="*/ 5 w 408"/>
                  <a:gd name="T51" fmla="*/ 6 h 623"/>
                  <a:gd name="T52" fmla="*/ 4 w 408"/>
                  <a:gd name="T53" fmla="*/ 6 h 623"/>
                  <a:gd name="T54" fmla="*/ 4 w 408"/>
                  <a:gd name="T55" fmla="*/ 5 h 623"/>
                  <a:gd name="T56" fmla="*/ 4 w 408"/>
                  <a:gd name="T57" fmla="*/ 5 h 623"/>
                  <a:gd name="T58" fmla="*/ 3 w 408"/>
                  <a:gd name="T59" fmla="*/ 4 h 623"/>
                  <a:gd name="T60" fmla="*/ 3 w 408"/>
                  <a:gd name="T61" fmla="*/ 4 h 623"/>
                  <a:gd name="T62" fmla="*/ 3 w 408"/>
                  <a:gd name="T63" fmla="*/ 3 h 623"/>
                  <a:gd name="T64" fmla="*/ 3 w 408"/>
                  <a:gd name="T65" fmla="*/ 2 h 623"/>
                  <a:gd name="T66" fmla="*/ 3 w 408"/>
                  <a:gd name="T67" fmla="*/ 2 h 623"/>
                  <a:gd name="T68" fmla="*/ 3 w 408"/>
                  <a:gd name="T69" fmla="*/ 1 h 623"/>
                  <a:gd name="T70" fmla="*/ 3 w 408"/>
                  <a:gd name="T71" fmla="*/ 1 h 623"/>
                  <a:gd name="T72" fmla="*/ 2 w 408"/>
                  <a:gd name="T73" fmla="*/ 0 h 623"/>
                  <a:gd name="T74" fmla="*/ 2 w 408"/>
                  <a:gd name="T75" fmla="*/ 0 h 623"/>
                  <a:gd name="T76" fmla="*/ 1 w 408"/>
                  <a:gd name="T77" fmla="*/ 0 h 623"/>
                  <a:gd name="T78" fmla="*/ 1 w 408"/>
                  <a:gd name="T79" fmla="*/ 0 h 623"/>
                  <a:gd name="T80" fmla="*/ 0 w 408"/>
                  <a:gd name="T81" fmla="*/ 0 h 62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8"/>
                  <a:gd name="T124" fmla="*/ 0 h 623"/>
                  <a:gd name="T125" fmla="*/ 408 w 408"/>
                  <a:gd name="T126" fmla="*/ 623 h 62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8" h="623">
                    <a:moveTo>
                      <a:pt x="0" y="23"/>
                    </a:moveTo>
                    <a:lnTo>
                      <a:pt x="6" y="66"/>
                    </a:lnTo>
                    <a:lnTo>
                      <a:pt x="14" y="107"/>
                    </a:lnTo>
                    <a:lnTo>
                      <a:pt x="25" y="147"/>
                    </a:lnTo>
                    <a:lnTo>
                      <a:pt x="35" y="188"/>
                    </a:lnTo>
                    <a:lnTo>
                      <a:pt x="48" y="227"/>
                    </a:lnTo>
                    <a:lnTo>
                      <a:pt x="60" y="266"/>
                    </a:lnTo>
                    <a:lnTo>
                      <a:pt x="74" y="305"/>
                    </a:lnTo>
                    <a:lnTo>
                      <a:pt x="90" y="343"/>
                    </a:lnTo>
                    <a:lnTo>
                      <a:pt x="107" y="381"/>
                    </a:lnTo>
                    <a:lnTo>
                      <a:pt x="124" y="417"/>
                    </a:lnTo>
                    <a:lnTo>
                      <a:pt x="144" y="453"/>
                    </a:lnTo>
                    <a:lnTo>
                      <a:pt x="164" y="489"/>
                    </a:lnTo>
                    <a:lnTo>
                      <a:pt x="185" y="524"/>
                    </a:lnTo>
                    <a:lnTo>
                      <a:pt x="206" y="558"/>
                    </a:lnTo>
                    <a:lnTo>
                      <a:pt x="229" y="591"/>
                    </a:lnTo>
                    <a:lnTo>
                      <a:pt x="254" y="623"/>
                    </a:lnTo>
                    <a:lnTo>
                      <a:pt x="293" y="609"/>
                    </a:lnTo>
                    <a:lnTo>
                      <a:pt x="332" y="595"/>
                    </a:lnTo>
                    <a:lnTo>
                      <a:pt x="369" y="581"/>
                    </a:lnTo>
                    <a:lnTo>
                      <a:pt x="408" y="566"/>
                    </a:lnTo>
                    <a:lnTo>
                      <a:pt x="383" y="536"/>
                    </a:lnTo>
                    <a:lnTo>
                      <a:pt x="360" y="505"/>
                    </a:lnTo>
                    <a:lnTo>
                      <a:pt x="338" y="473"/>
                    </a:lnTo>
                    <a:lnTo>
                      <a:pt x="316" y="441"/>
                    </a:lnTo>
                    <a:lnTo>
                      <a:pt x="297" y="408"/>
                    </a:lnTo>
                    <a:lnTo>
                      <a:pt x="278" y="373"/>
                    </a:lnTo>
                    <a:lnTo>
                      <a:pt x="260" y="338"/>
                    </a:lnTo>
                    <a:lnTo>
                      <a:pt x="244" y="303"/>
                    </a:lnTo>
                    <a:lnTo>
                      <a:pt x="228" y="267"/>
                    </a:lnTo>
                    <a:lnTo>
                      <a:pt x="214" y="230"/>
                    </a:lnTo>
                    <a:lnTo>
                      <a:pt x="200" y="194"/>
                    </a:lnTo>
                    <a:lnTo>
                      <a:pt x="189" y="155"/>
                    </a:lnTo>
                    <a:lnTo>
                      <a:pt x="178" y="117"/>
                    </a:lnTo>
                    <a:lnTo>
                      <a:pt x="169" y="79"/>
                    </a:lnTo>
                    <a:lnTo>
                      <a:pt x="161" y="39"/>
                    </a:lnTo>
                    <a:lnTo>
                      <a:pt x="153" y="0"/>
                    </a:lnTo>
                    <a:lnTo>
                      <a:pt x="116" y="5"/>
                    </a:lnTo>
                    <a:lnTo>
                      <a:pt x="78" y="11"/>
                    </a:lnTo>
                    <a:lnTo>
                      <a:pt x="38" y="17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80BD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6" name="Freeform 197"/>
              <p:cNvSpPr>
                <a:spLocks/>
              </p:cNvSpPr>
              <p:nvPr/>
            </p:nvSpPr>
            <p:spPr bwMode="auto">
              <a:xfrm>
                <a:off x="921" y="1458"/>
                <a:ext cx="51" cy="76"/>
              </a:xfrm>
              <a:custGeom>
                <a:avLst/>
                <a:gdLst>
                  <a:gd name="T0" fmla="*/ 0 w 406"/>
                  <a:gd name="T1" fmla="*/ 0 h 607"/>
                  <a:gd name="T2" fmla="*/ 0 w 406"/>
                  <a:gd name="T3" fmla="*/ 1 h 607"/>
                  <a:gd name="T4" fmla="*/ 0 w 406"/>
                  <a:gd name="T5" fmla="*/ 2 h 607"/>
                  <a:gd name="T6" fmla="*/ 0 w 406"/>
                  <a:gd name="T7" fmla="*/ 2 h 607"/>
                  <a:gd name="T8" fmla="*/ 1 w 406"/>
                  <a:gd name="T9" fmla="*/ 3 h 607"/>
                  <a:gd name="T10" fmla="*/ 1 w 406"/>
                  <a:gd name="T11" fmla="*/ 4 h 607"/>
                  <a:gd name="T12" fmla="*/ 1 w 406"/>
                  <a:gd name="T13" fmla="*/ 4 h 607"/>
                  <a:gd name="T14" fmla="*/ 1 w 406"/>
                  <a:gd name="T15" fmla="*/ 5 h 607"/>
                  <a:gd name="T16" fmla="*/ 1 w 406"/>
                  <a:gd name="T17" fmla="*/ 5 h 607"/>
                  <a:gd name="T18" fmla="*/ 2 w 406"/>
                  <a:gd name="T19" fmla="*/ 6 h 607"/>
                  <a:gd name="T20" fmla="*/ 2 w 406"/>
                  <a:gd name="T21" fmla="*/ 6 h 607"/>
                  <a:gd name="T22" fmla="*/ 2 w 406"/>
                  <a:gd name="T23" fmla="*/ 7 h 607"/>
                  <a:gd name="T24" fmla="*/ 3 w 406"/>
                  <a:gd name="T25" fmla="*/ 8 h 607"/>
                  <a:gd name="T26" fmla="*/ 3 w 406"/>
                  <a:gd name="T27" fmla="*/ 8 h 607"/>
                  <a:gd name="T28" fmla="*/ 3 w 406"/>
                  <a:gd name="T29" fmla="*/ 9 h 607"/>
                  <a:gd name="T30" fmla="*/ 4 w 406"/>
                  <a:gd name="T31" fmla="*/ 9 h 607"/>
                  <a:gd name="T32" fmla="*/ 4 w 406"/>
                  <a:gd name="T33" fmla="*/ 10 h 607"/>
                  <a:gd name="T34" fmla="*/ 5 w 406"/>
                  <a:gd name="T35" fmla="*/ 9 h 607"/>
                  <a:gd name="T36" fmla="*/ 5 w 406"/>
                  <a:gd name="T37" fmla="*/ 9 h 607"/>
                  <a:gd name="T38" fmla="*/ 6 w 406"/>
                  <a:gd name="T39" fmla="*/ 9 h 607"/>
                  <a:gd name="T40" fmla="*/ 6 w 406"/>
                  <a:gd name="T41" fmla="*/ 9 h 607"/>
                  <a:gd name="T42" fmla="*/ 6 w 406"/>
                  <a:gd name="T43" fmla="*/ 8 h 607"/>
                  <a:gd name="T44" fmla="*/ 6 w 406"/>
                  <a:gd name="T45" fmla="*/ 8 h 607"/>
                  <a:gd name="T46" fmla="*/ 5 w 406"/>
                  <a:gd name="T47" fmla="*/ 7 h 607"/>
                  <a:gd name="T48" fmla="*/ 5 w 406"/>
                  <a:gd name="T49" fmla="*/ 7 h 607"/>
                  <a:gd name="T50" fmla="*/ 5 w 406"/>
                  <a:gd name="T51" fmla="*/ 6 h 607"/>
                  <a:gd name="T52" fmla="*/ 4 w 406"/>
                  <a:gd name="T53" fmla="*/ 6 h 607"/>
                  <a:gd name="T54" fmla="*/ 4 w 406"/>
                  <a:gd name="T55" fmla="*/ 5 h 607"/>
                  <a:gd name="T56" fmla="*/ 4 w 406"/>
                  <a:gd name="T57" fmla="*/ 5 h 607"/>
                  <a:gd name="T58" fmla="*/ 4 w 406"/>
                  <a:gd name="T59" fmla="*/ 4 h 607"/>
                  <a:gd name="T60" fmla="*/ 3 w 406"/>
                  <a:gd name="T61" fmla="*/ 4 h 607"/>
                  <a:gd name="T62" fmla="*/ 3 w 406"/>
                  <a:gd name="T63" fmla="*/ 3 h 607"/>
                  <a:gd name="T64" fmla="*/ 3 w 406"/>
                  <a:gd name="T65" fmla="*/ 2 h 607"/>
                  <a:gd name="T66" fmla="*/ 3 w 406"/>
                  <a:gd name="T67" fmla="*/ 2 h 607"/>
                  <a:gd name="T68" fmla="*/ 3 w 406"/>
                  <a:gd name="T69" fmla="*/ 1 h 607"/>
                  <a:gd name="T70" fmla="*/ 3 w 406"/>
                  <a:gd name="T71" fmla="*/ 1 h 607"/>
                  <a:gd name="T72" fmla="*/ 2 w 406"/>
                  <a:gd name="T73" fmla="*/ 0 h 607"/>
                  <a:gd name="T74" fmla="*/ 2 w 406"/>
                  <a:gd name="T75" fmla="*/ 0 h 607"/>
                  <a:gd name="T76" fmla="*/ 1 w 406"/>
                  <a:gd name="T77" fmla="*/ 0 h 607"/>
                  <a:gd name="T78" fmla="*/ 1 w 406"/>
                  <a:gd name="T79" fmla="*/ 0 h 607"/>
                  <a:gd name="T80" fmla="*/ 0 w 406"/>
                  <a:gd name="T81" fmla="*/ 0 h 60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6"/>
                  <a:gd name="T124" fmla="*/ 0 h 607"/>
                  <a:gd name="T125" fmla="*/ 406 w 406"/>
                  <a:gd name="T126" fmla="*/ 607 h 60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6" h="607">
                    <a:moveTo>
                      <a:pt x="0" y="23"/>
                    </a:moveTo>
                    <a:lnTo>
                      <a:pt x="7" y="64"/>
                    </a:lnTo>
                    <a:lnTo>
                      <a:pt x="14" y="104"/>
                    </a:lnTo>
                    <a:lnTo>
                      <a:pt x="24" y="144"/>
                    </a:lnTo>
                    <a:lnTo>
                      <a:pt x="35" y="183"/>
                    </a:lnTo>
                    <a:lnTo>
                      <a:pt x="46" y="222"/>
                    </a:lnTo>
                    <a:lnTo>
                      <a:pt x="60" y="261"/>
                    </a:lnTo>
                    <a:lnTo>
                      <a:pt x="74" y="298"/>
                    </a:lnTo>
                    <a:lnTo>
                      <a:pt x="90" y="335"/>
                    </a:lnTo>
                    <a:lnTo>
                      <a:pt x="106" y="372"/>
                    </a:lnTo>
                    <a:lnTo>
                      <a:pt x="124" y="407"/>
                    </a:lnTo>
                    <a:lnTo>
                      <a:pt x="143" y="442"/>
                    </a:lnTo>
                    <a:lnTo>
                      <a:pt x="164" y="477"/>
                    </a:lnTo>
                    <a:lnTo>
                      <a:pt x="184" y="511"/>
                    </a:lnTo>
                    <a:lnTo>
                      <a:pt x="206" y="544"/>
                    </a:lnTo>
                    <a:lnTo>
                      <a:pt x="229" y="576"/>
                    </a:lnTo>
                    <a:lnTo>
                      <a:pt x="254" y="607"/>
                    </a:lnTo>
                    <a:lnTo>
                      <a:pt x="293" y="593"/>
                    </a:lnTo>
                    <a:lnTo>
                      <a:pt x="332" y="577"/>
                    </a:lnTo>
                    <a:lnTo>
                      <a:pt x="369" y="563"/>
                    </a:lnTo>
                    <a:lnTo>
                      <a:pt x="406" y="548"/>
                    </a:lnTo>
                    <a:lnTo>
                      <a:pt x="383" y="519"/>
                    </a:lnTo>
                    <a:lnTo>
                      <a:pt x="360" y="489"/>
                    </a:lnTo>
                    <a:lnTo>
                      <a:pt x="337" y="459"/>
                    </a:lnTo>
                    <a:lnTo>
                      <a:pt x="316" y="428"/>
                    </a:lnTo>
                    <a:lnTo>
                      <a:pt x="296" y="396"/>
                    </a:lnTo>
                    <a:lnTo>
                      <a:pt x="278" y="362"/>
                    </a:lnTo>
                    <a:lnTo>
                      <a:pt x="260" y="329"/>
                    </a:lnTo>
                    <a:lnTo>
                      <a:pt x="242" y="295"/>
                    </a:lnTo>
                    <a:lnTo>
                      <a:pt x="228" y="260"/>
                    </a:lnTo>
                    <a:lnTo>
                      <a:pt x="213" y="224"/>
                    </a:lnTo>
                    <a:lnTo>
                      <a:pt x="200" y="189"/>
                    </a:lnTo>
                    <a:lnTo>
                      <a:pt x="188" y="152"/>
                    </a:lnTo>
                    <a:lnTo>
                      <a:pt x="178" y="115"/>
                    </a:lnTo>
                    <a:lnTo>
                      <a:pt x="169" y="77"/>
                    </a:lnTo>
                    <a:lnTo>
                      <a:pt x="160" y="39"/>
                    </a:lnTo>
                    <a:lnTo>
                      <a:pt x="154" y="0"/>
                    </a:lnTo>
                    <a:lnTo>
                      <a:pt x="116" y="5"/>
                    </a:lnTo>
                    <a:lnTo>
                      <a:pt x="77" y="12"/>
                    </a:lnTo>
                    <a:lnTo>
                      <a:pt x="39" y="17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83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7" name="Freeform 198"/>
              <p:cNvSpPr>
                <a:spLocks/>
              </p:cNvSpPr>
              <p:nvPr/>
            </p:nvSpPr>
            <p:spPr bwMode="auto">
              <a:xfrm>
                <a:off x="931" y="1457"/>
                <a:ext cx="51" cy="73"/>
              </a:xfrm>
              <a:custGeom>
                <a:avLst/>
                <a:gdLst>
                  <a:gd name="T0" fmla="*/ 0 w 407"/>
                  <a:gd name="T1" fmla="*/ 0 h 587"/>
                  <a:gd name="T2" fmla="*/ 0 w 407"/>
                  <a:gd name="T3" fmla="*/ 1 h 587"/>
                  <a:gd name="T4" fmla="*/ 0 w 407"/>
                  <a:gd name="T5" fmla="*/ 1 h 587"/>
                  <a:gd name="T6" fmla="*/ 0 w 407"/>
                  <a:gd name="T7" fmla="*/ 2 h 587"/>
                  <a:gd name="T8" fmla="*/ 1 w 407"/>
                  <a:gd name="T9" fmla="*/ 3 h 587"/>
                  <a:gd name="T10" fmla="*/ 1 w 407"/>
                  <a:gd name="T11" fmla="*/ 3 h 587"/>
                  <a:gd name="T12" fmla="*/ 1 w 407"/>
                  <a:gd name="T13" fmla="*/ 4 h 587"/>
                  <a:gd name="T14" fmla="*/ 1 w 407"/>
                  <a:gd name="T15" fmla="*/ 4 h 587"/>
                  <a:gd name="T16" fmla="*/ 1 w 407"/>
                  <a:gd name="T17" fmla="*/ 5 h 587"/>
                  <a:gd name="T18" fmla="*/ 2 w 407"/>
                  <a:gd name="T19" fmla="*/ 6 h 587"/>
                  <a:gd name="T20" fmla="*/ 2 w 407"/>
                  <a:gd name="T21" fmla="*/ 6 h 587"/>
                  <a:gd name="T22" fmla="*/ 2 w 407"/>
                  <a:gd name="T23" fmla="*/ 7 h 587"/>
                  <a:gd name="T24" fmla="*/ 3 w 407"/>
                  <a:gd name="T25" fmla="*/ 7 h 587"/>
                  <a:gd name="T26" fmla="*/ 3 w 407"/>
                  <a:gd name="T27" fmla="*/ 8 h 587"/>
                  <a:gd name="T28" fmla="*/ 3 w 407"/>
                  <a:gd name="T29" fmla="*/ 8 h 587"/>
                  <a:gd name="T30" fmla="*/ 4 w 407"/>
                  <a:gd name="T31" fmla="*/ 9 h 587"/>
                  <a:gd name="T32" fmla="*/ 4 w 407"/>
                  <a:gd name="T33" fmla="*/ 9 h 587"/>
                  <a:gd name="T34" fmla="*/ 5 w 407"/>
                  <a:gd name="T35" fmla="*/ 9 h 587"/>
                  <a:gd name="T36" fmla="*/ 5 w 407"/>
                  <a:gd name="T37" fmla="*/ 9 h 587"/>
                  <a:gd name="T38" fmla="*/ 6 w 407"/>
                  <a:gd name="T39" fmla="*/ 8 h 587"/>
                  <a:gd name="T40" fmla="*/ 6 w 407"/>
                  <a:gd name="T41" fmla="*/ 8 h 587"/>
                  <a:gd name="T42" fmla="*/ 6 w 407"/>
                  <a:gd name="T43" fmla="*/ 8 h 587"/>
                  <a:gd name="T44" fmla="*/ 6 w 407"/>
                  <a:gd name="T45" fmla="*/ 7 h 587"/>
                  <a:gd name="T46" fmla="*/ 5 w 407"/>
                  <a:gd name="T47" fmla="*/ 7 h 587"/>
                  <a:gd name="T48" fmla="*/ 5 w 407"/>
                  <a:gd name="T49" fmla="*/ 6 h 587"/>
                  <a:gd name="T50" fmla="*/ 5 w 407"/>
                  <a:gd name="T51" fmla="*/ 6 h 587"/>
                  <a:gd name="T52" fmla="*/ 4 w 407"/>
                  <a:gd name="T53" fmla="*/ 5 h 587"/>
                  <a:gd name="T54" fmla="*/ 4 w 407"/>
                  <a:gd name="T55" fmla="*/ 5 h 587"/>
                  <a:gd name="T56" fmla="*/ 4 w 407"/>
                  <a:gd name="T57" fmla="*/ 4 h 587"/>
                  <a:gd name="T58" fmla="*/ 4 w 407"/>
                  <a:gd name="T59" fmla="*/ 4 h 587"/>
                  <a:gd name="T60" fmla="*/ 3 w 407"/>
                  <a:gd name="T61" fmla="*/ 3 h 587"/>
                  <a:gd name="T62" fmla="*/ 3 w 407"/>
                  <a:gd name="T63" fmla="*/ 3 h 587"/>
                  <a:gd name="T64" fmla="*/ 3 w 407"/>
                  <a:gd name="T65" fmla="*/ 2 h 587"/>
                  <a:gd name="T66" fmla="*/ 3 w 407"/>
                  <a:gd name="T67" fmla="*/ 2 h 587"/>
                  <a:gd name="T68" fmla="*/ 3 w 407"/>
                  <a:gd name="T69" fmla="*/ 1 h 587"/>
                  <a:gd name="T70" fmla="*/ 3 w 407"/>
                  <a:gd name="T71" fmla="*/ 1 h 587"/>
                  <a:gd name="T72" fmla="*/ 2 w 407"/>
                  <a:gd name="T73" fmla="*/ 0 h 587"/>
                  <a:gd name="T74" fmla="*/ 2 w 407"/>
                  <a:gd name="T75" fmla="*/ 0 h 587"/>
                  <a:gd name="T76" fmla="*/ 1 w 407"/>
                  <a:gd name="T77" fmla="*/ 0 h 587"/>
                  <a:gd name="T78" fmla="*/ 1 w 407"/>
                  <a:gd name="T79" fmla="*/ 0 h 587"/>
                  <a:gd name="T80" fmla="*/ 0 w 407"/>
                  <a:gd name="T81" fmla="*/ 0 h 5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7"/>
                  <a:gd name="T124" fmla="*/ 0 h 587"/>
                  <a:gd name="T125" fmla="*/ 407 w 407"/>
                  <a:gd name="T126" fmla="*/ 587 h 5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7" h="587">
                    <a:moveTo>
                      <a:pt x="0" y="21"/>
                    </a:moveTo>
                    <a:lnTo>
                      <a:pt x="8" y="60"/>
                    </a:lnTo>
                    <a:lnTo>
                      <a:pt x="16" y="100"/>
                    </a:lnTo>
                    <a:lnTo>
                      <a:pt x="25" y="138"/>
                    </a:lnTo>
                    <a:lnTo>
                      <a:pt x="36" y="176"/>
                    </a:lnTo>
                    <a:lnTo>
                      <a:pt x="47" y="215"/>
                    </a:lnTo>
                    <a:lnTo>
                      <a:pt x="61" y="251"/>
                    </a:lnTo>
                    <a:lnTo>
                      <a:pt x="75" y="288"/>
                    </a:lnTo>
                    <a:lnTo>
                      <a:pt x="91" y="324"/>
                    </a:lnTo>
                    <a:lnTo>
                      <a:pt x="107" y="359"/>
                    </a:lnTo>
                    <a:lnTo>
                      <a:pt x="125" y="394"/>
                    </a:lnTo>
                    <a:lnTo>
                      <a:pt x="144" y="429"/>
                    </a:lnTo>
                    <a:lnTo>
                      <a:pt x="163" y="462"/>
                    </a:lnTo>
                    <a:lnTo>
                      <a:pt x="185" y="494"/>
                    </a:lnTo>
                    <a:lnTo>
                      <a:pt x="207" y="526"/>
                    </a:lnTo>
                    <a:lnTo>
                      <a:pt x="230" y="557"/>
                    </a:lnTo>
                    <a:lnTo>
                      <a:pt x="254" y="587"/>
                    </a:lnTo>
                    <a:lnTo>
                      <a:pt x="293" y="572"/>
                    </a:lnTo>
                    <a:lnTo>
                      <a:pt x="332" y="556"/>
                    </a:lnTo>
                    <a:lnTo>
                      <a:pt x="370" y="541"/>
                    </a:lnTo>
                    <a:lnTo>
                      <a:pt x="407" y="525"/>
                    </a:lnTo>
                    <a:lnTo>
                      <a:pt x="383" y="498"/>
                    </a:lnTo>
                    <a:lnTo>
                      <a:pt x="359" y="470"/>
                    </a:lnTo>
                    <a:lnTo>
                      <a:pt x="338" y="441"/>
                    </a:lnTo>
                    <a:lnTo>
                      <a:pt x="317" y="411"/>
                    </a:lnTo>
                    <a:lnTo>
                      <a:pt x="297" y="380"/>
                    </a:lnTo>
                    <a:lnTo>
                      <a:pt x="278" y="349"/>
                    </a:lnTo>
                    <a:lnTo>
                      <a:pt x="261" y="316"/>
                    </a:lnTo>
                    <a:lnTo>
                      <a:pt x="244" y="283"/>
                    </a:lnTo>
                    <a:lnTo>
                      <a:pt x="229" y="250"/>
                    </a:lnTo>
                    <a:lnTo>
                      <a:pt x="214" y="216"/>
                    </a:lnTo>
                    <a:lnTo>
                      <a:pt x="201" y="182"/>
                    </a:lnTo>
                    <a:lnTo>
                      <a:pt x="189" y="146"/>
                    </a:lnTo>
                    <a:lnTo>
                      <a:pt x="179" y="110"/>
                    </a:lnTo>
                    <a:lnTo>
                      <a:pt x="170" y="74"/>
                    </a:lnTo>
                    <a:lnTo>
                      <a:pt x="162" y="37"/>
                    </a:lnTo>
                    <a:lnTo>
                      <a:pt x="155" y="0"/>
                    </a:lnTo>
                    <a:lnTo>
                      <a:pt x="118" y="4"/>
                    </a:lnTo>
                    <a:lnTo>
                      <a:pt x="79" y="9"/>
                    </a:lnTo>
                    <a:lnTo>
                      <a:pt x="40" y="14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6C1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8" name="Freeform 199"/>
              <p:cNvSpPr>
                <a:spLocks/>
              </p:cNvSpPr>
              <p:nvPr/>
            </p:nvSpPr>
            <p:spPr bwMode="auto">
              <a:xfrm>
                <a:off x="941" y="1455"/>
                <a:ext cx="50" cy="71"/>
              </a:xfrm>
              <a:custGeom>
                <a:avLst/>
                <a:gdLst>
                  <a:gd name="T0" fmla="*/ 0 w 405"/>
                  <a:gd name="T1" fmla="*/ 0 h 566"/>
                  <a:gd name="T2" fmla="*/ 0 w 405"/>
                  <a:gd name="T3" fmla="*/ 1 h 566"/>
                  <a:gd name="T4" fmla="*/ 0 w 405"/>
                  <a:gd name="T5" fmla="*/ 2 h 566"/>
                  <a:gd name="T6" fmla="*/ 0 w 405"/>
                  <a:gd name="T7" fmla="*/ 2 h 566"/>
                  <a:gd name="T8" fmla="*/ 0 w 405"/>
                  <a:gd name="T9" fmla="*/ 3 h 566"/>
                  <a:gd name="T10" fmla="*/ 1 w 405"/>
                  <a:gd name="T11" fmla="*/ 3 h 566"/>
                  <a:gd name="T12" fmla="*/ 1 w 405"/>
                  <a:gd name="T13" fmla="*/ 4 h 566"/>
                  <a:gd name="T14" fmla="*/ 1 w 405"/>
                  <a:gd name="T15" fmla="*/ 4 h 566"/>
                  <a:gd name="T16" fmla="*/ 1 w 405"/>
                  <a:gd name="T17" fmla="*/ 5 h 566"/>
                  <a:gd name="T18" fmla="*/ 2 w 405"/>
                  <a:gd name="T19" fmla="*/ 6 h 566"/>
                  <a:gd name="T20" fmla="*/ 2 w 405"/>
                  <a:gd name="T21" fmla="*/ 6 h 566"/>
                  <a:gd name="T22" fmla="*/ 2 w 405"/>
                  <a:gd name="T23" fmla="*/ 7 h 566"/>
                  <a:gd name="T24" fmla="*/ 2 w 405"/>
                  <a:gd name="T25" fmla="*/ 7 h 566"/>
                  <a:gd name="T26" fmla="*/ 3 w 405"/>
                  <a:gd name="T27" fmla="*/ 8 h 566"/>
                  <a:gd name="T28" fmla="*/ 3 w 405"/>
                  <a:gd name="T29" fmla="*/ 8 h 566"/>
                  <a:gd name="T30" fmla="*/ 3 w 405"/>
                  <a:gd name="T31" fmla="*/ 8 h 566"/>
                  <a:gd name="T32" fmla="*/ 4 w 405"/>
                  <a:gd name="T33" fmla="*/ 9 h 566"/>
                  <a:gd name="T34" fmla="*/ 4 w 405"/>
                  <a:gd name="T35" fmla="*/ 9 h 566"/>
                  <a:gd name="T36" fmla="*/ 5 w 405"/>
                  <a:gd name="T37" fmla="*/ 8 h 566"/>
                  <a:gd name="T38" fmla="*/ 6 w 405"/>
                  <a:gd name="T39" fmla="*/ 8 h 566"/>
                  <a:gd name="T40" fmla="*/ 6 w 405"/>
                  <a:gd name="T41" fmla="*/ 8 h 566"/>
                  <a:gd name="T42" fmla="*/ 6 w 405"/>
                  <a:gd name="T43" fmla="*/ 8 h 566"/>
                  <a:gd name="T44" fmla="*/ 5 w 405"/>
                  <a:gd name="T45" fmla="*/ 7 h 566"/>
                  <a:gd name="T46" fmla="*/ 5 w 405"/>
                  <a:gd name="T47" fmla="*/ 7 h 566"/>
                  <a:gd name="T48" fmla="*/ 5 w 405"/>
                  <a:gd name="T49" fmla="*/ 6 h 566"/>
                  <a:gd name="T50" fmla="*/ 5 w 405"/>
                  <a:gd name="T51" fmla="*/ 6 h 566"/>
                  <a:gd name="T52" fmla="*/ 4 w 405"/>
                  <a:gd name="T53" fmla="*/ 5 h 566"/>
                  <a:gd name="T54" fmla="*/ 4 w 405"/>
                  <a:gd name="T55" fmla="*/ 5 h 566"/>
                  <a:gd name="T56" fmla="*/ 4 w 405"/>
                  <a:gd name="T57" fmla="*/ 4 h 566"/>
                  <a:gd name="T58" fmla="*/ 3 w 405"/>
                  <a:gd name="T59" fmla="*/ 4 h 566"/>
                  <a:gd name="T60" fmla="*/ 3 w 405"/>
                  <a:gd name="T61" fmla="*/ 3 h 566"/>
                  <a:gd name="T62" fmla="*/ 3 w 405"/>
                  <a:gd name="T63" fmla="*/ 3 h 566"/>
                  <a:gd name="T64" fmla="*/ 3 w 405"/>
                  <a:gd name="T65" fmla="*/ 2 h 566"/>
                  <a:gd name="T66" fmla="*/ 3 w 405"/>
                  <a:gd name="T67" fmla="*/ 2 h 566"/>
                  <a:gd name="T68" fmla="*/ 3 w 405"/>
                  <a:gd name="T69" fmla="*/ 1 h 566"/>
                  <a:gd name="T70" fmla="*/ 2 w 405"/>
                  <a:gd name="T71" fmla="*/ 1 h 566"/>
                  <a:gd name="T72" fmla="*/ 2 w 405"/>
                  <a:gd name="T73" fmla="*/ 0 h 566"/>
                  <a:gd name="T74" fmla="*/ 2 w 405"/>
                  <a:gd name="T75" fmla="*/ 0 h 566"/>
                  <a:gd name="T76" fmla="*/ 1 w 405"/>
                  <a:gd name="T77" fmla="*/ 0 h 566"/>
                  <a:gd name="T78" fmla="*/ 1 w 405"/>
                  <a:gd name="T79" fmla="*/ 0 h 566"/>
                  <a:gd name="T80" fmla="*/ 0 w 405"/>
                  <a:gd name="T81" fmla="*/ 0 h 56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5"/>
                  <a:gd name="T124" fmla="*/ 0 h 566"/>
                  <a:gd name="T125" fmla="*/ 405 w 405"/>
                  <a:gd name="T126" fmla="*/ 566 h 56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5" h="566">
                    <a:moveTo>
                      <a:pt x="0" y="18"/>
                    </a:moveTo>
                    <a:lnTo>
                      <a:pt x="6" y="57"/>
                    </a:lnTo>
                    <a:lnTo>
                      <a:pt x="15" y="95"/>
                    </a:lnTo>
                    <a:lnTo>
                      <a:pt x="24" y="133"/>
                    </a:lnTo>
                    <a:lnTo>
                      <a:pt x="34" y="170"/>
                    </a:lnTo>
                    <a:lnTo>
                      <a:pt x="46" y="207"/>
                    </a:lnTo>
                    <a:lnTo>
                      <a:pt x="59" y="242"/>
                    </a:lnTo>
                    <a:lnTo>
                      <a:pt x="74" y="278"/>
                    </a:lnTo>
                    <a:lnTo>
                      <a:pt x="88" y="313"/>
                    </a:lnTo>
                    <a:lnTo>
                      <a:pt x="106" y="347"/>
                    </a:lnTo>
                    <a:lnTo>
                      <a:pt x="124" y="380"/>
                    </a:lnTo>
                    <a:lnTo>
                      <a:pt x="142" y="414"/>
                    </a:lnTo>
                    <a:lnTo>
                      <a:pt x="162" y="446"/>
                    </a:lnTo>
                    <a:lnTo>
                      <a:pt x="183" y="477"/>
                    </a:lnTo>
                    <a:lnTo>
                      <a:pt x="206" y="507"/>
                    </a:lnTo>
                    <a:lnTo>
                      <a:pt x="229" y="537"/>
                    </a:lnTo>
                    <a:lnTo>
                      <a:pt x="252" y="566"/>
                    </a:lnTo>
                    <a:lnTo>
                      <a:pt x="292" y="550"/>
                    </a:lnTo>
                    <a:lnTo>
                      <a:pt x="330" y="533"/>
                    </a:lnTo>
                    <a:lnTo>
                      <a:pt x="369" y="517"/>
                    </a:lnTo>
                    <a:lnTo>
                      <a:pt x="405" y="501"/>
                    </a:lnTo>
                    <a:lnTo>
                      <a:pt x="381" y="476"/>
                    </a:lnTo>
                    <a:lnTo>
                      <a:pt x="358" y="449"/>
                    </a:lnTo>
                    <a:lnTo>
                      <a:pt x="336" y="421"/>
                    </a:lnTo>
                    <a:lnTo>
                      <a:pt x="316" y="393"/>
                    </a:lnTo>
                    <a:lnTo>
                      <a:pt x="296" y="364"/>
                    </a:lnTo>
                    <a:lnTo>
                      <a:pt x="277" y="334"/>
                    </a:lnTo>
                    <a:lnTo>
                      <a:pt x="260" y="304"/>
                    </a:lnTo>
                    <a:lnTo>
                      <a:pt x="243" y="273"/>
                    </a:lnTo>
                    <a:lnTo>
                      <a:pt x="227" y="240"/>
                    </a:lnTo>
                    <a:lnTo>
                      <a:pt x="213" y="207"/>
                    </a:lnTo>
                    <a:lnTo>
                      <a:pt x="200" y="174"/>
                    </a:lnTo>
                    <a:lnTo>
                      <a:pt x="189" y="141"/>
                    </a:lnTo>
                    <a:lnTo>
                      <a:pt x="179" y="106"/>
                    </a:lnTo>
                    <a:lnTo>
                      <a:pt x="169" y="71"/>
                    </a:lnTo>
                    <a:lnTo>
                      <a:pt x="161" y="36"/>
                    </a:lnTo>
                    <a:lnTo>
                      <a:pt x="155" y="0"/>
                    </a:lnTo>
                    <a:lnTo>
                      <a:pt x="117" y="4"/>
                    </a:lnTo>
                    <a:lnTo>
                      <a:pt x="79" y="8"/>
                    </a:lnTo>
                    <a:lnTo>
                      <a:pt x="40" y="13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87C3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9" name="Freeform 200"/>
              <p:cNvSpPr>
                <a:spLocks/>
              </p:cNvSpPr>
              <p:nvPr/>
            </p:nvSpPr>
            <p:spPr bwMode="auto">
              <a:xfrm>
                <a:off x="950" y="1455"/>
                <a:ext cx="51" cy="67"/>
              </a:xfrm>
              <a:custGeom>
                <a:avLst/>
                <a:gdLst>
                  <a:gd name="T0" fmla="*/ 0 w 404"/>
                  <a:gd name="T1" fmla="*/ 0 h 542"/>
                  <a:gd name="T2" fmla="*/ 0 w 404"/>
                  <a:gd name="T3" fmla="*/ 1 h 542"/>
                  <a:gd name="T4" fmla="*/ 0 w 404"/>
                  <a:gd name="T5" fmla="*/ 1 h 542"/>
                  <a:gd name="T6" fmla="*/ 0 w 404"/>
                  <a:gd name="T7" fmla="*/ 2 h 542"/>
                  <a:gd name="T8" fmla="*/ 1 w 404"/>
                  <a:gd name="T9" fmla="*/ 2 h 542"/>
                  <a:gd name="T10" fmla="*/ 1 w 404"/>
                  <a:gd name="T11" fmla="*/ 3 h 542"/>
                  <a:gd name="T12" fmla="*/ 1 w 404"/>
                  <a:gd name="T13" fmla="*/ 4 h 542"/>
                  <a:gd name="T14" fmla="*/ 1 w 404"/>
                  <a:gd name="T15" fmla="*/ 4 h 542"/>
                  <a:gd name="T16" fmla="*/ 1 w 404"/>
                  <a:gd name="T17" fmla="*/ 5 h 542"/>
                  <a:gd name="T18" fmla="*/ 2 w 404"/>
                  <a:gd name="T19" fmla="*/ 5 h 542"/>
                  <a:gd name="T20" fmla="*/ 2 w 404"/>
                  <a:gd name="T21" fmla="*/ 6 h 542"/>
                  <a:gd name="T22" fmla="*/ 2 w 404"/>
                  <a:gd name="T23" fmla="*/ 6 h 542"/>
                  <a:gd name="T24" fmla="*/ 3 w 404"/>
                  <a:gd name="T25" fmla="*/ 7 h 542"/>
                  <a:gd name="T26" fmla="*/ 3 w 404"/>
                  <a:gd name="T27" fmla="*/ 7 h 542"/>
                  <a:gd name="T28" fmla="*/ 3 w 404"/>
                  <a:gd name="T29" fmla="*/ 7 h 542"/>
                  <a:gd name="T30" fmla="*/ 4 w 404"/>
                  <a:gd name="T31" fmla="*/ 8 h 542"/>
                  <a:gd name="T32" fmla="*/ 4 w 404"/>
                  <a:gd name="T33" fmla="*/ 8 h 542"/>
                  <a:gd name="T34" fmla="*/ 5 w 404"/>
                  <a:gd name="T35" fmla="*/ 8 h 542"/>
                  <a:gd name="T36" fmla="*/ 5 w 404"/>
                  <a:gd name="T37" fmla="*/ 8 h 542"/>
                  <a:gd name="T38" fmla="*/ 6 w 404"/>
                  <a:gd name="T39" fmla="*/ 8 h 542"/>
                  <a:gd name="T40" fmla="*/ 6 w 404"/>
                  <a:gd name="T41" fmla="*/ 7 h 542"/>
                  <a:gd name="T42" fmla="*/ 6 w 404"/>
                  <a:gd name="T43" fmla="*/ 7 h 542"/>
                  <a:gd name="T44" fmla="*/ 6 w 404"/>
                  <a:gd name="T45" fmla="*/ 7 h 542"/>
                  <a:gd name="T46" fmla="*/ 5 w 404"/>
                  <a:gd name="T47" fmla="*/ 6 h 542"/>
                  <a:gd name="T48" fmla="*/ 5 w 404"/>
                  <a:gd name="T49" fmla="*/ 6 h 542"/>
                  <a:gd name="T50" fmla="*/ 5 w 404"/>
                  <a:gd name="T51" fmla="*/ 5 h 542"/>
                  <a:gd name="T52" fmla="*/ 4 w 404"/>
                  <a:gd name="T53" fmla="*/ 5 h 542"/>
                  <a:gd name="T54" fmla="*/ 4 w 404"/>
                  <a:gd name="T55" fmla="*/ 4 h 542"/>
                  <a:gd name="T56" fmla="*/ 4 w 404"/>
                  <a:gd name="T57" fmla="*/ 4 h 542"/>
                  <a:gd name="T58" fmla="*/ 4 w 404"/>
                  <a:gd name="T59" fmla="*/ 3 h 542"/>
                  <a:gd name="T60" fmla="*/ 3 w 404"/>
                  <a:gd name="T61" fmla="*/ 3 h 542"/>
                  <a:gd name="T62" fmla="*/ 3 w 404"/>
                  <a:gd name="T63" fmla="*/ 3 h 542"/>
                  <a:gd name="T64" fmla="*/ 3 w 404"/>
                  <a:gd name="T65" fmla="*/ 2 h 542"/>
                  <a:gd name="T66" fmla="*/ 3 w 404"/>
                  <a:gd name="T67" fmla="*/ 2 h 542"/>
                  <a:gd name="T68" fmla="*/ 3 w 404"/>
                  <a:gd name="T69" fmla="*/ 1 h 542"/>
                  <a:gd name="T70" fmla="*/ 3 w 404"/>
                  <a:gd name="T71" fmla="*/ 0 h 542"/>
                  <a:gd name="T72" fmla="*/ 3 w 404"/>
                  <a:gd name="T73" fmla="*/ 0 h 542"/>
                  <a:gd name="T74" fmla="*/ 2 w 404"/>
                  <a:gd name="T75" fmla="*/ 0 h 542"/>
                  <a:gd name="T76" fmla="*/ 1 w 404"/>
                  <a:gd name="T77" fmla="*/ 0 h 542"/>
                  <a:gd name="T78" fmla="*/ 1 w 404"/>
                  <a:gd name="T79" fmla="*/ 0 h 542"/>
                  <a:gd name="T80" fmla="*/ 0 w 404"/>
                  <a:gd name="T81" fmla="*/ 0 h 54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4"/>
                  <a:gd name="T124" fmla="*/ 0 h 542"/>
                  <a:gd name="T125" fmla="*/ 404 w 404"/>
                  <a:gd name="T126" fmla="*/ 542 h 54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4" h="542">
                    <a:moveTo>
                      <a:pt x="0" y="17"/>
                    </a:moveTo>
                    <a:lnTo>
                      <a:pt x="7" y="54"/>
                    </a:lnTo>
                    <a:lnTo>
                      <a:pt x="15" y="91"/>
                    </a:lnTo>
                    <a:lnTo>
                      <a:pt x="24" y="127"/>
                    </a:lnTo>
                    <a:lnTo>
                      <a:pt x="34" y="163"/>
                    </a:lnTo>
                    <a:lnTo>
                      <a:pt x="46" y="199"/>
                    </a:lnTo>
                    <a:lnTo>
                      <a:pt x="59" y="233"/>
                    </a:lnTo>
                    <a:lnTo>
                      <a:pt x="74" y="267"/>
                    </a:lnTo>
                    <a:lnTo>
                      <a:pt x="88" y="300"/>
                    </a:lnTo>
                    <a:lnTo>
                      <a:pt x="105" y="333"/>
                    </a:lnTo>
                    <a:lnTo>
                      <a:pt x="123" y="366"/>
                    </a:lnTo>
                    <a:lnTo>
                      <a:pt x="142" y="397"/>
                    </a:lnTo>
                    <a:lnTo>
                      <a:pt x="162" y="428"/>
                    </a:lnTo>
                    <a:lnTo>
                      <a:pt x="183" y="458"/>
                    </a:lnTo>
                    <a:lnTo>
                      <a:pt x="204" y="487"/>
                    </a:lnTo>
                    <a:lnTo>
                      <a:pt x="228" y="515"/>
                    </a:lnTo>
                    <a:lnTo>
                      <a:pt x="252" y="542"/>
                    </a:lnTo>
                    <a:lnTo>
                      <a:pt x="292" y="525"/>
                    </a:lnTo>
                    <a:lnTo>
                      <a:pt x="330" y="508"/>
                    </a:lnTo>
                    <a:lnTo>
                      <a:pt x="367" y="491"/>
                    </a:lnTo>
                    <a:lnTo>
                      <a:pt x="404" y="475"/>
                    </a:lnTo>
                    <a:lnTo>
                      <a:pt x="380" y="451"/>
                    </a:lnTo>
                    <a:lnTo>
                      <a:pt x="357" y="426"/>
                    </a:lnTo>
                    <a:lnTo>
                      <a:pt x="335" y="400"/>
                    </a:lnTo>
                    <a:lnTo>
                      <a:pt x="314" y="374"/>
                    </a:lnTo>
                    <a:lnTo>
                      <a:pt x="296" y="346"/>
                    </a:lnTo>
                    <a:lnTo>
                      <a:pt x="277" y="318"/>
                    </a:lnTo>
                    <a:lnTo>
                      <a:pt x="259" y="289"/>
                    </a:lnTo>
                    <a:lnTo>
                      <a:pt x="243" y="260"/>
                    </a:lnTo>
                    <a:lnTo>
                      <a:pt x="227" y="230"/>
                    </a:lnTo>
                    <a:lnTo>
                      <a:pt x="214" y="199"/>
                    </a:lnTo>
                    <a:lnTo>
                      <a:pt x="201" y="166"/>
                    </a:lnTo>
                    <a:lnTo>
                      <a:pt x="189" y="134"/>
                    </a:lnTo>
                    <a:lnTo>
                      <a:pt x="178" y="102"/>
                    </a:lnTo>
                    <a:lnTo>
                      <a:pt x="170" y="68"/>
                    </a:lnTo>
                    <a:lnTo>
                      <a:pt x="162" y="35"/>
                    </a:lnTo>
                    <a:lnTo>
                      <a:pt x="156" y="0"/>
                    </a:lnTo>
                    <a:lnTo>
                      <a:pt x="118" y="3"/>
                    </a:lnTo>
                    <a:lnTo>
                      <a:pt x="80" y="8"/>
                    </a:lnTo>
                    <a:lnTo>
                      <a:pt x="40" y="12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89C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0" name="Freeform 201"/>
              <p:cNvSpPr>
                <a:spLocks/>
              </p:cNvSpPr>
              <p:nvPr/>
            </p:nvSpPr>
            <p:spPr bwMode="auto">
              <a:xfrm>
                <a:off x="960" y="1454"/>
                <a:ext cx="50" cy="64"/>
              </a:xfrm>
              <a:custGeom>
                <a:avLst/>
                <a:gdLst>
                  <a:gd name="T0" fmla="*/ 0 w 400"/>
                  <a:gd name="T1" fmla="*/ 0 h 515"/>
                  <a:gd name="T2" fmla="*/ 0 w 400"/>
                  <a:gd name="T3" fmla="*/ 1 h 515"/>
                  <a:gd name="T4" fmla="*/ 0 w 400"/>
                  <a:gd name="T5" fmla="*/ 1 h 515"/>
                  <a:gd name="T6" fmla="*/ 0 w 400"/>
                  <a:gd name="T7" fmla="*/ 2 h 515"/>
                  <a:gd name="T8" fmla="*/ 1 w 400"/>
                  <a:gd name="T9" fmla="*/ 2 h 515"/>
                  <a:gd name="T10" fmla="*/ 1 w 400"/>
                  <a:gd name="T11" fmla="*/ 3 h 515"/>
                  <a:gd name="T12" fmla="*/ 1 w 400"/>
                  <a:gd name="T13" fmla="*/ 3 h 515"/>
                  <a:gd name="T14" fmla="*/ 1 w 400"/>
                  <a:gd name="T15" fmla="*/ 4 h 515"/>
                  <a:gd name="T16" fmla="*/ 1 w 400"/>
                  <a:gd name="T17" fmla="*/ 4 h 515"/>
                  <a:gd name="T18" fmla="*/ 2 w 400"/>
                  <a:gd name="T19" fmla="*/ 5 h 515"/>
                  <a:gd name="T20" fmla="*/ 2 w 400"/>
                  <a:gd name="T21" fmla="*/ 5 h 515"/>
                  <a:gd name="T22" fmla="*/ 2 w 400"/>
                  <a:gd name="T23" fmla="*/ 6 h 515"/>
                  <a:gd name="T24" fmla="*/ 3 w 400"/>
                  <a:gd name="T25" fmla="*/ 6 h 515"/>
                  <a:gd name="T26" fmla="*/ 3 w 400"/>
                  <a:gd name="T27" fmla="*/ 7 h 515"/>
                  <a:gd name="T28" fmla="*/ 3 w 400"/>
                  <a:gd name="T29" fmla="*/ 7 h 515"/>
                  <a:gd name="T30" fmla="*/ 3 w 400"/>
                  <a:gd name="T31" fmla="*/ 8 h 515"/>
                  <a:gd name="T32" fmla="*/ 4 w 400"/>
                  <a:gd name="T33" fmla="*/ 8 h 515"/>
                  <a:gd name="T34" fmla="*/ 5 w 400"/>
                  <a:gd name="T35" fmla="*/ 8 h 515"/>
                  <a:gd name="T36" fmla="*/ 5 w 400"/>
                  <a:gd name="T37" fmla="*/ 7 h 515"/>
                  <a:gd name="T38" fmla="*/ 6 w 400"/>
                  <a:gd name="T39" fmla="*/ 7 h 515"/>
                  <a:gd name="T40" fmla="*/ 6 w 400"/>
                  <a:gd name="T41" fmla="*/ 7 h 515"/>
                  <a:gd name="T42" fmla="*/ 6 w 400"/>
                  <a:gd name="T43" fmla="*/ 6 h 515"/>
                  <a:gd name="T44" fmla="*/ 6 w 400"/>
                  <a:gd name="T45" fmla="*/ 6 h 515"/>
                  <a:gd name="T46" fmla="*/ 5 w 400"/>
                  <a:gd name="T47" fmla="*/ 6 h 515"/>
                  <a:gd name="T48" fmla="*/ 5 w 400"/>
                  <a:gd name="T49" fmla="*/ 5 h 515"/>
                  <a:gd name="T50" fmla="*/ 5 w 400"/>
                  <a:gd name="T51" fmla="*/ 5 h 515"/>
                  <a:gd name="T52" fmla="*/ 4 w 400"/>
                  <a:gd name="T53" fmla="*/ 5 h 515"/>
                  <a:gd name="T54" fmla="*/ 4 w 400"/>
                  <a:gd name="T55" fmla="*/ 4 h 515"/>
                  <a:gd name="T56" fmla="*/ 4 w 400"/>
                  <a:gd name="T57" fmla="*/ 4 h 515"/>
                  <a:gd name="T58" fmla="*/ 3 w 400"/>
                  <a:gd name="T59" fmla="*/ 3 h 515"/>
                  <a:gd name="T60" fmla="*/ 3 w 400"/>
                  <a:gd name="T61" fmla="*/ 3 h 515"/>
                  <a:gd name="T62" fmla="*/ 3 w 400"/>
                  <a:gd name="T63" fmla="*/ 2 h 515"/>
                  <a:gd name="T64" fmla="*/ 3 w 400"/>
                  <a:gd name="T65" fmla="*/ 2 h 515"/>
                  <a:gd name="T66" fmla="*/ 3 w 400"/>
                  <a:gd name="T67" fmla="*/ 1 h 515"/>
                  <a:gd name="T68" fmla="*/ 3 w 400"/>
                  <a:gd name="T69" fmla="*/ 1 h 515"/>
                  <a:gd name="T70" fmla="*/ 3 w 400"/>
                  <a:gd name="T71" fmla="*/ 0 h 515"/>
                  <a:gd name="T72" fmla="*/ 2 w 400"/>
                  <a:gd name="T73" fmla="*/ 0 h 515"/>
                  <a:gd name="T74" fmla="*/ 2 w 400"/>
                  <a:gd name="T75" fmla="*/ 0 h 515"/>
                  <a:gd name="T76" fmla="*/ 1 w 400"/>
                  <a:gd name="T77" fmla="*/ 0 h 515"/>
                  <a:gd name="T78" fmla="*/ 1 w 400"/>
                  <a:gd name="T79" fmla="*/ 0 h 515"/>
                  <a:gd name="T80" fmla="*/ 0 w 400"/>
                  <a:gd name="T81" fmla="*/ 0 h 51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00"/>
                  <a:gd name="T124" fmla="*/ 0 h 515"/>
                  <a:gd name="T125" fmla="*/ 400 w 400"/>
                  <a:gd name="T126" fmla="*/ 515 h 51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00" h="515">
                    <a:moveTo>
                      <a:pt x="0" y="14"/>
                    </a:moveTo>
                    <a:lnTo>
                      <a:pt x="6" y="50"/>
                    </a:lnTo>
                    <a:lnTo>
                      <a:pt x="14" y="85"/>
                    </a:lnTo>
                    <a:lnTo>
                      <a:pt x="24" y="120"/>
                    </a:lnTo>
                    <a:lnTo>
                      <a:pt x="34" y="155"/>
                    </a:lnTo>
                    <a:lnTo>
                      <a:pt x="45" y="188"/>
                    </a:lnTo>
                    <a:lnTo>
                      <a:pt x="58" y="221"/>
                    </a:lnTo>
                    <a:lnTo>
                      <a:pt x="72" y="254"/>
                    </a:lnTo>
                    <a:lnTo>
                      <a:pt x="88" y="287"/>
                    </a:lnTo>
                    <a:lnTo>
                      <a:pt x="105" y="318"/>
                    </a:lnTo>
                    <a:lnTo>
                      <a:pt x="122" y="348"/>
                    </a:lnTo>
                    <a:lnTo>
                      <a:pt x="141" y="378"/>
                    </a:lnTo>
                    <a:lnTo>
                      <a:pt x="161" y="407"/>
                    </a:lnTo>
                    <a:lnTo>
                      <a:pt x="181" y="435"/>
                    </a:lnTo>
                    <a:lnTo>
                      <a:pt x="203" y="463"/>
                    </a:lnTo>
                    <a:lnTo>
                      <a:pt x="226" y="490"/>
                    </a:lnTo>
                    <a:lnTo>
                      <a:pt x="250" y="515"/>
                    </a:lnTo>
                    <a:lnTo>
                      <a:pt x="289" y="497"/>
                    </a:lnTo>
                    <a:lnTo>
                      <a:pt x="328" y="480"/>
                    </a:lnTo>
                    <a:lnTo>
                      <a:pt x="364" y="462"/>
                    </a:lnTo>
                    <a:lnTo>
                      <a:pt x="400" y="444"/>
                    </a:lnTo>
                    <a:lnTo>
                      <a:pt x="377" y="422"/>
                    </a:lnTo>
                    <a:lnTo>
                      <a:pt x="355" y="400"/>
                    </a:lnTo>
                    <a:lnTo>
                      <a:pt x="333" y="376"/>
                    </a:lnTo>
                    <a:lnTo>
                      <a:pt x="313" y="351"/>
                    </a:lnTo>
                    <a:lnTo>
                      <a:pt x="294" y="325"/>
                    </a:lnTo>
                    <a:lnTo>
                      <a:pt x="276" y="299"/>
                    </a:lnTo>
                    <a:lnTo>
                      <a:pt x="258" y="272"/>
                    </a:lnTo>
                    <a:lnTo>
                      <a:pt x="242" y="244"/>
                    </a:lnTo>
                    <a:lnTo>
                      <a:pt x="227" y="216"/>
                    </a:lnTo>
                    <a:lnTo>
                      <a:pt x="214" y="187"/>
                    </a:lnTo>
                    <a:lnTo>
                      <a:pt x="200" y="157"/>
                    </a:lnTo>
                    <a:lnTo>
                      <a:pt x="189" y="127"/>
                    </a:lnTo>
                    <a:lnTo>
                      <a:pt x="178" y="96"/>
                    </a:lnTo>
                    <a:lnTo>
                      <a:pt x="170" y="64"/>
                    </a:lnTo>
                    <a:lnTo>
                      <a:pt x="162" y="32"/>
                    </a:lnTo>
                    <a:lnTo>
                      <a:pt x="155" y="0"/>
                    </a:lnTo>
                    <a:lnTo>
                      <a:pt x="118" y="2"/>
                    </a:lnTo>
                    <a:lnTo>
                      <a:pt x="80" y="5"/>
                    </a:lnTo>
                    <a:lnTo>
                      <a:pt x="40" y="9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8C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1" name="Freeform 202"/>
              <p:cNvSpPr>
                <a:spLocks/>
              </p:cNvSpPr>
              <p:nvPr/>
            </p:nvSpPr>
            <p:spPr bwMode="auto">
              <a:xfrm>
                <a:off x="970" y="1453"/>
                <a:ext cx="49" cy="61"/>
              </a:xfrm>
              <a:custGeom>
                <a:avLst/>
                <a:gdLst>
                  <a:gd name="T0" fmla="*/ 0 w 396"/>
                  <a:gd name="T1" fmla="*/ 0 h 486"/>
                  <a:gd name="T2" fmla="*/ 0 w 396"/>
                  <a:gd name="T3" fmla="*/ 1 h 486"/>
                  <a:gd name="T4" fmla="*/ 0 w 396"/>
                  <a:gd name="T5" fmla="*/ 1 h 486"/>
                  <a:gd name="T6" fmla="*/ 0 w 396"/>
                  <a:gd name="T7" fmla="*/ 2 h 486"/>
                  <a:gd name="T8" fmla="*/ 0 w 396"/>
                  <a:gd name="T9" fmla="*/ 2 h 486"/>
                  <a:gd name="T10" fmla="*/ 1 w 396"/>
                  <a:gd name="T11" fmla="*/ 3 h 486"/>
                  <a:gd name="T12" fmla="*/ 1 w 396"/>
                  <a:gd name="T13" fmla="*/ 3 h 486"/>
                  <a:gd name="T14" fmla="*/ 1 w 396"/>
                  <a:gd name="T15" fmla="*/ 4 h 486"/>
                  <a:gd name="T16" fmla="*/ 1 w 396"/>
                  <a:gd name="T17" fmla="*/ 4 h 486"/>
                  <a:gd name="T18" fmla="*/ 2 w 396"/>
                  <a:gd name="T19" fmla="*/ 5 h 486"/>
                  <a:gd name="T20" fmla="*/ 2 w 396"/>
                  <a:gd name="T21" fmla="*/ 5 h 486"/>
                  <a:gd name="T22" fmla="*/ 2 w 396"/>
                  <a:gd name="T23" fmla="*/ 6 h 486"/>
                  <a:gd name="T24" fmla="*/ 2 w 396"/>
                  <a:gd name="T25" fmla="*/ 6 h 486"/>
                  <a:gd name="T26" fmla="*/ 3 w 396"/>
                  <a:gd name="T27" fmla="*/ 7 h 486"/>
                  <a:gd name="T28" fmla="*/ 3 w 396"/>
                  <a:gd name="T29" fmla="*/ 7 h 486"/>
                  <a:gd name="T30" fmla="*/ 3 w 396"/>
                  <a:gd name="T31" fmla="*/ 7 h 486"/>
                  <a:gd name="T32" fmla="*/ 4 w 396"/>
                  <a:gd name="T33" fmla="*/ 8 h 486"/>
                  <a:gd name="T34" fmla="*/ 4 w 396"/>
                  <a:gd name="T35" fmla="*/ 7 h 486"/>
                  <a:gd name="T36" fmla="*/ 5 w 396"/>
                  <a:gd name="T37" fmla="*/ 7 h 486"/>
                  <a:gd name="T38" fmla="*/ 6 w 396"/>
                  <a:gd name="T39" fmla="*/ 7 h 486"/>
                  <a:gd name="T40" fmla="*/ 6 w 396"/>
                  <a:gd name="T41" fmla="*/ 6 h 486"/>
                  <a:gd name="T42" fmla="*/ 6 w 396"/>
                  <a:gd name="T43" fmla="*/ 6 h 486"/>
                  <a:gd name="T44" fmla="*/ 5 w 396"/>
                  <a:gd name="T45" fmla="*/ 6 h 486"/>
                  <a:gd name="T46" fmla="*/ 5 w 396"/>
                  <a:gd name="T47" fmla="*/ 6 h 486"/>
                  <a:gd name="T48" fmla="*/ 5 w 396"/>
                  <a:gd name="T49" fmla="*/ 5 h 486"/>
                  <a:gd name="T50" fmla="*/ 4 w 396"/>
                  <a:gd name="T51" fmla="*/ 5 h 486"/>
                  <a:gd name="T52" fmla="*/ 4 w 396"/>
                  <a:gd name="T53" fmla="*/ 4 h 486"/>
                  <a:gd name="T54" fmla="*/ 4 w 396"/>
                  <a:gd name="T55" fmla="*/ 4 h 486"/>
                  <a:gd name="T56" fmla="*/ 4 w 396"/>
                  <a:gd name="T57" fmla="*/ 4 h 486"/>
                  <a:gd name="T58" fmla="*/ 3 w 396"/>
                  <a:gd name="T59" fmla="*/ 3 h 486"/>
                  <a:gd name="T60" fmla="*/ 3 w 396"/>
                  <a:gd name="T61" fmla="*/ 3 h 486"/>
                  <a:gd name="T62" fmla="*/ 3 w 396"/>
                  <a:gd name="T63" fmla="*/ 2 h 486"/>
                  <a:gd name="T64" fmla="*/ 3 w 396"/>
                  <a:gd name="T65" fmla="*/ 2 h 486"/>
                  <a:gd name="T66" fmla="*/ 3 w 396"/>
                  <a:gd name="T67" fmla="*/ 1 h 486"/>
                  <a:gd name="T68" fmla="*/ 3 w 396"/>
                  <a:gd name="T69" fmla="*/ 1 h 486"/>
                  <a:gd name="T70" fmla="*/ 2 w 396"/>
                  <a:gd name="T71" fmla="*/ 1 h 486"/>
                  <a:gd name="T72" fmla="*/ 2 w 396"/>
                  <a:gd name="T73" fmla="*/ 0 h 486"/>
                  <a:gd name="T74" fmla="*/ 2 w 396"/>
                  <a:gd name="T75" fmla="*/ 0 h 486"/>
                  <a:gd name="T76" fmla="*/ 1 w 396"/>
                  <a:gd name="T77" fmla="*/ 0 h 486"/>
                  <a:gd name="T78" fmla="*/ 1 w 396"/>
                  <a:gd name="T79" fmla="*/ 0 h 486"/>
                  <a:gd name="T80" fmla="*/ 0 w 396"/>
                  <a:gd name="T81" fmla="*/ 0 h 48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96"/>
                  <a:gd name="T124" fmla="*/ 0 h 486"/>
                  <a:gd name="T125" fmla="*/ 396 w 396"/>
                  <a:gd name="T126" fmla="*/ 486 h 48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96" h="486">
                    <a:moveTo>
                      <a:pt x="0" y="11"/>
                    </a:moveTo>
                    <a:lnTo>
                      <a:pt x="6" y="46"/>
                    </a:lnTo>
                    <a:lnTo>
                      <a:pt x="14" y="79"/>
                    </a:lnTo>
                    <a:lnTo>
                      <a:pt x="22" y="113"/>
                    </a:lnTo>
                    <a:lnTo>
                      <a:pt x="33" y="145"/>
                    </a:lnTo>
                    <a:lnTo>
                      <a:pt x="45" y="177"/>
                    </a:lnTo>
                    <a:lnTo>
                      <a:pt x="58" y="210"/>
                    </a:lnTo>
                    <a:lnTo>
                      <a:pt x="71" y="241"/>
                    </a:lnTo>
                    <a:lnTo>
                      <a:pt x="87" y="271"/>
                    </a:lnTo>
                    <a:lnTo>
                      <a:pt x="103" y="300"/>
                    </a:lnTo>
                    <a:lnTo>
                      <a:pt x="121" y="329"/>
                    </a:lnTo>
                    <a:lnTo>
                      <a:pt x="139" y="357"/>
                    </a:lnTo>
                    <a:lnTo>
                      <a:pt x="158" y="385"/>
                    </a:lnTo>
                    <a:lnTo>
                      <a:pt x="179" y="411"/>
                    </a:lnTo>
                    <a:lnTo>
                      <a:pt x="201" y="437"/>
                    </a:lnTo>
                    <a:lnTo>
                      <a:pt x="224" y="462"/>
                    </a:lnTo>
                    <a:lnTo>
                      <a:pt x="248" y="486"/>
                    </a:lnTo>
                    <a:lnTo>
                      <a:pt x="287" y="467"/>
                    </a:lnTo>
                    <a:lnTo>
                      <a:pt x="324" y="447"/>
                    </a:lnTo>
                    <a:lnTo>
                      <a:pt x="362" y="429"/>
                    </a:lnTo>
                    <a:lnTo>
                      <a:pt x="396" y="410"/>
                    </a:lnTo>
                    <a:lnTo>
                      <a:pt x="373" y="390"/>
                    </a:lnTo>
                    <a:lnTo>
                      <a:pt x="353" y="369"/>
                    </a:lnTo>
                    <a:lnTo>
                      <a:pt x="332" y="348"/>
                    </a:lnTo>
                    <a:lnTo>
                      <a:pt x="311" y="326"/>
                    </a:lnTo>
                    <a:lnTo>
                      <a:pt x="292" y="302"/>
                    </a:lnTo>
                    <a:lnTo>
                      <a:pt x="275" y="278"/>
                    </a:lnTo>
                    <a:lnTo>
                      <a:pt x="258" y="253"/>
                    </a:lnTo>
                    <a:lnTo>
                      <a:pt x="241" y="228"/>
                    </a:lnTo>
                    <a:lnTo>
                      <a:pt x="227" y="201"/>
                    </a:lnTo>
                    <a:lnTo>
                      <a:pt x="213" y="174"/>
                    </a:lnTo>
                    <a:lnTo>
                      <a:pt x="201" y="147"/>
                    </a:lnTo>
                    <a:lnTo>
                      <a:pt x="190" y="118"/>
                    </a:lnTo>
                    <a:lnTo>
                      <a:pt x="179" y="89"/>
                    </a:lnTo>
                    <a:lnTo>
                      <a:pt x="170" y="60"/>
                    </a:lnTo>
                    <a:lnTo>
                      <a:pt x="163" y="30"/>
                    </a:lnTo>
                    <a:lnTo>
                      <a:pt x="156" y="0"/>
                    </a:lnTo>
                    <a:lnTo>
                      <a:pt x="119" y="2"/>
                    </a:lnTo>
                    <a:lnTo>
                      <a:pt x="80" y="4"/>
                    </a:lnTo>
                    <a:lnTo>
                      <a:pt x="40" y="7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8FC8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2" name="Freeform 203"/>
              <p:cNvSpPr>
                <a:spLocks/>
              </p:cNvSpPr>
              <p:nvPr/>
            </p:nvSpPr>
            <p:spPr bwMode="auto">
              <a:xfrm>
                <a:off x="980" y="1453"/>
                <a:ext cx="48" cy="56"/>
              </a:xfrm>
              <a:custGeom>
                <a:avLst/>
                <a:gdLst>
                  <a:gd name="T0" fmla="*/ 0 w 392"/>
                  <a:gd name="T1" fmla="*/ 0 h 452"/>
                  <a:gd name="T2" fmla="*/ 0 w 392"/>
                  <a:gd name="T3" fmla="*/ 1 h 452"/>
                  <a:gd name="T4" fmla="*/ 0 w 392"/>
                  <a:gd name="T5" fmla="*/ 1 h 452"/>
                  <a:gd name="T6" fmla="*/ 0 w 392"/>
                  <a:gd name="T7" fmla="*/ 2 h 452"/>
                  <a:gd name="T8" fmla="*/ 0 w 392"/>
                  <a:gd name="T9" fmla="*/ 2 h 452"/>
                  <a:gd name="T10" fmla="*/ 1 w 392"/>
                  <a:gd name="T11" fmla="*/ 2 h 452"/>
                  <a:gd name="T12" fmla="*/ 1 w 392"/>
                  <a:gd name="T13" fmla="*/ 3 h 452"/>
                  <a:gd name="T14" fmla="*/ 1 w 392"/>
                  <a:gd name="T15" fmla="*/ 3 h 452"/>
                  <a:gd name="T16" fmla="*/ 1 w 392"/>
                  <a:gd name="T17" fmla="*/ 4 h 452"/>
                  <a:gd name="T18" fmla="*/ 2 w 392"/>
                  <a:gd name="T19" fmla="*/ 4 h 452"/>
                  <a:gd name="T20" fmla="*/ 2 w 392"/>
                  <a:gd name="T21" fmla="*/ 5 h 452"/>
                  <a:gd name="T22" fmla="*/ 2 w 392"/>
                  <a:gd name="T23" fmla="*/ 5 h 452"/>
                  <a:gd name="T24" fmla="*/ 2 w 392"/>
                  <a:gd name="T25" fmla="*/ 5 h 452"/>
                  <a:gd name="T26" fmla="*/ 3 w 392"/>
                  <a:gd name="T27" fmla="*/ 6 h 452"/>
                  <a:gd name="T28" fmla="*/ 3 w 392"/>
                  <a:gd name="T29" fmla="*/ 6 h 452"/>
                  <a:gd name="T30" fmla="*/ 3 w 392"/>
                  <a:gd name="T31" fmla="*/ 7 h 452"/>
                  <a:gd name="T32" fmla="*/ 4 w 392"/>
                  <a:gd name="T33" fmla="*/ 7 h 452"/>
                  <a:gd name="T34" fmla="*/ 4 w 392"/>
                  <a:gd name="T35" fmla="*/ 7 h 452"/>
                  <a:gd name="T36" fmla="*/ 5 w 392"/>
                  <a:gd name="T37" fmla="*/ 6 h 452"/>
                  <a:gd name="T38" fmla="*/ 5 w 392"/>
                  <a:gd name="T39" fmla="*/ 6 h 452"/>
                  <a:gd name="T40" fmla="*/ 6 w 392"/>
                  <a:gd name="T41" fmla="*/ 6 h 452"/>
                  <a:gd name="T42" fmla="*/ 6 w 392"/>
                  <a:gd name="T43" fmla="*/ 5 h 452"/>
                  <a:gd name="T44" fmla="*/ 5 w 392"/>
                  <a:gd name="T45" fmla="*/ 5 h 452"/>
                  <a:gd name="T46" fmla="*/ 5 w 392"/>
                  <a:gd name="T47" fmla="*/ 5 h 452"/>
                  <a:gd name="T48" fmla="*/ 5 w 392"/>
                  <a:gd name="T49" fmla="*/ 5 h 452"/>
                  <a:gd name="T50" fmla="*/ 4 w 392"/>
                  <a:gd name="T51" fmla="*/ 4 h 452"/>
                  <a:gd name="T52" fmla="*/ 4 w 392"/>
                  <a:gd name="T53" fmla="*/ 4 h 452"/>
                  <a:gd name="T54" fmla="*/ 4 w 392"/>
                  <a:gd name="T55" fmla="*/ 4 h 452"/>
                  <a:gd name="T56" fmla="*/ 4 w 392"/>
                  <a:gd name="T57" fmla="*/ 3 h 452"/>
                  <a:gd name="T58" fmla="*/ 3 w 392"/>
                  <a:gd name="T59" fmla="*/ 3 h 452"/>
                  <a:gd name="T60" fmla="*/ 3 w 392"/>
                  <a:gd name="T61" fmla="*/ 2 h 452"/>
                  <a:gd name="T62" fmla="*/ 3 w 392"/>
                  <a:gd name="T63" fmla="*/ 2 h 452"/>
                  <a:gd name="T64" fmla="*/ 3 w 392"/>
                  <a:gd name="T65" fmla="*/ 2 h 452"/>
                  <a:gd name="T66" fmla="*/ 3 w 392"/>
                  <a:gd name="T67" fmla="*/ 1 h 452"/>
                  <a:gd name="T68" fmla="*/ 3 w 392"/>
                  <a:gd name="T69" fmla="*/ 1 h 452"/>
                  <a:gd name="T70" fmla="*/ 2 w 392"/>
                  <a:gd name="T71" fmla="*/ 0 h 452"/>
                  <a:gd name="T72" fmla="*/ 2 w 392"/>
                  <a:gd name="T73" fmla="*/ 0 h 452"/>
                  <a:gd name="T74" fmla="*/ 2 w 392"/>
                  <a:gd name="T75" fmla="*/ 0 h 452"/>
                  <a:gd name="T76" fmla="*/ 1 w 392"/>
                  <a:gd name="T77" fmla="*/ 0 h 452"/>
                  <a:gd name="T78" fmla="*/ 1 w 392"/>
                  <a:gd name="T79" fmla="*/ 0 h 452"/>
                  <a:gd name="T80" fmla="*/ 0 w 392"/>
                  <a:gd name="T81" fmla="*/ 0 h 45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92"/>
                  <a:gd name="T124" fmla="*/ 0 h 452"/>
                  <a:gd name="T125" fmla="*/ 392 w 392"/>
                  <a:gd name="T126" fmla="*/ 452 h 45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92" h="452">
                    <a:moveTo>
                      <a:pt x="0" y="8"/>
                    </a:moveTo>
                    <a:lnTo>
                      <a:pt x="8" y="40"/>
                    </a:lnTo>
                    <a:lnTo>
                      <a:pt x="15" y="72"/>
                    </a:lnTo>
                    <a:lnTo>
                      <a:pt x="24" y="104"/>
                    </a:lnTo>
                    <a:lnTo>
                      <a:pt x="34" y="135"/>
                    </a:lnTo>
                    <a:lnTo>
                      <a:pt x="45" y="165"/>
                    </a:lnTo>
                    <a:lnTo>
                      <a:pt x="59" y="195"/>
                    </a:lnTo>
                    <a:lnTo>
                      <a:pt x="72" y="224"/>
                    </a:lnTo>
                    <a:lnTo>
                      <a:pt x="88" y="252"/>
                    </a:lnTo>
                    <a:lnTo>
                      <a:pt x="103" y="280"/>
                    </a:lnTo>
                    <a:lnTo>
                      <a:pt x="121" y="307"/>
                    </a:lnTo>
                    <a:lnTo>
                      <a:pt x="139" y="333"/>
                    </a:lnTo>
                    <a:lnTo>
                      <a:pt x="158" y="359"/>
                    </a:lnTo>
                    <a:lnTo>
                      <a:pt x="179" y="384"/>
                    </a:lnTo>
                    <a:lnTo>
                      <a:pt x="200" y="408"/>
                    </a:lnTo>
                    <a:lnTo>
                      <a:pt x="222" y="430"/>
                    </a:lnTo>
                    <a:lnTo>
                      <a:pt x="245" y="452"/>
                    </a:lnTo>
                    <a:lnTo>
                      <a:pt x="285" y="432"/>
                    </a:lnTo>
                    <a:lnTo>
                      <a:pt x="322" y="411"/>
                    </a:lnTo>
                    <a:lnTo>
                      <a:pt x="359" y="391"/>
                    </a:lnTo>
                    <a:lnTo>
                      <a:pt x="392" y="371"/>
                    </a:lnTo>
                    <a:lnTo>
                      <a:pt x="370" y="354"/>
                    </a:lnTo>
                    <a:lnTo>
                      <a:pt x="349" y="336"/>
                    </a:lnTo>
                    <a:lnTo>
                      <a:pt x="329" y="316"/>
                    </a:lnTo>
                    <a:lnTo>
                      <a:pt x="310" y="297"/>
                    </a:lnTo>
                    <a:lnTo>
                      <a:pt x="292" y="276"/>
                    </a:lnTo>
                    <a:lnTo>
                      <a:pt x="274" y="254"/>
                    </a:lnTo>
                    <a:lnTo>
                      <a:pt x="258" y="231"/>
                    </a:lnTo>
                    <a:lnTo>
                      <a:pt x="242" y="208"/>
                    </a:lnTo>
                    <a:lnTo>
                      <a:pt x="228" y="184"/>
                    </a:lnTo>
                    <a:lnTo>
                      <a:pt x="214" y="160"/>
                    </a:lnTo>
                    <a:lnTo>
                      <a:pt x="203" y="135"/>
                    </a:lnTo>
                    <a:lnTo>
                      <a:pt x="191" y="109"/>
                    </a:lnTo>
                    <a:lnTo>
                      <a:pt x="181" y="83"/>
                    </a:lnTo>
                    <a:lnTo>
                      <a:pt x="173" y="56"/>
                    </a:lnTo>
                    <a:lnTo>
                      <a:pt x="164" y="28"/>
                    </a:lnTo>
                    <a:lnTo>
                      <a:pt x="158" y="0"/>
                    </a:lnTo>
                    <a:lnTo>
                      <a:pt x="121" y="1"/>
                    </a:lnTo>
                    <a:lnTo>
                      <a:pt x="81" y="3"/>
                    </a:lnTo>
                    <a:lnTo>
                      <a:pt x="42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0C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3" name="Freeform 204"/>
              <p:cNvSpPr>
                <a:spLocks/>
              </p:cNvSpPr>
              <p:nvPr/>
            </p:nvSpPr>
            <p:spPr bwMode="auto">
              <a:xfrm>
                <a:off x="989" y="1453"/>
                <a:ext cx="48" cy="51"/>
              </a:xfrm>
              <a:custGeom>
                <a:avLst/>
                <a:gdLst>
                  <a:gd name="T0" fmla="*/ 0 w 383"/>
                  <a:gd name="T1" fmla="*/ 0 h 413"/>
                  <a:gd name="T2" fmla="*/ 0 w 383"/>
                  <a:gd name="T3" fmla="*/ 0 h 413"/>
                  <a:gd name="T4" fmla="*/ 0 w 383"/>
                  <a:gd name="T5" fmla="*/ 1 h 413"/>
                  <a:gd name="T6" fmla="*/ 0 w 383"/>
                  <a:gd name="T7" fmla="*/ 1 h 413"/>
                  <a:gd name="T8" fmla="*/ 1 w 383"/>
                  <a:gd name="T9" fmla="*/ 2 h 413"/>
                  <a:gd name="T10" fmla="*/ 1 w 383"/>
                  <a:gd name="T11" fmla="*/ 2 h 413"/>
                  <a:gd name="T12" fmla="*/ 1 w 383"/>
                  <a:gd name="T13" fmla="*/ 3 h 413"/>
                  <a:gd name="T14" fmla="*/ 1 w 383"/>
                  <a:gd name="T15" fmla="*/ 3 h 413"/>
                  <a:gd name="T16" fmla="*/ 1 w 383"/>
                  <a:gd name="T17" fmla="*/ 4 h 413"/>
                  <a:gd name="T18" fmla="*/ 2 w 383"/>
                  <a:gd name="T19" fmla="*/ 4 h 413"/>
                  <a:gd name="T20" fmla="*/ 2 w 383"/>
                  <a:gd name="T21" fmla="*/ 4 h 413"/>
                  <a:gd name="T22" fmla="*/ 2 w 383"/>
                  <a:gd name="T23" fmla="*/ 5 h 413"/>
                  <a:gd name="T24" fmla="*/ 2 w 383"/>
                  <a:gd name="T25" fmla="*/ 5 h 413"/>
                  <a:gd name="T26" fmla="*/ 3 w 383"/>
                  <a:gd name="T27" fmla="*/ 5 h 413"/>
                  <a:gd name="T28" fmla="*/ 3 w 383"/>
                  <a:gd name="T29" fmla="*/ 6 h 413"/>
                  <a:gd name="T30" fmla="*/ 3 w 383"/>
                  <a:gd name="T31" fmla="*/ 6 h 413"/>
                  <a:gd name="T32" fmla="*/ 4 w 383"/>
                  <a:gd name="T33" fmla="*/ 6 h 413"/>
                  <a:gd name="T34" fmla="*/ 4 w 383"/>
                  <a:gd name="T35" fmla="*/ 6 h 413"/>
                  <a:gd name="T36" fmla="*/ 5 w 383"/>
                  <a:gd name="T37" fmla="*/ 6 h 413"/>
                  <a:gd name="T38" fmla="*/ 6 w 383"/>
                  <a:gd name="T39" fmla="*/ 5 h 413"/>
                  <a:gd name="T40" fmla="*/ 6 w 383"/>
                  <a:gd name="T41" fmla="*/ 5 h 413"/>
                  <a:gd name="T42" fmla="*/ 6 w 383"/>
                  <a:gd name="T43" fmla="*/ 5 h 413"/>
                  <a:gd name="T44" fmla="*/ 5 w 383"/>
                  <a:gd name="T45" fmla="*/ 5 h 413"/>
                  <a:gd name="T46" fmla="*/ 5 w 383"/>
                  <a:gd name="T47" fmla="*/ 4 h 413"/>
                  <a:gd name="T48" fmla="*/ 5 w 383"/>
                  <a:gd name="T49" fmla="*/ 4 h 413"/>
                  <a:gd name="T50" fmla="*/ 5 w 383"/>
                  <a:gd name="T51" fmla="*/ 4 h 413"/>
                  <a:gd name="T52" fmla="*/ 4 w 383"/>
                  <a:gd name="T53" fmla="*/ 3 h 413"/>
                  <a:gd name="T54" fmla="*/ 4 w 383"/>
                  <a:gd name="T55" fmla="*/ 3 h 413"/>
                  <a:gd name="T56" fmla="*/ 4 w 383"/>
                  <a:gd name="T57" fmla="*/ 3 h 413"/>
                  <a:gd name="T58" fmla="*/ 4 w 383"/>
                  <a:gd name="T59" fmla="*/ 2 h 413"/>
                  <a:gd name="T60" fmla="*/ 3 w 383"/>
                  <a:gd name="T61" fmla="*/ 2 h 413"/>
                  <a:gd name="T62" fmla="*/ 3 w 383"/>
                  <a:gd name="T63" fmla="*/ 2 h 413"/>
                  <a:gd name="T64" fmla="*/ 3 w 383"/>
                  <a:gd name="T65" fmla="*/ 1 h 413"/>
                  <a:gd name="T66" fmla="*/ 3 w 383"/>
                  <a:gd name="T67" fmla="*/ 1 h 413"/>
                  <a:gd name="T68" fmla="*/ 3 w 383"/>
                  <a:gd name="T69" fmla="*/ 1 h 413"/>
                  <a:gd name="T70" fmla="*/ 3 w 383"/>
                  <a:gd name="T71" fmla="*/ 0 h 413"/>
                  <a:gd name="T72" fmla="*/ 3 w 383"/>
                  <a:gd name="T73" fmla="*/ 0 h 413"/>
                  <a:gd name="T74" fmla="*/ 2 w 383"/>
                  <a:gd name="T75" fmla="*/ 0 h 413"/>
                  <a:gd name="T76" fmla="*/ 2 w 383"/>
                  <a:gd name="T77" fmla="*/ 0 h 413"/>
                  <a:gd name="T78" fmla="*/ 2 w 383"/>
                  <a:gd name="T79" fmla="*/ 0 h 413"/>
                  <a:gd name="T80" fmla="*/ 1 w 383"/>
                  <a:gd name="T81" fmla="*/ 0 h 413"/>
                  <a:gd name="T82" fmla="*/ 1 w 383"/>
                  <a:gd name="T83" fmla="*/ 0 h 413"/>
                  <a:gd name="T84" fmla="*/ 1 w 383"/>
                  <a:gd name="T85" fmla="*/ 0 h 413"/>
                  <a:gd name="T86" fmla="*/ 0 w 383"/>
                  <a:gd name="T87" fmla="*/ 0 h 413"/>
                  <a:gd name="T88" fmla="*/ 0 w 383"/>
                  <a:gd name="T89" fmla="*/ 0 h 41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83"/>
                  <a:gd name="T136" fmla="*/ 0 h 413"/>
                  <a:gd name="T137" fmla="*/ 383 w 383"/>
                  <a:gd name="T138" fmla="*/ 413 h 413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83" h="413">
                    <a:moveTo>
                      <a:pt x="0" y="3"/>
                    </a:moveTo>
                    <a:lnTo>
                      <a:pt x="7" y="33"/>
                    </a:lnTo>
                    <a:lnTo>
                      <a:pt x="14" y="63"/>
                    </a:lnTo>
                    <a:lnTo>
                      <a:pt x="23" y="92"/>
                    </a:lnTo>
                    <a:lnTo>
                      <a:pt x="34" y="121"/>
                    </a:lnTo>
                    <a:lnTo>
                      <a:pt x="45" y="150"/>
                    </a:lnTo>
                    <a:lnTo>
                      <a:pt x="57" y="177"/>
                    </a:lnTo>
                    <a:lnTo>
                      <a:pt x="71" y="204"/>
                    </a:lnTo>
                    <a:lnTo>
                      <a:pt x="85" y="231"/>
                    </a:lnTo>
                    <a:lnTo>
                      <a:pt x="101" y="256"/>
                    </a:lnTo>
                    <a:lnTo>
                      <a:pt x="119" y="281"/>
                    </a:lnTo>
                    <a:lnTo>
                      <a:pt x="136" y="305"/>
                    </a:lnTo>
                    <a:lnTo>
                      <a:pt x="155" y="329"/>
                    </a:lnTo>
                    <a:lnTo>
                      <a:pt x="175" y="351"/>
                    </a:lnTo>
                    <a:lnTo>
                      <a:pt x="197" y="372"/>
                    </a:lnTo>
                    <a:lnTo>
                      <a:pt x="217" y="393"/>
                    </a:lnTo>
                    <a:lnTo>
                      <a:pt x="240" y="413"/>
                    </a:lnTo>
                    <a:lnTo>
                      <a:pt x="280" y="391"/>
                    </a:lnTo>
                    <a:lnTo>
                      <a:pt x="317" y="369"/>
                    </a:lnTo>
                    <a:lnTo>
                      <a:pt x="352" y="347"/>
                    </a:lnTo>
                    <a:lnTo>
                      <a:pt x="383" y="326"/>
                    </a:lnTo>
                    <a:lnTo>
                      <a:pt x="364" y="311"/>
                    </a:lnTo>
                    <a:lnTo>
                      <a:pt x="344" y="296"/>
                    </a:lnTo>
                    <a:lnTo>
                      <a:pt x="324" y="279"/>
                    </a:lnTo>
                    <a:lnTo>
                      <a:pt x="307" y="262"/>
                    </a:lnTo>
                    <a:lnTo>
                      <a:pt x="289" y="244"/>
                    </a:lnTo>
                    <a:lnTo>
                      <a:pt x="272" y="225"/>
                    </a:lnTo>
                    <a:lnTo>
                      <a:pt x="257" y="205"/>
                    </a:lnTo>
                    <a:lnTo>
                      <a:pt x="241" y="184"/>
                    </a:lnTo>
                    <a:lnTo>
                      <a:pt x="228" y="164"/>
                    </a:lnTo>
                    <a:lnTo>
                      <a:pt x="215" y="142"/>
                    </a:lnTo>
                    <a:lnTo>
                      <a:pt x="203" y="120"/>
                    </a:lnTo>
                    <a:lnTo>
                      <a:pt x="192" y="96"/>
                    </a:lnTo>
                    <a:lnTo>
                      <a:pt x="182" y="73"/>
                    </a:lnTo>
                    <a:lnTo>
                      <a:pt x="174" y="50"/>
                    </a:lnTo>
                    <a:lnTo>
                      <a:pt x="165" y="25"/>
                    </a:lnTo>
                    <a:lnTo>
                      <a:pt x="159" y="0"/>
                    </a:lnTo>
                    <a:lnTo>
                      <a:pt x="140" y="0"/>
                    </a:lnTo>
                    <a:lnTo>
                      <a:pt x="122" y="0"/>
                    </a:lnTo>
                    <a:lnTo>
                      <a:pt x="102" y="0"/>
                    </a:lnTo>
                    <a:lnTo>
                      <a:pt x="82" y="0"/>
                    </a:lnTo>
                    <a:lnTo>
                      <a:pt x="63" y="1"/>
                    </a:lnTo>
                    <a:lnTo>
                      <a:pt x="42" y="1"/>
                    </a:lnTo>
                    <a:lnTo>
                      <a:pt x="21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93C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21" name="Freeform 206"/>
            <p:cNvSpPr>
              <a:spLocks/>
            </p:cNvSpPr>
            <p:nvPr/>
          </p:nvSpPr>
          <p:spPr bwMode="auto">
            <a:xfrm>
              <a:off x="999" y="1453"/>
              <a:ext cx="47" cy="46"/>
            </a:xfrm>
            <a:custGeom>
              <a:avLst/>
              <a:gdLst>
                <a:gd name="T0" fmla="*/ 0 w 371"/>
                <a:gd name="T1" fmla="*/ 0 h 371"/>
                <a:gd name="T2" fmla="*/ 0 w 371"/>
                <a:gd name="T3" fmla="*/ 0 h 371"/>
                <a:gd name="T4" fmla="*/ 0 w 371"/>
                <a:gd name="T5" fmla="*/ 1 h 371"/>
                <a:gd name="T6" fmla="*/ 0 w 371"/>
                <a:gd name="T7" fmla="*/ 1 h 371"/>
                <a:gd name="T8" fmla="*/ 1 w 371"/>
                <a:gd name="T9" fmla="*/ 2 h 371"/>
                <a:gd name="T10" fmla="*/ 1 w 371"/>
                <a:gd name="T11" fmla="*/ 2 h 371"/>
                <a:gd name="T12" fmla="*/ 1 w 371"/>
                <a:gd name="T13" fmla="*/ 2 h 371"/>
                <a:gd name="T14" fmla="*/ 1 w 371"/>
                <a:gd name="T15" fmla="*/ 3 h 371"/>
                <a:gd name="T16" fmla="*/ 1 w 371"/>
                <a:gd name="T17" fmla="*/ 3 h 371"/>
                <a:gd name="T18" fmla="*/ 2 w 371"/>
                <a:gd name="T19" fmla="*/ 4 h 371"/>
                <a:gd name="T20" fmla="*/ 2 w 371"/>
                <a:gd name="T21" fmla="*/ 4 h 371"/>
                <a:gd name="T22" fmla="*/ 2 w 371"/>
                <a:gd name="T23" fmla="*/ 4 h 371"/>
                <a:gd name="T24" fmla="*/ 2 w 371"/>
                <a:gd name="T25" fmla="*/ 5 h 371"/>
                <a:gd name="T26" fmla="*/ 3 w 371"/>
                <a:gd name="T27" fmla="*/ 5 h 371"/>
                <a:gd name="T28" fmla="*/ 3 w 371"/>
                <a:gd name="T29" fmla="*/ 5 h 371"/>
                <a:gd name="T30" fmla="*/ 3 w 371"/>
                <a:gd name="T31" fmla="*/ 5 h 371"/>
                <a:gd name="T32" fmla="*/ 4 w 371"/>
                <a:gd name="T33" fmla="*/ 6 h 371"/>
                <a:gd name="T34" fmla="*/ 4 w 371"/>
                <a:gd name="T35" fmla="*/ 5 h 371"/>
                <a:gd name="T36" fmla="*/ 5 w 371"/>
                <a:gd name="T37" fmla="*/ 5 h 371"/>
                <a:gd name="T38" fmla="*/ 5 w 371"/>
                <a:gd name="T39" fmla="*/ 5 h 371"/>
                <a:gd name="T40" fmla="*/ 6 w 371"/>
                <a:gd name="T41" fmla="*/ 4 h 371"/>
                <a:gd name="T42" fmla="*/ 6 w 371"/>
                <a:gd name="T43" fmla="*/ 4 h 371"/>
                <a:gd name="T44" fmla="*/ 5 w 371"/>
                <a:gd name="T45" fmla="*/ 4 h 371"/>
                <a:gd name="T46" fmla="*/ 5 w 371"/>
                <a:gd name="T47" fmla="*/ 4 h 371"/>
                <a:gd name="T48" fmla="*/ 5 w 371"/>
                <a:gd name="T49" fmla="*/ 3 h 371"/>
                <a:gd name="T50" fmla="*/ 5 w 371"/>
                <a:gd name="T51" fmla="*/ 3 h 371"/>
                <a:gd name="T52" fmla="*/ 4 w 371"/>
                <a:gd name="T53" fmla="*/ 3 h 371"/>
                <a:gd name="T54" fmla="*/ 4 w 371"/>
                <a:gd name="T55" fmla="*/ 3 h 371"/>
                <a:gd name="T56" fmla="*/ 4 w 371"/>
                <a:gd name="T57" fmla="*/ 2 h 371"/>
                <a:gd name="T58" fmla="*/ 4 w 371"/>
                <a:gd name="T59" fmla="*/ 2 h 371"/>
                <a:gd name="T60" fmla="*/ 3 w 371"/>
                <a:gd name="T61" fmla="*/ 2 h 371"/>
                <a:gd name="T62" fmla="*/ 3 w 371"/>
                <a:gd name="T63" fmla="*/ 2 h 371"/>
                <a:gd name="T64" fmla="*/ 3 w 371"/>
                <a:gd name="T65" fmla="*/ 1 h 371"/>
                <a:gd name="T66" fmla="*/ 3 w 371"/>
                <a:gd name="T67" fmla="*/ 1 h 371"/>
                <a:gd name="T68" fmla="*/ 3 w 371"/>
                <a:gd name="T69" fmla="*/ 1 h 371"/>
                <a:gd name="T70" fmla="*/ 3 w 371"/>
                <a:gd name="T71" fmla="*/ 0 h 371"/>
                <a:gd name="T72" fmla="*/ 3 w 371"/>
                <a:gd name="T73" fmla="*/ 0 h 371"/>
                <a:gd name="T74" fmla="*/ 2 w 371"/>
                <a:gd name="T75" fmla="*/ 0 h 371"/>
                <a:gd name="T76" fmla="*/ 2 w 371"/>
                <a:gd name="T77" fmla="*/ 0 h 371"/>
                <a:gd name="T78" fmla="*/ 2 w 371"/>
                <a:gd name="T79" fmla="*/ 0 h 371"/>
                <a:gd name="T80" fmla="*/ 1 w 371"/>
                <a:gd name="T81" fmla="*/ 0 h 371"/>
                <a:gd name="T82" fmla="*/ 1 w 371"/>
                <a:gd name="T83" fmla="*/ 0 h 371"/>
                <a:gd name="T84" fmla="*/ 1 w 371"/>
                <a:gd name="T85" fmla="*/ 0 h 371"/>
                <a:gd name="T86" fmla="*/ 0 w 371"/>
                <a:gd name="T87" fmla="*/ 0 h 371"/>
                <a:gd name="T88" fmla="*/ 0 w 371"/>
                <a:gd name="T89" fmla="*/ 0 h 3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71"/>
                <a:gd name="T136" fmla="*/ 0 h 371"/>
                <a:gd name="T137" fmla="*/ 371 w 371"/>
                <a:gd name="T138" fmla="*/ 371 h 37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71" h="371">
                  <a:moveTo>
                    <a:pt x="0" y="0"/>
                  </a:moveTo>
                  <a:lnTo>
                    <a:pt x="6" y="28"/>
                  </a:lnTo>
                  <a:lnTo>
                    <a:pt x="15" y="56"/>
                  </a:lnTo>
                  <a:lnTo>
                    <a:pt x="23" y="83"/>
                  </a:lnTo>
                  <a:lnTo>
                    <a:pt x="33" y="109"/>
                  </a:lnTo>
                  <a:lnTo>
                    <a:pt x="45" y="135"/>
                  </a:lnTo>
                  <a:lnTo>
                    <a:pt x="56" y="160"/>
                  </a:lnTo>
                  <a:lnTo>
                    <a:pt x="70" y="184"/>
                  </a:lnTo>
                  <a:lnTo>
                    <a:pt x="84" y="208"/>
                  </a:lnTo>
                  <a:lnTo>
                    <a:pt x="100" y="231"/>
                  </a:lnTo>
                  <a:lnTo>
                    <a:pt x="116" y="254"/>
                  </a:lnTo>
                  <a:lnTo>
                    <a:pt x="134" y="276"/>
                  </a:lnTo>
                  <a:lnTo>
                    <a:pt x="152" y="297"/>
                  </a:lnTo>
                  <a:lnTo>
                    <a:pt x="171" y="316"/>
                  </a:lnTo>
                  <a:lnTo>
                    <a:pt x="191" y="336"/>
                  </a:lnTo>
                  <a:lnTo>
                    <a:pt x="212" y="354"/>
                  </a:lnTo>
                  <a:lnTo>
                    <a:pt x="234" y="371"/>
                  </a:lnTo>
                  <a:lnTo>
                    <a:pt x="273" y="346"/>
                  </a:lnTo>
                  <a:lnTo>
                    <a:pt x="309" y="323"/>
                  </a:lnTo>
                  <a:lnTo>
                    <a:pt x="342" y="299"/>
                  </a:lnTo>
                  <a:lnTo>
                    <a:pt x="371" y="276"/>
                  </a:lnTo>
                  <a:lnTo>
                    <a:pt x="353" y="264"/>
                  </a:lnTo>
                  <a:lnTo>
                    <a:pt x="334" y="252"/>
                  </a:lnTo>
                  <a:lnTo>
                    <a:pt x="317" y="238"/>
                  </a:lnTo>
                  <a:lnTo>
                    <a:pt x="300" y="224"/>
                  </a:lnTo>
                  <a:lnTo>
                    <a:pt x="285" y="208"/>
                  </a:lnTo>
                  <a:lnTo>
                    <a:pt x="269" y="193"/>
                  </a:lnTo>
                  <a:lnTo>
                    <a:pt x="254" y="177"/>
                  </a:lnTo>
                  <a:lnTo>
                    <a:pt x="241" y="160"/>
                  </a:lnTo>
                  <a:lnTo>
                    <a:pt x="228" y="142"/>
                  </a:lnTo>
                  <a:lnTo>
                    <a:pt x="215" y="123"/>
                  </a:lnTo>
                  <a:lnTo>
                    <a:pt x="204" y="105"/>
                  </a:lnTo>
                  <a:lnTo>
                    <a:pt x="193" y="85"/>
                  </a:lnTo>
                  <a:lnTo>
                    <a:pt x="184" y="65"/>
                  </a:lnTo>
                  <a:lnTo>
                    <a:pt x="176" y="44"/>
                  </a:lnTo>
                  <a:lnTo>
                    <a:pt x="168" y="24"/>
                  </a:lnTo>
                  <a:lnTo>
                    <a:pt x="161" y="2"/>
                  </a:lnTo>
                  <a:lnTo>
                    <a:pt x="142" y="1"/>
                  </a:lnTo>
                  <a:lnTo>
                    <a:pt x="124" y="1"/>
                  </a:lnTo>
                  <a:lnTo>
                    <a:pt x="104" y="0"/>
                  </a:lnTo>
                  <a:lnTo>
                    <a:pt x="84" y="0"/>
                  </a:lnTo>
                  <a:lnTo>
                    <a:pt x="64" y="0"/>
                  </a:lnTo>
                  <a:lnTo>
                    <a:pt x="43" y="0"/>
                  </a:ln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207"/>
            <p:cNvSpPr>
              <a:spLocks/>
            </p:cNvSpPr>
            <p:nvPr/>
          </p:nvSpPr>
          <p:spPr bwMode="auto">
            <a:xfrm>
              <a:off x="1009" y="1453"/>
              <a:ext cx="44" cy="40"/>
            </a:xfrm>
            <a:custGeom>
              <a:avLst/>
              <a:gdLst>
                <a:gd name="T0" fmla="*/ 0 w 350"/>
                <a:gd name="T1" fmla="*/ 0 h 326"/>
                <a:gd name="T2" fmla="*/ 0 w 350"/>
                <a:gd name="T3" fmla="*/ 0 h 326"/>
                <a:gd name="T4" fmla="*/ 0 w 350"/>
                <a:gd name="T5" fmla="*/ 1 h 326"/>
                <a:gd name="T6" fmla="*/ 0 w 350"/>
                <a:gd name="T7" fmla="*/ 1 h 326"/>
                <a:gd name="T8" fmla="*/ 1 w 350"/>
                <a:gd name="T9" fmla="*/ 1 h 326"/>
                <a:gd name="T10" fmla="*/ 1 w 350"/>
                <a:gd name="T11" fmla="*/ 2 h 326"/>
                <a:gd name="T12" fmla="*/ 1 w 350"/>
                <a:gd name="T13" fmla="*/ 2 h 326"/>
                <a:gd name="T14" fmla="*/ 1 w 350"/>
                <a:gd name="T15" fmla="*/ 2 h 326"/>
                <a:gd name="T16" fmla="*/ 1 w 350"/>
                <a:gd name="T17" fmla="*/ 3 h 326"/>
                <a:gd name="T18" fmla="*/ 2 w 350"/>
                <a:gd name="T19" fmla="*/ 3 h 326"/>
                <a:gd name="T20" fmla="*/ 2 w 350"/>
                <a:gd name="T21" fmla="*/ 3 h 326"/>
                <a:gd name="T22" fmla="*/ 2 w 350"/>
                <a:gd name="T23" fmla="*/ 4 h 326"/>
                <a:gd name="T24" fmla="*/ 2 w 350"/>
                <a:gd name="T25" fmla="*/ 4 h 326"/>
                <a:gd name="T26" fmla="*/ 3 w 350"/>
                <a:gd name="T27" fmla="*/ 4 h 326"/>
                <a:gd name="T28" fmla="*/ 3 w 350"/>
                <a:gd name="T29" fmla="*/ 4 h 326"/>
                <a:gd name="T30" fmla="*/ 3 w 350"/>
                <a:gd name="T31" fmla="*/ 5 h 326"/>
                <a:gd name="T32" fmla="*/ 4 w 350"/>
                <a:gd name="T33" fmla="*/ 5 h 326"/>
                <a:gd name="T34" fmla="*/ 4 w 350"/>
                <a:gd name="T35" fmla="*/ 5 h 326"/>
                <a:gd name="T36" fmla="*/ 4 w 350"/>
                <a:gd name="T37" fmla="*/ 5 h 326"/>
                <a:gd name="T38" fmla="*/ 4 w 350"/>
                <a:gd name="T39" fmla="*/ 4 h 326"/>
                <a:gd name="T40" fmla="*/ 5 w 350"/>
                <a:gd name="T41" fmla="*/ 4 h 326"/>
                <a:gd name="T42" fmla="*/ 5 w 350"/>
                <a:gd name="T43" fmla="*/ 4 h 326"/>
                <a:gd name="T44" fmla="*/ 5 w 350"/>
                <a:gd name="T45" fmla="*/ 4 h 326"/>
                <a:gd name="T46" fmla="*/ 5 w 350"/>
                <a:gd name="T47" fmla="*/ 3 h 326"/>
                <a:gd name="T48" fmla="*/ 6 w 350"/>
                <a:gd name="T49" fmla="*/ 3 h 326"/>
                <a:gd name="T50" fmla="*/ 5 w 350"/>
                <a:gd name="T51" fmla="*/ 3 h 326"/>
                <a:gd name="T52" fmla="*/ 5 w 350"/>
                <a:gd name="T53" fmla="*/ 3 h 326"/>
                <a:gd name="T54" fmla="*/ 5 w 350"/>
                <a:gd name="T55" fmla="*/ 3 h 326"/>
                <a:gd name="T56" fmla="*/ 5 w 350"/>
                <a:gd name="T57" fmla="*/ 3 h 326"/>
                <a:gd name="T58" fmla="*/ 4 w 350"/>
                <a:gd name="T59" fmla="*/ 3 h 326"/>
                <a:gd name="T60" fmla="*/ 4 w 350"/>
                <a:gd name="T61" fmla="*/ 2 h 326"/>
                <a:gd name="T62" fmla="*/ 4 w 350"/>
                <a:gd name="T63" fmla="*/ 2 h 326"/>
                <a:gd name="T64" fmla="*/ 4 w 350"/>
                <a:gd name="T65" fmla="*/ 2 h 326"/>
                <a:gd name="T66" fmla="*/ 4 w 350"/>
                <a:gd name="T67" fmla="*/ 2 h 326"/>
                <a:gd name="T68" fmla="*/ 3 w 350"/>
                <a:gd name="T69" fmla="*/ 2 h 326"/>
                <a:gd name="T70" fmla="*/ 3 w 350"/>
                <a:gd name="T71" fmla="*/ 1 h 326"/>
                <a:gd name="T72" fmla="*/ 3 w 350"/>
                <a:gd name="T73" fmla="*/ 1 h 326"/>
                <a:gd name="T74" fmla="*/ 3 w 350"/>
                <a:gd name="T75" fmla="*/ 1 h 326"/>
                <a:gd name="T76" fmla="*/ 3 w 350"/>
                <a:gd name="T77" fmla="*/ 1 h 326"/>
                <a:gd name="T78" fmla="*/ 3 w 350"/>
                <a:gd name="T79" fmla="*/ 0 h 326"/>
                <a:gd name="T80" fmla="*/ 3 w 350"/>
                <a:gd name="T81" fmla="*/ 0 h 326"/>
                <a:gd name="T82" fmla="*/ 2 w 350"/>
                <a:gd name="T83" fmla="*/ 0 h 326"/>
                <a:gd name="T84" fmla="*/ 2 w 350"/>
                <a:gd name="T85" fmla="*/ 0 h 326"/>
                <a:gd name="T86" fmla="*/ 2 w 350"/>
                <a:gd name="T87" fmla="*/ 0 h 326"/>
                <a:gd name="T88" fmla="*/ 1 w 350"/>
                <a:gd name="T89" fmla="*/ 0 h 326"/>
                <a:gd name="T90" fmla="*/ 1 w 350"/>
                <a:gd name="T91" fmla="*/ 0 h 326"/>
                <a:gd name="T92" fmla="*/ 1 w 350"/>
                <a:gd name="T93" fmla="*/ 0 h 326"/>
                <a:gd name="T94" fmla="*/ 0 w 350"/>
                <a:gd name="T95" fmla="*/ 0 h 326"/>
                <a:gd name="T96" fmla="*/ 0 w 350"/>
                <a:gd name="T97" fmla="*/ 0 h 32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50"/>
                <a:gd name="T148" fmla="*/ 0 h 326"/>
                <a:gd name="T149" fmla="*/ 350 w 350"/>
                <a:gd name="T150" fmla="*/ 326 h 32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50" h="326">
                  <a:moveTo>
                    <a:pt x="0" y="0"/>
                  </a:moveTo>
                  <a:lnTo>
                    <a:pt x="6" y="25"/>
                  </a:lnTo>
                  <a:lnTo>
                    <a:pt x="15" y="50"/>
                  </a:lnTo>
                  <a:lnTo>
                    <a:pt x="23" y="73"/>
                  </a:lnTo>
                  <a:lnTo>
                    <a:pt x="33" y="96"/>
                  </a:lnTo>
                  <a:lnTo>
                    <a:pt x="44" y="120"/>
                  </a:lnTo>
                  <a:lnTo>
                    <a:pt x="56" y="142"/>
                  </a:lnTo>
                  <a:lnTo>
                    <a:pt x="69" y="164"/>
                  </a:lnTo>
                  <a:lnTo>
                    <a:pt x="82" y="184"/>
                  </a:lnTo>
                  <a:lnTo>
                    <a:pt x="98" y="205"/>
                  </a:lnTo>
                  <a:lnTo>
                    <a:pt x="113" y="225"/>
                  </a:lnTo>
                  <a:lnTo>
                    <a:pt x="130" y="244"/>
                  </a:lnTo>
                  <a:lnTo>
                    <a:pt x="148" y="262"/>
                  </a:lnTo>
                  <a:lnTo>
                    <a:pt x="165" y="279"/>
                  </a:lnTo>
                  <a:lnTo>
                    <a:pt x="185" y="296"/>
                  </a:lnTo>
                  <a:lnTo>
                    <a:pt x="205" y="311"/>
                  </a:lnTo>
                  <a:lnTo>
                    <a:pt x="224" y="326"/>
                  </a:lnTo>
                  <a:lnTo>
                    <a:pt x="245" y="312"/>
                  </a:lnTo>
                  <a:lnTo>
                    <a:pt x="264" y="299"/>
                  </a:lnTo>
                  <a:lnTo>
                    <a:pt x="280" y="284"/>
                  </a:lnTo>
                  <a:lnTo>
                    <a:pt x="297" y="271"/>
                  </a:lnTo>
                  <a:lnTo>
                    <a:pt x="313" y="258"/>
                  </a:lnTo>
                  <a:lnTo>
                    <a:pt x="326" y="245"/>
                  </a:lnTo>
                  <a:lnTo>
                    <a:pt x="338" y="232"/>
                  </a:lnTo>
                  <a:lnTo>
                    <a:pt x="350" y="219"/>
                  </a:lnTo>
                  <a:lnTo>
                    <a:pt x="334" y="210"/>
                  </a:lnTo>
                  <a:lnTo>
                    <a:pt x="319" y="201"/>
                  </a:lnTo>
                  <a:lnTo>
                    <a:pt x="304" y="191"/>
                  </a:lnTo>
                  <a:lnTo>
                    <a:pt x="290" y="180"/>
                  </a:lnTo>
                  <a:lnTo>
                    <a:pt x="276" y="169"/>
                  </a:lnTo>
                  <a:lnTo>
                    <a:pt x="263" y="156"/>
                  </a:lnTo>
                  <a:lnTo>
                    <a:pt x="250" y="144"/>
                  </a:lnTo>
                  <a:lnTo>
                    <a:pt x="239" y="132"/>
                  </a:lnTo>
                  <a:lnTo>
                    <a:pt x="227" y="118"/>
                  </a:lnTo>
                  <a:lnTo>
                    <a:pt x="216" y="104"/>
                  </a:lnTo>
                  <a:lnTo>
                    <a:pt x="207" y="89"/>
                  </a:lnTo>
                  <a:lnTo>
                    <a:pt x="196" y="73"/>
                  </a:lnTo>
                  <a:lnTo>
                    <a:pt x="188" y="59"/>
                  </a:lnTo>
                  <a:lnTo>
                    <a:pt x="180" y="42"/>
                  </a:lnTo>
                  <a:lnTo>
                    <a:pt x="172" y="26"/>
                  </a:lnTo>
                  <a:lnTo>
                    <a:pt x="166" y="9"/>
                  </a:lnTo>
                  <a:lnTo>
                    <a:pt x="148" y="7"/>
                  </a:lnTo>
                  <a:lnTo>
                    <a:pt x="128" y="5"/>
                  </a:lnTo>
                  <a:lnTo>
                    <a:pt x="108" y="4"/>
                  </a:lnTo>
                  <a:lnTo>
                    <a:pt x="88" y="3"/>
                  </a:lnTo>
                  <a:lnTo>
                    <a:pt x="67" y="1"/>
                  </a:lnTo>
                  <a:lnTo>
                    <a:pt x="45" y="1"/>
                  </a:lnTo>
                  <a:lnTo>
                    <a:pt x="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D0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208"/>
            <p:cNvSpPr>
              <a:spLocks/>
            </p:cNvSpPr>
            <p:nvPr/>
          </p:nvSpPr>
          <p:spPr bwMode="auto">
            <a:xfrm>
              <a:off x="1019" y="1453"/>
              <a:ext cx="39" cy="34"/>
            </a:xfrm>
            <a:custGeom>
              <a:avLst/>
              <a:gdLst>
                <a:gd name="T0" fmla="*/ 0 w 306"/>
                <a:gd name="T1" fmla="*/ 0 h 274"/>
                <a:gd name="T2" fmla="*/ 0 w 306"/>
                <a:gd name="T3" fmla="*/ 0 h 274"/>
                <a:gd name="T4" fmla="*/ 0 w 306"/>
                <a:gd name="T5" fmla="*/ 1 h 274"/>
                <a:gd name="T6" fmla="*/ 0 w 306"/>
                <a:gd name="T7" fmla="*/ 1 h 274"/>
                <a:gd name="T8" fmla="*/ 1 w 306"/>
                <a:gd name="T9" fmla="*/ 1 h 274"/>
                <a:gd name="T10" fmla="*/ 1 w 306"/>
                <a:gd name="T11" fmla="*/ 2 h 274"/>
                <a:gd name="T12" fmla="*/ 1 w 306"/>
                <a:gd name="T13" fmla="*/ 2 h 274"/>
                <a:gd name="T14" fmla="*/ 1 w 306"/>
                <a:gd name="T15" fmla="*/ 2 h 274"/>
                <a:gd name="T16" fmla="*/ 1 w 306"/>
                <a:gd name="T17" fmla="*/ 2 h 274"/>
                <a:gd name="T18" fmla="*/ 2 w 306"/>
                <a:gd name="T19" fmla="*/ 3 h 274"/>
                <a:gd name="T20" fmla="*/ 2 w 306"/>
                <a:gd name="T21" fmla="*/ 3 h 274"/>
                <a:gd name="T22" fmla="*/ 2 w 306"/>
                <a:gd name="T23" fmla="*/ 3 h 274"/>
                <a:gd name="T24" fmla="*/ 2 w 306"/>
                <a:gd name="T25" fmla="*/ 3 h 274"/>
                <a:gd name="T26" fmla="*/ 3 w 306"/>
                <a:gd name="T27" fmla="*/ 4 h 274"/>
                <a:gd name="T28" fmla="*/ 3 w 306"/>
                <a:gd name="T29" fmla="*/ 4 h 274"/>
                <a:gd name="T30" fmla="*/ 3 w 306"/>
                <a:gd name="T31" fmla="*/ 4 h 274"/>
                <a:gd name="T32" fmla="*/ 3 w 306"/>
                <a:gd name="T33" fmla="*/ 4 h 274"/>
                <a:gd name="T34" fmla="*/ 4 w 306"/>
                <a:gd name="T35" fmla="*/ 4 h 274"/>
                <a:gd name="T36" fmla="*/ 4 w 306"/>
                <a:gd name="T37" fmla="*/ 4 h 274"/>
                <a:gd name="T38" fmla="*/ 4 w 306"/>
                <a:gd name="T39" fmla="*/ 3 h 274"/>
                <a:gd name="T40" fmla="*/ 4 w 306"/>
                <a:gd name="T41" fmla="*/ 3 h 274"/>
                <a:gd name="T42" fmla="*/ 5 w 306"/>
                <a:gd name="T43" fmla="*/ 3 h 274"/>
                <a:gd name="T44" fmla="*/ 5 w 306"/>
                <a:gd name="T45" fmla="*/ 3 h 274"/>
                <a:gd name="T46" fmla="*/ 5 w 306"/>
                <a:gd name="T47" fmla="*/ 2 h 274"/>
                <a:gd name="T48" fmla="*/ 5 w 306"/>
                <a:gd name="T49" fmla="*/ 2 h 274"/>
                <a:gd name="T50" fmla="*/ 5 w 306"/>
                <a:gd name="T51" fmla="*/ 2 h 274"/>
                <a:gd name="T52" fmla="*/ 4 w 306"/>
                <a:gd name="T53" fmla="*/ 2 h 274"/>
                <a:gd name="T54" fmla="*/ 4 w 306"/>
                <a:gd name="T55" fmla="*/ 2 h 274"/>
                <a:gd name="T56" fmla="*/ 4 w 306"/>
                <a:gd name="T57" fmla="*/ 1 h 274"/>
                <a:gd name="T58" fmla="*/ 4 w 306"/>
                <a:gd name="T59" fmla="*/ 1 h 274"/>
                <a:gd name="T60" fmla="*/ 3 w 306"/>
                <a:gd name="T61" fmla="*/ 1 h 274"/>
                <a:gd name="T62" fmla="*/ 3 w 306"/>
                <a:gd name="T63" fmla="*/ 1 h 274"/>
                <a:gd name="T64" fmla="*/ 3 w 306"/>
                <a:gd name="T65" fmla="*/ 0 h 274"/>
                <a:gd name="T66" fmla="*/ 3 w 306"/>
                <a:gd name="T67" fmla="*/ 0 h 274"/>
                <a:gd name="T68" fmla="*/ 2 w 306"/>
                <a:gd name="T69" fmla="*/ 0 h 274"/>
                <a:gd name="T70" fmla="*/ 2 w 306"/>
                <a:gd name="T71" fmla="*/ 0 h 274"/>
                <a:gd name="T72" fmla="*/ 2 w 306"/>
                <a:gd name="T73" fmla="*/ 0 h 274"/>
                <a:gd name="T74" fmla="*/ 1 w 306"/>
                <a:gd name="T75" fmla="*/ 0 h 274"/>
                <a:gd name="T76" fmla="*/ 1 w 306"/>
                <a:gd name="T77" fmla="*/ 0 h 274"/>
                <a:gd name="T78" fmla="*/ 0 w 306"/>
                <a:gd name="T79" fmla="*/ 0 h 274"/>
                <a:gd name="T80" fmla="*/ 0 w 306"/>
                <a:gd name="T81" fmla="*/ 0 h 27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6"/>
                <a:gd name="T124" fmla="*/ 0 h 274"/>
                <a:gd name="T125" fmla="*/ 306 w 306"/>
                <a:gd name="T126" fmla="*/ 274 h 27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6" h="274">
                  <a:moveTo>
                    <a:pt x="0" y="0"/>
                  </a:moveTo>
                  <a:lnTo>
                    <a:pt x="7" y="22"/>
                  </a:lnTo>
                  <a:lnTo>
                    <a:pt x="15" y="42"/>
                  </a:lnTo>
                  <a:lnTo>
                    <a:pt x="23" y="63"/>
                  </a:lnTo>
                  <a:lnTo>
                    <a:pt x="32" y="83"/>
                  </a:lnTo>
                  <a:lnTo>
                    <a:pt x="44" y="103"/>
                  </a:lnTo>
                  <a:lnTo>
                    <a:pt x="54" y="121"/>
                  </a:lnTo>
                  <a:lnTo>
                    <a:pt x="67" y="140"/>
                  </a:lnTo>
                  <a:lnTo>
                    <a:pt x="80" y="158"/>
                  </a:lnTo>
                  <a:lnTo>
                    <a:pt x="93" y="175"/>
                  </a:lnTo>
                  <a:lnTo>
                    <a:pt x="108" y="191"/>
                  </a:lnTo>
                  <a:lnTo>
                    <a:pt x="124" y="207"/>
                  </a:lnTo>
                  <a:lnTo>
                    <a:pt x="139" y="222"/>
                  </a:lnTo>
                  <a:lnTo>
                    <a:pt x="156" y="236"/>
                  </a:lnTo>
                  <a:lnTo>
                    <a:pt x="173" y="250"/>
                  </a:lnTo>
                  <a:lnTo>
                    <a:pt x="192" y="262"/>
                  </a:lnTo>
                  <a:lnTo>
                    <a:pt x="211" y="274"/>
                  </a:lnTo>
                  <a:lnTo>
                    <a:pt x="229" y="257"/>
                  </a:lnTo>
                  <a:lnTo>
                    <a:pt x="247" y="241"/>
                  </a:lnTo>
                  <a:lnTo>
                    <a:pt x="263" y="224"/>
                  </a:lnTo>
                  <a:lnTo>
                    <a:pt x="275" y="208"/>
                  </a:lnTo>
                  <a:lnTo>
                    <a:pt x="287" y="193"/>
                  </a:lnTo>
                  <a:lnTo>
                    <a:pt x="296" y="178"/>
                  </a:lnTo>
                  <a:lnTo>
                    <a:pt x="302" y="163"/>
                  </a:lnTo>
                  <a:lnTo>
                    <a:pt x="306" y="149"/>
                  </a:lnTo>
                  <a:lnTo>
                    <a:pt x="287" y="138"/>
                  </a:lnTo>
                  <a:lnTo>
                    <a:pt x="268" y="125"/>
                  </a:lnTo>
                  <a:lnTo>
                    <a:pt x="250" y="111"/>
                  </a:lnTo>
                  <a:lnTo>
                    <a:pt x="234" y="96"/>
                  </a:lnTo>
                  <a:lnTo>
                    <a:pt x="218" y="80"/>
                  </a:lnTo>
                  <a:lnTo>
                    <a:pt x="203" y="62"/>
                  </a:lnTo>
                  <a:lnTo>
                    <a:pt x="190" y="43"/>
                  </a:lnTo>
                  <a:lnTo>
                    <a:pt x="179" y="25"/>
                  </a:lnTo>
                  <a:lnTo>
                    <a:pt x="160" y="20"/>
                  </a:lnTo>
                  <a:lnTo>
                    <a:pt x="140" y="15"/>
                  </a:lnTo>
                  <a:lnTo>
                    <a:pt x="119" y="12"/>
                  </a:lnTo>
                  <a:lnTo>
                    <a:pt x="98" y="9"/>
                  </a:lnTo>
                  <a:lnTo>
                    <a:pt x="75" y="6"/>
                  </a:lnTo>
                  <a:lnTo>
                    <a:pt x="51" y="4"/>
                  </a:lnTo>
                  <a:lnTo>
                    <a:pt x="2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Freeform 209"/>
            <p:cNvSpPr>
              <a:spLocks/>
            </p:cNvSpPr>
            <p:nvPr/>
          </p:nvSpPr>
          <p:spPr bwMode="auto">
            <a:xfrm>
              <a:off x="1030" y="1454"/>
              <a:ext cx="28" cy="26"/>
            </a:xfrm>
            <a:custGeom>
              <a:avLst/>
              <a:gdLst>
                <a:gd name="T0" fmla="*/ 0 w 223"/>
                <a:gd name="T1" fmla="*/ 0 h 210"/>
                <a:gd name="T2" fmla="*/ 0 w 223"/>
                <a:gd name="T3" fmla="*/ 0 h 210"/>
                <a:gd name="T4" fmla="*/ 0 w 223"/>
                <a:gd name="T5" fmla="*/ 0 h 210"/>
                <a:gd name="T6" fmla="*/ 0 w 223"/>
                <a:gd name="T7" fmla="*/ 1 h 210"/>
                <a:gd name="T8" fmla="*/ 1 w 223"/>
                <a:gd name="T9" fmla="*/ 1 h 210"/>
                <a:gd name="T10" fmla="*/ 1 w 223"/>
                <a:gd name="T11" fmla="*/ 1 h 210"/>
                <a:gd name="T12" fmla="*/ 1 w 223"/>
                <a:gd name="T13" fmla="*/ 1 h 210"/>
                <a:gd name="T14" fmla="*/ 1 w 223"/>
                <a:gd name="T15" fmla="*/ 2 h 210"/>
                <a:gd name="T16" fmla="*/ 1 w 223"/>
                <a:gd name="T17" fmla="*/ 2 h 210"/>
                <a:gd name="T18" fmla="*/ 1 w 223"/>
                <a:gd name="T19" fmla="*/ 2 h 210"/>
                <a:gd name="T20" fmla="*/ 2 w 223"/>
                <a:gd name="T21" fmla="*/ 2 h 210"/>
                <a:gd name="T22" fmla="*/ 2 w 223"/>
                <a:gd name="T23" fmla="*/ 2 h 210"/>
                <a:gd name="T24" fmla="*/ 2 w 223"/>
                <a:gd name="T25" fmla="*/ 3 h 210"/>
                <a:gd name="T26" fmla="*/ 2 w 223"/>
                <a:gd name="T27" fmla="*/ 3 h 210"/>
                <a:gd name="T28" fmla="*/ 2 w 223"/>
                <a:gd name="T29" fmla="*/ 3 h 210"/>
                <a:gd name="T30" fmla="*/ 3 w 223"/>
                <a:gd name="T31" fmla="*/ 3 h 210"/>
                <a:gd name="T32" fmla="*/ 3 w 223"/>
                <a:gd name="T33" fmla="*/ 3 h 210"/>
                <a:gd name="T34" fmla="*/ 3 w 223"/>
                <a:gd name="T35" fmla="*/ 3 h 210"/>
                <a:gd name="T36" fmla="*/ 3 w 223"/>
                <a:gd name="T37" fmla="*/ 3 h 210"/>
                <a:gd name="T38" fmla="*/ 3 w 223"/>
                <a:gd name="T39" fmla="*/ 3 h 210"/>
                <a:gd name="T40" fmla="*/ 3 w 223"/>
                <a:gd name="T41" fmla="*/ 2 h 210"/>
                <a:gd name="T42" fmla="*/ 4 w 223"/>
                <a:gd name="T43" fmla="*/ 2 h 210"/>
                <a:gd name="T44" fmla="*/ 4 w 223"/>
                <a:gd name="T45" fmla="*/ 2 h 210"/>
                <a:gd name="T46" fmla="*/ 4 w 223"/>
                <a:gd name="T47" fmla="*/ 2 h 210"/>
                <a:gd name="T48" fmla="*/ 4 w 223"/>
                <a:gd name="T49" fmla="*/ 2 h 210"/>
                <a:gd name="T50" fmla="*/ 3 w 223"/>
                <a:gd name="T51" fmla="*/ 1 h 210"/>
                <a:gd name="T52" fmla="*/ 3 w 223"/>
                <a:gd name="T53" fmla="*/ 1 h 210"/>
                <a:gd name="T54" fmla="*/ 3 w 223"/>
                <a:gd name="T55" fmla="*/ 1 h 210"/>
                <a:gd name="T56" fmla="*/ 3 w 223"/>
                <a:gd name="T57" fmla="*/ 1 h 210"/>
                <a:gd name="T58" fmla="*/ 3 w 223"/>
                <a:gd name="T59" fmla="*/ 1 h 210"/>
                <a:gd name="T60" fmla="*/ 3 w 223"/>
                <a:gd name="T61" fmla="*/ 1 h 210"/>
                <a:gd name="T62" fmla="*/ 3 w 223"/>
                <a:gd name="T63" fmla="*/ 1 h 210"/>
                <a:gd name="T64" fmla="*/ 2 w 223"/>
                <a:gd name="T65" fmla="*/ 1 h 210"/>
                <a:gd name="T66" fmla="*/ 2 w 223"/>
                <a:gd name="T67" fmla="*/ 0 h 210"/>
                <a:gd name="T68" fmla="*/ 2 w 223"/>
                <a:gd name="T69" fmla="*/ 0 h 210"/>
                <a:gd name="T70" fmla="*/ 2 w 223"/>
                <a:gd name="T71" fmla="*/ 0 h 210"/>
                <a:gd name="T72" fmla="*/ 1 w 223"/>
                <a:gd name="T73" fmla="*/ 0 h 210"/>
                <a:gd name="T74" fmla="*/ 1 w 223"/>
                <a:gd name="T75" fmla="*/ 0 h 210"/>
                <a:gd name="T76" fmla="*/ 1 w 223"/>
                <a:gd name="T77" fmla="*/ 0 h 210"/>
                <a:gd name="T78" fmla="*/ 0 w 223"/>
                <a:gd name="T79" fmla="*/ 0 h 210"/>
                <a:gd name="T80" fmla="*/ 0 w 223"/>
                <a:gd name="T81" fmla="*/ 0 h 21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23"/>
                <a:gd name="T124" fmla="*/ 0 h 210"/>
                <a:gd name="T125" fmla="*/ 223 w 223"/>
                <a:gd name="T126" fmla="*/ 210 h 21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23" h="210">
                  <a:moveTo>
                    <a:pt x="0" y="0"/>
                  </a:moveTo>
                  <a:lnTo>
                    <a:pt x="6" y="17"/>
                  </a:lnTo>
                  <a:lnTo>
                    <a:pt x="14" y="33"/>
                  </a:lnTo>
                  <a:lnTo>
                    <a:pt x="22" y="50"/>
                  </a:lnTo>
                  <a:lnTo>
                    <a:pt x="30" y="65"/>
                  </a:lnTo>
                  <a:lnTo>
                    <a:pt x="41" y="80"/>
                  </a:lnTo>
                  <a:lnTo>
                    <a:pt x="50" y="95"/>
                  </a:lnTo>
                  <a:lnTo>
                    <a:pt x="61" y="109"/>
                  </a:lnTo>
                  <a:lnTo>
                    <a:pt x="73" y="123"/>
                  </a:lnTo>
                  <a:lnTo>
                    <a:pt x="84" y="135"/>
                  </a:lnTo>
                  <a:lnTo>
                    <a:pt x="97" y="149"/>
                  </a:lnTo>
                  <a:lnTo>
                    <a:pt x="110" y="160"/>
                  </a:lnTo>
                  <a:lnTo>
                    <a:pt x="124" y="171"/>
                  </a:lnTo>
                  <a:lnTo>
                    <a:pt x="138" y="182"/>
                  </a:lnTo>
                  <a:lnTo>
                    <a:pt x="153" y="192"/>
                  </a:lnTo>
                  <a:lnTo>
                    <a:pt x="168" y="201"/>
                  </a:lnTo>
                  <a:lnTo>
                    <a:pt x="184" y="210"/>
                  </a:lnTo>
                  <a:lnTo>
                    <a:pt x="195" y="196"/>
                  </a:lnTo>
                  <a:lnTo>
                    <a:pt x="205" y="182"/>
                  </a:lnTo>
                  <a:lnTo>
                    <a:pt x="212" y="168"/>
                  </a:lnTo>
                  <a:lnTo>
                    <a:pt x="218" y="155"/>
                  </a:lnTo>
                  <a:lnTo>
                    <a:pt x="221" y="142"/>
                  </a:lnTo>
                  <a:lnTo>
                    <a:pt x="223" y="129"/>
                  </a:lnTo>
                  <a:lnTo>
                    <a:pt x="223" y="117"/>
                  </a:lnTo>
                  <a:lnTo>
                    <a:pt x="221" y="105"/>
                  </a:lnTo>
                  <a:lnTo>
                    <a:pt x="218" y="96"/>
                  </a:lnTo>
                  <a:lnTo>
                    <a:pt x="213" y="86"/>
                  </a:lnTo>
                  <a:lnTo>
                    <a:pt x="207" y="77"/>
                  </a:lnTo>
                  <a:lnTo>
                    <a:pt x="199" y="69"/>
                  </a:lnTo>
                  <a:lnTo>
                    <a:pt x="190" y="60"/>
                  </a:lnTo>
                  <a:lnTo>
                    <a:pt x="180" y="52"/>
                  </a:lnTo>
                  <a:lnTo>
                    <a:pt x="167" y="45"/>
                  </a:lnTo>
                  <a:lnTo>
                    <a:pt x="154" y="38"/>
                  </a:lnTo>
                  <a:lnTo>
                    <a:pt x="139" y="32"/>
                  </a:lnTo>
                  <a:lnTo>
                    <a:pt x="123" y="26"/>
                  </a:lnTo>
                  <a:lnTo>
                    <a:pt x="105" y="21"/>
                  </a:lnTo>
                  <a:lnTo>
                    <a:pt x="86" y="16"/>
                  </a:lnTo>
                  <a:lnTo>
                    <a:pt x="67" y="11"/>
                  </a:lnTo>
                  <a:lnTo>
                    <a:pt x="46" y="7"/>
                  </a:lnTo>
                  <a:lnTo>
                    <a:pt x="2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210"/>
            <p:cNvSpPr>
              <a:spLocks/>
            </p:cNvSpPr>
            <p:nvPr/>
          </p:nvSpPr>
          <p:spPr bwMode="auto">
            <a:xfrm>
              <a:off x="1042" y="1456"/>
              <a:ext cx="16" cy="16"/>
            </a:xfrm>
            <a:custGeom>
              <a:avLst/>
              <a:gdLst>
                <a:gd name="T0" fmla="*/ 0 w 130"/>
                <a:gd name="T1" fmla="*/ 0 h 124"/>
                <a:gd name="T2" fmla="*/ 0 w 130"/>
                <a:gd name="T3" fmla="*/ 0 h 124"/>
                <a:gd name="T4" fmla="*/ 0 w 130"/>
                <a:gd name="T5" fmla="*/ 1 h 124"/>
                <a:gd name="T6" fmla="*/ 1 w 130"/>
                <a:gd name="T7" fmla="*/ 1 h 124"/>
                <a:gd name="T8" fmla="*/ 1 w 130"/>
                <a:gd name="T9" fmla="*/ 1 h 124"/>
                <a:gd name="T10" fmla="*/ 1 w 130"/>
                <a:gd name="T11" fmla="*/ 1 h 124"/>
                <a:gd name="T12" fmla="*/ 1 w 130"/>
                <a:gd name="T13" fmla="*/ 2 h 124"/>
                <a:gd name="T14" fmla="*/ 2 w 130"/>
                <a:gd name="T15" fmla="*/ 2 h 124"/>
                <a:gd name="T16" fmla="*/ 2 w 130"/>
                <a:gd name="T17" fmla="*/ 2 h 124"/>
                <a:gd name="T18" fmla="*/ 2 w 130"/>
                <a:gd name="T19" fmla="*/ 2 h 124"/>
                <a:gd name="T20" fmla="*/ 2 w 130"/>
                <a:gd name="T21" fmla="*/ 2 h 124"/>
                <a:gd name="T22" fmla="*/ 2 w 130"/>
                <a:gd name="T23" fmla="*/ 2 h 124"/>
                <a:gd name="T24" fmla="*/ 2 w 130"/>
                <a:gd name="T25" fmla="*/ 1 h 124"/>
                <a:gd name="T26" fmla="*/ 2 w 130"/>
                <a:gd name="T27" fmla="*/ 1 h 124"/>
                <a:gd name="T28" fmla="*/ 2 w 130"/>
                <a:gd name="T29" fmla="*/ 1 h 124"/>
                <a:gd name="T30" fmla="*/ 2 w 130"/>
                <a:gd name="T31" fmla="*/ 1 h 124"/>
                <a:gd name="T32" fmla="*/ 2 w 130"/>
                <a:gd name="T33" fmla="*/ 1 h 124"/>
                <a:gd name="T34" fmla="*/ 2 w 130"/>
                <a:gd name="T35" fmla="*/ 1 h 124"/>
                <a:gd name="T36" fmla="*/ 2 w 130"/>
                <a:gd name="T37" fmla="*/ 1 h 124"/>
                <a:gd name="T38" fmla="*/ 1 w 130"/>
                <a:gd name="T39" fmla="*/ 1 h 124"/>
                <a:gd name="T40" fmla="*/ 1 w 130"/>
                <a:gd name="T41" fmla="*/ 1 h 124"/>
                <a:gd name="T42" fmla="*/ 1 w 130"/>
                <a:gd name="T43" fmla="*/ 1 h 124"/>
                <a:gd name="T44" fmla="*/ 1 w 130"/>
                <a:gd name="T45" fmla="*/ 0 h 124"/>
                <a:gd name="T46" fmla="*/ 1 w 130"/>
                <a:gd name="T47" fmla="*/ 0 h 124"/>
                <a:gd name="T48" fmla="*/ 1 w 130"/>
                <a:gd name="T49" fmla="*/ 0 h 124"/>
                <a:gd name="T50" fmla="*/ 0 w 130"/>
                <a:gd name="T51" fmla="*/ 0 h 124"/>
                <a:gd name="T52" fmla="*/ 0 w 130"/>
                <a:gd name="T53" fmla="*/ 0 h 12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0"/>
                <a:gd name="T82" fmla="*/ 0 h 124"/>
                <a:gd name="T83" fmla="*/ 130 w 130"/>
                <a:gd name="T84" fmla="*/ 124 h 12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0" h="124">
                  <a:moveTo>
                    <a:pt x="0" y="0"/>
                  </a:moveTo>
                  <a:lnTo>
                    <a:pt x="11" y="18"/>
                  </a:lnTo>
                  <a:lnTo>
                    <a:pt x="24" y="37"/>
                  </a:lnTo>
                  <a:lnTo>
                    <a:pt x="39" y="55"/>
                  </a:lnTo>
                  <a:lnTo>
                    <a:pt x="55" y="71"/>
                  </a:lnTo>
                  <a:lnTo>
                    <a:pt x="71" y="86"/>
                  </a:lnTo>
                  <a:lnTo>
                    <a:pt x="89" y="100"/>
                  </a:lnTo>
                  <a:lnTo>
                    <a:pt x="108" y="113"/>
                  </a:lnTo>
                  <a:lnTo>
                    <a:pt x="127" y="124"/>
                  </a:lnTo>
                  <a:lnTo>
                    <a:pt x="129" y="115"/>
                  </a:lnTo>
                  <a:lnTo>
                    <a:pt x="130" y="106"/>
                  </a:lnTo>
                  <a:lnTo>
                    <a:pt x="129" y="96"/>
                  </a:lnTo>
                  <a:lnTo>
                    <a:pt x="127" y="87"/>
                  </a:lnTo>
                  <a:lnTo>
                    <a:pt x="125" y="80"/>
                  </a:lnTo>
                  <a:lnTo>
                    <a:pt x="122" y="72"/>
                  </a:lnTo>
                  <a:lnTo>
                    <a:pt x="118" y="66"/>
                  </a:lnTo>
                  <a:lnTo>
                    <a:pt x="114" y="60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35"/>
                  </a:lnTo>
                  <a:lnTo>
                    <a:pt x="78" y="30"/>
                  </a:lnTo>
                  <a:lnTo>
                    <a:pt x="69" y="25"/>
                  </a:lnTo>
                  <a:lnTo>
                    <a:pt x="60" y="20"/>
                  </a:lnTo>
                  <a:lnTo>
                    <a:pt x="49" y="15"/>
                  </a:lnTo>
                  <a:lnTo>
                    <a:pt x="26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D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211"/>
            <p:cNvSpPr>
              <a:spLocks/>
            </p:cNvSpPr>
            <p:nvPr/>
          </p:nvSpPr>
          <p:spPr bwMode="auto">
            <a:xfrm>
              <a:off x="614" y="1453"/>
              <a:ext cx="444" cy="142"/>
            </a:xfrm>
            <a:custGeom>
              <a:avLst/>
              <a:gdLst>
                <a:gd name="T0" fmla="*/ 29 w 3551"/>
                <a:gd name="T1" fmla="*/ 3 h 1136"/>
                <a:gd name="T2" fmla="*/ 33 w 3551"/>
                <a:gd name="T3" fmla="*/ 2 h 1136"/>
                <a:gd name="T4" fmla="*/ 37 w 3551"/>
                <a:gd name="T5" fmla="*/ 1 h 1136"/>
                <a:gd name="T6" fmla="*/ 41 w 3551"/>
                <a:gd name="T7" fmla="*/ 1 h 1136"/>
                <a:gd name="T8" fmla="*/ 44 w 3551"/>
                <a:gd name="T9" fmla="*/ 0 h 1136"/>
                <a:gd name="T10" fmla="*/ 47 w 3551"/>
                <a:gd name="T11" fmla="*/ 0 h 1136"/>
                <a:gd name="T12" fmla="*/ 50 w 3551"/>
                <a:gd name="T13" fmla="*/ 0 h 1136"/>
                <a:gd name="T14" fmla="*/ 52 w 3551"/>
                <a:gd name="T15" fmla="*/ 0 h 1136"/>
                <a:gd name="T16" fmla="*/ 54 w 3551"/>
                <a:gd name="T17" fmla="*/ 1 h 1136"/>
                <a:gd name="T18" fmla="*/ 55 w 3551"/>
                <a:gd name="T19" fmla="*/ 1 h 1136"/>
                <a:gd name="T20" fmla="*/ 56 w 3551"/>
                <a:gd name="T21" fmla="*/ 2 h 1136"/>
                <a:gd name="T22" fmla="*/ 55 w 3551"/>
                <a:gd name="T23" fmla="*/ 3 h 1136"/>
                <a:gd name="T24" fmla="*/ 55 w 3551"/>
                <a:gd name="T25" fmla="*/ 4 h 1136"/>
                <a:gd name="T26" fmla="*/ 53 w 3551"/>
                <a:gd name="T27" fmla="*/ 5 h 1136"/>
                <a:gd name="T28" fmla="*/ 52 w 3551"/>
                <a:gd name="T29" fmla="*/ 6 h 1136"/>
                <a:gd name="T30" fmla="*/ 49 w 3551"/>
                <a:gd name="T31" fmla="*/ 7 h 1136"/>
                <a:gd name="T32" fmla="*/ 46 w 3551"/>
                <a:gd name="T33" fmla="*/ 9 h 1136"/>
                <a:gd name="T34" fmla="*/ 43 w 3551"/>
                <a:gd name="T35" fmla="*/ 10 h 1136"/>
                <a:gd name="T36" fmla="*/ 40 w 3551"/>
                <a:gd name="T37" fmla="*/ 11 h 1136"/>
                <a:gd name="T38" fmla="*/ 36 w 3551"/>
                <a:gd name="T39" fmla="*/ 12 h 1136"/>
                <a:gd name="T40" fmla="*/ 32 w 3551"/>
                <a:gd name="T41" fmla="*/ 13 h 1136"/>
                <a:gd name="T42" fmla="*/ 28 w 3551"/>
                <a:gd name="T43" fmla="*/ 15 h 1136"/>
                <a:gd name="T44" fmla="*/ 24 w 3551"/>
                <a:gd name="T45" fmla="*/ 15 h 1136"/>
                <a:gd name="T46" fmla="*/ 20 w 3551"/>
                <a:gd name="T47" fmla="*/ 16 h 1136"/>
                <a:gd name="T48" fmla="*/ 16 w 3551"/>
                <a:gd name="T49" fmla="*/ 17 h 1136"/>
                <a:gd name="T50" fmla="*/ 12 w 3551"/>
                <a:gd name="T51" fmla="*/ 17 h 1136"/>
                <a:gd name="T52" fmla="*/ 9 w 3551"/>
                <a:gd name="T53" fmla="*/ 18 h 1136"/>
                <a:gd name="T54" fmla="*/ 6 w 3551"/>
                <a:gd name="T55" fmla="*/ 18 h 1136"/>
                <a:gd name="T56" fmla="*/ 4 w 3551"/>
                <a:gd name="T57" fmla="*/ 18 h 1136"/>
                <a:gd name="T58" fmla="*/ 2 w 3551"/>
                <a:gd name="T59" fmla="*/ 17 h 1136"/>
                <a:gd name="T60" fmla="*/ 1 w 3551"/>
                <a:gd name="T61" fmla="*/ 17 h 1136"/>
                <a:gd name="T62" fmla="*/ 0 w 3551"/>
                <a:gd name="T63" fmla="*/ 16 h 1136"/>
                <a:gd name="T64" fmla="*/ 0 w 3551"/>
                <a:gd name="T65" fmla="*/ 15 h 1136"/>
                <a:gd name="T66" fmla="*/ 1 w 3551"/>
                <a:gd name="T67" fmla="*/ 14 h 1136"/>
                <a:gd name="T68" fmla="*/ 2 w 3551"/>
                <a:gd name="T69" fmla="*/ 13 h 1136"/>
                <a:gd name="T70" fmla="*/ 3 w 3551"/>
                <a:gd name="T71" fmla="*/ 12 h 1136"/>
                <a:gd name="T72" fmla="*/ 6 w 3551"/>
                <a:gd name="T73" fmla="*/ 11 h 1136"/>
                <a:gd name="T74" fmla="*/ 8 w 3551"/>
                <a:gd name="T75" fmla="*/ 10 h 1136"/>
                <a:gd name="T76" fmla="*/ 11 w 3551"/>
                <a:gd name="T77" fmla="*/ 8 h 1136"/>
                <a:gd name="T78" fmla="*/ 15 w 3551"/>
                <a:gd name="T79" fmla="*/ 7 h 1136"/>
                <a:gd name="T80" fmla="*/ 18 w 3551"/>
                <a:gd name="T81" fmla="*/ 6 h 1136"/>
                <a:gd name="T82" fmla="*/ 22 w 3551"/>
                <a:gd name="T83" fmla="*/ 5 h 1136"/>
                <a:gd name="T84" fmla="*/ 26 w 3551"/>
                <a:gd name="T85" fmla="*/ 3 h 11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551"/>
                <a:gd name="T130" fmla="*/ 0 h 1136"/>
                <a:gd name="T131" fmla="*/ 3551 w 3551"/>
                <a:gd name="T132" fmla="*/ 1136 h 11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551" h="1136">
                  <a:moveTo>
                    <a:pt x="1688" y="225"/>
                  </a:moveTo>
                  <a:lnTo>
                    <a:pt x="1779" y="202"/>
                  </a:lnTo>
                  <a:lnTo>
                    <a:pt x="1870" y="180"/>
                  </a:lnTo>
                  <a:lnTo>
                    <a:pt x="1959" y="160"/>
                  </a:lnTo>
                  <a:lnTo>
                    <a:pt x="2047" y="141"/>
                  </a:lnTo>
                  <a:lnTo>
                    <a:pt x="2134" y="122"/>
                  </a:lnTo>
                  <a:lnTo>
                    <a:pt x="2219" y="106"/>
                  </a:lnTo>
                  <a:lnTo>
                    <a:pt x="2303" y="90"/>
                  </a:lnTo>
                  <a:lnTo>
                    <a:pt x="2385" y="75"/>
                  </a:lnTo>
                  <a:lnTo>
                    <a:pt x="2465" y="62"/>
                  </a:lnTo>
                  <a:lnTo>
                    <a:pt x="2544" y="51"/>
                  </a:lnTo>
                  <a:lnTo>
                    <a:pt x="2620" y="39"/>
                  </a:lnTo>
                  <a:lnTo>
                    <a:pt x="2694" y="30"/>
                  </a:lnTo>
                  <a:lnTo>
                    <a:pt x="2766" y="22"/>
                  </a:lnTo>
                  <a:lnTo>
                    <a:pt x="2835" y="14"/>
                  </a:lnTo>
                  <a:lnTo>
                    <a:pt x="2903" y="9"/>
                  </a:lnTo>
                  <a:lnTo>
                    <a:pt x="2967" y="5"/>
                  </a:lnTo>
                  <a:lnTo>
                    <a:pt x="3029" y="2"/>
                  </a:lnTo>
                  <a:lnTo>
                    <a:pt x="3088" y="0"/>
                  </a:lnTo>
                  <a:lnTo>
                    <a:pt x="3144" y="0"/>
                  </a:lnTo>
                  <a:lnTo>
                    <a:pt x="3196" y="0"/>
                  </a:lnTo>
                  <a:lnTo>
                    <a:pt x="3246" y="2"/>
                  </a:lnTo>
                  <a:lnTo>
                    <a:pt x="3293" y="6"/>
                  </a:lnTo>
                  <a:lnTo>
                    <a:pt x="3335" y="10"/>
                  </a:lnTo>
                  <a:lnTo>
                    <a:pt x="3375" y="16"/>
                  </a:lnTo>
                  <a:lnTo>
                    <a:pt x="3411" y="24"/>
                  </a:lnTo>
                  <a:lnTo>
                    <a:pt x="3442" y="33"/>
                  </a:lnTo>
                  <a:lnTo>
                    <a:pt x="3470" y="43"/>
                  </a:lnTo>
                  <a:lnTo>
                    <a:pt x="3495" y="55"/>
                  </a:lnTo>
                  <a:lnTo>
                    <a:pt x="3515" y="67"/>
                  </a:lnTo>
                  <a:lnTo>
                    <a:pt x="3531" y="82"/>
                  </a:lnTo>
                  <a:lnTo>
                    <a:pt x="3542" y="97"/>
                  </a:lnTo>
                  <a:lnTo>
                    <a:pt x="3548" y="114"/>
                  </a:lnTo>
                  <a:lnTo>
                    <a:pt x="3551" y="133"/>
                  </a:lnTo>
                  <a:lnTo>
                    <a:pt x="3548" y="151"/>
                  </a:lnTo>
                  <a:lnTo>
                    <a:pt x="3542" y="172"/>
                  </a:lnTo>
                  <a:lnTo>
                    <a:pt x="3531" y="193"/>
                  </a:lnTo>
                  <a:lnTo>
                    <a:pt x="3515" y="215"/>
                  </a:lnTo>
                  <a:lnTo>
                    <a:pt x="3495" y="236"/>
                  </a:lnTo>
                  <a:lnTo>
                    <a:pt x="3471" y="259"/>
                  </a:lnTo>
                  <a:lnTo>
                    <a:pt x="3443" y="283"/>
                  </a:lnTo>
                  <a:lnTo>
                    <a:pt x="3412" y="308"/>
                  </a:lnTo>
                  <a:lnTo>
                    <a:pt x="3376" y="333"/>
                  </a:lnTo>
                  <a:lnTo>
                    <a:pt x="3338" y="358"/>
                  </a:lnTo>
                  <a:lnTo>
                    <a:pt x="3295" y="384"/>
                  </a:lnTo>
                  <a:lnTo>
                    <a:pt x="3249" y="410"/>
                  </a:lnTo>
                  <a:lnTo>
                    <a:pt x="3200" y="436"/>
                  </a:lnTo>
                  <a:lnTo>
                    <a:pt x="3147" y="463"/>
                  </a:lnTo>
                  <a:lnTo>
                    <a:pt x="3092" y="490"/>
                  </a:lnTo>
                  <a:lnTo>
                    <a:pt x="3032" y="517"/>
                  </a:lnTo>
                  <a:lnTo>
                    <a:pt x="2971" y="544"/>
                  </a:lnTo>
                  <a:lnTo>
                    <a:pt x="2907" y="571"/>
                  </a:lnTo>
                  <a:lnTo>
                    <a:pt x="2839" y="599"/>
                  </a:lnTo>
                  <a:lnTo>
                    <a:pt x="2770" y="626"/>
                  </a:lnTo>
                  <a:lnTo>
                    <a:pt x="2698" y="653"/>
                  </a:lnTo>
                  <a:lnTo>
                    <a:pt x="2624" y="680"/>
                  </a:lnTo>
                  <a:lnTo>
                    <a:pt x="2547" y="707"/>
                  </a:lnTo>
                  <a:lnTo>
                    <a:pt x="2468" y="734"/>
                  </a:lnTo>
                  <a:lnTo>
                    <a:pt x="2387" y="761"/>
                  </a:lnTo>
                  <a:lnTo>
                    <a:pt x="2304" y="787"/>
                  </a:lnTo>
                  <a:lnTo>
                    <a:pt x="2219" y="812"/>
                  </a:lnTo>
                  <a:lnTo>
                    <a:pt x="2133" y="837"/>
                  </a:lnTo>
                  <a:lnTo>
                    <a:pt x="2045" y="862"/>
                  </a:lnTo>
                  <a:lnTo>
                    <a:pt x="1954" y="887"/>
                  </a:lnTo>
                  <a:lnTo>
                    <a:pt x="1863" y="910"/>
                  </a:lnTo>
                  <a:lnTo>
                    <a:pt x="1772" y="934"/>
                  </a:lnTo>
                  <a:lnTo>
                    <a:pt x="1681" y="955"/>
                  </a:lnTo>
                  <a:lnTo>
                    <a:pt x="1592" y="975"/>
                  </a:lnTo>
                  <a:lnTo>
                    <a:pt x="1504" y="995"/>
                  </a:lnTo>
                  <a:lnTo>
                    <a:pt x="1418" y="1013"/>
                  </a:lnTo>
                  <a:lnTo>
                    <a:pt x="1333" y="1029"/>
                  </a:lnTo>
                  <a:lnTo>
                    <a:pt x="1249" y="1046"/>
                  </a:lnTo>
                  <a:lnTo>
                    <a:pt x="1167" y="1061"/>
                  </a:lnTo>
                  <a:lnTo>
                    <a:pt x="1086" y="1073"/>
                  </a:lnTo>
                  <a:lnTo>
                    <a:pt x="1008" y="1085"/>
                  </a:lnTo>
                  <a:lnTo>
                    <a:pt x="931" y="1096"/>
                  </a:lnTo>
                  <a:lnTo>
                    <a:pt x="857" y="1105"/>
                  </a:lnTo>
                  <a:lnTo>
                    <a:pt x="785" y="1113"/>
                  </a:lnTo>
                  <a:lnTo>
                    <a:pt x="715" y="1121"/>
                  </a:lnTo>
                  <a:lnTo>
                    <a:pt x="649" y="1126"/>
                  </a:lnTo>
                  <a:lnTo>
                    <a:pt x="584" y="1131"/>
                  </a:lnTo>
                  <a:lnTo>
                    <a:pt x="522" y="1134"/>
                  </a:lnTo>
                  <a:lnTo>
                    <a:pt x="463" y="1135"/>
                  </a:lnTo>
                  <a:lnTo>
                    <a:pt x="407" y="1136"/>
                  </a:lnTo>
                  <a:lnTo>
                    <a:pt x="354" y="1135"/>
                  </a:lnTo>
                  <a:lnTo>
                    <a:pt x="305" y="1133"/>
                  </a:lnTo>
                  <a:lnTo>
                    <a:pt x="259" y="1130"/>
                  </a:lnTo>
                  <a:lnTo>
                    <a:pt x="215" y="1125"/>
                  </a:lnTo>
                  <a:lnTo>
                    <a:pt x="177" y="1119"/>
                  </a:lnTo>
                  <a:lnTo>
                    <a:pt x="140" y="1111"/>
                  </a:lnTo>
                  <a:lnTo>
                    <a:pt x="108" y="1103"/>
                  </a:lnTo>
                  <a:lnTo>
                    <a:pt x="80" y="1093"/>
                  </a:lnTo>
                  <a:lnTo>
                    <a:pt x="56" y="1081"/>
                  </a:lnTo>
                  <a:lnTo>
                    <a:pt x="36" y="1068"/>
                  </a:lnTo>
                  <a:lnTo>
                    <a:pt x="21" y="1054"/>
                  </a:lnTo>
                  <a:lnTo>
                    <a:pt x="9" y="1038"/>
                  </a:lnTo>
                  <a:lnTo>
                    <a:pt x="2" y="1021"/>
                  </a:lnTo>
                  <a:lnTo>
                    <a:pt x="0" y="1002"/>
                  </a:lnTo>
                  <a:lnTo>
                    <a:pt x="3" y="984"/>
                  </a:lnTo>
                  <a:lnTo>
                    <a:pt x="9" y="964"/>
                  </a:lnTo>
                  <a:lnTo>
                    <a:pt x="21" y="943"/>
                  </a:lnTo>
                  <a:lnTo>
                    <a:pt x="36" y="921"/>
                  </a:lnTo>
                  <a:lnTo>
                    <a:pt x="56" y="899"/>
                  </a:lnTo>
                  <a:lnTo>
                    <a:pt x="80" y="876"/>
                  </a:lnTo>
                  <a:lnTo>
                    <a:pt x="108" y="852"/>
                  </a:lnTo>
                  <a:lnTo>
                    <a:pt x="139" y="828"/>
                  </a:lnTo>
                  <a:lnTo>
                    <a:pt x="174" y="803"/>
                  </a:lnTo>
                  <a:lnTo>
                    <a:pt x="214" y="777"/>
                  </a:lnTo>
                  <a:lnTo>
                    <a:pt x="256" y="752"/>
                  </a:lnTo>
                  <a:lnTo>
                    <a:pt x="302" y="726"/>
                  </a:lnTo>
                  <a:lnTo>
                    <a:pt x="352" y="699"/>
                  </a:lnTo>
                  <a:lnTo>
                    <a:pt x="404" y="672"/>
                  </a:lnTo>
                  <a:lnTo>
                    <a:pt x="460" y="646"/>
                  </a:lnTo>
                  <a:lnTo>
                    <a:pt x="519" y="618"/>
                  </a:lnTo>
                  <a:lnTo>
                    <a:pt x="580" y="591"/>
                  </a:lnTo>
                  <a:lnTo>
                    <a:pt x="645" y="564"/>
                  </a:lnTo>
                  <a:lnTo>
                    <a:pt x="712" y="537"/>
                  </a:lnTo>
                  <a:lnTo>
                    <a:pt x="782" y="509"/>
                  </a:lnTo>
                  <a:lnTo>
                    <a:pt x="853" y="482"/>
                  </a:lnTo>
                  <a:lnTo>
                    <a:pt x="928" y="455"/>
                  </a:lnTo>
                  <a:lnTo>
                    <a:pt x="1005" y="428"/>
                  </a:lnTo>
                  <a:lnTo>
                    <a:pt x="1084" y="401"/>
                  </a:lnTo>
                  <a:lnTo>
                    <a:pt x="1164" y="375"/>
                  </a:lnTo>
                  <a:lnTo>
                    <a:pt x="1247" y="348"/>
                  </a:lnTo>
                  <a:lnTo>
                    <a:pt x="1333" y="324"/>
                  </a:lnTo>
                  <a:lnTo>
                    <a:pt x="1419" y="298"/>
                  </a:lnTo>
                  <a:lnTo>
                    <a:pt x="1507" y="273"/>
                  </a:lnTo>
                  <a:lnTo>
                    <a:pt x="1597" y="249"/>
                  </a:lnTo>
                  <a:lnTo>
                    <a:pt x="1688" y="225"/>
                  </a:lnTo>
                  <a:close/>
                </a:path>
              </a:pathLst>
            </a:custGeom>
            <a:noFill/>
            <a:ln w="10">
              <a:solidFill>
                <a:srgbClr val="FEFEF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212"/>
            <p:cNvSpPr>
              <a:spLocks/>
            </p:cNvSpPr>
            <p:nvPr/>
          </p:nvSpPr>
          <p:spPr bwMode="auto">
            <a:xfrm>
              <a:off x="614" y="1450"/>
              <a:ext cx="924" cy="2019"/>
            </a:xfrm>
            <a:custGeom>
              <a:avLst/>
              <a:gdLst>
                <a:gd name="T0" fmla="*/ 115 w 7391"/>
                <a:gd name="T1" fmla="*/ 236 h 16153"/>
                <a:gd name="T2" fmla="*/ 115 w 7391"/>
                <a:gd name="T3" fmla="*/ 236 h 16153"/>
                <a:gd name="T4" fmla="*/ 116 w 7391"/>
                <a:gd name="T5" fmla="*/ 237 h 16153"/>
                <a:gd name="T6" fmla="*/ 115 w 7391"/>
                <a:gd name="T7" fmla="*/ 238 h 16153"/>
                <a:gd name="T8" fmla="*/ 115 w 7391"/>
                <a:gd name="T9" fmla="*/ 238 h 16153"/>
                <a:gd name="T10" fmla="*/ 113 w 7391"/>
                <a:gd name="T11" fmla="*/ 239 h 16153"/>
                <a:gd name="T12" fmla="*/ 111 w 7391"/>
                <a:gd name="T13" fmla="*/ 241 h 16153"/>
                <a:gd name="T14" fmla="*/ 109 w 7391"/>
                <a:gd name="T15" fmla="*/ 242 h 16153"/>
                <a:gd name="T16" fmla="*/ 106 w 7391"/>
                <a:gd name="T17" fmla="*/ 243 h 16153"/>
                <a:gd name="T18" fmla="*/ 103 w 7391"/>
                <a:gd name="T19" fmla="*/ 245 h 16153"/>
                <a:gd name="T20" fmla="*/ 100 w 7391"/>
                <a:gd name="T21" fmla="*/ 246 h 16153"/>
                <a:gd name="T22" fmla="*/ 96 w 7391"/>
                <a:gd name="T23" fmla="*/ 247 h 16153"/>
                <a:gd name="T24" fmla="*/ 92 w 7391"/>
                <a:gd name="T25" fmla="*/ 249 h 16153"/>
                <a:gd name="T26" fmla="*/ 88 w 7391"/>
                <a:gd name="T27" fmla="*/ 250 h 16153"/>
                <a:gd name="T28" fmla="*/ 84 w 7391"/>
                <a:gd name="T29" fmla="*/ 251 h 16153"/>
                <a:gd name="T30" fmla="*/ 80 w 7391"/>
                <a:gd name="T31" fmla="*/ 251 h 16153"/>
                <a:gd name="T32" fmla="*/ 76 w 7391"/>
                <a:gd name="T33" fmla="*/ 252 h 16153"/>
                <a:gd name="T34" fmla="*/ 72 w 7391"/>
                <a:gd name="T35" fmla="*/ 252 h 16153"/>
                <a:gd name="T36" fmla="*/ 69 w 7391"/>
                <a:gd name="T37" fmla="*/ 252 h 16153"/>
                <a:gd name="T38" fmla="*/ 66 w 7391"/>
                <a:gd name="T39" fmla="*/ 252 h 16153"/>
                <a:gd name="T40" fmla="*/ 64 w 7391"/>
                <a:gd name="T41" fmla="*/ 252 h 16153"/>
                <a:gd name="T42" fmla="*/ 62 w 7391"/>
                <a:gd name="T43" fmla="*/ 252 h 16153"/>
                <a:gd name="T44" fmla="*/ 61 w 7391"/>
                <a:gd name="T45" fmla="*/ 252 h 16153"/>
                <a:gd name="T46" fmla="*/ 60 w 7391"/>
                <a:gd name="T47" fmla="*/ 251 h 16153"/>
                <a:gd name="T48" fmla="*/ 60 w 7391"/>
                <a:gd name="T49" fmla="*/ 250 h 16153"/>
                <a:gd name="T50" fmla="*/ 0 w 7391"/>
                <a:gd name="T51" fmla="*/ 16 h 16153"/>
                <a:gd name="T52" fmla="*/ 0 w 7391"/>
                <a:gd name="T53" fmla="*/ 16 h 16153"/>
                <a:gd name="T54" fmla="*/ 0 w 7391"/>
                <a:gd name="T55" fmla="*/ 15 h 16153"/>
                <a:gd name="T56" fmla="*/ 1 w 7391"/>
                <a:gd name="T57" fmla="*/ 14 h 16153"/>
                <a:gd name="T58" fmla="*/ 3 w 7391"/>
                <a:gd name="T59" fmla="*/ 13 h 16153"/>
                <a:gd name="T60" fmla="*/ 5 w 7391"/>
                <a:gd name="T61" fmla="*/ 12 h 16153"/>
                <a:gd name="T62" fmla="*/ 7 w 7391"/>
                <a:gd name="T63" fmla="*/ 10 h 16153"/>
                <a:gd name="T64" fmla="*/ 10 w 7391"/>
                <a:gd name="T65" fmla="*/ 9 h 16153"/>
                <a:gd name="T66" fmla="*/ 13 w 7391"/>
                <a:gd name="T67" fmla="*/ 8 h 16153"/>
                <a:gd name="T68" fmla="*/ 17 w 7391"/>
                <a:gd name="T69" fmla="*/ 7 h 16153"/>
                <a:gd name="T70" fmla="*/ 21 w 7391"/>
                <a:gd name="T71" fmla="*/ 5 h 16153"/>
                <a:gd name="T72" fmla="*/ 25 w 7391"/>
                <a:gd name="T73" fmla="*/ 4 h 16153"/>
                <a:gd name="T74" fmla="*/ 29 w 7391"/>
                <a:gd name="T75" fmla="*/ 3 h 16153"/>
                <a:gd name="T76" fmla="*/ 34 w 7391"/>
                <a:gd name="T77" fmla="*/ 2 h 16153"/>
                <a:gd name="T78" fmla="*/ 37 w 7391"/>
                <a:gd name="T79" fmla="*/ 1 h 16153"/>
                <a:gd name="T80" fmla="*/ 41 w 7391"/>
                <a:gd name="T81" fmla="*/ 1 h 16153"/>
                <a:gd name="T82" fmla="*/ 44 w 7391"/>
                <a:gd name="T83" fmla="*/ 0 h 16153"/>
                <a:gd name="T84" fmla="*/ 48 w 7391"/>
                <a:gd name="T85" fmla="*/ 0 h 16153"/>
                <a:gd name="T86" fmla="*/ 51 w 7391"/>
                <a:gd name="T87" fmla="*/ 0 h 16153"/>
                <a:gd name="T88" fmla="*/ 54 w 7391"/>
                <a:gd name="T89" fmla="*/ 0 h 16153"/>
                <a:gd name="T90" fmla="*/ 56 w 7391"/>
                <a:gd name="T91" fmla="*/ 1 h 16153"/>
                <a:gd name="T92" fmla="*/ 58 w 7391"/>
                <a:gd name="T93" fmla="*/ 6 h 16153"/>
                <a:gd name="T94" fmla="*/ 65 w 7391"/>
                <a:gd name="T95" fmla="*/ 34 h 16153"/>
                <a:gd name="T96" fmla="*/ 76 w 7391"/>
                <a:gd name="T97" fmla="*/ 80 h 16153"/>
                <a:gd name="T98" fmla="*/ 90 w 7391"/>
                <a:gd name="T99" fmla="*/ 135 h 16153"/>
                <a:gd name="T100" fmla="*/ 104 w 7391"/>
                <a:gd name="T101" fmla="*/ 189 h 16153"/>
                <a:gd name="T102" fmla="*/ 115 w 7391"/>
                <a:gd name="T103" fmla="*/ 235 h 1615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7391"/>
                <a:gd name="T157" fmla="*/ 0 h 16153"/>
                <a:gd name="T158" fmla="*/ 7391 w 7391"/>
                <a:gd name="T159" fmla="*/ 16153 h 16153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7391" h="16153">
                  <a:moveTo>
                    <a:pt x="7363" y="15054"/>
                  </a:moveTo>
                  <a:lnTo>
                    <a:pt x="7368" y="15077"/>
                  </a:lnTo>
                  <a:lnTo>
                    <a:pt x="7372" y="15094"/>
                  </a:lnTo>
                  <a:lnTo>
                    <a:pt x="7376" y="15106"/>
                  </a:lnTo>
                  <a:lnTo>
                    <a:pt x="7378" y="15114"/>
                  </a:lnTo>
                  <a:lnTo>
                    <a:pt x="7380" y="15124"/>
                  </a:lnTo>
                  <a:lnTo>
                    <a:pt x="7383" y="15134"/>
                  </a:lnTo>
                  <a:lnTo>
                    <a:pt x="7386" y="15149"/>
                  </a:lnTo>
                  <a:lnTo>
                    <a:pt x="7391" y="15168"/>
                  </a:lnTo>
                  <a:lnTo>
                    <a:pt x="7391" y="15179"/>
                  </a:lnTo>
                  <a:lnTo>
                    <a:pt x="7387" y="15191"/>
                  </a:lnTo>
                  <a:lnTo>
                    <a:pt x="7379" y="15206"/>
                  </a:lnTo>
                  <a:lnTo>
                    <a:pt x="7366" y="15221"/>
                  </a:lnTo>
                  <a:lnTo>
                    <a:pt x="7350" y="15239"/>
                  </a:lnTo>
                  <a:lnTo>
                    <a:pt x="7329" y="15258"/>
                  </a:lnTo>
                  <a:lnTo>
                    <a:pt x="7305" y="15278"/>
                  </a:lnTo>
                  <a:lnTo>
                    <a:pt x="7276" y="15300"/>
                  </a:lnTo>
                  <a:lnTo>
                    <a:pt x="7245" y="15323"/>
                  </a:lnTo>
                  <a:lnTo>
                    <a:pt x="7208" y="15348"/>
                  </a:lnTo>
                  <a:lnTo>
                    <a:pt x="7170" y="15373"/>
                  </a:lnTo>
                  <a:lnTo>
                    <a:pt x="7127" y="15399"/>
                  </a:lnTo>
                  <a:lnTo>
                    <a:pt x="7082" y="15426"/>
                  </a:lnTo>
                  <a:lnTo>
                    <a:pt x="7032" y="15454"/>
                  </a:lnTo>
                  <a:lnTo>
                    <a:pt x="6980" y="15482"/>
                  </a:lnTo>
                  <a:lnTo>
                    <a:pt x="6925" y="15511"/>
                  </a:lnTo>
                  <a:lnTo>
                    <a:pt x="6867" y="15540"/>
                  </a:lnTo>
                  <a:lnTo>
                    <a:pt x="6806" y="15570"/>
                  </a:lnTo>
                  <a:lnTo>
                    <a:pt x="6742" y="15599"/>
                  </a:lnTo>
                  <a:lnTo>
                    <a:pt x="6676" y="15629"/>
                  </a:lnTo>
                  <a:lnTo>
                    <a:pt x="6607" y="15659"/>
                  </a:lnTo>
                  <a:lnTo>
                    <a:pt x="6535" y="15689"/>
                  </a:lnTo>
                  <a:lnTo>
                    <a:pt x="6461" y="15719"/>
                  </a:lnTo>
                  <a:lnTo>
                    <a:pt x="6385" y="15749"/>
                  </a:lnTo>
                  <a:lnTo>
                    <a:pt x="6308" y="15778"/>
                  </a:lnTo>
                  <a:lnTo>
                    <a:pt x="6227" y="15807"/>
                  </a:lnTo>
                  <a:lnTo>
                    <a:pt x="6145" y="15835"/>
                  </a:lnTo>
                  <a:lnTo>
                    <a:pt x="6060" y="15863"/>
                  </a:lnTo>
                  <a:lnTo>
                    <a:pt x="5973" y="15890"/>
                  </a:lnTo>
                  <a:lnTo>
                    <a:pt x="5886" y="15916"/>
                  </a:lnTo>
                  <a:lnTo>
                    <a:pt x="5796" y="15941"/>
                  </a:lnTo>
                  <a:lnTo>
                    <a:pt x="5706" y="15964"/>
                  </a:lnTo>
                  <a:lnTo>
                    <a:pt x="5614" y="15987"/>
                  </a:lnTo>
                  <a:lnTo>
                    <a:pt x="5523" y="16008"/>
                  </a:lnTo>
                  <a:lnTo>
                    <a:pt x="5434" y="16028"/>
                  </a:lnTo>
                  <a:lnTo>
                    <a:pt x="5346" y="16045"/>
                  </a:lnTo>
                  <a:lnTo>
                    <a:pt x="5258" y="16062"/>
                  </a:lnTo>
                  <a:lnTo>
                    <a:pt x="5172" y="16077"/>
                  </a:lnTo>
                  <a:lnTo>
                    <a:pt x="5088" y="16090"/>
                  </a:lnTo>
                  <a:lnTo>
                    <a:pt x="5005" y="16101"/>
                  </a:lnTo>
                  <a:lnTo>
                    <a:pt x="4924" y="16112"/>
                  </a:lnTo>
                  <a:lnTo>
                    <a:pt x="4845" y="16121"/>
                  </a:lnTo>
                  <a:lnTo>
                    <a:pt x="4769" y="16129"/>
                  </a:lnTo>
                  <a:lnTo>
                    <a:pt x="4694" y="16137"/>
                  </a:lnTo>
                  <a:lnTo>
                    <a:pt x="4621" y="16142"/>
                  </a:lnTo>
                  <a:lnTo>
                    <a:pt x="4551" y="16146"/>
                  </a:lnTo>
                  <a:lnTo>
                    <a:pt x="4483" y="16149"/>
                  </a:lnTo>
                  <a:lnTo>
                    <a:pt x="4418" y="16152"/>
                  </a:lnTo>
                  <a:lnTo>
                    <a:pt x="4356" y="16153"/>
                  </a:lnTo>
                  <a:lnTo>
                    <a:pt x="4296" y="16153"/>
                  </a:lnTo>
                  <a:lnTo>
                    <a:pt x="4240" y="16152"/>
                  </a:lnTo>
                  <a:lnTo>
                    <a:pt x="4186" y="16151"/>
                  </a:lnTo>
                  <a:lnTo>
                    <a:pt x="4137" y="16148"/>
                  </a:lnTo>
                  <a:lnTo>
                    <a:pt x="4091" y="16145"/>
                  </a:lnTo>
                  <a:lnTo>
                    <a:pt x="4048" y="16141"/>
                  </a:lnTo>
                  <a:lnTo>
                    <a:pt x="4009" y="16136"/>
                  </a:lnTo>
                  <a:lnTo>
                    <a:pt x="3974" y="16130"/>
                  </a:lnTo>
                  <a:lnTo>
                    <a:pt x="3943" y="16124"/>
                  </a:lnTo>
                  <a:lnTo>
                    <a:pt x="3916" y="16117"/>
                  </a:lnTo>
                  <a:lnTo>
                    <a:pt x="3892" y="16110"/>
                  </a:lnTo>
                  <a:lnTo>
                    <a:pt x="3873" y="16102"/>
                  </a:lnTo>
                  <a:lnTo>
                    <a:pt x="3860" y="16093"/>
                  </a:lnTo>
                  <a:lnTo>
                    <a:pt x="3849" y="16085"/>
                  </a:lnTo>
                  <a:lnTo>
                    <a:pt x="3845" y="16075"/>
                  </a:lnTo>
                  <a:lnTo>
                    <a:pt x="3836" y="16041"/>
                  </a:lnTo>
                  <a:lnTo>
                    <a:pt x="3832" y="16021"/>
                  </a:lnTo>
                  <a:lnTo>
                    <a:pt x="3826" y="16000"/>
                  </a:lnTo>
                  <a:lnTo>
                    <a:pt x="3817" y="15961"/>
                  </a:lnTo>
                  <a:lnTo>
                    <a:pt x="3" y="1044"/>
                  </a:lnTo>
                  <a:lnTo>
                    <a:pt x="3" y="1043"/>
                  </a:lnTo>
                  <a:lnTo>
                    <a:pt x="2" y="1042"/>
                  </a:lnTo>
                  <a:lnTo>
                    <a:pt x="0" y="1024"/>
                  </a:lnTo>
                  <a:lnTo>
                    <a:pt x="2" y="1005"/>
                  </a:lnTo>
                  <a:lnTo>
                    <a:pt x="9" y="985"/>
                  </a:lnTo>
                  <a:lnTo>
                    <a:pt x="21" y="964"/>
                  </a:lnTo>
                  <a:lnTo>
                    <a:pt x="36" y="942"/>
                  </a:lnTo>
                  <a:lnTo>
                    <a:pt x="56" y="920"/>
                  </a:lnTo>
                  <a:lnTo>
                    <a:pt x="80" y="897"/>
                  </a:lnTo>
                  <a:lnTo>
                    <a:pt x="108" y="873"/>
                  </a:lnTo>
                  <a:lnTo>
                    <a:pt x="139" y="849"/>
                  </a:lnTo>
                  <a:lnTo>
                    <a:pt x="174" y="824"/>
                  </a:lnTo>
                  <a:lnTo>
                    <a:pt x="214" y="799"/>
                  </a:lnTo>
                  <a:lnTo>
                    <a:pt x="256" y="773"/>
                  </a:lnTo>
                  <a:lnTo>
                    <a:pt x="302" y="747"/>
                  </a:lnTo>
                  <a:lnTo>
                    <a:pt x="352" y="720"/>
                  </a:lnTo>
                  <a:lnTo>
                    <a:pt x="404" y="693"/>
                  </a:lnTo>
                  <a:lnTo>
                    <a:pt x="460" y="667"/>
                  </a:lnTo>
                  <a:lnTo>
                    <a:pt x="519" y="639"/>
                  </a:lnTo>
                  <a:lnTo>
                    <a:pt x="580" y="612"/>
                  </a:lnTo>
                  <a:lnTo>
                    <a:pt x="645" y="585"/>
                  </a:lnTo>
                  <a:lnTo>
                    <a:pt x="712" y="558"/>
                  </a:lnTo>
                  <a:lnTo>
                    <a:pt x="782" y="530"/>
                  </a:lnTo>
                  <a:lnTo>
                    <a:pt x="853" y="503"/>
                  </a:lnTo>
                  <a:lnTo>
                    <a:pt x="928" y="476"/>
                  </a:lnTo>
                  <a:lnTo>
                    <a:pt x="1005" y="449"/>
                  </a:lnTo>
                  <a:lnTo>
                    <a:pt x="1084" y="422"/>
                  </a:lnTo>
                  <a:lnTo>
                    <a:pt x="1164" y="396"/>
                  </a:lnTo>
                  <a:lnTo>
                    <a:pt x="1247" y="369"/>
                  </a:lnTo>
                  <a:lnTo>
                    <a:pt x="1333" y="345"/>
                  </a:lnTo>
                  <a:lnTo>
                    <a:pt x="1419" y="319"/>
                  </a:lnTo>
                  <a:lnTo>
                    <a:pt x="1507" y="294"/>
                  </a:lnTo>
                  <a:lnTo>
                    <a:pt x="1597" y="270"/>
                  </a:lnTo>
                  <a:lnTo>
                    <a:pt x="1688" y="246"/>
                  </a:lnTo>
                  <a:lnTo>
                    <a:pt x="1759" y="227"/>
                  </a:lnTo>
                  <a:lnTo>
                    <a:pt x="1851" y="204"/>
                  </a:lnTo>
                  <a:lnTo>
                    <a:pt x="1960" y="177"/>
                  </a:lnTo>
                  <a:lnTo>
                    <a:pt x="2085" y="147"/>
                  </a:lnTo>
                  <a:lnTo>
                    <a:pt x="2152" y="133"/>
                  </a:lnTo>
                  <a:lnTo>
                    <a:pt x="2222" y="117"/>
                  </a:lnTo>
                  <a:lnTo>
                    <a:pt x="2294" y="103"/>
                  </a:lnTo>
                  <a:lnTo>
                    <a:pt x="2366" y="88"/>
                  </a:lnTo>
                  <a:lnTo>
                    <a:pt x="2441" y="74"/>
                  </a:lnTo>
                  <a:lnTo>
                    <a:pt x="2517" y="60"/>
                  </a:lnTo>
                  <a:lnTo>
                    <a:pt x="2593" y="48"/>
                  </a:lnTo>
                  <a:lnTo>
                    <a:pt x="2670" y="36"/>
                  </a:lnTo>
                  <a:lnTo>
                    <a:pt x="2747" y="26"/>
                  </a:lnTo>
                  <a:lnTo>
                    <a:pt x="2823" y="18"/>
                  </a:lnTo>
                  <a:lnTo>
                    <a:pt x="2899" y="10"/>
                  </a:lnTo>
                  <a:lnTo>
                    <a:pt x="2972" y="5"/>
                  </a:lnTo>
                  <a:lnTo>
                    <a:pt x="3045" y="1"/>
                  </a:lnTo>
                  <a:lnTo>
                    <a:pt x="3115" y="0"/>
                  </a:lnTo>
                  <a:lnTo>
                    <a:pt x="3184" y="1"/>
                  </a:lnTo>
                  <a:lnTo>
                    <a:pt x="3249" y="4"/>
                  </a:lnTo>
                  <a:lnTo>
                    <a:pt x="3312" y="10"/>
                  </a:lnTo>
                  <a:lnTo>
                    <a:pt x="3370" y="19"/>
                  </a:lnTo>
                  <a:lnTo>
                    <a:pt x="3425" y="31"/>
                  </a:lnTo>
                  <a:lnTo>
                    <a:pt x="3476" y="47"/>
                  </a:lnTo>
                  <a:lnTo>
                    <a:pt x="3521" y="64"/>
                  </a:lnTo>
                  <a:lnTo>
                    <a:pt x="3563" y="87"/>
                  </a:lnTo>
                  <a:lnTo>
                    <a:pt x="3598" y="112"/>
                  </a:lnTo>
                  <a:lnTo>
                    <a:pt x="3628" y="142"/>
                  </a:lnTo>
                  <a:lnTo>
                    <a:pt x="3692" y="398"/>
                  </a:lnTo>
                  <a:lnTo>
                    <a:pt x="3804" y="842"/>
                  </a:lnTo>
                  <a:lnTo>
                    <a:pt x="3956" y="1452"/>
                  </a:lnTo>
                  <a:lnTo>
                    <a:pt x="4144" y="2209"/>
                  </a:lnTo>
                  <a:lnTo>
                    <a:pt x="4364" y="3090"/>
                  </a:lnTo>
                  <a:lnTo>
                    <a:pt x="4609" y="4075"/>
                  </a:lnTo>
                  <a:lnTo>
                    <a:pt x="4876" y="5144"/>
                  </a:lnTo>
                  <a:lnTo>
                    <a:pt x="5157" y="6275"/>
                  </a:lnTo>
                  <a:lnTo>
                    <a:pt x="5449" y="7448"/>
                  </a:lnTo>
                  <a:lnTo>
                    <a:pt x="5747" y="8640"/>
                  </a:lnTo>
                  <a:lnTo>
                    <a:pt x="6046" y="9832"/>
                  </a:lnTo>
                  <a:lnTo>
                    <a:pt x="6339" y="11003"/>
                  </a:lnTo>
                  <a:lnTo>
                    <a:pt x="6623" y="12131"/>
                  </a:lnTo>
                  <a:lnTo>
                    <a:pt x="6891" y="13197"/>
                  </a:lnTo>
                  <a:lnTo>
                    <a:pt x="7140" y="14178"/>
                  </a:lnTo>
                  <a:lnTo>
                    <a:pt x="7363" y="15054"/>
                  </a:lnTo>
                  <a:close/>
                </a:path>
              </a:pathLst>
            </a:custGeom>
            <a:noFill/>
            <a:ln w="20">
              <a:solidFill>
                <a:srgbClr val="9CD3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213"/>
            <p:cNvSpPr>
              <a:spLocks/>
            </p:cNvSpPr>
            <p:nvPr/>
          </p:nvSpPr>
          <p:spPr bwMode="auto">
            <a:xfrm>
              <a:off x="991" y="2328"/>
              <a:ext cx="120" cy="121"/>
            </a:xfrm>
            <a:custGeom>
              <a:avLst/>
              <a:gdLst>
                <a:gd name="T0" fmla="*/ 9 w 963"/>
                <a:gd name="T1" fmla="*/ 0 h 964"/>
                <a:gd name="T2" fmla="*/ 10 w 963"/>
                <a:gd name="T3" fmla="*/ 1 h 964"/>
                <a:gd name="T4" fmla="*/ 11 w 963"/>
                <a:gd name="T5" fmla="*/ 1 h 964"/>
                <a:gd name="T6" fmla="*/ 12 w 963"/>
                <a:gd name="T7" fmla="*/ 2 h 964"/>
                <a:gd name="T8" fmla="*/ 13 w 963"/>
                <a:gd name="T9" fmla="*/ 2 h 964"/>
                <a:gd name="T10" fmla="*/ 14 w 963"/>
                <a:gd name="T11" fmla="*/ 3 h 964"/>
                <a:gd name="T12" fmla="*/ 14 w 963"/>
                <a:gd name="T13" fmla="*/ 4 h 964"/>
                <a:gd name="T14" fmla="*/ 15 w 963"/>
                <a:gd name="T15" fmla="*/ 5 h 964"/>
                <a:gd name="T16" fmla="*/ 15 w 963"/>
                <a:gd name="T17" fmla="*/ 6 h 964"/>
                <a:gd name="T18" fmla="*/ 15 w 963"/>
                <a:gd name="T19" fmla="*/ 7 h 964"/>
                <a:gd name="T20" fmla="*/ 15 w 963"/>
                <a:gd name="T21" fmla="*/ 9 h 964"/>
                <a:gd name="T22" fmla="*/ 15 w 963"/>
                <a:gd name="T23" fmla="*/ 10 h 964"/>
                <a:gd name="T24" fmla="*/ 14 w 963"/>
                <a:gd name="T25" fmla="*/ 11 h 964"/>
                <a:gd name="T26" fmla="*/ 14 w 963"/>
                <a:gd name="T27" fmla="*/ 12 h 964"/>
                <a:gd name="T28" fmla="*/ 13 w 963"/>
                <a:gd name="T29" fmla="*/ 13 h 964"/>
                <a:gd name="T30" fmla="*/ 12 w 963"/>
                <a:gd name="T31" fmla="*/ 13 h 964"/>
                <a:gd name="T32" fmla="*/ 11 w 963"/>
                <a:gd name="T33" fmla="*/ 14 h 964"/>
                <a:gd name="T34" fmla="*/ 10 w 963"/>
                <a:gd name="T35" fmla="*/ 15 h 964"/>
                <a:gd name="T36" fmla="*/ 9 w 963"/>
                <a:gd name="T37" fmla="*/ 15 h 964"/>
                <a:gd name="T38" fmla="*/ 8 w 963"/>
                <a:gd name="T39" fmla="*/ 15 h 964"/>
                <a:gd name="T40" fmla="*/ 7 w 963"/>
                <a:gd name="T41" fmla="*/ 15 h 964"/>
                <a:gd name="T42" fmla="*/ 6 w 963"/>
                <a:gd name="T43" fmla="*/ 15 h 964"/>
                <a:gd name="T44" fmla="*/ 5 w 963"/>
                <a:gd name="T45" fmla="*/ 15 h 964"/>
                <a:gd name="T46" fmla="*/ 4 w 963"/>
                <a:gd name="T47" fmla="*/ 14 h 964"/>
                <a:gd name="T48" fmla="*/ 3 w 963"/>
                <a:gd name="T49" fmla="*/ 14 h 964"/>
                <a:gd name="T50" fmla="*/ 2 w 963"/>
                <a:gd name="T51" fmla="*/ 13 h 964"/>
                <a:gd name="T52" fmla="*/ 1 w 963"/>
                <a:gd name="T53" fmla="*/ 12 h 964"/>
                <a:gd name="T54" fmla="*/ 1 w 963"/>
                <a:gd name="T55" fmla="*/ 11 h 964"/>
                <a:gd name="T56" fmla="*/ 0 w 963"/>
                <a:gd name="T57" fmla="*/ 10 h 964"/>
                <a:gd name="T58" fmla="*/ 0 w 963"/>
                <a:gd name="T59" fmla="*/ 9 h 964"/>
                <a:gd name="T60" fmla="*/ 0 w 963"/>
                <a:gd name="T61" fmla="*/ 8 h 964"/>
                <a:gd name="T62" fmla="*/ 0 w 963"/>
                <a:gd name="T63" fmla="*/ 7 h 964"/>
                <a:gd name="T64" fmla="*/ 0 w 963"/>
                <a:gd name="T65" fmla="*/ 6 h 964"/>
                <a:gd name="T66" fmla="*/ 0 w 963"/>
                <a:gd name="T67" fmla="*/ 5 h 964"/>
                <a:gd name="T68" fmla="*/ 1 w 963"/>
                <a:gd name="T69" fmla="*/ 4 h 964"/>
                <a:gd name="T70" fmla="*/ 2 w 963"/>
                <a:gd name="T71" fmla="*/ 3 h 964"/>
                <a:gd name="T72" fmla="*/ 2 w 963"/>
                <a:gd name="T73" fmla="*/ 2 h 964"/>
                <a:gd name="T74" fmla="*/ 3 w 963"/>
                <a:gd name="T75" fmla="*/ 1 h 964"/>
                <a:gd name="T76" fmla="*/ 4 w 963"/>
                <a:gd name="T77" fmla="*/ 1 h 964"/>
                <a:gd name="T78" fmla="*/ 5 w 963"/>
                <a:gd name="T79" fmla="*/ 0 h 964"/>
                <a:gd name="T80" fmla="*/ 6 w 963"/>
                <a:gd name="T81" fmla="*/ 0 h 964"/>
                <a:gd name="T82" fmla="*/ 7 w 963"/>
                <a:gd name="T83" fmla="*/ 0 h 964"/>
                <a:gd name="T84" fmla="*/ 8 w 963"/>
                <a:gd name="T85" fmla="*/ 0 h 9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63"/>
                <a:gd name="T130" fmla="*/ 0 h 964"/>
                <a:gd name="T131" fmla="*/ 963 w 963"/>
                <a:gd name="T132" fmla="*/ 964 h 9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63" h="964">
                  <a:moveTo>
                    <a:pt x="545" y="4"/>
                  </a:moveTo>
                  <a:lnTo>
                    <a:pt x="569" y="8"/>
                  </a:lnTo>
                  <a:lnTo>
                    <a:pt x="593" y="14"/>
                  </a:lnTo>
                  <a:lnTo>
                    <a:pt x="617" y="20"/>
                  </a:lnTo>
                  <a:lnTo>
                    <a:pt x="640" y="27"/>
                  </a:lnTo>
                  <a:lnTo>
                    <a:pt x="662" y="35"/>
                  </a:lnTo>
                  <a:lnTo>
                    <a:pt x="684" y="45"/>
                  </a:lnTo>
                  <a:lnTo>
                    <a:pt x="705" y="55"/>
                  </a:lnTo>
                  <a:lnTo>
                    <a:pt x="726" y="67"/>
                  </a:lnTo>
                  <a:lnTo>
                    <a:pt x="746" y="79"/>
                  </a:lnTo>
                  <a:lnTo>
                    <a:pt x="765" y="92"/>
                  </a:lnTo>
                  <a:lnTo>
                    <a:pt x="783" y="106"/>
                  </a:lnTo>
                  <a:lnTo>
                    <a:pt x="801" y="122"/>
                  </a:lnTo>
                  <a:lnTo>
                    <a:pt x="817" y="137"/>
                  </a:lnTo>
                  <a:lnTo>
                    <a:pt x="834" y="154"/>
                  </a:lnTo>
                  <a:lnTo>
                    <a:pt x="850" y="171"/>
                  </a:lnTo>
                  <a:lnTo>
                    <a:pt x="864" y="189"/>
                  </a:lnTo>
                  <a:lnTo>
                    <a:pt x="878" y="208"/>
                  </a:lnTo>
                  <a:lnTo>
                    <a:pt x="890" y="227"/>
                  </a:lnTo>
                  <a:lnTo>
                    <a:pt x="902" y="247"/>
                  </a:lnTo>
                  <a:lnTo>
                    <a:pt x="913" y="268"/>
                  </a:lnTo>
                  <a:lnTo>
                    <a:pt x="922" y="289"/>
                  </a:lnTo>
                  <a:lnTo>
                    <a:pt x="932" y="310"/>
                  </a:lnTo>
                  <a:lnTo>
                    <a:pt x="939" y="332"/>
                  </a:lnTo>
                  <a:lnTo>
                    <a:pt x="946" y="355"/>
                  </a:lnTo>
                  <a:lnTo>
                    <a:pt x="951" y="378"/>
                  </a:lnTo>
                  <a:lnTo>
                    <a:pt x="957" y="401"/>
                  </a:lnTo>
                  <a:lnTo>
                    <a:pt x="960" y="425"/>
                  </a:lnTo>
                  <a:lnTo>
                    <a:pt x="962" y="448"/>
                  </a:lnTo>
                  <a:lnTo>
                    <a:pt x="963" y="472"/>
                  </a:lnTo>
                  <a:lnTo>
                    <a:pt x="963" y="496"/>
                  </a:lnTo>
                  <a:lnTo>
                    <a:pt x="962" y="521"/>
                  </a:lnTo>
                  <a:lnTo>
                    <a:pt x="959" y="546"/>
                  </a:lnTo>
                  <a:lnTo>
                    <a:pt x="954" y="570"/>
                  </a:lnTo>
                  <a:lnTo>
                    <a:pt x="950" y="594"/>
                  </a:lnTo>
                  <a:lnTo>
                    <a:pt x="944" y="618"/>
                  </a:lnTo>
                  <a:lnTo>
                    <a:pt x="937" y="641"/>
                  </a:lnTo>
                  <a:lnTo>
                    <a:pt x="927" y="663"/>
                  </a:lnTo>
                  <a:lnTo>
                    <a:pt x="918" y="685"/>
                  </a:lnTo>
                  <a:lnTo>
                    <a:pt x="908" y="706"/>
                  </a:lnTo>
                  <a:lnTo>
                    <a:pt x="896" y="727"/>
                  </a:lnTo>
                  <a:lnTo>
                    <a:pt x="884" y="746"/>
                  </a:lnTo>
                  <a:lnTo>
                    <a:pt x="870" y="766"/>
                  </a:lnTo>
                  <a:lnTo>
                    <a:pt x="857" y="784"/>
                  </a:lnTo>
                  <a:lnTo>
                    <a:pt x="841" y="801"/>
                  </a:lnTo>
                  <a:lnTo>
                    <a:pt x="826" y="819"/>
                  </a:lnTo>
                  <a:lnTo>
                    <a:pt x="809" y="835"/>
                  </a:lnTo>
                  <a:lnTo>
                    <a:pt x="792" y="850"/>
                  </a:lnTo>
                  <a:lnTo>
                    <a:pt x="774" y="865"/>
                  </a:lnTo>
                  <a:lnTo>
                    <a:pt x="755" y="878"/>
                  </a:lnTo>
                  <a:lnTo>
                    <a:pt x="735" y="891"/>
                  </a:lnTo>
                  <a:lnTo>
                    <a:pt x="716" y="903"/>
                  </a:lnTo>
                  <a:lnTo>
                    <a:pt x="696" y="914"/>
                  </a:lnTo>
                  <a:lnTo>
                    <a:pt x="674" y="924"/>
                  </a:lnTo>
                  <a:lnTo>
                    <a:pt x="652" y="932"/>
                  </a:lnTo>
                  <a:lnTo>
                    <a:pt x="631" y="941"/>
                  </a:lnTo>
                  <a:lnTo>
                    <a:pt x="609" y="947"/>
                  </a:lnTo>
                  <a:lnTo>
                    <a:pt x="586" y="953"/>
                  </a:lnTo>
                  <a:lnTo>
                    <a:pt x="562" y="957"/>
                  </a:lnTo>
                  <a:lnTo>
                    <a:pt x="539" y="960"/>
                  </a:lnTo>
                  <a:lnTo>
                    <a:pt x="515" y="963"/>
                  </a:lnTo>
                  <a:lnTo>
                    <a:pt x="492" y="964"/>
                  </a:lnTo>
                  <a:lnTo>
                    <a:pt x="467" y="963"/>
                  </a:lnTo>
                  <a:lnTo>
                    <a:pt x="442" y="962"/>
                  </a:lnTo>
                  <a:lnTo>
                    <a:pt x="418" y="960"/>
                  </a:lnTo>
                  <a:lnTo>
                    <a:pt x="393" y="956"/>
                  </a:lnTo>
                  <a:lnTo>
                    <a:pt x="369" y="951"/>
                  </a:lnTo>
                  <a:lnTo>
                    <a:pt x="345" y="945"/>
                  </a:lnTo>
                  <a:lnTo>
                    <a:pt x="322" y="937"/>
                  </a:lnTo>
                  <a:lnTo>
                    <a:pt x="301" y="929"/>
                  </a:lnTo>
                  <a:lnTo>
                    <a:pt x="279" y="920"/>
                  </a:lnTo>
                  <a:lnTo>
                    <a:pt x="257" y="909"/>
                  </a:lnTo>
                  <a:lnTo>
                    <a:pt x="236" y="898"/>
                  </a:lnTo>
                  <a:lnTo>
                    <a:pt x="217" y="885"/>
                  </a:lnTo>
                  <a:lnTo>
                    <a:pt x="198" y="872"/>
                  </a:lnTo>
                  <a:lnTo>
                    <a:pt x="179" y="857"/>
                  </a:lnTo>
                  <a:lnTo>
                    <a:pt x="162" y="843"/>
                  </a:lnTo>
                  <a:lnTo>
                    <a:pt x="145" y="826"/>
                  </a:lnTo>
                  <a:lnTo>
                    <a:pt x="128" y="811"/>
                  </a:lnTo>
                  <a:lnTo>
                    <a:pt x="113" y="793"/>
                  </a:lnTo>
                  <a:lnTo>
                    <a:pt x="98" y="774"/>
                  </a:lnTo>
                  <a:lnTo>
                    <a:pt x="85" y="756"/>
                  </a:lnTo>
                  <a:lnTo>
                    <a:pt x="72" y="737"/>
                  </a:lnTo>
                  <a:lnTo>
                    <a:pt x="60" y="717"/>
                  </a:lnTo>
                  <a:lnTo>
                    <a:pt x="50" y="697"/>
                  </a:lnTo>
                  <a:lnTo>
                    <a:pt x="40" y="676"/>
                  </a:lnTo>
                  <a:lnTo>
                    <a:pt x="31" y="654"/>
                  </a:lnTo>
                  <a:lnTo>
                    <a:pt x="24" y="632"/>
                  </a:lnTo>
                  <a:lnTo>
                    <a:pt x="16" y="609"/>
                  </a:lnTo>
                  <a:lnTo>
                    <a:pt x="11" y="587"/>
                  </a:lnTo>
                  <a:lnTo>
                    <a:pt x="6" y="564"/>
                  </a:lnTo>
                  <a:lnTo>
                    <a:pt x="3" y="540"/>
                  </a:lnTo>
                  <a:lnTo>
                    <a:pt x="1" y="516"/>
                  </a:lnTo>
                  <a:lnTo>
                    <a:pt x="0" y="492"/>
                  </a:lnTo>
                  <a:lnTo>
                    <a:pt x="0" y="467"/>
                  </a:lnTo>
                  <a:lnTo>
                    <a:pt x="1" y="443"/>
                  </a:lnTo>
                  <a:lnTo>
                    <a:pt x="4" y="418"/>
                  </a:lnTo>
                  <a:lnTo>
                    <a:pt x="7" y="393"/>
                  </a:lnTo>
                  <a:lnTo>
                    <a:pt x="12" y="370"/>
                  </a:lnTo>
                  <a:lnTo>
                    <a:pt x="18" y="347"/>
                  </a:lnTo>
                  <a:lnTo>
                    <a:pt x="26" y="324"/>
                  </a:lnTo>
                  <a:lnTo>
                    <a:pt x="34" y="301"/>
                  </a:lnTo>
                  <a:lnTo>
                    <a:pt x="44" y="279"/>
                  </a:lnTo>
                  <a:lnTo>
                    <a:pt x="55" y="259"/>
                  </a:lnTo>
                  <a:lnTo>
                    <a:pt x="66" y="238"/>
                  </a:lnTo>
                  <a:lnTo>
                    <a:pt x="79" y="218"/>
                  </a:lnTo>
                  <a:lnTo>
                    <a:pt x="91" y="198"/>
                  </a:lnTo>
                  <a:lnTo>
                    <a:pt x="106" y="180"/>
                  </a:lnTo>
                  <a:lnTo>
                    <a:pt x="121" y="162"/>
                  </a:lnTo>
                  <a:lnTo>
                    <a:pt x="137" y="145"/>
                  </a:lnTo>
                  <a:lnTo>
                    <a:pt x="153" y="129"/>
                  </a:lnTo>
                  <a:lnTo>
                    <a:pt x="170" y="114"/>
                  </a:lnTo>
                  <a:lnTo>
                    <a:pt x="189" y="100"/>
                  </a:lnTo>
                  <a:lnTo>
                    <a:pt x="207" y="85"/>
                  </a:lnTo>
                  <a:lnTo>
                    <a:pt x="226" y="73"/>
                  </a:lnTo>
                  <a:lnTo>
                    <a:pt x="247" y="61"/>
                  </a:lnTo>
                  <a:lnTo>
                    <a:pt x="266" y="50"/>
                  </a:lnTo>
                  <a:lnTo>
                    <a:pt x="288" y="41"/>
                  </a:lnTo>
                  <a:lnTo>
                    <a:pt x="309" y="31"/>
                  </a:lnTo>
                  <a:lnTo>
                    <a:pt x="332" y="24"/>
                  </a:lnTo>
                  <a:lnTo>
                    <a:pt x="354" y="17"/>
                  </a:lnTo>
                  <a:lnTo>
                    <a:pt x="376" y="11"/>
                  </a:lnTo>
                  <a:lnTo>
                    <a:pt x="400" y="7"/>
                  </a:lnTo>
                  <a:lnTo>
                    <a:pt x="423" y="3"/>
                  </a:lnTo>
                  <a:lnTo>
                    <a:pt x="447" y="1"/>
                  </a:lnTo>
                  <a:lnTo>
                    <a:pt x="471" y="0"/>
                  </a:lnTo>
                  <a:lnTo>
                    <a:pt x="496" y="0"/>
                  </a:lnTo>
                  <a:lnTo>
                    <a:pt x="520" y="2"/>
                  </a:lnTo>
                  <a:lnTo>
                    <a:pt x="545" y="4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214"/>
            <p:cNvSpPr>
              <a:spLocks/>
            </p:cNvSpPr>
            <p:nvPr/>
          </p:nvSpPr>
          <p:spPr bwMode="auto">
            <a:xfrm>
              <a:off x="991" y="2328"/>
              <a:ext cx="120" cy="121"/>
            </a:xfrm>
            <a:custGeom>
              <a:avLst/>
              <a:gdLst>
                <a:gd name="T0" fmla="*/ 9 w 963"/>
                <a:gd name="T1" fmla="*/ 0 h 964"/>
                <a:gd name="T2" fmla="*/ 10 w 963"/>
                <a:gd name="T3" fmla="*/ 1 h 964"/>
                <a:gd name="T4" fmla="*/ 11 w 963"/>
                <a:gd name="T5" fmla="*/ 1 h 964"/>
                <a:gd name="T6" fmla="*/ 12 w 963"/>
                <a:gd name="T7" fmla="*/ 2 h 964"/>
                <a:gd name="T8" fmla="*/ 13 w 963"/>
                <a:gd name="T9" fmla="*/ 2 h 964"/>
                <a:gd name="T10" fmla="*/ 14 w 963"/>
                <a:gd name="T11" fmla="*/ 3 h 964"/>
                <a:gd name="T12" fmla="*/ 14 w 963"/>
                <a:gd name="T13" fmla="*/ 4 h 964"/>
                <a:gd name="T14" fmla="*/ 15 w 963"/>
                <a:gd name="T15" fmla="*/ 5 h 964"/>
                <a:gd name="T16" fmla="*/ 15 w 963"/>
                <a:gd name="T17" fmla="*/ 6 h 964"/>
                <a:gd name="T18" fmla="*/ 15 w 963"/>
                <a:gd name="T19" fmla="*/ 7 h 964"/>
                <a:gd name="T20" fmla="*/ 15 w 963"/>
                <a:gd name="T21" fmla="*/ 9 h 964"/>
                <a:gd name="T22" fmla="*/ 15 w 963"/>
                <a:gd name="T23" fmla="*/ 10 h 964"/>
                <a:gd name="T24" fmla="*/ 14 w 963"/>
                <a:gd name="T25" fmla="*/ 11 h 964"/>
                <a:gd name="T26" fmla="*/ 14 w 963"/>
                <a:gd name="T27" fmla="*/ 12 h 964"/>
                <a:gd name="T28" fmla="*/ 13 w 963"/>
                <a:gd name="T29" fmla="*/ 13 h 964"/>
                <a:gd name="T30" fmla="*/ 12 w 963"/>
                <a:gd name="T31" fmla="*/ 13 h 964"/>
                <a:gd name="T32" fmla="*/ 11 w 963"/>
                <a:gd name="T33" fmla="*/ 14 h 964"/>
                <a:gd name="T34" fmla="*/ 10 w 963"/>
                <a:gd name="T35" fmla="*/ 15 h 964"/>
                <a:gd name="T36" fmla="*/ 9 w 963"/>
                <a:gd name="T37" fmla="*/ 15 h 964"/>
                <a:gd name="T38" fmla="*/ 8 w 963"/>
                <a:gd name="T39" fmla="*/ 15 h 964"/>
                <a:gd name="T40" fmla="*/ 7 w 963"/>
                <a:gd name="T41" fmla="*/ 15 h 964"/>
                <a:gd name="T42" fmla="*/ 6 w 963"/>
                <a:gd name="T43" fmla="*/ 15 h 964"/>
                <a:gd name="T44" fmla="*/ 5 w 963"/>
                <a:gd name="T45" fmla="*/ 15 h 964"/>
                <a:gd name="T46" fmla="*/ 4 w 963"/>
                <a:gd name="T47" fmla="*/ 14 h 964"/>
                <a:gd name="T48" fmla="*/ 3 w 963"/>
                <a:gd name="T49" fmla="*/ 14 h 964"/>
                <a:gd name="T50" fmla="*/ 2 w 963"/>
                <a:gd name="T51" fmla="*/ 13 h 964"/>
                <a:gd name="T52" fmla="*/ 1 w 963"/>
                <a:gd name="T53" fmla="*/ 12 h 964"/>
                <a:gd name="T54" fmla="*/ 1 w 963"/>
                <a:gd name="T55" fmla="*/ 11 h 964"/>
                <a:gd name="T56" fmla="*/ 0 w 963"/>
                <a:gd name="T57" fmla="*/ 10 h 964"/>
                <a:gd name="T58" fmla="*/ 0 w 963"/>
                <a:gd name="T59" fmla="*/ 9 h 964"/>
                <a:gd name="T60" fmla="*/ 0 w 963"/>
                <a:gd name="T61" fmla="*/ 8 h 964"/>
                <a:gd name="T62" fmla="*/ 0 w 963"/>
                <a:gd name="T63" fmla="*/ 7 h 964"/>
                <a:gd name="T64" fmla="*/ 0 w 963"/>
                <a:gd name="T65" fmla="*/ 6 h 964"/>
                <a:gd name="T66" fmla="*/ 0 w 963"/>
                <a:gd name="T67" fmla="*/ 5 h 964"/>
                <a:gd name="T68" fmla="*/ 1 w 963"/>
                <a:gd name="T69" fmla="*/ 4 h 964"/>
                <a:gd name="T70" fmla="*/ 2 w 963"/>
                <a:gd name="T71" fmla="*/ 3 h 964"/>
                <a:gd name="T72" fmla="*/ 2 w 963"/>
                <a:gd name="T73" fmla="*/ 2 h 964"/>
                <a:gd name="T74" fmla="*/ 3 w 963"/>
                <a:gd name="T75" fmla="*/ 1 h 964"/>
                <a:gd name="T76" fmla="*/ 4 w 963"/>
                <a:gd name="T77" fmla="*/ 1 h 964"/>
                <a:gd name="T78" fmla="*/ 5 w 963"/>
                <a:gd name="T79" fmla="*/ 0 h 964"/>
                <a:gd name="T80" fmla="*/ 6 w 963"/>
                <a:gd name="T81" fmla="*/ 0 h 964"/>
                <a:gd name="T82" fmla="*/ 7 w 963"/>
                <a:gd name="T83" fmla="*/ 0 h 964"/>
                <a:gd name="T84" fmla="*/ 8 w 963"/>
                <a:gd name="T85" fmla="*/ 0 h 9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63"/>
                <a:gd name="T130" fmla="*/ 0 h 964"/>
                <a:gd name="T131" fmla="*/ 963 w 963"/>
                <a:gd name="T132" fmla="*/ 964 h 9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63" h="964">
                  <a:moveTo>
                    <a:pt x="545" y="4"/>
                  </a:moveTo>
                  <a:lnTo>
                    <a:pt x="569" y="8"/>
                  </a:lnTo>
                  <a:lnTo>
                    <a:pt x="593" y="14"/>
                  </a:lnTo>
                  <a:lnTo>
                    <a:pt x="617" y="20"/>
                  </a:lnTo>
                  <a:lnTo>
                    <a:pt x="640" y="27"/>
                  </a:lnTo>
                  <a:lnTo>
                    <a:pt x="662" y="35"/>
                  </a:lnTo>
                  <a:lnTo>
                    <a:pt x="684" y="45"/>
                  </a:lnTo>
                  <a:lnTo>
                    <a:pt x="705" y="55"/>
                  </a:lnTo>
                  <a:lnTo>
                    <a:pt x="726" y="67"/>
                  </a:lnTo>
                  <a:lnTo>
                    <a:pt x="746" y="79"/>
                  </a:lnTo>
                  <a:lnTo>
                    <a:pt x="765" y="92"/>
                  </a:lnTo>
                  <a:lnTo>
                    <a:pt x="783" y="106"/>
                  </a:lnTo>
                  <a:lnTo>
                    <a:pt x="801" y="122"/>
                  </a:lnTo>
                  <a:lnTo>
                    <a:pt x="817" y="137"/>
                  </a:lnTo>
                  <a:lnTo>
                    <a:pt x="834" y="154"/>
                  </a:lnTo>
                  <a:lnTo>
                    <a:pt x="850" y="171"/>
                  </a:lnTo>
                  <a:lnTo>
                    <a:pt x="864" y="189"/>
                  </a:lnTo>
                  <a:lnTo>
                    <a:pt x="878" y="208"/>
                  </a:lnTo>
                  <a:lnTo>
                    <a:pt x="890" y="227"/>
                  </a:lnTo>
                  <a:lnTo>
                    <a:pt x="902" y="247"/>
                  </a:lnTo>
                  <a:lnTo>
                    <a:pt x="913" y="268"/>
                  </a:lnTo>
                  <a:lnTo>
                    <a:pt x="922" y="289"/>
                  </a:lnTo>
                  <a:lnTo>
                    <a:pt x="932" y="310"/>
                  </a:lnTo>
                  <a:lnTo>
                    <a:pt x="939" y="332"/>
                  </a:lnTo>
                  <a:lnTo>
                    <a:pt x="946" y="355"/>
                  </a:lnTo>
                  <a:lnTo>
                    <a:pt x="951" y="378"/>
                  </a:lnTo>
                  <a:lnTo>
                    <a:pt x="957" y="401"/>
                  </a:lnTo>
                  <a:lnTo>
                    <a:pt x="960" y="425"/>
                  </a:lnTo>
                  <a:lnTo>
                    <a:pt x="962" y="448"/>
                  </a:lnTo>
                  <a:lnTo>
                    <a:pt x="963" y="472"/>
                  </a:lnTo>
                  <a:lnTo>
                    <a:pt x="963" y="496"/>
                  </a:lnTo>
                  <a:lnTo>
                    <a:pt x="962" y="521"/>
                  </a:lnTo>
                  <a:lnTo>
                    <a:pt x="959" y="546"/>
                  </a:lnTo>
                  <a:lnTo>
                    <a:pt x="954" y="570"/>
                  </a:lnTo>
                  <a:lnTo>
                    <a:pt x="950" y="594"/>
                  </a:lnTo>
                  <a:lnTo>
                    <a:pt x="944" y="618"/>
                  </a:lnTo>
                  <a:lnTo>
                    <a:pt x="937" y="641"/>
                  </a:lnTo>
                  <a:lnTo>
                    <a:pt x="927" y="663"/>
                  </a:lnTo>
                  <a:lnTo>
                    <a:pt x="918" y="685"/>
                  </a:lnTo>
                  <a:lnTo>
                    <a:pt x="908" y="706"/>
                  </a:lnTo>
                  <a:lnTo>
                    <a:pt x="896" y="727"/>
                  </a:lnTo>
                  <a:lnTo>
                    <a:pt x="884" y="746"/>
                  </a:lnTo>
                  <a:lnTo>
                    <a:pt x="870" y="766"/>
                  </a:lnTo>
                  <a:lnTo>
                    <a:pt x="857" y="784"/>
                  </a:lnTo>
                  <a:lnTo>
                    <a:pt x="841" y="801"/>
                  </a:lnTo>
                  <a:lnTo>
                    <a:pt x="826" y="819"/>
                  </a:lnTo>
                  <a:lnTo>
                    <a:pt x="809" y="835"/>
                  </a:lnTo>
                  <a:lnTo>
                    <a:pt x="792" y="850"/>
                  </a:lnTo>
                  <a:lnTo>
                    <a:pt x="774" y="865"/>
                  </a:lnTo>
                  <a:lnTo>
                    <a:pt x="755" y="878"/>
                  </a:lnTo>
                  <a:lnTo>
                    <a:pt x="735" y="891"/>
                  </a:lnTo>
                  <a:lnTo>
                    <a:pt x="716" y="903"/>
                  </a:lnTo>
                  <a:lnTo>
                    <a:pt x="696" y="914"/>
                  </a:lnTo>
                  <a:lnTo>
                    <a:pt x="674" y="924"/>
                  </a:lnTo>
                  <a:lnTo>
                    <a:pt x="652" y="932"/>
                  </a:lnTo>
                  <a:lnTo>
                    <a:pt x="631" y="941"/>
                  </a:lnTo>
                  <a:lnTo>
                    <a:pt x="609" y="947"/>
                  </a:lnTo>
                  <a:lnTo>
                    <a:pt x="586" y="953"/>
                  </a:lnTo>
                  <a:lnTo>
                    <a:pt x="562" y="957"/>
                  </a:lnTo>
                  <a:lnTo>
                    <a:pt x="539" y="960"/>
                  </a:lnTo>
                  <a:lnTo>
                    <a:pt x="515" y="963"/>
                  </a:lnTo>
                  <a:lnTo>
                    <a:pt x="492" y="964"/>
                  </a:lnTo>
                  <a:lnTo>
                    <a:pt x="467" y="963"/>
                  </a:lnTo>
                  <a:lnTo>
                    <a:pt x="442" y="962"/>
                  </a:lnTo>
                  <a:lnTo>
                    <a:pt x="418" y="960"/>
                  </a:lnTo>
                  <a:lnTo>
                    <a:pt x="393" y="956"/>
                  </a:lnTo>
                  <a:lnTo>
                    <a:pt x="369" y="951"/>
                  </a:lnTo>
                  <a:lnTo>
                    <a:pt x="345" y="945"/>
                  </a:lnTo>
                  <a:lnTo>
                    <a:pt x="322" y="937"/>
                  </a:lnTo>
                  <a:lnTo>
                    <a:pt x="301" y="929"/>
                  </a:lnTo>
                  <a:lnTo>
                    <a:pt x="279" y="920"/>
                  </a:lnTo>
                  <a:lnTo>
                    <a:pt x="257" y="909"/>
                  </a:lnTo>
                  <a:lnTo>
                    <a:pt x="236" y="898"/>
                  </a:lnTo>
                  <a:lnTo>
                    <a:pt x="217" y="885"/>
                  </a:lnTo>
                  <a:lnTo>
                    <a:pt x="198" y="872"/>
                  </a:lnTo>
                  <a:lnTo>
                    <a:pt x="179" y="857"/>
                  </a:lnTo>
                  <a:lnTo>
                    <a:pt x="162" y="843"/>
                  </a:lnTo>
                  <a:lnTo>
                    <a:pt x="145" y="826"/>
                  </a:lnTo>
                  <a:lnTo>
                    <a:pt x="128" y="811"/>
                  </a:lnTo>
                  <a:lnTo>
                    <a:pt x="113" y="793"/>
                  </a:lnTo>
                  <a:lnTo>
                    <a:pt x="98" y="774"/>
                  </a:lnTo>
                  <a:lnTo>
                    <a:pt x="85" y="756"/>
                  </a:lnTo>
                  <a:lnTo>
                    <a:pt x="72" y="737"/>
                  </a:lnTo>
                  <a:lnTo>
                    <a:pt x="60" y="717"/>
                  </a:lnTo>
                  <a:lnTo>
                    <a:pt x="50" y="697"/>
                  </a:lnTo>
                  <a:lnTo>
                    <a:pt x="40" y="676"/>
                  </a:lnTo>
                  <a:lnTo>
                    <a:pt x="31" y="654"/>
                  </a:lnTo>
                  <a:lnTo>
                    <a:pt x="24" y="632"/>
                  </a:lnTo>
                  <a:lnTo>
                    <a:pt x="16" y="609"/>
                  </a:lnTo>
                  <a:lnTo>
                    <a:pt x="11" y="587"/>
                  </a:lnTo>
                  <a:lnTo>
                    <a:pt x="6" y="564"/>
                  </a:lnTo>
                  <a:lnTo>
                    <a:pt x="3" y="540"/>
                  </a:lnTo>
                  <a:lnTo>
                    <a:pt x="1" y="516"/>
                  </a:lnTo>
                  <a:lnTo>
                    <a:pt x="0" y="492"/>
                  </a:lnTo>
                  <a:lnTo>
                    <a:pt x="0" y="467"/>
                  </a:lnTo>
                  <a:lnTo>
                    <a:pt x="1" y="443"/>
                  </a:lnTo>
                  <a:lnTo>
                    <a:pt x="4" y="418"/>
                  </a:lnTo>
                  <a:lnTo>
                    <a:pt x="7" y="393"/>
                  </a:lnTo>
                  <a:lnTo>
                    <a:pt x="12" y="370"/>
                  </a:lnTo>
                  <a:lnTo>
                    <a:pt x="18" y="347"/>
                  </a:lnTo>
                  <a:lnTo>
                    <a:pt x="26" y="324"/>
                  </a:lnTo>
                  <a:lnTo>
                    <a:pt x="34" y="301"/>
                  </a:lnTo>
                  <a:lnTo>
                    <a:pt x="44" y="279"/>
                  </a:lnTo>
                  <a:lnTo>
                    <a:pt x="55" y="259"/>
                  </a:lnTo>
                  <a:lnTo>
                    <a:pt x="66" y="238"/>
                  </a:lnTo>
                  <a:lnTo>
                    <a:pt x="79" y="218"/>
                  </a:lnTo>
                  <a:lnTo>
                    <a:pt x="91" y="198"/>
                  </a:lnTo>
                  <a:lnTo>
                    <a:pt x="106" y="180"/>
                  </a:lnTo>
                  <a:lnTo>
                    <a:pt x="121" y="162"/>
                  </a:lnTo>
                  <a:lnTo>
                    <a:pt x="137" y="145"/>
                  </a:lnTo>
                  <a:lnTo>
                    <a:pt x="153" y="129"/>
                  </a:lnTo>
                  <a:lnTo>
                    <a:pt x="170" y="114"/>
                  </a:lnTo>
                  <a:lnTo>
                    <a:pt x="189" y="100"/>
                  </a:lnTo>
                  <a:lnTo>
                    <a:pt x="207" y="85"/>
                  </a:lnTo>
                  <a:lnTo>
                    <a:pt x="226" y="73"/>
                  </a:lnTo>
                  <a:lnTo>
                    <a:pt x="247" y="61"/>
                  </a:lnTo>
                  <a:lnTo>
                    <a:pt x="266" y="50"/>
                  </a:lnTo>
                  <a:lnTo>
                    <a:pt x="288" y="41"/>
                  </a:lnTo>
                  <a:lnTo>
                    <a:pt x="309" y="31"/>
                  </a:lnTo>
                  <a:lnTo>
                    <a:pt x="332" y="24"/>
                  </a:lnTo>
                  <a:lnTo>
                    <a:pt x="354" y="17"/>
                  </a:lnTo>
                  <a:lnTo>
                    <a:pt x="376" y="11"/>
                  </a:lnTo>
                  <a:lnTo>
                    <a:pt x="400" y="7"/>
                  </a:lnTo>
                  <a:lnTo>
                    <a:pt x="423" y="3"/>
                  </a:lnTo>
                  <a:lnTo>
                    <a:pt x="447" y="1"/>
                  </a:lnTo>
                  <a:lnTo>
                    <a:pt x="471" y="0"/>
                  </a:lnTo>
                  <a:lnTo>
                    <a:pt x="496" y="0"/>
                  </a:lnTo>
                  <a:lnTo>
                    <a:pt x="520" y="2"/>
                  </a:lnTo>
                  <a:lnTo>
                    <a:pt x="545" y="4"/>
                  </a:lnTo>
                  <a:close/>
                </a:path>
              </a:pathLst>
            </a:custGeom>
            <a:noFill/>
            <a:ln w="10">
              <a:solidFill>
                <a:srgbClr val="EF7F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215"/>
            <p:cNvSpPr>
              <a:spLocks/>
            </p:cNvSpPr>
            <p:nvPr/>
          </p:nvSpPr>
          <p:spPr bwMode="auto">
            <a:xfrm>
              <a:off x="1246" y="3405"/>
              <a:ext cx="121" cy="106"/>
            </a:xfrm>
            <a:custGeom>
              <a:avLst/>
              <a:gdLst>
                <a:gd name="T0" fmla="*/ 7 w 964"/>
                <a:gd name="T1" fmla="*/ 0 h 847"/>
                <a:gd name="T2" fmla="*/ 8 w 964"/>
                <a:gd name="T3" fmla="*/ 0 h 847"/>
                <a:gd name="T4" fmla="*/ 9 w 964"/>
                <a:gd name="T5" fmla="*/ 0 h 847"/>
                <a:gd name="T6" fmla="*/ 10 w 964"/>
                <a:gd name="T7" fmla="*/ 0 h 847"/>
                <a:gd name="T8" fmla="*/ 11 w 964"/>
                <a:gd name="T9" fmla="*/ 0 h 847"/>
                <a:gd name="T10" fmla="*/ 12 w 964"/>
                <a:gd name="T11" fmla="*/ 1 h 847"/>
                <a:gd name="T12" fmla="*/ 13 w 964"/>
                <a:gd name="T13" fmla="*/ 1 h 847"/>
                <a:gd name="T14" fmla="*/ 14 w 964"/>
                <a:gd name="T15" fmla="*/ 2 h 847"/>
                <a:gd name="T16" fmla="*/ 14 w 964"/>
                <a:gd name="T17" fmla="*/ 3 h 847"/>
                <a:gd name="T18" fmla="*/ 15 w 964"/>
                <a:gd name="T19" fmla="*/ 4 h 847"/>
                <a:gd name="T20" fmla="*/ 15 w 964"/>
                <a:gd name="T21" fmla="*/ 5 h 847"/>
                <a:gd name="T22" fmla="*/ 15 w 964"/>
                <a:gd name="T23" fmla="*/ 6 h 847"/>
                <a:gd name="T24" fmla="*/ 15 w 964"/>
                <a:gd name="T25" fmla="*/ 7 h 847"/>
                <a:gd name="T26" fmla="*/ 15 w 964"/>
                <a:gd name="T27" fmla="*/ 8 h 847"/>
                <a:gd name="T28" fmla="*/ 14 w 964"/>
                <a:gd name="T29" fmla="*/ 9 h 847"/>
                <a:gd name="T30" fmla="*/ 14 w 964"/>
                <a:gd name="T31" fmla="*/ 10 h 847"/>
                <a:gd name="T32" fmla="*/ 13 w 964"/>
                <a:gd name="T33" fmla="*/ 11 h 847"/>
                <a:gd name="T34" fmla="*/ 13 w 964"/>
                <a:gd name="T35" fmla="*/ 12 h 847"/>
                <a:gd name="T36" fmla="*/ 12 w 964"/>
                <a:gd name="T37" fmla="*/ 12 h 847"/>
                <a:gd name="T38" fmla="*/ 11 w 964"/>
                <a:gd name="T39" fmla="*/ 13 h 847"/>
                <a:gd name="T40" fmla="*/ 10 w 964"/>
                <a:gd name="T41" fmla="*/ 13 h 847"/>
                <a:gd name="T42" fmla="*/ 8 w 964"/>
                <a:gd name="T43" fmla="*/ 13 h 847"/>
                <a:gd name="T44" fmla="*/ 7 w 964"/>
                <a:gd name="T45" fmla="*/ 13 h 847"/>
                <a:gd name="T46" fmla="*/ 6 w 964"/>
                <a:gd name="T47" fmla="*/ 13 h 847"/>
                <a:gd name="T48" fmla="*/ 5 w 964"/>
                <a:gd name="T49" fmla="*/ 13 h 847"/>
                <a:gd name="T50" fmla="*/ 4 w 964"/>
                <a:gd name="T51" fmla="*/ 12 h 847"/>
                <a:gd name="T52" fmla="*/ 3 w 964"/>
                <a:gd name="T53" fmla="*/ 12 h 847"/>
                <a:gd name="T54" fmla="*/ 2 w 964"/>
                <a:gd name="T55" fmla="*/ 11 h 847"/>
                <a:gd name="T56" fmla="*/ 2 w 964"/>
                <a:gd name="T57" fmla="*/ 10 h 847"/>
                <a:gd name="T58" fmla="*/ 1 w 964"/>
                <a:gd name="T59" fmla="*/ 9 h 847"/>
                <a:gd name="T60" fmla="*/ 1 w 964"/>
                <a:gd name="T61" fmla="*/ 8 h 847"/>
                <a:gd name="T62" fmla="*/ 0 w 964"/>
                <a:gd name="T63" fmla="*/ 7 h 847"/>
                <a:gd name="T64" fmla="*/ 0 w 964"/>
                <a:gd name="T65" fmla="*/ 6 h 847"/>
                <a:gd name="T66" fmla="*/ 0 w 964"/>
                <a:gd name="T67" fmla="*/ 5 h 847"/>
                <a:gd name="T68" fmla="*/ 0 w 964"/>
                <a:gd name="T69" fmla="*/ 4 h 847"/>
                <a:gd name="T70" fmla="*/ 1 w 964"/>
                <a:gd name="T71" fmla="*/ 3 h 847"/>
                <a:gd name="T72" fmla="*/ 1 w 964"/>
                <a:gd name="T73" fmla="*/ 3 h 847"/>
                <a:gd name="T74" fmla="*/ 2 w 964"/>
                <a:gd name="T75" fmla="*/ 2 h 847"/>
                <a:gd name="T76" fmla="*/ 2 w 964"/>
                <a:gd name="T77" fmla="*/ 2 h 847"/>
                <a:gd name="T78" fmla="*/ 3 w 964"/>
                <a:gd name="T79" fmla="*/ 1 h 847"/>
                <a:gd name="T80" fmla="*/ 4 w 964"/>
                <a:gd name="T81" fmla="*/ 1 h 847"/>
                <a:gd name="T82" fmla="*/ 5 w 964"/>
                <a:gd name="T83" fmla="*/ 0 h 847"/>
                <a:gd name="T84" fmla="*/ 6 w 964"/>
                <a:gd name="T85" fmla="*/ 0 h 8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64"/>
                <a:gd name="T130" fmla="*/ 0 h 847"/>
                <a:gd name="T131" fmla="*/ 964 w 964"/>
                <a:gd name="T132" fmla="*/ 847 h 8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64" h="847">
                  <a:moveTo>
                    <a:pt x="391" y="11"/>
                  </a:moveTo>
                  <a:lnTo>
                    <a:pt x="416" y="8"/>
                  </a:lnTo>
                  <a:lnTo>
                    <a:pt x="440" y="5"/>
                  </a:lnTo>
                  <a:lnTo>
                    <a:pt x="465" y="3"/>
                  </a:lnTo>
                  <a:lnTo>
                    <a:pt x="489" y="1"/>
                  </a:lnTo>
                  <a:lnTo>
                    <a:pt x="514" y="0"/>
                  </a:lnTo>
                  <a:lnTo>
                    <a:pt x="538" y="0"/>
                  </a:lnTo>
                  <a:lnTo>
                    <a:pt x="562" y="0"/>
                  </a:lnTo>
                  <a:lnTo>
                    <a:pt x="585" y="1"/>
                  </a:lnTo>
                  <a:lnTo>
                    <a:pt x="608" y="3"/>
                  </a:lnTo>
                  <a:lnTo>
                    <a:pt x="631" y="5"/>
                  </a:lnTo>
                  <a:lnTo>
                    <a:pt x="653" y="8"/>
                  </a:lnTo>
                  <a:lnTo>
                    <a:pt x="676" y="12"/>
                  </a:lnTo>
                  <a:lnTo>
                    <a:pt x="696" y="17"/>
                  </a:lnTo>
                  <a:lnTo>
                    <a:pt x="717" y="22"/>
                  </a:lnTo>
                  <a:lnTo>
                    <a:pt x="738" y="29"/>
                  </a:lnTo>
                  <a:lnTo>
                    <a:pt x="758" y="37"/>
                  </a:lnTo>
                  <a:lnTo>
                    <a:pt x="777" y="45"/>
                  </a:lnTo>
                  <a:lnTo>
                    <a:pt x="795" y="55"/>
                  </a:lnTo>
                  <a:lnTo>
                    <a:pt x="813" y="64"/>
                  </a:lnTo>
                  <a:lnTo>
                    <a:pt x="830" y="75"/>
                  </a:lnTo>
                  <a:lnTo>
                    <a:pt x="846" y="88"/>
                  </a:lnTo>
                  <a:lnTo>
                    <a:pt x="861" y="100"/>
                  </a:lnTo>
                  <a:lnTo>
                    <a:pt x="876" y="115"/>
                  </a:lnTo>
                  <a:lnTo>
                    <a:pt x="890" y="129"/>
                  </a:lnTo>
                  <a:lnTo>
                    <a:pt x="902" y="146"/>
                  </a:lnTo>
                  <a:lnTo>
                    <a:pt x="913" y="162"/>
                  </a:lnTo>
                  <a:lnTo>
                    <a:pt x="924" y="181"/>
                  </a:lnTo>
                  <a:lnTo>
                    <a:pt x="933" y="201"/>
                  </a:lnTo>
                  <a:lnTo>
                    <a:pt x="941" y="222"/>
                  </a:lnTo>
                  <a:lnTo>
                    <a:pt x="948" y="243"/>
                  </a:lnTo>
                  <a:lnTo>
                    <a:pt x="954" y="266"/>
                  </a:lnTo>
                  <a:lnTo>
                    <a:pt x="958" y="290"/>
                  </a:lnTo>
                  <a:lnTo>
                    <a:pt x="961" y="314"/>
                  </a:lnTo>
                  <a:lnTo>
                    <a:pt x="963" y="339"/>
                  </a:lnTo>
                  <a:lnTo>
                    <a:pt x="964" y="363"/>
                  </a:lnTo>
                  <a:lnTo>
                    <a:pt x="964" y="388"/>
                  </a:lnTo>
                  <a:lnTo>
                    <a:pt x="962" y="412"/>
                  </a:lnTo>
                  <a:lnTo>
                    <a:pt x="959" y="434"/>
                  </a:lnTo>
                  <a:lnTo>
                    <a:pt x="955" y="458"/>
                  </a:lnTo>
                  <a:lnTo>
                    <a:pt x="950" y="481"/>
                  </a:lnTo>
                  <a:lnTo>
                    <a:pt x="943" y="504"/>
                  </a:lnTo>
                  <a:lnTo>
                    <a:pt x="936" y="526"/>
                  </a:lnTo>
                  <a:lnTo>
                    <a:pt x="928" y="548"/>
                  </a:lnTo>
                  <a:lnTo>
                    <a:pt x="919" y="568"/>
                  </a:lnTo>
                  <a:lnTo>
                    <a:pt x="908" y="589"/>
                  </a:lnTo>
                  <a:lnTo>
                    <a:pt x="897" y="610"/>
                  </a:lnTo>
                  <a:lnTo>
                    <a:pt x="885" y="630"/>
                  </a:lnTo>
                  <a:lnTo>
                    <a:pt x="872" y="648"/>
                  </a:lnTo>
                  <a:lnTo>
                    <a:pt x="857" y="667"/>
                  </a:lnTo>
                  <a:lnTo>
                    <a:pt x="843" y="685"/>
                  </a:lnTo>
                  <a:lnTo>
                    <a:pt x="827" y="701"/>
                  </a:lnTo>
                  <a:lnTo>
                    <a:pt x="811" y="718"/>
                  </a:lnTo>
                  <a:lnTo>
                    <a:pt x="793" y="733"/>
                  </a:lnTo>
                  <a:lnTo>
                    <a:pt x="775" y="748"/>
                  </a:lnTo>
                  <a:lnTo>
                    <a:pt x="756" y="761"/>
                  </a:lnTo>
                  <a:lnTo>
                    <a:pt x="737" y="774"/>
                  </a:lnTo>
                  <a:lnTo>
                    <a:pt x="716" y="786"/>
                  </a:lnTo>
                  <a:lnTo>
                    <a:pt x="695" y="797"/>
                  </a:lnTo>
                  <a:lnTo>
                    <a:pt x="674" y="807"/>
                  </a:lnTo>
                  <a:lnTo>
                    <a:pt x="652" y="816"/>
                  </a:lnTo>
                  <a:lnTo>
                    <a:pt x="629" y="824"/>
                  </a:lnTo>
                  <a:lnTo>
                    <a:pt x="605" y="831"/>
                  </a:lnTo>
                  <a:lnTo>
                    <a:pt x="581" y="836"/>
                  </a:lnTo>
                  <a:lnTo>
                    <a:pt x="557" y="840"/>
                  </a:lnTo>
                  <a:lnTo>
                    <a:pt x="533" y="843"/>
                  </a:lnTo>
                  <a:lnTo>
                    <a:pt x="508" y="845"/>
                  </a:lnTo>
                  <a:lnTo>
                    <a:pt x="484" y="847"/>
                  </a:lnTo>
                  <a:lnTo>
                    <a:pt x="460" y="847"/>
                  </a:lnTo>
                  <a:lnTo>
                    <a:pt x="436" y="844"/>
                  </a:lnTo>
                  <a:lnTo>
                    <a:pt x="412" y="841"/>
                  </a:lnTo>
                  <a:lnTo>
                    <a:pt x="389" y="837"/>
                  </a:lnTo>
                  <a:lnTo>
                    <a:pt x="365" y="832"/>
                  </a:lnTo>
                  <a:lnTo>
                    <a:pt x="344" y="826"/>
                  </a:lnTo>
                  <a:lnTo>
                    <a:pt x="321" y="818"/>
                  </a:lnTo>
                  <a:lnTo>
                    <a:pt x="299" y="810"/>
                  </a:lnTo>
                  <a:lnTo>
                    <a:pt x="278" y="801"/>
                  </a:lnTo>
                  <a:lnTo>
                    <a:pt x="258" y="790"/>
                  </a:lnTo>
                  <a:lnTo>
                    <a:pt x="237" y="779"/>
                  </a:lnTo>
                  <a:lnTo>
                    <a:pt x="218" y="768"/>
                  </a:lnTo>
                  <a:lnTo>
                    <a:pt x="198" y="754"/>
                  </a:lnTo>
                  <a:lnTo>
                    <a:pt x="181" y="740"/>
                  </a:lnTo>
                  <a:lnTo>
                    <a:pt x="163" y="725"/>
                  </a:lnTo>
                  <a:lnTo>
                    <a:pt x="145" y="710"/>
                  </a:lnTo>
                  <a:lnTo>
                    <a:pt x="130" y="693"/>
                  </a:lnTo>
                  <a:lnTo>
                    <a:pt x="114" y="675"/>
                  </a:lnTo>
                  <a:lnTo>
                    <a:pt x="100" y="658"/>
                  </a:lnTo>
                  <a:lnTo>
                    <a:pt x="85" y="638"/>
                  </a:lnTo>
                  <a:lnTo>
                    <a:pt x="73" y="619"/>
                  </a:lnTo>
                  <a:lnTo>
                    <a:pt x="61" y="598"/>
                  </a:lnTo>
                  <a:lnTo>
                    <a:pt x="50" y="578"/>
                  </a:lnTo>
                  <a:lnTo>
                    <a:pt x="40" y="556"/>
                  </a:lnTo>
                  <a:lnTo>
                    <a:pt x="31" y="534"/>
                  </a:lnTo>
                  <a:lnTo>
                    <a:pt x="23" y="511"/>
                  </a:lnTo>
                  <a:lnTo>
                    <a:pt x="17" y="487"/>
                  </a:lnTo>
                  <a:lnTo>
                    <a:pt x="11" y="463"/>
                  </a:lnTo>
                  <a:lnTo>
                    <a:pt x="6" y="440"/>
                  </a:lnTo>
                  <a:lnTo>
                    <a:pt x="3" y="415"/>
                  </a:lnTo>
                  <a:lnTo>
                    <a:pt x="1" y="392"/>
                  </a:lnTo>
                  <a:lnTo>
                    <a:pt x="0" y="369"/>
                  </a:lnTo>
                  <a:lnTo>
                    <a:pt x="0" y="347"/>
                  </a:lnTo>
                  <a:lnTo>
                    <a:pt x="1" y="326"/>
                  </a:lnTo>
                  <a:lnTo>
                    <a:pt x="4" y="306"/>
                  </a:lnTo>
                  <a:lnTo>
                    <a:pt x="7" y="286"/>
                  </a:lnTo>
                  <a:lnTo>
                    <a:pt x="13" y="267"/>
                  </a:lnTo>
                  <a:lnTo>
                    <a:pt x="18" y="250"/>
                  </a:lnTo>
                  <a:lnTo>
                    <a:pt x="24" y="232"/>
                  </a:lnTo>
                  <a:lnTo>
                    <a:pt x="32" y="215"/>
                  </a:lnTo>
                  <a:lnTo>
                    <a:pt x="41" y="199"/>
                  </a:lnTo>
                  <a:lnTo>
                    <a:pt x="50" y="184"/>
                  </a:lnTo>
                  <a:lnTo>
                    <a:pt x="61" y="170"/>
                  </a:lnTo>
                  <a:lnTo>
                    <a:pt x="73" y="155"/>
                  </a:lnTo>
                  <a:lnTo>
                    <a:pt x="85" y="142"/>
                  </a:lnTo>
                  <a:lnTo>
                    <a:pt x="98" y="129"/>
                  </a:lnTo>
                  <a:lnTo>
                    <a:pt x="112" y="118"/>
                  </a:lnTo>
                  <a:lnTo>
                    <a:pt x="127" y="106"/>
                  </a:lnTo>
                  <a:lnTo>
                    <a:pt x="143" y="95"/>
                  </a:lnTo>
                  <a:lnTo>
                    <a:pt x="160" y="86"/>
                  </a:lnTo>
                  <a:lnTo>
                    <a:pt x="178" y="76"/>
                  </a:lnTo>
                  <a:lnTo>
                    <a:pt x="195" y="67"/>
                  </a:lnTo>
                  <a:lnTo>
                    <a:pt x="214" y="59"/>
                  </a:lnTo>
                  <a:lnTo>
                    <a:pt x="235" y="50"/>
                  </a:lnTo>
                  <a:lnTo>
                    <a:pt x="254" y="43"/>
                  </a:lnTo>
                  <a:lnTo>
                    <a:pt x="276" y="37"/>
                  </a:lnTo>
                  <a:lnTo>
                    <a:pt x="298" y="31"/>
                  </a:lnTo>
                  <a:lnTo>
                    <a:pt x="320" y="25"/>
                  </a:lnTo>
                  <a:lnTo>
                    <a:pt x="344" y="20"/>
                  </a:lnTo>
                  <a:lnTo>
                    <a:pt x="366" y="15"/>
                  </a:lnTo>
                  <a:lnTo>
                    <a:pt x="391" y="11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216"/>
            <p:cNvSpPr>
              <a:spLocks/>
            </p:cNvSpPr>
            <p:nvPr/>
          </p:nvSpPr>
          <p:spPr bwMode="auto">
            <a:xfrm>
              <a:off x="1246" y="3405"/>
              <a:ext cx="121" cy="106"/>
            </a:xfrm>
            <a:custGeom>
              <a:avLst/>
              <a:gdLst>
                <a:gd name="T0" fmla="*/ 7 w 964"/>
                <a:gd name="T1" fmla="*/ 0 h 847"/>
                <a:gd name="T2" fmla="*/ 8 w 964"/>
                <a:gd name="T3" fmla="*/ 0 h 847"/>
                <a:gd name="T4" fmla="*/ 9 w 964"/>
                <a:gd name="T5" fmla="*/ 0 h 847"/>
                <a:gd name="T6" fmla="*/ 10 w 964"/>
                <a:gd name="T7" fmla="*/ 0 h 847"/>
                <a:gd name="T8" fmla="*/ 11 w 964"/>
                <a:gd name="T9" fmla="*/ 0 h 847"/>
                <a:gd name="T10" fmla="*/ 12 w 964"/>
                <a:gd name="T11" fmla="*/ 1 h 847"/>
                <a:gd name="T12" fmla="*/ 13 w 964"/>
                <a:gd name="T13" fmla="*/ 1 h 847"/>
                <a:gd name="T14" fmla="*/ 14 w 964"/>
                <a:gd name="T15" fmla="*/ 2 h 847"/>
                <a:gd name="T16" fmla="*/ 14 w 964"/>
                <a:gd name="T17" fmla="*/ 3 h 847"/>
                <a:gd name="T18" fmla="*/ 15 w 964"/>
                <a:gd name="T19" fmla="*/ 4 h 847"/>
                <a:gd name="T20" fmla="*/ 15 w 964"/>
                <a:gd name="T21" fmla="*/ 5 h 847"/>
                <a:gd name="T22" fmla="*/ 15 w 964"/>
                <a:gd name="T23" fmla="*/ 6 h 847"/>
                <a:gd name="T24" fmla="*/ 15 w 964"/>
                <a:gd name="T25" fmla="*/ 7 h 847"/>
                <a:gd name="T26" fmla="*/ 15 w 964"/>
                <a:gd name="T27" fmla="*/ 8 h 847"/>
                <a:gd name="T28" fmla="*/ 14 w 964"/>
                <a:gd name="T29" fmla="*/ 9 h 847"/>
                <a:gd name="T30" fmla="*/ 14 w 964"/>
                <a:gd name="T31" fmla="*/ 10 h 847"/>
                <a:gd name="T32" fmla="*/ 13 w 964"/>
                <a:gd name="T33" fmla="*/ 11 h 847"/>
                <a:gd name="T34" fmla="*/ 13 w 964"/>
                <a:gd name="T35" fmla="*/ 12 h 847"/>
                <a:gd name="T36" fmla="*/ 12 w 964"/>
                <a:gd name="T37" fmla="*/ 12 h 847"/>
                <a:gd name="T38" fmla="*/ 11 w 964"/>
                <a:gd name="T39" fmla="*/ 13 h 847"/>
                <a:gd name="T40" fmla="*/ 10 w 964"/>
                <a:gd name="T41" fmla="*/ 13 h 847"/>
                <a:gd name="T42" fmla="*/ 8 w 964"/>
                <a:gd name="T43" fmla="*/ 13 h 847"/>
                <a:gd name="T44" fmla="*/ 7 w 964"/>
                <a:gd name="T45" fmla="*/ 13 h 847"/>
                <a:gd name="T46" fmla="*/ 6 w 964"/>
                <a:gd name="T47" fmla="*/ 13 h 847"/>
                <a:gd name="T48" fmla="*/ 5 w 964"/>
                <a:gd name="T49" fmla="*/ 13 h 847"/>
                <a:gd name="T50" fmla="*/ 4 w 964"/>
                <a:gd name="T51" fmla="*/ 12 h 847"/>
                <a:gd name="T52" fmla="*/ 3 w 964"/>
                <a:gd name="T53" fmla="*/ 12 h 847"/>
                <a:gd name="T54" fmla="*/ 2 w 964"/>
                <a:gd name="T55" fmla="*/ 11 h 847"/>
                <a:gd name="T56" fmla="*/ 2 w 964"/>
                <a:gd name="T57" fmla="*/ 10 h 847"/>
                <a:gd name="T58" fmla="*/ 1 w 964"/>
                <a:gd name="T59" fmla="*/ 9 h 847"/>
                <a:gd name="T60" fmla="*/ 1 w 964"/>
                <a:gd name="T61" fmla="*/ 8 h 847"/>
                <a:gd name="T62" fmla="*/ 0 w 964"/>
                <a:gd name="T63" fmla="*/ 7 h 847"/>
                <a:gd name="T64" fmla="*/ 0 w 964"/>
                <a:gd name="T65" fmla="*/ 6 h 847"/>
                <a:gd name="T66" fmla="*/ 0 w 964"/>
                <a:gd name="T67" fmla="*/ 5 h 847"/>
                <a:gd name="T68" fmla="*/ 0 w 964"/>
                <a:gd name="T69" fmla="*/ 4 h 847"/>
                <a:gd name="T70" fmla="*/ 1 w 964"/>
                <a:gd name="T71" fmla="*/ 3 h 847"/>
                <a:gd name="T72" fmla="*/ 1 w 964"/>
                <a:gd name="T73" fmla="*/ 3 h 847"/>
                <a:gd name="T74" fmla="*/ 2 w 964"/>
                <a:gd name="T75" fmla="*/ 2 h 847"/>
                <a:gd name="T76" fmla="*/ 2 w 964"/>
                <a:gd name="T77" fmla="*/ 2 h 847"/>
                <a:gd name="T78" fmla="*/ 3 w 964"/>
                <a:gd name="T79" fmla="*/ 1 h 847"/>
                <a:gd name="T80" fmla="*/ 4 w 964"/>
                <a:gd name="T81" fmla="*/ 1 h 847"/>
                <a:gd name="T82" fmla="*/ 5 w 964"/>
                <a:gd name="T83" fmla="*/ 0 h 847"/>
                <a:gd name="T84" fmla="*/ 6 w 964"/>
                <a:gd name="T85" fmla="*/ 0 h 8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64"/>
                <a:gd name="T130" fmla="*/ 0 h 847"/>
                <a:gd name="T131" fmla="*/ 964 w 964"/>
                <a:gd name="T132" fmla="*/ 847 h 8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64" h="847">
                  <a:moveTo>
                    <a:pt x="391" y="11"/>
                  </a:moveTo>
                  <a:lnTo>
                    <a:pt x="416" y="8"/>
                  </a:lnTo>
                  <a:lnTo>
                    <a:pt x="440" y="5"/>
                  </a:lnTo>
                  <a:lnTo>
                    <a:pt x="465" y="3"/>
                  </a:lnTo>
                  <a:lnTo>
                    <a:pt x="489" y="1"/>
                  </a:lnTo>
                  <a:lnTo>
                    <a:pt x="514" y="0"/>
                  </a:lnTo>
                  <a:lnTo>
                    <a:pt x="538" y="0"/>
                  </a:lnTo>
                  <a:lnTo>
                    <a:pt x="562" y="0"/>
                  </a:lnTo>
                  <a:lnTo>
                    <a:pt x="585" y="1"/>
                  </a:lnTo>
                  <a:lnTo>
                    <a:pt x="608" y="3"/>
                  </a:lnTo>
                  <a:lnTo>
                    <a:pt x="631" y="5"/>
                  </a:lnTo>
                  <a:lnTo>
                    <a:pt x="653" y="8"/>
                  </a:lnTo>
                  <a:lnTo>
                    <a:pt x="676" y="12"/>
                  </a:lnTo>
                  <a:lnTo>
                    <a:pt x="696" y="17"/>
                  </a:lnTo>
                  <a:lnTo>
                    <a:pt x="717" y="22"/>
                  </a:lnTo>
                  <a:lnTo>
                    <a:pt x="738" y="29"/>
                  </a:lnTo>
                  <a:lnTo>
                    <a:pt x="758" y="37"/>
                  </a:lnTo>
                  <a:lnTo>
                    <a:pt x="777" y="45"/>
                  </a:lnTo>
                  <a:lnTo>
                    <a:pt x="795" y="55"/>
                  </a:lnTo>
                  <a:lnTo>
                    <a:pt x="813" y="64"/>
                  </a:lnTo>
                  <a:lnTo>
                    <a:pt x="830" y="75"/>
                  </a:lnTo>
                  <a:lnTo>
                    <a:pt x="846" y="88"/>
                  </a:lnTo>
                  <a:lnTo>
                    <a:pt x="861" y="100"/>
                  </a:lnTo>
                  <a:lnTo>
                    <a:pt x="876" y="115"/>
                  </a:lnTo>
                  <a:lnTo>
                    <a:pt x="890" y="129"/>
                  </a:lnTo>
                  <a:lnTo>
                    <a:pt x="902" y="146"/>
                  </a:lnTo>
                  <a:lnTo>
                    <a:pt x="913" y="162"/>
                  </a:lnTo>
                  <a:lnTo>
                    <a:pt x="924" y="181"/>
                  </a:lnTo>
                  <a:lnTo>
                    <a:pt x="933" y="201"/>
                  </a:lnTo>
                  <a:lnTo>
                    <a:pt x="941" y="222"/>
                  </a:lnTo>
                  <a:lnTo>
                    <a:pt x="948" y="243"/>
                  </a:lnTo>
                  <a:lnTo>
                    <a:pt x="954" y="266"/>
                  </a:lnTo>
                  <a:lnTo>
                    <a:pt x="958" y="290"/>
                  </a:lnTo>
                  <a:lnTo>
                    <a:pt x="961" y="314"/>
                  </a:lnTo>
                  <a:lnTo>
                    <a:pt x="963" y="339"/>
                  </a:lnTo>
                  <a:lnTo>
                    <a:pt x="964" y="363"/>
                  </a:lnTo>
                  <a:lnTo>
                    <a:pt x="964" y="388"/>
                  </a:lnTo>
                  <a:lnTo>
                    <a:pt x="962" y="412"/>
                  </a:lnTo>
                  <a:lnTo>
                    <a:pt x="959" y="434"/>
                  </a:lnTo>
                  <a:lnTo>
                    <a:pt x="955" y="458"/>
                  </a:lnTo>
                  <a:lnTo>
                    <a:pt x="950" y="481"/>
                  </a:lnTo>
                  <a:lnTo>
                    <a:pt x="943" y="504"/>
                  </a:lnTo>
                  <a:lnTo>
                    <a:pt x="936" y="526"/>
                  </a:lnTo>
                  <a:lnTo>
                    <a:pt x="928" y="548"/>
                  </a:lnTo>
                  <a:lnTo>
                    <a:pt x="919" y="568"/>
                  </a:lnTo>
                  <a:lnTo>
                    <a:pt x="908" y="589"/>
                  </a:lnTo>
                  <a:lnTo>
                    <a:pt x="897" y="610"/>
                  </a:lnTo>
                  <a:lnTo>
                    <a:pt x="885" y="630"/>
                  </a:lnTo>
                  <a:lnTo>
                    <a:pt x="872" y="648"/>
                  </a:lnTo>
                  <a:lnTo>
                    <a:pt x="857" y="667"/>
                  </a:lnTo>
                  <a:lnTo>
                    <a:pt x="843" y="685"/>
                  </a:lnTo>
                  <a:lnTo>
                    <a:pt x="827" y="701"/>
                  </a:lnTo>
                  <a:lnTo>
                    <a:pt x="811" y="718"/>
                  </a:lnTo>
                  <a:lnTo>
                    <a:pt x="793" y="733"/>
                  </a:lnTo>
                  <a:lnTo>
                    <a:pt x="775" y="748"/>
                  </a:lnTo>
                  <a:lnTo>
                    <a:pt x="756" y="761"/>
                  </a:lnTo>
                  <a:lnTo>
                    <a:pt x="737" y="774"/>
                  </a:lnTo>
                  <a:lnTo>
                    <a:pt x="716" y="786"/>
                  </a:lnTo>
                  <a:lnTo>
                    <a:pt x="695" y="797"/>
                  </a:lnTo>
                  <a:lnTo>
                    <a:pt x="674" y="807"/>
                  </a:lnTo>
                  <a:lnTo>
                    <a:pt x="652" y="816"/>
                  </a:lnTo>
                  <a:lnTo>
                    <a:pt x="629" y="824"/>
                  </a:lnTo>
                  <a:lnTo>
                    <a:pt x="605" y="831"/>
                  </a:lnTo>
                  <a:lnTo>
                    <a:pt x="581" y="836"/>
                  </a:lnTo>
                  <a:lnTo>
                    <a:pt x="557" y="840"/>
                  </a:lnTo>
                  <a:lnTo>
                    <a:pt x="533" y="843"/>
                  </a:lnTo>
                  <a:lnTo>
                    <a:pt x="508" y="845"/>
                  </a:lnTo>
                  <a:lnTo>
                    <a:pt x="484" y="847"/>
                  </a:lnTo>
                  <a:lnTo>
                    <a:pt x="460" y="847"/>
                  </a:lnTo>
                  <a:lnTo>
                    <a:pt x="436" y="844"/>
                  </a:lnTo>
                  <a:lnTo>
                    <a:pt x="412" y="841"/>
                  </a:lnTo>
                  <a:lnTo>
                    <a:pt x="389" y="837"/>
                  </a:lnTo>
                  <a:lnTo>
                    <a:pt x="365" y="832"/>
                  </a:lnTo>
                  <a:lnTo>
                    <a:pt x="344" y="826"/>
                  </a:lnTo>
                  <a:lnTo>
                    <a:pt x="321" y="818"/>
                  </a:lnTo>
                  <a:lnTo>
                    <a:pt x="299" y="810"/>
                  </a:lnTo>
                  <a:lnTo>
                    <a:pt x="278" y="801"/>
                  </a:lnTo>
                  <a:lnTo>
                    <a:pt x="258" y="790"/>
                  </a:lnTo>
                  <a:lnTo>
                    <a:pt x="237" y="779"/>
                  </a:lnTo>
                  <a:lnTo>
                    <a:pt x="218" y="768"/>
                  </a:lnTo>
                  <a:lnTo>
                    <a:pt x="198" y="754"/>
                  </a:lnTo>
                  <a:lnTo>
                    <a:pt x="181" y="740"/>
                  </a:lnTo>
                  <a:lnTo>
                    <a:pt x="163" y="725"/>
                  </a:lnTo>
                  <a:lnTo>
                    <a:pt x="145" y="710"/>
                  </a:lnTo>
                  <a:lnTo>
                    <a:pt x="130" y="693"/>
                  </a:lnTo>
                  <a:lnTo>
                    <a:pt x="114" y="675"/>
                  </a:lnTo>
                  <a:lnTo>
                    <a:pt x="100" y="658"/>
                  </a:lnTo>
                  <a:lnTo>
                    <a:pt x="85" y="638"/>
                  </a:lnTo>
                  <a:lnTo>
                    <a:pt x="73" y="619"/>
                  </a:lnTo>
                  <a:lnTo>
                    <a:pt x="61" y="598"/>
                  </a:lnTo>
                  <a:lnTo>
                    <a:pt x="50" y="578"/>
                  </a:lnTo>
                  <a:lnTo>
                    <a:pt x="40" y="556"/>
                  </a:lnTo>
                  <a:lnTo>
                    <a:pt x="31" y="534"/>
                  </a:lnTo>
                  <a:lnTo>
                    <a:pt x="23" y="511"/>
                  </a:lnTo>
                  <a:lnTo>
                    <a:pt x="17" y="487"/>
                  </a:lnTo>
                  <a:lnTo>
                    <a:pt x="11" y="463"/>
                  </a:lnTo>
                  <a:lnTo>
                    <a:pt x="6" y="440"/>
                  </a:lnTo>
                  <a:lnTo>
                    <a:pt x="3" y="415"/>
                  </a:lnTo>
                  <a:lnTo>
                    <a:pt x="1" y="392"/>
                  </a:lnTo>
                  <a:lnTo>
                    <a:pt x="0" y="369"/>
                  </a:lnTo>
                  <a:lnTo>
                    <a:pt x="0" y="347"/>
                  </a:lnTo>
                  <a:lnTo>
                    <a:pt x="1" y="326"/>
                  </a:lnTo>
                  <a:lnTo>
                    <a:pt x="4" y="306"/>
                  </a:lnTo>
                  <a:lnTo>
                    <a:pt x="7" y="286"/>
                  </a:lnTo>
                  <a:lnTo>
                    <a:pt x="13" y="267"/>
                  </a:lnTo>
                  <a:lnTo>
                    <a:pt x="18" y="250"/>
                  </a:lnTo>
                  <a:lnTo>
                    <a:pt x="24" y="232"/>
                  </a:lnTo>
                  <a:lnTo>
                    <a:pt x="32" y="215"/>
                  </a:lnTo>
                  <a:lnTo>
                    <a:pt x="41" y="199"/>
                  </a:lnTo>
                  <a:lnTo>
                    <a:pt x="50" y="184"/>
                  </a:lnTo>
                  <a:lnTo>
                    <a:pt x="61" y="170"/>
                  </a:lnTo>
                  <a:lnTo>
                    <a:pt x="73" y="155"/>
                  </a:lnTo>
                  <a:lnTo>
                    <a:pt x="85" y="142"/>
                  </a:lnTo>
                  <a:lnTo>
                    <a:pt x="98" y="129"/>
                  </a:lnTo>
                  <a:lnTo>
                    <a:pt x="112" y="118"/>
                  </a:lnTo>
                  <a:lnTo>
                    <a:pt x="127" y="106"/>
                  </a:lnTo>
                  <a:lnTo>
                    <a:pt x="143" y="95"/>
                  </a:lnTo>
                  <a:lnTo>
                    <a:pt x="160" y="86"/>
                  </a:lnTo>
                  <a:lnTo>
                    <a:pt x="178" y="76"/>
                  </a:lnTo>
                  <a:lnTo>
                    <a:pt x="195" y="67"/>
                  </a:lnTo>
                  <a:lnTo>
                    <a:pt x="214" y="59"/>
                  </a:lnTo>
                  <a:lnTo>
                    <a:pt x="235" y="50"/>
                  </a:lnTo>
                  <a:lnTo>
                    <a:pt x="254" y="43"/>
                  </a:lnTo>
                  <a:lnTo>
                    <a:pt x="276" y="37"/>
                  </a:lnTo>
                  <a:lnTo>
                    <a:pt x="298" y="31"/>
                  </a:lnTo>
                  <a:lnTo>
                    <a:pt x="320" y="25"/>
                  </a:lnTo>
                  <a:lnTo>
                    <a:pt x="344" y="20"/>
                  </a:lnTo>
                  <a:lnTo>
                    <a:pt x="366" y="15"/>
                  </a:lnTo>
                  <a:lnTo>
                    <a:pt x="391" y="11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217"/>
            <p:cNvSpPr>
              <a:spLocks/>
            </p:cNvSpPr>
            <p:nvPr/>
          </p:nvSpPr>
          <p:spPr bwMode="auto">
            <a:xfrm>
              <a:off x="325" y="1683"/>
              <a:ext cx="270" cy="1703"/>
            </a:xfrm>
            <a:custGeom>
              <a:avLst/>
              <a:gdLst>
                <a:gd name="T0" fmla="*/ 34 w 2163"/>
                <a:gd name="T1" fmla="*/ 3 h 13623"/>
                <a:gd name="T2" fmla="*/ 1 w 2163"/>
                <a:gd name="T3" fmla="*/ 213 h 13623"/>
                <a:gd name="T4" fmla="*/ 1 w 2163"/>
                <a:gd name="T5" fmla="*/ 213 h 13623"/>
                <a:gd name="T6" fmla="*/ 1 w 2163"/>
                <a:gd name="T7" fmla="*/ 213 h 13623"/>
                <a:gd name="T8" fmla="*/ 0 w 2163"/>
                <a:gd name="T9" fmla="*/ 212 h 13623"/>
                <a:gd name="T10" fmla="*/ 0 w 2163"/>
                <a:gd name="T11" fmla="*/ 212 h 13623"/>
                <a:gd name="T12" fmla="*/ 0 w 2163"/>
                <a:gd name="T13" fmla="*/ 212 h 13623"/>
                <a:gd name="T14" fmla="*/ 0 w 2163"/>
                <a:gd name="T15" fmla="*/ 212 h 13623"/>
                <a:gd name="T16" fmla="*/ 0 w 2163"/>
                <a:gd name="T17" fmla="*/ 211 h 13623"/>
                <a:gd name="T18" fmla="*/ 0 w 2163"/>
                <a:gd name="T19" fmla="*/ 211 h 13623"/>
                <a:gd name="T20" fmla="*/ 0 w 2163"/>
                <a:gd name="T21" fmla="*/ 211 h 13623"/>
                <a:gd name="T22" fmla="*/ 0 w 2163"/>
                <a:gd name="T23" fmla="*/ 211 h 13623"/>
                <a:gd name="T24" fmla="*/ 0 w 2163"/>
                <a:gd name="T25" fmla="*/ 211 h 13623"/>
                <a:gd name="T26" fmla="*/ 0 w 2163"/>
                <a:gd name="T27" fmla="*/ 210 h 13623"/>
                <a:gd name="T28" fmla="*/ 0 w 2163"/>
                <a:gd name="T29" fmla="*/ 210 h 13623"/>
                <a:gd name="T30" fmla="*/ 0 w 2163"/>
                <a:gd name="T31" fmla="*/ 210 h 13623"/>
                <a:gd name="T32" fmla="*/ 0 w 2163"/>
                <a:gd name="T33" fmla="*/ 210 h 13623"/>
                <a:gd name="T34" fmla="*/ 0 w 2163"/>
                <a:gd name="T35" fmla="*/ 210 h 13623"/>
                <a:gd name="T36" fmla="*/ 33 w 2163"/>
                <a:gd name="T37" fmla="*/ 0 h 13623"/>
                <a:gd name="T38" fmla="*/ 33 w 2163"/>
                <a:gd name="T39" fmla="*/ 0 h 13623"/>
                <a:gd name="T40" fmla="*/ 33 w 2163"/>
                <a:gd name="T41" fmla="*/ 0 h 13623"/>
                <a:gd name="T42" fmla="*/ 33 w 2163"/>
                <a:gd name="T43" fmla="*/ 1 h 13623"/>
                <a:gd name="T44" fmla="*/ 33 w 2163"/>
                <a:gd name="T45" fmla="*/ 1 h 13623"/>
                <a:gd name="T46" fmla="*/ 33 w 2163"/>
                <a:gd name="T47" fmla="*/ 1 h 13623"/>
                <a:gd name="T48" fmla="*/ 33 w 2163"/>
                <a:gd name="T49" fmla="*/ 1 h 13623"/>
                <a:gd name="T50" fmla="*/ 33 w 2163"/>
                <a:gd name="T51" fmla="*/ 2 h 13623"/>
                <a:gd name="T52" fmla="*/ 33 w 2163"/>
                <a:gd name="T53" fmla="*/ 2 h 13623"/>
                <a:gd name="T54" fmla="*/ 33 w 2163"/>
                <a:gd name="T55" fmla="*/ 2 h 13623"/>
                <a:gd name="T56" fmla="*/ 33 w 2163"/>
                <a:gd name="T57" fmla="*/ 2 h 13623"/>
                <a:gd name="T58" fmla="*/ 33 w 2163"/>
                <a:gd name="T59" fmla="*/ 2 h 13623"/>
                <a:gd name="T60" fmla="*/ 33 w 2163"/>
                <a:gd name="T61" fmla="*/ 3 h 13623"/>
                <a:gd name="T62" fmla="*/ 33 w 2163"/>
                <a:gd name="T63" fmla="*/ 3 h 13623"/>
                <a:gd name="T64" fmla="*/ 33 w 2163"/>
                <a:gd name="T65" fmla="*/ 3 h 13623"/>
                <a:gd name="T66" fmla="*/ 34 w 2163"/>
                <a:gd name="T67" fmla="*/ 3 h 13623"/>
                <a:gd name="T68" fmla="*/ 34 w 2163"/>
                <a:gd name="T69" fmla="*/ 3 h 1362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63"/>
                <a:gd name="T106" fmla="*/ 0 h 13623"/>
                <a:gd name="T107" fmla="*/ 2163 w 2163"/>
                <a:gd name="T108" fmla="*/ 13623 h 1362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63" h="13623">
                  <a:moveTo>
                    <a:pt x="2163" y="211"/>
                  </a:moveTo>
                  <a:lnTo>
                    <a:pt x="54" y="13623"/>
                  </a:lnTo>
                  <a:lnTo>
                    <a:pt x="47" y="13609"/>
                  </a:lnTo>
                  <a:lnTo>
                    <a:pt x="39" y="13597"/>
                  </a:lnTo>
                  <a:lnTo>
                    <a:pt x="32" y="13583"/>
                  </a:lnTo>
                  <a:lnTo>
                    <a:pt x="26" y="13570"/>
                  </a:lnTo>
                  <a:lnTo>
                    <a:pt x="21" y="13556"/>
                  </a:lnTo>
                  <a:lnTo>
                    <a:pt x="16" y="13544"/>
                  </a:lnTo>
                  <a:lnTo>
                    <a:pt x="11" y="13531"/>
                  </a:lnTo>
                  <a:lnTo>
                    <a:pt x="8" y="13517"/>
                  </a:lnTo>
                  <a:lnTo>
                    <a:pt x="5" y="13504"/>
                  </a:lnTo>
                  <a:lnTo>
                    <a:pt x="3" y="13491"/>
                  </a:lnTo>
                  <a:lnTo>
                    <a:pt x="1" y="13478"/>
                  </a:lnTo>
                  <a:lnTo>
                    <a:pt x="0" y="13465"/>
                  </a:lnTo>
                  <a:lnTo>
                    <a:pt x="0" y="13452"/>
                  </a:lnTo>
                  <a:lnTo>
                    <a:pt x="0" y="13438"/>
                  </a:lnTo>
                  <a:lnTo>
                    <a:pt x="1" y="13426"/>
                  </a:lnTo>
                  <a:lnTo>
                    <a:pt x="3" y="13412"/>
                  </a:lnTo>
                  <a:lnTo>
                    <a:pt x="2111" y="0"/>
                  </a:lnTo>
                  <a:lnTo>
                    <a:pt x="2109" y="14"/>
                  </a:lnTo>
                  <a:lnTo>
                    <a:pt x="2108" y="26"/>
                  </a:lnTo>
                  <a:lnTo>
                    <a:pt x="2108" y="40"/>
                  </a:lnTo>
                  <a:lnTo>
                    <a:pt x="2108" y="53"/>
                  </a:lnTo>
                  <a:lnTo>
                    <a:pt x="2109" y="66"/>
                  </a:lnTo>
                  <a:lnTo>
                    <a:pt x="2111" y="79"/>
                  </a:lnTo>
                  <a:lnTo>
                    <a:pt x="2113" y="92"/>
                  </a:lnTo>
                  <a:lnTo>
                    <a:pt x="2116" y="105"/>
                  </a:lnTo>
                  <a:lnTo>
                    <a:pt x="2120" y="119"/>
                  </a:lnTo>
                  <a:lnTo>
                    <a:pt x="2124" y="132"/>
                  </a:lnTo>
                  <a:lnTo>
                    <a:pt x="2128" y="144"/>
                  </a:lnTo>
                  <a:lnTo>
                    <a:pt x="2135" y="158"/>
                  </a:lnTo>
                  <a:lnTo>
                    <a:pt x="2140" y="171"/>
                  </a:lnTo>
                  <a:lnTo>
                    <a:pt x="2147" y="185"/>
                  </a:lnTo>
                  <a:lnTo>
                    <a:pt x="2154" y="197"/>
                  </a:lnTo>
                  <a:lnTo>
                    <a:pt x="2163" y="211"/>
                  </a:lnTo>
                  <a:close/>
                </a:path>
              </a:pathLst>
            </a:custGeom>
            <a:solidFill>
              <a:srgbClr val="A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18"/>
            <p:cNvSpPr>
              <a:spLocks/>
            </p:cNvSpPr>
            <p:nvPr/>
          </p:nvSpPr>
          <p:spPr bwMode="auto">
            <a:xfrm>
              <a:off x="325" y="1691"/>
              <a:ext cx="278" cy="1706"/>
            </a:xfrm>
            <a:custGeom>
              <a:avLst/>
              <a:gdLst>
                <a:gd name="T0" fmla="*/ 0 w 2225"/>
                <a:gd name="T1" fmla="*/ 210 h 13645"/>
                <a:gd name="T2" fmla="*/ 33 w 2225"/>
                <a:gd name="T3" fmla="*/ 0 h 13645"/>
                <a:gd name="T4" fmla="*/ 33 w 2225"/>
                <a:gd name="T5" fmla="*/ 0 h 13645"/>
                <a:gd name="T6" fmla="*/ 33 w 2225"/>
                <a:gd name="T7" fmla="*/ 1 h 13645"/>
                <a:gd name="T8" fmla="*/ 33 w 2225"/>
                <a:gd name="T9" fmla="*/ 1 h 13645"/>
                <a:gd name="T10" fmla="*/ 33 w 2225"/>
                <a:gd name="T11" fmla="*/ 1 h 13645"/>
                <a:gd name="T12" fmla="*/ 33 w 2225"/>
                <a:gd name="T13" fmla="*/ 1 h 13645"/>
                <a:gd name="T14" fmla="*/ 33 w 2225"/>
                <a:gd name="T15" fmla="*/ 1 h 13645"/>
                <a:gd name="T16" fmla="*/ 33 w 2225"/>
                <a:gd name="T17" fmla="*/ 2 h 13645"/>
                <a:gd name="T18" fmla="*/ 33 w 2225"/>
                <a:gd name="T19" fmla="*/ 2 h 13645"/>
                <a:gd name="T20" fmla="*/ 34 w 2225"/>
                <a:gd name="T21" fmla="*/ 2 h 13645"/>
                <a:gd name="T22" fmla="*/ 34 w 2225"/>
                <a:gd name="T23" fmla="*/ 2 h 13645"/>
                <a:gd name="T24" fmla="*/ 34 w 2225"/>
                <a:gd name="T25" fmla="*/ 3 h 13645"/>
                <a:gd name="T26" fmla="*/ 34 w 2225"/>
                <a:gd name="T27" fmla="*/ 3 h 13645"/>
                <a:gd name="T28" fmla="*/ 34 w 2225"/>
                <a:gd name="T29" fmla="*/ 3 h 13645"/>
                <a:gd name="T30" fmla="*/ 34 w 2225"/>
                <a:gd name="T31" fmla="*/ 3 h 13645"/>
                <a:gd name="T32" fmla="*/ 35 w 2225"/>
                <a:gd name="T33" fmla="*/ 3 h 13645"/>
                <a:gd name="T34" fmla="*/ 35 w 2225"/>
                <a:gd name="T35" fmla="*/ 4 h 13645"/>
                <a:gd name="T36" fmla="*/ 2 w 2225"/>
                <a:gd name="T37" fmla="*/ 213 h 13645"/>
                <a:gd name="T38" fmla="*/ 2 w 2225"/>
                <a:gd name="T39" fmla="*/ 213 h 13645"/>
                <a:gd name="T40" fmla="*/ 1 w 2225"/>
                <a:gd name="T41" fmla="*/ 213 h 13645"/>
                <a:gd name="T42" fmla="*/ 1 w 2225"/>
                <a:gd name="T43" fmla="*/ 213 h 13645"/>
                <a:gd name="T44" fmla="*/ 1 w 2225"/>
                <a:gd name="T45" fmla="*/ 212 h 13645"/>
                <a:gd name="T46" fmla="*/ 1 w 2225"/>
                <a:gd name="T47" fmla="*/ 212 h 13645"/>
                <a:gd name="T48" fmla="*/ 1 w 2225"/>
                <a:gd name="T49" fmla="*/ 212 h 13645"/>
                <a:gd name="T50" fmla="*/ 1 w 2225"/>
                <a:gd name="T51" fmla="*/ 212 h 13645"/>
                <a:gd name="T52" fmla="*/ 0 w 2225"/>
                <a:gd name="T53" fmla="*/ 211 h 13645"/>
                <a:gd name="T54" fmla="*/ 0 w 2225"/>
                <a:gd name="T55" fmla="*/ 211 h 13645"/>
                <a:gd name="T56" fmla="*/ 0 w 2225"/>
                <a:gd name="T57" fmla="*/ 211 h 13645"/>
                <a:gd name="T58" fmla="*/ 0 w 2225"/>
                <a:gd name="T59" fmla="*/ 211 h 13645"/>
                <a:gd name="T60" fmla="*/ 0 w 2225"/>
                <a:gd name="T61" fmla="*/ 211 h 13645"/>
                <a:gd name="T62" fmla="*/ 0 w 2225"/>
                <a:gd name="T63" fmla="*/ 210 h 13645"/>
                <a:gd name="T64" fmla="*/ 0 w 2225"/>
                <a:gd name="T65" fmla="*/ 210 h 13645"/>
                <a:gd name="T66" fmla="*/ 0 w 2225"/>
                <a:gd name="T67" fmla="*/ 210 h 13645"/>
                <a:gd name="T68" fmla="*/ 0 w 2225"/>
                <a:gd name="T69" fmla="*/ 210 h 136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25"/>
                <a:gd name="T106" fmla="*/ 0 h 13645"/>
                <a:gd name="T107" fmla="*/ 2225 w 2225"/>
                <a:gd name="T108" fmla="*/ 13645 h 1364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25" h="13645">
                  <a:moveTo>
                    <a:pt x="0" y="13412"/>
                  </a:moveTo>
                  <a:lnTo>
                    <a:pt x="2108" y="0"/>
                  </a:lnTo>
                  <a:lnTo>
                    <a:pt x="2110" y="15"/>
                  </a:lnTo>
                  <a:lnTo>
                    <a:pt x="2112" y="30"/>
                  </a:lnTo>
                  <a:lnTo>
                    <a:pt x="2115" y="44"/>
                  </a:lnTo>
                  <a:lnTo>
                    <a:pt x="2119" y="59"/>
                  </a:lnTo>
                  <a:lnTo>
                    <a:pt x="2124" y="73"/>
                  </a:lnTo>
                  <a:lnTo>
                    <a:pt x="2129" y="88"/>
                  </a:lnTo>
                  <a:lnTo>
                    <a:pt x="2136" y="102"/>
                  </a:lnTo>
                  <a:lnTo>
                    <a:pt x="2143" y="117"/>
                  </a:lnTo>
                  <a:lnTo>
                    <a:pt x="2150" y="131"/>
                  </a:lnTo>
                  <a:lnTo>
                    <a:pt x="2160" y="146"/>
                  </a:lnTo>
                  <a:lnTo>
                    <a:pt x="2168" y="160"/>
                  </a:lnTo>
                  <a:lnTo>
                    <a:pt x="2178" y="175"/>
                  </a:lnTo>
                  <a:lnTo>
                    <a:pt x="2189" y="189"/>
                  </a:lnTo>
                  <a:lnTo>
                    <a:pt x="2200" y="204"/>
                  </a:lnTo>
                  <a:lnTo>
                    <a:pt x="2213" y="218"/>
                  </a:lnTo>
                  <a:lnTo>
                    <a:pt x="2225" y="233"/>
                  </a:lnTo>
                  <a:lnTo>
                    <a:pt x="117" y="13645"/>
                  </a:lnTo>
                  <a:lnTo>
                    <a:pt x="105" y="13630"/>
                  </a:lnTo>
                  <a:lnTo>
                    <a:pt x="92" y="13616"/>
                  </a:lnTo>
                  <a:lnTo>
                    <a:pt x="81" y="13601"/>
                  </a:lnTo>
                  <a:lnTo>
                    <a:pt x="71" y="13587"/>
                  </a:lnTo>
                  <a:lnTo>
                    <a:pt x="60" y="13572"/>
                  </a:lnTo>
                  <a:lnTo>
                    <a:pt x="51" y="13558"/>
                  </a:lnTo>
                  <a:lnTo>
                    <a:pt x="43" y="13543"/>
                  </a:lnTo>
                  <a:lnTo>
                    <a:pt x="35" y="13529"/>
                  </a:lnTo>
                  <a:lnTo>
                    <a:pt x="28" y="13514"/>
                  </a:lnTo>
                  <a:lnTo>
                    <a:pt x="22" y="13500"/>
                  </a:lnTo>
                  <a:lnTo>
                    <a:pt x="17" y="13485"/>
                  </a:lnTo>
                  <a:lnTo>
                    <a:pt x="11" y="13471"/>
                  </a:lnTo>
                  <a:lnTo>
                    <a:pt x="7" y="13456"/>
                  </a:lnTo>
                  <a:lnTo>
                    <a:pt x="4" y="13442"/>
                  </a:lnTo>
                  <a:lnTo>
                    <a:pt x="2" y="13427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9FC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19"/>
            <p:cNvSpPr>
              <a:spLocks/>
            </p:cNvSpPr>
            <p:nvPr/>
          </p:nvSpPr>
          <p:spPr bwMode="auto">
            <a:xfrm>
              <a:off x="332" y="1709"/>
              <a:ext cx="280" cy="1696"/>
            </a:xfrm>
            <a:custGeom>
              <a:avLst/>
              <a:gdLst>
                <a:gd name="T0" fmla="*/ 0 w 2238"/>
                <a:gd name="T1" fmla="*/ 210 h 13562"/>
                <a:gd name="T2" fmla="*/ 33 w 2238"/>
                <a:gd name="T3" fmla="*/ 0 h 13562"/>
                <a:gd name="T4" fmla="*/ 33 w 2238"/>
                <a:gd name="T5" fmla="*/ 0 h 13562"/>
                <a:gd name="T6" fmla="*/ 33 w 2238"/>
                <a:gd name="T7" fmla="*/ 1 h 13562"/>
                <a:gd name="T8" fmla="*/ 34 w 2238"/>
                <a:gd name="T9" fmla="*/ 1 h 13562"/>
                <a:gd name="T10" fmla="*/ 34 w 2238"/>
                <a:gd name="T11" fmla="*/ 1 h 13562"/>
                <a:gd name="T12" fmla="*/ 34 w 2238"/>
                <a:gd name="T13" fmla="*/ 2 h 13562"/>
                <a:gd name="T14" fmla="*/ 34 w 2238"/>
                <a:gd name="T15" fmla="*/ 2 h 13562"/>
                <a:gd name="T16" fmla="*/ 35 w 2238"/>
                <a:gd name="T17" fmla="*/ 2 h 13562"/>
                <a:gd name="T18" fmla="*/ 35 w 2238"/>
                <a:gd name="T19" fmla="*/ 2 h 13562"/>
                <a:gd name="T20" fmla="*/ 2 w 2238"/>
                <a:gd name="T21" fmla="*/ 212 h 13562"/>
                <a:gd name="T22" fmla="*/ 2 w 2238"/>
                <a:gd name="T23" fmla="*/ 212 h 13562"/>
                <a:gd name="T24" fmla="*/ 1 w 2238"/>
                <a:gd name="T25" fmla="*/ 211 h 13562"/>
                <a:gd name="T26" fmla="*/ 1 w 2238"/>
                <a:gd name="T27" fmla="*/ 211 h 13562"/>
                <a:gd name="T28" fmla="*/ 1 w 2238"/>
                <a:gd name="T29" fmla="*/ 211 h 13562"/>
                <a:gd name="T30" fmla="*/ 1 w 2238"/>
                <a:gd name="T31" fmla="*/ 211 h 13562"/>
                <a:gd name="T32" fmla="*/ 0 w 2238"/>
                <a:gd name="T33" fmla="*/ 210 h 13562"/>
                <a:gd name="T34" fmla="*/ 0 w 2238"/>
                <a:gd name="T35" fmla="*/ 210 h 13562"/>
                <a:gd name="T36" fmla="*/ 0 w 2238"/>
                <a:gd name="T37" fmla="*/ 210 h 1356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38"/>
                <a:gd name="T58" fmla="*/ 0 h 13562"/>
                <a:gd name="T59" fmla="*/ 2238 w 2238"/>
                <a:gd name="T60" fmla="*/ 13562 h 1356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38" h="13562">
                  <a:moveTo>
                    <a:pt x="0" y="13412"/>
                  </a:moveTo>
                  <a:lnTo>
                    <a:pt x="2109" y="0"/>
                  </a:lnTo>
                  <a:lnTo>
                    <a:pt x="2120" y="19"/>
                  </a:lnTo>
                  <a:lnTo>
                    <a:pt x="2134" y="38"/>
                  </a:lnTo>
                  <a:lnTo>
                    <a:pt x="2149" y="57"/>
                  </a:lnTo>
                  <a:lnTo>
                    <a:pt x="2165" y="76"/>
                  </a:lnTo>
                  <a:lnTo>
                    <a:pt x="2181" y="94"/>
                  </a:lnTo>
                  <a:lnTo>
                    <a:pt x="2199" y="113"/>
                  </a:lnTo>
                  <a:lnTo>
                    <a:pt x="2219" y="132"/>
                  </a:lnTo>
                  <a:lnTo>
                    <a:pt x="2238" y="150"/>
                  </a:lnTo>
                  <a:lnTo>
                    <a:pt x="131" y="13562"/>
                  </a:lnTo>
                  <a:lnTo>
                    <a:pt x="111" y="13544"/>
                  </a:lnTo>
                  <a:lnTo>
                    <a:pt x="91" y="13525"/>
                  </a:lnTo>
                  <a:lnTo>
                    <a:pt x="74" y="13506"/>
                  </a:lnTo>
                  <a:lnTo>
                    <a:pt x="57" y="13488"/>
                  </a:lnTo>
                  <a:lnTo>
                    <a:pt x="40" y="13469"/>
                  </a:lnTo>
                  <a:lnTo>
                    <a:pt x="26" y="13450"/>
                  </a:lnTo>
                  <a:lnTo>
                    <a:pt x="12" y="13431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8FB1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20"/>
            <p:cNvSpPr>
              <a:spLocks/>
            </p:cNvSpPr>
            <p:nvPr/>
          </p:nvSpPr>
          <p:spPr bwMode="auto">
            <a:xfrm>
              <a:off x="340" y="1720"/>
              <a:ext cx="280" cy="1692"/>
            </a:xfrm>
            <a:custGeom>
              <a:avLst/>
              <a:gdLst>
                <a:gd name="T0" fmla="*/ 0 w 2243"/>
                <a:gd name="T1" fmla="*/ 210 h 13534"/>
                <a:gd name="T2" fmla="*/ 33 w 2243"/>
                <a:gd name="T3" fmla="*/ 0 h 13534"/>
                <a:gd name="T4" fmla="*/ 33 w 2243"/>
                <a:gd name="T5" fmla="*/ 0 h 13534"/>
                <a:gd name="T6" fmla="*/ 33 w 2243"/>
                <a:gd name="T7" fmla="*/ 1 h 13534"/>
                <a:gd name="T8" fmla="*/ 34 w 2243"/>
                <a:gd name="T9" fmla="*/ 1 h 13534"/>
                <a:gd name="T10" fmla="*/ 34 w 2243"/>
                <a:gd name="T11" fmla="*/ 1 h 13534"/>
                <a:gd name="T12" fmla="*/ 34 w 2243"/>
                <a:gd name="T13" fmla="*/ 2 h 13534"/>
                <a:gd name="T14" fmla="*/ 35 w 2243"/>
                <a:gd name="T15" fmla="*/ 2 h 13534"/>
                <a:gd name="T16" fmla="*/ 2 w 2243"/>
                <a:gd name="T17" fmla="*/ 212 h 13534"/>
                <a:gd name="T18" fmla="*/ 1 w 2243"/>
                <a:gd name="T19" fmla="*/ 211 h 13534"/>
                <a:gd name="T20" fmla="*/ 1 w 2243"/>
                <a:gd name="T21" fmla="*/ 211 h 13534"/>
                <a:gd name="T22" fmla="*/ 1 w 2243"/>
                <a:gd name="T23" fmla="*/ 210 h 13534"/>
                <a:gd name="T24" fmla="*/ 0 w 2243"/>
                <a:gd name="T25" fmla="*/ 210 h 13534"/>
                <a:gd name="T26" fmla="*/ 0 w 2243"/>
                <a:gd name="T27" fmla="*/ 210 h 13534"/>
                <a:gd name="T28" fmla="*/ 0 w 2243"/>
                <a:gd name="T29" fmla="*/ 210 h 135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243"/>
                <a:gd name="T46" fmla="*/ 0 h 13534"/>
                <a:gd name="T47" fmla="*/ 2243 w 2243"/>
                <a:gd name="T48" fmla="*/ 13534 h 1353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243" h="13534">
                  <a:moveTo>
                    <a:pt x="0" y="13412"/>
                  </a:moveTo>
                  <a:lnTo>
                    <a:pt x="2108" y="0"/>
                  </a:lnTo>
                  <a:lnTo>
                    <a:pt x="2122" y="16"/>
                  </a:lnTo>
                  <a:lnTo>
                    <a:pt x="2137" y="31"/>
                  </a:lnTo>
                  <a:lnTo>
                    <a:pt x="2153" y="47"/>
                  </a:lnTo>
                  <a:lnTo>
                    <a:pt x="2169" y="61"/>
                  </a:lnTo>
                  <a:lnTo>
                    <a:pt x="2204" y="92"/>
                  </a:lnTo>
                  <a:lnTo>
                    <a:pt x="2243" y="122"/>
                  </a:lnTo>
                  <a:lnTo>
                    <a:pt x="135" y="13534"/>
                  </a:lnTo>
                  <a:lnTo>
                    <a:pt x="97" y="13504"/>
                  </a:lnTo>
                  <a:lnTo>
                    <a:pt x="61" y="13473"/>
                  </a:lnTo>
                  <a:lnTo>
                    <a:pt x="45" y="13459"/>
                  </a:lnTo>
                  <a:lnTo>
                    <a:pt x="29" y="13443"/>
                  </a:lnTo>
                  <a:lnTo>
                    <a:pt x="15" y="13428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FA3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Freeform 221"/>
            <p:cNvSpPr>
              <a:spLocks/>
            </p:cNvSpPr>
            <p:nvPr/>
          </p:nvSpPr>
          <p:spPr bwMode="auto">
            <a:xfrm>
              <a:off x="348" y="1728"/>
              <a:ext cx="281" cy="1690"/>
            </a:xfrm>
            <a:custGeom>
              <a:avLst/>
              <a:gdLst>
                <a:gd name="T0" fmla="*/ 0 w 2244"/>
                <a:gd name="T1" fmla="*/ 210 h 13517"/>
                <a:gd name="T2" fmla="*/ 33 w 2244"/>
                <a:gd name="T3" fmla="*/ 0 h 13517"/>
                <a:gd name="T4" fmla="*/ 34 w 2244"/>
                <a:gd name="T5" fmla="*/ 0 h 13517"/>
                <a:gd name="T6" fmla="*/ 34 w 2244"/>
                <a:gd name="T7" fmla="*/ 1 h 13517"/>
                <a:gd name="T8" fmla="*/ 35 w 2244"/>
                <a:gd name="T9" fmla="*/ 1 h 13517"/>
                <a:gd name="T10" fmla="*/ 35 w 2244"/>
                <a:gd name="T11" fmla="*/ 2 h 13517"/>
                <a:gd name="T12" fmla="*/ 2 w 2244"/>
                <a:gd name="T13" fmla="*/ 211 h 13517"/>
                <a:gd name="T14" fmla="*/ 2 w 2244"/>
                <a:gd name="T15" fmla="*/ 211 h 13517"/>
                <a:gd name="T16" fmla="*/ 1 w 2244"/>
                <a:gd name="T17" fmla="*/ 210 h 13517"/>
                <a:gd name="T18" fmla="*/ 1 w 2244"/>
                <a:gd name="T19" fmla="*/ 210 h 13517"/>
                <a:gd name="T20" fmla="*/ 0 w 2244"/>
                <a:gd name="T21" fmla="*/ 210 h 135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4"/>
                <a:gd name="T34" fmla="*/ 0 h 13517"/>
                <a:gd name="T35" fmla="*/ 2244 w 2244"/>
                <a:gd name="T36" fmla="*/ 13517 h 135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4" h="13517">
                  <a:moveTo>
                    <a:pt x="0" y="13412"/>
                  </a:moveTo>
                  <a:lnTo>
                    <a:pt x="2107" y="0"/>
                  </a:lnTo>
                  <a:lnTo>
                    <a:pt x="2139" y="26"/>
                  </a:lnTo>
                  <a:lnTo>
                    <a:pt x="2172" y="53"/>
                  </a:lnTo>
                  <a:lnTo>
                    <a:pt x="2207" y="79"/>
                  </a:lnTo>
                  <a:lnTo>
                    <a:pt x="2244" y="105"/>
                  </a:lnTo>
                  <a:lnTo>
                    <a:pt x="137" y="13517"/>
                  </a:lnTo>
                  <a:lnTo>
                    <a:pt x="99" y="13491"/>
                  </a:lnTo>
                  <a:lnTo>
                    <a:pt x="64" y="13465"/>
                  </a:lnTo>
                  <a:lnTo>
                    <a:pt x="31" y="13438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095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" name="Freeform 222"/>
            <p:cNvSpPr>
              <a:spLocks/>
            </p:cNvSpPr>
            <p:nvPr/>
          </p:nvSpPr>
          <p:spPr bwMode="auto">
            <a:xfrm>
              <a:off x="357" y="1735"/>
              <a:ext cx="281" cy="1688"/>
            </a:xfrm>
            <a:custGeom>
              <a:avLst/>
              <a:gdLst>
                <a:gd name="T0" fmla="*/ 0 w 2247"/>
                <a:gd name="T1" fmla="*/ 209 h 13506"/>
                <a:gd name="T2" fmla="*/ 33 w 2247"/>
                <a:gd name="T3" fmla="*/ 0 h 13506"/>
                <a:gd name="T4" fmla="*/ 34 w 2247"/>
                <a:gd name="T5" fmla="*/ 0 h 13506"/>
                <a:gd name="T6" fmla="*/ 34 w 2247"/>
                <a:gd name="T7" fmla="*/ 1 h 13506"/>
                <a:gd name="T8" fmla="*/ 35 w 2247"/>
                <a:gd name="T9" fmla="*/ 1 h 13506"/>
                <a:gd name="T10" fmla="*/ 35 w 2247"/>
                <a:gd name="T11" fmla="*/ 1 h 13506"/>
                <a:gd name="T12" fmla="*/ 2 w 2247"/>
                <a:gd name="T13" fmla="*/ 211 h 13506"/>
                <a:gd name="T14" fmla="*/ 2 w 2247"/>
                <a:gd name="T15" fmla="*/ 211 h 13506"/>
                <a:gd name="T16" fmla="*/ 1 w 2247"/>
                <a:gd name="T17" fmla="*/ 210 h 13506"/>
                <a:gd name="T18" fmla="*/ 1 w 2247"/>
                <a:gd name="T19" fmla="*/ 210 h 13506"/>
                <a:gd name="T20" fmla="*/ 0 w 2247"/>
                <a:gd name="T21" fmla="*/ 209 h 135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7"/>
                <a:gd name="T34" fmla="*/ 0 h 13506"/>
                <a:gd name="T35" fmla="*/ 2247 w 2247"/>
                <a:gd name="T36" fmla="*/ 13506 h 1350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7" h="13506">
                  <a:moveTo>
                    <a:pt x="0" y="13412"/>
                  </a:moveTo>
                  <a:lnTo>
                    <a:pt x="2108" y="0"/>
                  </a:lnTo>
                  <a:lnTo>
                    <a:pt x="2140" y="24"/>
                  </a:lnTo>
                  <a:lnTo>
                    <a:pt x="2173" y="47"/>
                  </a:lnTo>
                  <a:lnTo>
                    <a:pt x="2210" y="71"/>
                  </a:lnTo>
                  <a:lnTo>
                    <a:pt x="2247" y="94"/>
                  </a:lnTo>
                  <a:lnTo>
                    <a:pt x="138" y="13506"/>
                  </a:lnTo>
                  <a:lnTo>
                    <a:pt x="102" y="13483"/>
                  </a:lnTo>
                  <a:lnTo>
                    <a:pt x="66" y="13459"/>
                  </a:lnTo>
                  <a:lnTo>
                    <a:pt x="32" y="13436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38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Freeform 223"/>
            <p:cNvSpPr>
              <a:spLocks/>
            </p:cNvSpPr>
            <p:nvPr/>
          </p:nvSpPr>
          <p:spPr bwMode="auto">
            <a:xfrm>
              <a:off x="365" y="1741"/>
              <a:ext cx="281" cy="1688"/>
            </a:xfrm>
            <a:custGeom>
              <a:avLst/>
              <a:gdLst>
                <a:gd name="T0" fmla="*/ 0 w 2249"/>
                <a:gd name="T1" fmla="*/ 210 h 13497"/>
                <a:gd name="T2" fmla="*/ 33 w 2249"/>
                <a:gd name="T3" fmla="*/ 0 h 13497"/>
                <a:gd name="T4" fmla="*/ 33 w 2249"/>
                <a:gd name="T5" fmla="*/ 0 h 13497"/>
                <a:gd name="T6" fmla="*/ 34 w 2249"/>
                <a:gd name="T7" fmla="*/ 1 h 13497"/>
                <a:gd name="T8" fmla="*/ 34 w 2249"/>
                <a:gd name="T9" fmla="*/ 1 h 13497"/>
                <a:gd name="T10" fmla="*/ 35 w 2249"/>
                <a:gd name="T11" fmla="*/ 1 h 13497"/>
                <a:gd name="T12" fmla="*/ 2 w 2249"/>
                <a:gd name="T13" fmla="*/ 211 h 13497"/>
                <a:gd name="T14" fmla="*/ 2 w 2249"/>
                <a:gd name="T15" fmla="*/ 211 h 13497"/>
                <a:gd name="T16" fmla="*/ 1 w 2249"/>
                <a:gd name="T17" fmla="*/ 210 h 13497"/>
                <a:gd name="T18" fmla="*/ 0 w 2249"/>
                <a:gd name="T19" fmla="*/ 210 h 13497"/>
                <a:gd name="T20" fmla="*/ 0 w 2249"/>
                <a:gd name="T21" fmla="*/ 210 h 134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9"/>
                <a:gd name="T34" fmla="*/ 0 h 13497"/>
                <a:gd name="T35" fmla="*/ 2249 w 2249"/>
                <a:gd name="T36" fmla="*/ 13497 h 1349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9" h="13497">
                  <a:moveTo>
                    <a:pt x="0" y="13412"/>
                  </a:moveTo>
                  <a:lnTo>
                    <a:pt x="2107" y="0"/>
                  </a:lnTo>
                  <a:lnTo>
                    <a:pt x="2141" y="22"/>
                  </a:lnTo>
                  <a:lnTo>
                    <a:pt x="2175" y="44"/>
                  </a:lnTo>
                  <a:lnTo>
                    <a:pt x="2211" y="65"/>
                  </a:lnTo>
                  <a:lnTo>
                    <a:pt x="2249" y="86"/>
                  </a:lnTo>
                  <a:lnTo>
                    <a:pt x="140" y="13497"/>
                  </a:lnTo>
                  <a:lnTo>
                    <a:pt x="103" y="13477"/>
                  </a:lnTo>
                  <a:lnTo>
                    <a:pt x="67" y="13456"/>
                  </a:lnTo>
                  <a:lnTo>
                    <a:pt x="33" y="13434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557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224"/>
            <p:cNvSpPr>
              <a:spLocks/>
            </p:cNvSpPr>
            <p:nvPr/>
          </p:nvSpPr>
          <p:spPr bwMode="auto">
            <a:xfrm>
              <a:off x="374" y="1747"/>
              <a:ext cx="281" cy="1686"/>
            </a:xfrm>
            <a:custGeom>
              <a:avLst/>
              <a:gdLst>
                <a:gd name="T0" fmla="*/ 0 w 2250"/>
                <a:gd name="T1" fmla="*/ 209 h 13491"/>
                <a:gd name="T2" fmla="*/ 33 w 2250"/>
                <a:gd name="T3" fmla="*/ 0 h 13491"/>
                <a:gd name="T4" fmla="*/ 33 w 2250"/>
                <a:gd name="T5" fmla="*/ 0 h 13491"/>
                <a:gd name="T6" fmla="*/ 34 w 2250"/>
                <a:gd name="T7" fmla="*/ 1 h 13491"/>
                <a:gd name="T8" fmla="*/ 34 w 2250"/>
                <a:gd name="T9" fmla="*/ 1 h 13491"/>
                <a:gd name="T10" fmla="*/ 35 w 2250"/>
                <a:gd name="T11" fmla="*/ 1 h 13491"/>
                <a:gd name="T12" fmla="*/ 2 w 2250"/>
                <a:gd name="T13" fmla="*/ 211 h 13491"/>
                <a:gd name="T14" fmla="*/ 2 w 2250"/>
                <a:gd name="T15" fmla="*/ 210 h 13491"/>
                <a:gd name="T16" fmla="*/ 1 w 2250"/>
                <a:gd name="T17" fmla="*/ 210 h 13491"/>
                <a:gd name="T18" fmla="*/ 0 w 2250"/>
                <a:gd name="T19" fmla="*/ 210 h 13491"/>
                <a:gd name="T20" fmla="*/ 0 w 2250"/>
                <a:gd name="T21" fmla="*/ 209 h 134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3491"/>
                <a:gd name="T35" fmla="*/ 2250 w 2250"/>
                <a:gd name="T36" fmla="*/ 13491 h 1349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3491">
                  <a:moveTo>
                    <a:pt x="0" y="13412"/>
                  </a:moveTo>
                  <a:lnTo>
                    <a:pt x="2109" y="0"/>
                  </a:lnTo>
                  <a:lnTo>
                    <a:pt x="2142" y="20"/>
                  </a:lnTo>
                  <a:lnTo>
                    <a:pt x="2177" y="39"/>
                  </a:lnTo>
                  <a:lnTo>
                    <a:pt x="2213" y="59"/>
                  </a:lnTo>
                  <a:lnTo>
                    <a:pt x="2250" y="79"/>
                  </a:lnTo>
                  <a:lnTo>
                    <a:pt x="142" y="13491"/>
                  </a:lnTo>
                  <a:lnTo>
                    <a:pt x="105" y="13471"/>
                  </a:lnTo>
                  <a:lnTo>
                    <a:pt x="69" y="13451"/>
                  </a:lnTo>
                  <a:lnTo>
                    <a:pt x="34" y="13432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577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Freeform 225"/>
            <p:cNvSpPr>
              <a:spLocks/>
            </p:cNvSpPr>
            <p:nvPr/>
          </p:nvSpPr>
          <p:spPr bwMode="auto">
            <a:xfrm>
              <a:off x="383" y="1752"/>
              <a:ext cx="281" cy="1686"/>
            </a:xfrm>
            <a:custGeom>
              <a:avLst/>
              <a:gdLst>
                <a:gd name="T0" fmla="*/ 0 w 2251"/>
                <a:gd name="T1" fmla="*/ 210 h 13484"/>
                <a:gd name="T2" fmla="*/ 33 w 2251"/>
                <a:gd name="T3" fmla="*/ 0 h 13484"/>
                <a:gd name="T4" fmla="*/ 33 w 2251"/>
                <a:gd name="T5" fmla="*/ 0 h 13484"/>
                <a:gd name="T6" fmla="*/ 34 w 2251"/>
                <a:gd name="T7" fmla="*/ 1 h 13484"/>
                <a:gd name="T8" fmla="*/ 34 w 2251"/>
                <a:gd name="T9" fmla="*/ 1 h 13484"/>
                <a:gd name="T10" fmla="*/ 35 w 2251"/>
                <a:gd name="T11" fmla="*/ 1 h 13484"/>
                <a:gd name="T12" fmla="*/ 2 w 2251"/>
                <a:gd name="T13" fmla="*/ 211 h 13484"/>
                <a:gd name="T14" fmla="*/ 2 w 2251"/>
                <a:gd name="T15" fmla="*/ 211 h 13484"/>
                <a:gd name="T16" fmla="*/ 1 w 2251"/>
                <a:gd name="T17" fmla="*/ 210 h 13484"/>
                <a:gd name="T18" fmla="*/ 0 w 2251"/>
                <a:gd name="T19" fmla="*/ 210 h 13484"/>
                <a:gd name="T20" fmla="*/ 0 w 2251"/>
                <a:gd name="T21" fmla="*/ 210 h 134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1"/>
                <a:gd name="T34" fmla="*/ 0 h 13484"/>
                <a:gd name="T35" fmla="*/ 2251 w 2251"/>
                <a:gd name="T36" fmla="*/ 13484 h 134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1" h="13484">
                  <a:moveTo>
                    <a:pt x="0" y="13411"/>
                  </a:moveTo>
                  <a:lnTo>
                    <a:pt x="2109" y="0"/>
                  </a:lnTo>
                  <a:lnTo>
                    <a:pt x="2142" y="18"/>
                  </a:lnTo>
                  <a:lnTo>
                    <a:pt x="2177" y="37"/>
                  </a:lnTo>
                  <a:lnTo>
                    <a:pt x="2213" y="54"/>
                  </a:lnTo>
                  <a:lnTo>
                    <a:pt x="2251" y="72"/>
                  </a:lnTo>
                  <a:lnTo>
                    <a:pt x="143" y="13484"/>
                  </a:lnTo>
                  <a:lnTo>
                    <a:pt x="106" y="13466"/>
                  </a:lnTo>
                  <a:lnTo>
                    <a:pt x="69" y="13449"/>
                  </a:lnTo>
                  <a:lnTo>
                    <a:pt x="34" y="13430"/>
                  </a:lnTo>
                  <a:lnTo>
                    <a:pt x="0" y="13411"/>
                  </a:lnTo>
                  <a:close/>
                </a:path>
              </a:pathLst>
            </a:custGeom>
            <a:solidFill>
              <a:srgbClr val="5983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Freeform 226"/>
            <p:cNvSpPr>
              <a:spLocks/>
            </p:cNvSpPr>
            <p:nvPr/>
          </p:nvSpPr>
          <p:spPr bwMode="auto">
            <a:xfrm>
              <a:off x="392" y="1757"/>
              <a:ext cx="281" cy="1685"/>
            </a:xfrm>
            <a:custGeom>
              <a:avLst/>
              <a:gdLst>
                <a:gd name="T0" fmla="*/ 0 w 2251"/>
                <a:gd name="T1" fmla="*/ 210 h 13478"/>
                <a:gd name="T2" fmla="*/ 33 w 2251"/>
                <a:gd name="T3" fmla="*/ 0 h 13478"/>
                <a:gd name="T4" fmla="*/ 33 w 2251"/>
                <a:gd name="T5" fmla="*/ 0 h 13478"/>
                <a:gd name="T6" fmla="*/ 34 w 2251"/>
                <a:gd name="T7" fmla="*/ 1 h 13478"/>
                <a:gd name="T8" fmla="*/ 34 w 2251"/>
                <a:gd name="T9" fmla="*/ 1 h 13478"/>
                <a:gd name="T10" fmla="*/ 35 w 2251"/>
                <a:gd name="T11" fmla="*/ 1 h 13478"/>
                <a:gd name="T12" fmla="*/ 2 w 2251"/>
                <a:gd name="T13" fmla="*/ 211 h 13478"/>
                <a:gd name="T14" fmla="*/ 2 w 2251"/>
                <a:gd name="T15" fmla="*/ 210 h 13478"/>
                <a:gd name="T16" fmla="*/ 1 w 2251"/>
                <a:gd name="T17" fmla="*/ 210 h 13478"/>
                <a:gd name="T18" fmla="*/ 0 w 2251"/>
                <a:gd name="T19" fmla="*/ 210 h 13478"/>
                <a:gd name="T20" fmla="*/ 0 w 2251"/>
                <a:gd name="T21" fmla="*/ 210 h 134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1"/>
                <a:gd name="T34" fmla="*/ 0 h 13478"/>
                <a:gd name="T35" fmla="*/ 2251 w 2251"/>
                <a:gd name="T36" fmla="*/ 13478 h 134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1" h="13478">
                  <a:moveTo>
                    <a:pt x="0" y="13412"/>
                  </a:moveTo>
                  <a:lnTo>
                    <a:pt x="2108" y="0"/>
                  </a:lnTo>
                  <a:lnTo>
                    <a:pt x="2142" y="16"/>
                  </a:lnTo>
                  <a:lnTo>
                    <a:pt x="2178" y="34"/>
                  </a:lnTo>
                  <a:lnTo>
                    <a:pt x="2214" y="51"/>
                  </a:lnTo>
                  <a:lnTo>
                    <a:pt x="2251" y="66"/>
                  </a:lnTo>
                  <a:lnTo>
                    <a:pt x="144" y="13478"/>
                  </a:lnTo>
                  <a:lnTo>
                    <a:pt x="106" y="13463"/>
                  </a:lnTo>
                  <a:lnTo>
                    <a:pt x="70" y="13445"/>
                  </a:lnTo>
                  <a:lnTo>
                    <a:pt x="35" y="13428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5B86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Freeform 227"/>
            <p:cNvSpPr>
              <a:spLocks/>
            </p:cNvSpPr>
            <p:nvPr/>
          </p:nvSpPr>
          <p:spPr bwMode="auto">
            <a:xfrm>
              <a:off x="401" y="1761"/>
              <a:ext cx="281" cy="1685"/>
            </a:xfrm>
            <a:custGeom>
              <a:avLst/>
              <a:gdLst>
                <a:gd name="T0" fmla="*/ 0 w 2251"/>
                <a:gd name="T1" fmla="*/ 210 h 13475"/>
                <a:gd name="T2" fmla="*/ 33 w 2251"/>
                <a:gd name="T3" fmla="*/ 0 h 13475"/>
                <a:gd name="T4" fmla="*/ 33 w 2251"/>
                <a:gd name="T5" fmla="*/ 0 h 13475"/>
                <a:gd name="T6" fmla="*/ 34 w 2251"/>
                <a:gd name="T7" fmla="*/ 1 h 13475"/>
                <a:gd name="T8" fmla="*/ 35 w 2251"/>
                <a:gd name="T9" fmla="*/ 1 h 13475"/>
                <a:gd name="T10" fmla="*/ 35 w 2251"/>
                <a:gd name="T11" fmla="*/ 1 h 13475"/>
                <a:gd name="T12" fmla="*/ 2 w 2251"/>
                <a:gd name="T13" fmla="*/ 211 h 13475"/>
                <a:gd name="T14" fmla="*/ 2 w 2251"/>
                <a:gd name="T15" fmla="*/ 210 h 13475"/>
                <a:gd name="T16" fmla="*/ 1 w 2251"/>
                <a:gd name="T17" fmla="*/ 210 h 13475"/>
                <a:gd name="T18" fmla="*/ 0 w 2251"/>
                <a:gd name="T19" fmla="*/ 210 h 13475"/>
                <a:gd name="T20" fmla="*/ 0 w 2251"/>
                <a:gd name="T21" fmla="*/ 210 h 1347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1"/>
                <a:gd name="T34" fmla="*/ 0 h 13475"/>
                <a:gd name="T35" fmla="*/ 2251 w 2251"/>
                <a:gd name="T36" fmla="*/ 13475 h 1347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1" h="13475">
                  <a:moveTo>
                    <a:pt x="0" y="13412"/>
                  </a:moveTo>
                  <a:lnTo>
                    <a:pt x="2108" y="0"/>
                  </a:lnTo>
                  <a:lnTo>
                    <a:pt x="2142" y="17"/>
                  </a:lnTo>
                  <a:lnTo>
                    <a:pt x="2177" y="32"/>
                  </a:lnTo>
                  <a:lnTo>
                    <a:pt x="2215" y="48"/>
                  </a:lnTo>
                  <a:lnTo>
                    <a:pt x="2251" y="63"/>
                  </a:lnTo>
                  <a:lnTo>
                    <a:pt x="143" y="13475"/>
                  </a:lnTo>
                  <a:lnTo>
                    <a:pt x="106" y="13460"/>
                  </a:lnTo>
                  <a:lnTo>
                    <a:pt x="69" y="13444"/>
                  </a:lnTo>
                  <a:lnTo>
                    <a:pt x="34" y="13429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5C89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" name="Freeform 228"/>
            <p:cNvSpPr>
              <a:spLocks/>
            </p:cNvSpPr>
            <p:nvPr/>
          </p:nvSpPr>
          <p:spPr bwMode="auto">
            <a:xfrm>
              <a:off x="410" y="1765"/>
              <a:ext cx="281" cy="1684"/>
            </a:xfrm>
            <a:custGeom>
              <a:avLst/>
              <a:gdLst>
                <a:gd name="T0" fmla="*/ 0 w 2252"/>
                <a:gd name="T1" fmla="*/ 210 h 13471"/>
                <a:gd name="T2" fmla="*/ 33 w 2252"/>
                <a:gd name="T3" fmla="*/ 0 h 13471"/>
                <a:gd name="T4" fmla="*/ 33 w 2252"/>
                <a:gd name="T5" fmla="*/ 0 h 13471"/>
                <a:gd name="T6" fmla="*/ 34 w 2252"/>
                <a:gd name="T7" fmla="*/ 1 h 13471"/>
                <a:gd name="T8" fmla="*/ 34 w 2252"/>
                <a:gd name="T9" fmla="*/ 1 h 13471"/>
                <a:gd name="T10" fmla="*/ 35 w 2252"/>
                <a:gd name="T11" fmla="*/ 1 h 13471"/>
                <a:gd name="T12" fmla="*/ 2 w 2252"/>
                <a:gd name="T13" fmla="*/ 211 h 13471"/>
                <a:gd name="T14" fmla="*/ 2 w 2252"/>
                <a:gd name="T15" fmla="*/ 210 h 13471"/>
                <a:gd name="T16" fmla="*/ 1 w 2252"/>
                <a:gd name="T17" fmla="*/ 210 h 13471"/>
                <a:gd name="T18" fmla="*/ 0 w 2252"/>
                <a:gd name="T19" fmla="*/ 210 h 13471"/>
                <a:gd name="T20" fmla="*/ 0 w 2252"/>
                <a:gd name="T21" fmla="*/ 210 h 134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2"/>
                <a:gd name="T34" fmla="*/ 0 h 13471"/>
                <a:gd name="T35" fmla="*/ 2252 w 2252"/>
                <a:gd name="T36" fmla="*/ 13471 h 1347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2" h="13471">
                  <a:moveTo>
                    <a:pt x="0" y="13412"/>
                  </a:moveTo>
                  <a:lnTo>
                    <a:pt x="2107" y="0"/>
                  </a:lnTo>
                  <a:lnTo>
                    <a:pt x="2143" y="16"/>
                  </a:lnTo>
                  <a:lnTo>
                    <a:pt x="2178" y="30"/>
                  </a:lnTo>
                  <a:lnTo>
                    <a:pt x="2214" y="45"/>
                  </a:lnTo>
                  <a:lnTo>
                    <a:pt x="2252" y="59"/>
                  </a:lnTo>
                  <a:lnTo>
                    <a:pt x="144" y="13471"/>
                  </a:lnTo>
                  <a:lnTo>
                    <a:pt x="106" y="13457"/>
                  </a:lnTo>
                  <a:lnTo>
                    <a:pt x="70" y="13442"/>
                  </a:lnTo>
                  <a:lnTo>
                    <a:pt x="34" y="13428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5F8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Freeform 229"/>
            <p:cNvSpPr>
              <a:spLocks/>
            </p:cNvSpPr>
            <p:nvPr/>
          </p:nvSpPr>
          <p:spPr bwMode="auto">
            <a:xfrm>
              <a:off x="419" y="1769"/>
              <a:ext cx="281" cy="1683"/>
            </a:xfrm>
            <a:custGeom>
              <a:avLst/>
              <a:gdLst>
                <a:gd name="T0" fmla="*/ 0 w 2253"/>
                <a:gd name="T1" fmla="*/ 209 h 13467"/>
                <a:gd name="T2" fmla="*/ 33 w 2253"/>
                <a:gd name="T3" fmla="*/ 0 h 13467"/>
                <a:gd name="T4" fmla="*/ 33 w 2253"/>
                <a:gd name="T5" fmla="*/ 0 h 13467"/>
                <a:gd name="T6" fmla="*/ 34 w 2253"/>
                <a:gd name="T7" fmla="*/ 0 h 13467"/>
                <a:gd name="T8" fmla="*/ 34 w 2253"/>
                <a:gd name="T9" fmla="*/ 1 h 13467"/>
                <a:gd name="T10" fmla="*/ 35 w 2253"/>
                <a:gd name="T11" fmla="*/ 1 h 13467"/>
                <a:gd name="T12" fmla="*/ 2 w 2253"/>
                <a:gd name="T13" fmla="*/ 210 h 13467"/>
                <a:gd name="T14" fmla="*/ 2 w 2253"/>
                <a:gd name="T15" fmla="*/ 210 h 13467"/>
                <a:gd name="T16" fmla="*/ 1 w 2253"/>
                <a:gd name="T17" fmla="*/ 210 h 13467"/>
                <a:gd name="T18" fmla="*/ 0 w 2253"/>
                <a:gd name="T19" fmla="*/ 210 h 13467"/>
                <a:gd name="T20" fmla="*/ 0 w 2253"/>
                <a:gd name="T21" fmla="*/ 209 h 13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3"/>
                <a:gd name="T34" fmla="*/ 0 h 13467"/>
                <a:gd name="T35" fmla="*/ 2253 w 2253"/>
                <a:gd name="T36" fmla="*/ 13467 h 13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3" h="13467">
                  <a:moveTo>
                    <a:pt x="0" y="13412"/>
                  </a:moveTo>
                  <a:lnTo>
                    <a:pt x="2108" y="0"/>
                  </a:lnTo>
                  <a:lnTo>
                    <a:pt x="2143" y="14"/>
                  </a:lnTo>
                  <a:lnTo>
                    <a:pt x="2179" y="28"/>
                  </a:lnTo>
                  <a:lnTo>
                    <a:pt x="2216" y="42"/>
                  </a:lnTo>
                  <a:lnTo>
                    <a:pt x="2253" y="55"/>
                  </a:lnTo>
                  <a:lnTo>
                    <a:pt x="145" y="13467"/>
                  </a:lnTo>
                  <a:lnTo>
                    <a:pt x="108" y="13454"/>
                  </a:lnTo>
                  <a:lnTo>
                    <a:pt x="72" y="13440"/>
                  </a:lnTo>
                  <a:lnTo>
                    <a:pt x="35" y="13426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19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Freeform 230"/>
            <p:cNvSpPr>
              <a:spLocks/>
            </p:cNvSpPr>
            <p:nvPr/>
          </p:nvSpPr>
          <p:spPr bwMode="auto">
            <a:xfrm>
              <a:off x="428" y="1773"/>
              <a:ext cx="281" cy="1683"/>
            </a:xfrm>
            <a:custGeom>
              <a:avLst/>
              <a:gdLst>
                <a:gd name="T0" fmla="*/ 0 w 2253"/>
                <a:gd name="T1" fmla="*/ 210 h 13464"/>
                <a:gd name="T2" fmla="*/ 33 w 2253"/>
                <a:gd name="T3" fmla="*/ 0 h 13464"/>
                <a:gd name="T4" fmla="*/ 33 w 2253"/>
                <a:gd name="T5" fmla="*/ 0 h 13464"/>
                <a:gd name="T6" fmla="*/ 34 w 2253"/>
                <a:gd name="T7" fmla="*/ 0 h 13464"/>
                <a:gd name="T8" fmla="*/ 34 w 2253"/>
                <a:gd name="T9" fmla="*/ 1 h 13464"/>
                <a:gd name="T10" fmla="*/ 35 w 2253"/>
                <a:gd name="T11" fmla="*/ 1 h 13464"/>
                <a:gd name="T12" fmla="*/ 2 w 2253"/>
                <a:gd name="T13" fmla="*/ 210 h 13464"/>
                <a:gd name="T14" fmla="*/ 2 w 2253"/>
                <a:gd name="T15" fmla="*/ 210 h 13464"/>
                <a:gd name="T16" fmla="*/ 1 w 2253"/>
                <a:gd name="T17" fmla="*/ 210 h 13464"/>
                <a:gd name="T18" fmla="*/ 0 w 2253"/>
                <a:gd name="T19" fmla="*/ 210 h 13464"/>
                <a:gd name="T20" fmla="*/ 0 w 2253"/>
                <a:gd name="T21" fmla="*/ 210 h 134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3"/>
                <a:gd name="T34" fmla="*/ 0 h 13464"/>
                <a:gd name="T35" fmla="*/ 2253 w 2253"/>
                <a:gd name="T36" fmla="*/ 13464 h 1346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3" h="13464">
                  <a:moveTo>
                    <a:pt x="0" y="13412"/>
                  </a:moveTo>
                  <a:lnTo>
                    <a:pt x="2108" y="0"/>
                  </a:lnTo>
                  <a:lnTo>
                    <a:pt x="2143" y="14"/>
                  </a:lnTo>
                  <a:lnTo>
                    <a:pt x="2179" y="26"/>
                  </a:lnTo>
                  <a:lnTo>
                    <a:pt x="2215" y="40"/>
                  </a:lnTo>
                  <a:lnTo>
                    <a:pt x="2253" y="52"/>
                  </a:lnTo>
                  <a:lnTo>
                    <a:pt x="145" y="13464"/>
                  </a:lnTo>
                  <a:lnTo>
                    <a:pt x="108" y="13452"/>
                  </a:lnTo>
                  <a:lnTo>
                    <a:pt x="71" y="13438"/>
                  </a:lnTo>
                  <a:lnTo>
                    <a:pt x="35" y="13426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39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Freeform 231"/>
            <p:cNvSpPr>
              <a:spLocks/>
            </p:cNvSpPr>
            <p:nvPr/>
          </p:nvSpPr>
          <p:spPr bwMode="auto">
            <a:xfrm>
              <a:off x="437" y="1776"/>
              <a:ext cx="282" cy="1683"/>
            </a:xfrm>
            <a:custGeom>
              <a:avLst/>
              <a:gdLst>
                <a:gd name="T0" fmla="*/ 0 w 2255"/>
                <a:gd name="T1" fmla="*/ 210 h 13461"/>
                <a:gd name="T2" fmla="*/ 33 w 2255"/>
                <a:gd name="T3" fmla="*/ 0 h 13461"/>
                <a:gd name="T4" fmla="*/ 34 w 2255"/>
                <a:gd name="T5" fmla="*/ 0 h 13461"/>
                <a:gd name="T6" fmla="*/ 34 w 2255"/>
                <a:gd name="T7" fmla="*/ 0 h 13461"/>
                <a:gd name="T8" fmla="*/ 35 w 2255"/>
                <a:gd name="T9" fmla="*/ 1 h 13461"/>
                <a:gd name="T10" fmla="*/ 35 w 2255"/>
                <a:gd name="T11" fmla="*/ 1 h 13461"/>
                <a:gd name="T12" fmla="*/ 2 w 2255"/>
                <a:gd name="T13" fmla="*/ 210 h 13461"/>
                <a:gd name="T14" fmla="*/ 2 w 2255"/>
                <a:gd name="T15" fmla="*/ 210 h 13461"/>
                <a:gd name="T16" fmla="*/ 1 w 2255"/>
                <a:gd name="T17" fmla="*/ 210 h 13461"/>
                <a:gd name="T18" fmla="*/ 1 w 2255"/>
                <a:gd name="T19" fmla="*/ 210 h 13461"/>
                <a:gd name="T20" fmla="*/ 0 w 2255"/>
                <a:gd name="T21" fmla="*/ 210 h 134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5"/>
                <a:gd name="T34" fmla="*/ 0 h 13461"/>
                <a:gd name="T35" fmla="*/ 2255 w 2255"/>
                <a:gd name="T36" fmla="*/ 13461 h 1346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5" h="13461">
                  <a:moveTo>
                    <a:pt x="0" y="13412"/>
                  </a:moveTo>
                  <a:lnTo>
                    <a:pt x="2108" y="0"/>
                  </a:lnTo>
                  <a:lnTo>
                    <a:pt x="2144" y="13"/>
                  </a:lnTo>
                  <a:lnTo>
                    <a:pt x="2181" y="25"/>
                  </a:lnTo>
                  <a:lnTo>
                    <a:pt x="2217" y="37"/>
                  </a:lnTo>
                  <a:lnTo>
                    <a:pt x="2255" y="49"/>
                  </a:lnTo>
                  <a:lnTo>
                    <a:pt x="147" y="13461"/>
                  </a:lnTo>
                  <a:lnTo>
                    <a:pt x="109" y="13449"/>
                  </a:lnTo>
                  <a:lnTo>
                    <a:pt x="72" y="13437"/>
                  </a:lnTo>
                  <a:lnTo>
                    <a:pt x="36" y="13425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496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Freeform 232"/>
            <p:cNvSpPr>
              <a:spLocks/>
            </p:cNvSpPr>
            <p:nvPr/>
          </p:nvSpPr>
          <p:spPr bwMode="auto">
            <a:xfrm>
              <a:off x="446" y="1779"/>
              <a:ext cx="282" cy="1682"/>
            </a:xfrm>
            <a:custGeom>
              <a:avLst/>
              <a:gdLst>
                <a:gd name="T0" fmla="*/ 0 w 2255"/>
                <a:gd name="T1" fmla="*/ 209 h 13458"/>
                <a:gd name="T2" fmla="*/ 33 w 2255"/>
                <a:gd name="T3" fmla="*/ 0 h 13458"/>
                <a:gd name="T4" fmla="*/ 34 w 2255"/>
                <a:gd name="T5" fmla="*/ 0 h 13458"/>
                <a:gd name="T6" fmla="*/ 34 w 2255"/>
                <a:gd name="T7" fmla="*/ 0 h 13458"/>
                <a:gd name="T8" fmla="*/ 35 w 2255"/>
                <a:gd name="T9" fmla="*/ 0 h 13458"/>
                <a:gd name="T10" fmla="*/ 35 w 2255"/>
                <a:gd name="T11" fmla="*/ 1 h 13458"/>
                <a:gd name="T12" fmla="*/ 2 w 2255"/>
                <a:gd name="T13" fmla="*/ 210 h 13458"/>
                <a:gd name="T14" fmla="*/ 2 w 2255"/>
                <a:gd name="T15" fmla="*/ 210 h 13458"/>
                <a:gd name="T16" fmla="*/ 1 w 2255"/>
                <a:gd name="T17" fmla="*/ 210 h 13458"/>
                <a:gd name="T18" fmla="*/ 1 w 2255"/>
                <a:gd name="T19" fmla="*/ 210 h 13458"/>
                <a:gd name="T20" fmla="*/ 0 w 2255"/>
                <a:gd name="T21" fmla="*/ 209 h 134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5"/>
                <a:gd name="T34" fmla="*/ 0 h 13458"/>
                <a:gd name="T35" fmla="*/ 2255 w 2255"/>
                <a:gd name="T36" fmla="*/ 13458 h 1345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5" h="13458">
                  <a:moveTo>
                    <a:pt x="0" y="13412"/>
                  </a:moveTo>
                  <a:lnTo>
                    <a:pt x="2108" y="0"/>
                  </a:lnTo>
                  <a:lnTo>
                    <a:pt x="2144" y="12"/>
                  </a:lnTo>
                  <a:lnTo>
                    <a:pt x="2180" y="23"/>
                  </a:lnTo>
                  <a:lnTo>
                    <a:pt x="2218" y="35"/>
                  </a:lnTo>
                  <a:lnTo>
                    <a:pt x="2255" y="46"/>
                  </a:lnTo>
                  <a:lnTo>
                    <a:pt x="146" y="13458"/>
                  </a:lnTo>
                  <a:lnTo>
                    <a:pt x="109" y="13447"/>
                  </a:lnTo>
                  <a:lnTo>
                    <a:pt x="73" y="13435"/>
                  </a:lnTo>
                  <a:lnTo>
                    <a:pt x="36" y="13424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79A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Freeform 233"/>
            <p:cNvSpPr>
              <a:spLocks/>
            </p:cNvSpPr>
            <p:nvPr/>
          </p:nvSpPr>
          <p:spPr bwMode="auto">
            <a:xfrm>
              <a:off x="455" y="1782"/>
              <a:ext cx="282" cy="1682"/>
            </a:xfrm>
            <a:custGeom>
              <a:avLst/>
              <a:gdLst>
                <a:gd name="T0" fmla="*/ 0 w 2255"/>
                <a:gd name="T1" fmla="*/ 210 h 13455"/>
                <a:gd name="T2" fmla="*/ 33 w 2255"/>
                <a:gd name="T3" fmla="*/ 0 h 13455"/>
                <a:gd name="T4" fmla="*/ 34 w 2255"/>
                <a:gd name="T5" fmla="*/ 0 h 13455"/>
                <a:gd name="T6" fmla="*/ 34 w 2255"/>
                <a:gd name="T7" fmla="*/ 0 h 13455"/>
                <a:gd name="T8" fmla="*/ 35 w 2255"/>
                <a:gd name="T9" fmla="*/ 1 h 13455"/>
                <a:gd name="T10" fmla="*/ 35 w 2255"/>
                <a:gd name="T11" fmla="*/ 1 h 13455"/>
                <a:gd name="T12" fmla="*/ 2 w 2255"/>
                <a:gd name="T13" fmla="*/ 210 h 13455"/>
                <a:gd name="T14" fmla="*/ 2 w 2255"/>
                <a:gd name="T15" fmla="*/ 210 h 13455"/>
                <a:gd name="T16" fmla="*/ 1 w 2255"/>
                <a:gd name="T17" fmla="*/ 210 h 13455"/>
                <a:gd name="T18" fmla="*/ 1 w 2255"/>
                <a:gd name="T19" fmla="*/ 210 h 13455"/>
                <a:gd name="T20" fmla="*/ 0 w 2255"/>
                <a:gd name="T21" fmla="*/ 210 h 13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5"/>
                <a:gd name="T34" fmla="*/ 0 h 13455"/>
                <a:gd name="T35" fmla="*/ 2255 w 2255"/>
                <a:gd name="T36" fmla="*/ 13455 h 1345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5" h="13455">
                  <a:moveTo>
                    <a:pt x="0" y="13412"/>
                  </a:moveTo>
                  <a:lnTo>
                    <a:pt x="2108" y="0"/>
                  </a:lnTo>
                  <a:lnTo>
                    <a:pt x="2144" y="11"/>
                  </a:lnTo>
                  <a:lnTo>
                    <a:pt x="2180" y="22"/>
                  </a:lnTo>
                  <a:lnTo>
                    <a:pt x="2218" y="32"/>
                  </a:lnTo>
                  <a:lnTo>
                    <a:pt x="2255" y="43"/>
                  </a:lnTo>
                  <a:lnTo>
                    <a:pt x="146" y="13455"/>
                  </a:lnTo>
                  <a:lnTo>
                    <a:pt x="109" y="13444"/>
                  </a:lnTo>
                  <a:lnTo>
                    <a:pt x="72" y="13434"/>
                  </a:lnTo>
                  <a:lnTo>
                    <a:pt x="35" y="13423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99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" name="Freeform 234"/>
            <p:cNvSpPr>
              <a:spLocks/>
            </p:cNvSpPr>
            <p:nvPr/>
          </p:nvSpPr>
          <p:spPr bwMode="auto">
            <a:xfrm>
              <a:off x="464" y="1785"/>
              <a:ext cx="282" cy="1681"/>
            </a:xfrm>
            <a:custGeom>
              <a:avLst/>
              <a:gdLst>
                <a:gd name="T0" fmla="*/ 0 w 2257"/>
                <a:gd name="T1" fmla="*/ 209 h 13452"/>
                <a:gd name="T2" fmla="*/ 33 w 2257"/>
                <a:gd name="T3" fmla="*/ 0 h 13452"/>
                <a:gd name="T4" fmla="*/ 33 w 2257"/>
                <a:gd name="T5" fmla="*/ 0 h 13452"/>
                <a:gd name="T6" fmla="*/ 34 w 2257"/>
                <a:gd name="T7" fmla="*/ 0 h 13452"/>
                <a:gd name="T8" fmla="*/ 35 w 2257"/>
                <a:gd name="T9" fmla="*/ 0 h 13452"/>
                <a:gd name="T10" fmla="*/ 35 w 2257"/>
                <a:gd name="T11" fmla="*/ 1 h 13452"/>
                <a:gd name="T12" fmla="*/ 2 w 2257"/>
                <a:gd name="T13" fmla="*/ 210 h 13452"/>
                <a:gd name="T14" fmla="*/ 2 w 2257"/>
                <a:gd name="T15" fmla="*/ 210 h 13452"/>
                <a:gd name="T16" fmla="*/ 1 w 2257"/>
                <a:gd name="T17" fmla="*/ 210 h 13452"/>
                <a:gd name="T18" fmla="*/ 1 w 2257"/>
                <a:gd name="T19" fmla="*/ 210 h 13452"/>
                <a:gd name="T20" fmla="*/ 0 w 2257"/>
                <a:gd name="T21" fmla="*/ 209 h 134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7"/>
                <a:gd name="T34" fmla="*/ 0 h 13452"/>
                <a:gd name="T35" fmla="*/ 2257 w 2257"/>
                <a:gd name="T36" fmla="*/ 13452 h 134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7" h="13452">
                  <a:moveTo>
                    <a:pt x="0" y="13412"/>
                  </a:moveTo>
                  <a:lnTo>
                    <a:pt x="2109" y="0"/>
                  </a:lnTo>
                  <a:lnTo>
                    <a:pt x="2146" y="10"/>
                  </a:lnTo>
                  <a:lnTo>
                    <a:pt x="2182" y="21"/>
                  </a:lnTo>
                  <a:lnTo>
                    <a:pt x="2219" y="30"/>
                  </a:lnTo>
                  <a:lnTo>
                    <a:pt x="2257" y="40"/>
                  </a:lnTo>
                  <a:lnTo>
                    <a:pt x="148" y="13452"/>
                  </a:lnTo>
                  <a:lnTo>
                    <a:pt x="110" y="13442"/>
                  </a:lnTo>
                  <a:lnTo>
                    <a:pt x="74" y="13433"/>
                  </a:lnTo>
                  <a:lnTo>
                    <a:pt x="37" y="13422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BA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0" name="Freeform 235"/>
            <p:cNvSpPr>
              <a:spLocks/>
            </p:cNvSpPr>
            <p:nvPr/>
          </p:nvSpPr>
          <p:spPr bwMode="auto">
            <a:xfrm>
              <a:off x="473" y="1787"/>
              <a:ext cx="282" cy="1682"/>
            </a:xfrm>
            <a:custGeom>
              <a:avLst/>
              <a:gdLst>
                <a:gd name="T0" fmla="*/ 0 w 2256"/>
                <a:gd name="T1" fmla="*/ 210 h 13449"/>
                <a:gd name="T2" fmla="*/ 33 w 2256"/>
                <a:gd name="T3" fmla="*/ 0 h 13449"/>
                <a:gd name="T4" fmla="*/ 34 w 2256"/>
                <a:gd name="T5" fmla="*/ 0 h 13449"/>
                <a:gd name="T6" fmla="*/ 34 w 2256"/>
                <a:gd name="T7" fmla="*/ 0 h 13449"/>
                <a:gd name="T8" fmla="*/ 35 w 2256"/>
                <a:gd name="T9" fmla="*/ 1 h 13449"/>
                <a:gd name="T10" fmla="*/ 35 w 2256"/>
                <a:gd name="T11" fmla="*/ 1 h 13449"/>
                <a:gd name="T12" fmla="*/ 2 w 2256"/>
                <a:gd name="T13" fmla="*/ 210 h 13449"/>
                <a:gd name="T14" fmla="*/ 2 w 2256"/>
                <a:gd name="T15" fmla="*/ 210 h 13449"/>
                <a:gd name="T16" fmla="*/ 1 w 2256"/>
                <a:gd name="T17" fmla="*/ 210 h 13449"/>
                <a:gd name="T18" fmla="*/ 1 w 2256"/>
                <a:gd name="T19" fmla="*/ 210 h 13449"/>
                <a:gd name="T20" fmla="*/ 0 w 2256"/>
                <a:gd name="T21" fmla="*/ 210 h 134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6"/>
                <a:gd name="T34" fmla="*/ 0 h 13449"/>
                <a:gd name="T35" fmla="*/ 2256 w 2256"/>
                <a:gd name="T36" fmla="*/ 13449 h 1344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6" h="13449">
                  <a:moveTo>
                    <a:pt x="0" y="13412"/>
                  </a:moveTo>
                  <a:lnTo>
                    <a:pt x="2109" y="0"/>
                  </a:lnTo>
                  <a:lnTo>
                    <a:pt x="2145" y="9"/>
                  </a:lnTo>
                  <a:lnTo>
                    <a:pt x="2182" y="18"/>
                  </a:lnTo>
                  <a:lnTo>
                    <a:pt x="2219" y="28"/>
                  </a:lnTo>
                  <a:lnTo>
                    <a:pt x="2256" y="37"/>
                  </a:lnTo>
                  <a:lnTo>
                    <a:pt x="149" y="13449"/>
                  </a:lnTo>
                  <a:lnTo>
                    <a:pt x="111" y="13440"/>
                  </a:lnTo>
                  <a:lnTo>
                    <a:pt x="74" y="13430"/>
                  </a:lnTo>
                  <a:lnTo>
                    <a:pt x="36" y="13421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DA4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Freeform 236"/>
            <p:cNvSpPr>
              <a:spLocks/>
            </p:cNvSpPr>
            <p:nvPr/>
          </p:nvSpPr>
          <p:spPr bwMode="auto">
            <a:xfrm>
              <a:off x="483" y="1790"/>
              <a:ext cx="282" cy="1681"/>
            </a:xfrm>
            <a:custGeom>
              <a:avLst/>
              <a:gdLst>
                <a:gd name="T0" fmla="*/ 0 w 2256"/>
                <a:gd name="T1" fmla="*/ 210 h 13447"/>
                <a:gd name="T2" fmla="*/ 33 w 2256"/>
                <a:gd name="T3" fmla="*/ 0 h 13447"/>
                <a:gd name="T4" fmla="*/ 34 w 2256"/>
                <a:gd name="T5" fmla="*/ 0 h 13447"/>
                <a:gd name="T6" fmla="*/ 34 w 2256"/>
                <a:gd name="T7" fmla="*/ 0 h 13447"/>
                <a:gd name="T8" fmla="*/ 35 w 2256"/>
                <a:gd name="T9" fmla="*/ 0 h 13447"/>
                <a:gd name="T10" fmla="*/ 35 w 2256"/>
                <a:gd name="T11" fmla="*/ 1 h 13447"/>
                <a:gd name="T12" fmla="*/ 2 w 2256"/>
                <a:gd name="T13" fmla="*/ 210 h 13447"/>
                <a:gd name="T14" fmla="*/ 2 w 2256"/>
                <a:gd name="T15" fmla="*/ 210 h 13447"/>
                <a:gd name="T16" fmla="*/ 1 w 2256"/>
                <a:gd name="T17" fmla="*/ 210 h 13447"/>
                <a:gd name="T18" fmla="*/ 1 w 2256"/>
                <a:gd name="T19" fmla="*/ 210 h 13447"/>
                <a:gd name="T20" fmla="*/ 0 w 2256"/>
                <a:gd name="T21" fmla="*/ 210 h 134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6"/>
                <a:gd name="T34" fmla="*/ 0 h 13447"/>
                <a:gd name="T35" fmla="*/ 2256 w 2256"/>
                <a:gd name="T36" fmla="*/ 13447 h 134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6" h="13447">
                  <a:moveTo>
                    <a:pt x="0" y="13412"/>
                  </a:moveTo>
                  <a:lnTo>
                    <a:pt x="2109" y="0"/>
                  </a:lnTo>
                  <a:lnTo>
                    <a:pt x="2145" y="9"/>
                  </a:lnTo>
                  <a:lnTo>
                    <a:pt x="2181" y="18"/>
                  </a:lnTo>
                  <a:lnTo>
                    <a:pt x="2219" y="26"/>
                  </a:lnTo>
                  <a:lnTo>
                    <a:pt x="2256" y="36"/>
                  </a:lnTo>
                  <a:lnTo>
                    <a:pt x="148" y="13447"/>
                  </a:lnTo>
                  <a:lnTo>
                    <a:pt x="111" y="13438"/>
                  </a:lnTo>
                  <a:lnTo>
                    <a:pt x="73" y="13430"/>
                  </a:lnTo>
                  <a:lnTo>
                    <a:pt x="37" y="13421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6EA7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" name="Freeform 237"/>
            <p:cNvSpPr>
              <a:spLocks/>
            </p:cNvSpPr>
            <p:nvPr/>
          </p:nvSpPr>
          <p:spPr bwMode="auto">
            <a:xfrm>
              <a:off x="492" y="1792"/>
              <a:ext cx="282" cy="1681"/>
            </a:xfrm>
            <a:custGeom>
              <a:avLst/>
              <a:gdLst>
                <a:gd name="T0" fmla="*/ 0 w 2256"/>
                <a:gd name="T1" fmla="*/ 210 h 13445"/>
                <a:gd name="T2" fmla="*/ 33 w 2256"/>
                <a:gd name="T3" fmla="*/ 0 h 13445"/>
                <a:gd name="T4" fmla="*/ 34 w 2256"/>
                <a:gd name="T5" fmla="*/ 0 h 13445"/>
                <a:gd name="T6" fmla="*/ 34 w 2256"/>
                <a:gd name="T7" fmla="*/ 0 h 13445"/>
                <a:gd name="T8" fmla="*/ 35 w 2256"/>
                <a:gd name="T9" fmla="*/ 0 h 13445"/>
                <a:gd name="T10" fmla="*/ 35 w 2256"/>
                <a:gd name="T11" fmla="*/ 1 h 13445"/>
                <a:gd name="T12" fmla="*/ 2 w 2256"/>
                <a:gd name="T13" fmla="*/ 210 h 13445"/>
                <a:gd name="T14" fmla="*/ 2 w 2256"/>
                <a:gd name="T15" fmla="*/ 210 h 13445"/>
                <a:gd name="T16" fmla="*/ 1 w 2256"/>
                <a:gd name="T17" fmla="*/ 210 h 13445"/>
                <a:gd name="T18" fmla="*/ 1 w 2256"/>
                <a:gd name="T19" fmla="*/ 210 h 13445"/>
                <a:gd name="T20" fmla="*/ 0 w 2256"/>
                <a:gd name="T21" fmla="*/ 210 h 134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6"/>
                <a:gd name="T34" fmla="*/ 0 h 13445"/>
                <a:gd name="T35" fmla="*/ 2256 w 2256"/>
                <a:gd name="T36" fmla="*/ 13445 h 1344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6" h="13445">
                  <a:moveTo>
                    <a:pt x="0" y="13412"/>
                  </a:moveTo>
                  <a:lnTo>
                    <a:pt x="2107" y="0"/>
                  </a:lnTo>
                  <a:lnTo>
                    <a:pt x="2144" y="8"/>
                  </a:lnTo>
                  <a:lnTo>
                    <a:pt x="2181" y="17"/>
                  </a:lnTo>
                  <a:lnTo>
                    <a:pt x="2218" y="25"/>
                  </a:lnTo>
                  <a:lnTo>
                    <a:pt x="2256" y="33"/>
                  </a:lnTo>
                  <a:lnTo>
                    <a:pt x="148" y="13445"/>
                  </a:lnTo>
                  <a:lnTo>
                    <a:pt x="111" y="13437"/>
                  </a:lnTo>
                  <a:lnTo>
                    <a:pt x="73" y="13429"/>
                  </a:lnTo>
                  <a:lnTo>
                    <a:pt x="36" y="13420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2AB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Freeform 238"/>
            <p:cNvSpPr>
              <a:spLocks/>
            </p:cNvSpPr>
            <p:nvPr/>
          </p:nvSpPr>
          <p:spPr bwMode="auto">
            <a:xfrm>
              <a:off x="501" y="1794"/>
              <a:ext cx="282" cy="1680"/>
            </a:xfrm>
            <a:custGeom>
              <a:avLst/>
              <a:gdLst>
                <a:gd name="T0" fmla="*/ 0 w 2257"/>
                <a:gd name="T1" fmla="*/ 209 h 13442"/>
                <a:gd name="T2" fmla="*/ 33 w 2257"/>
                <a:gd name="T3" fmla="*/ 0 h 13442"/>
                <a:gd name="T4" fmla="*/ 33 w 2257"/>
                <a:gd name="T5" fmla="*/ 0 h 13442"/>
                <a:gd name="T6" fmla="*/ 34 w 2257"/>
                <a:gd name="T7" fmla="*/ 0 h 13442"/>
                <a:gd name="T8" fmla="*/ 35 w 2257"/>
                <a:gd name="T9" fmla="*/ 0 h 13442"/>
                <a:gd name="T10" fmla="*/ 35 w 2257"/>
                <a:gd name="T11" fmla="*/ 0 h 13442"/>
                <a:gd name="T12" fmla="*/ 2 w 2257"/>
                <a:gd name="T13" fmla="*/ 210 h 13442"/>
                <a:gd name="T14" fmla="*/ 2 w 2257"/>
                <a:gd name="T15" fmla="*/ 210 h 13442"/>
                <a:gd name="T16" fmla="*/ 1 w 2257"/>
                <a:gd name="T17" fmla="*/ 210 h 13442"/>
                <a:gd name="T18" fmla="*/ 1 w 2257"/>
                <a:gd name="T19" fmla="*/ 210 h 13442"/>
                <a:gd name="T20" fmla="*/ 0 w 2257"/>
                <a:gd name="T21" fmla="*/ 209 h 134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7"/>
                <a:gd name="T34" fmla="*/ 0 h 13442"/>
                <a:gd name="T35" fmla="*/ 2257 w 2257"/>
                <a:gd name="T36" fmla="*/ 13442 h 134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7" h="13442">
                  <a:moveTo>
                    <a:pt x="0" y="13411"/>
                  </a:moveTo>
                  <a:lnTo>
                    <a:pt x="2108" y="0"/>
                  </a:lnTo>
                  <a:lnTo>
                    <a:pt x="2145" y="7"/>
                  </a:lnTo>
                  <a:lnTo>
                    <a:pt x="2183" y="15"/>
                  </a:lnTo>
                  <a:lnTo>
                    <a:pt x="2220" y="23"/>
                  </a:lnTo>
                  <a:lnTo>
                    <a:pt x="2257" y="30"/>
                  </a:lnTo>
                  <a:lnTo>
                    <a:pt x="150" y="13442"/>
                  </a:lnTo>
                  <a:lnTo>
                    <a:pt x="112" y="13435"/>
                  </a:lnTo>
                  <a:lnTo>
                    <a:pt x="75" y="13427"/>
                  </a:lnTo>
                  <a:lnTo>
                    <a:pt x="38" y="13419"/>
                  </a:lnTo>
                  <a:lnTo>
                    <a:pt x="0" y="13411"/>
                  </a:lnTo>
                  <a:close/>
                </a:path>
              </a:pathLst>
            </a:custGeom>
            <a:solidFill>
              <a:srgbClr val="73AE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4" name="Freeform 239"/>
            <p:cNvSpPr>
              <a:spLocks/>
            </p:cNvSpPr>
            <p:nvPr/>
          </p:nvSpPr>
          <p:spPr bwMode="auto">
            <a:xfrm>
              <a:off x="510" y="1796"/>
              <a:ext cx="283" cy="1680"/>
            </a:xfrm>
            <a:custGeom>
              <a:avLst/>
              <a:gdLst>
                <a:gd name="T0" fmla="*/ 0 w 2257"/>
                <a:gd name="T1" fmla="*/ 210 h 13440"/>
                <a:gd name="T2" fmla="*/ 33 w 2257"/>
                <a:gd name="T3" fmla="*/ 0 h 13440"/>
                <a:gd name="T4" fmla="*/ 34 w 2257"/>
                <a:gd name="T5" fmla="*/ 0 h 13440"/>
                <a:gd name="T6" fmla="*/ 34 w 2257"/>
                <a:gd name="T7" fmla="*/ 0 h 13440"/>
                <a:gd name="T8" fmla="*/ 35 w 2257"/>
                <a:gd name="T9" fmla="*/ 0 h 13440"/>
                <a:gd name="T10" fmla="*/ 35 w 2257"/>
                <a:gd name="T11" fmla="*/ 0 h 13440"/>
                <a:gd name="T12" fmla="*/ 2 w 2257"/>
                <a:gd name="T13" fmla="*/ 210 h 13440"/>
                <a:gd name="T14" fmla="*/ 2 w 2257"/>
                <a:gd name="T15" fmla="*/ 210 h 13440"/>
                <a:gd name="T16" fmla="*/ 1 w 2257"/>
                <a:gd name="T17" fmla="*/ 210 h 13440"/>
                <a:gd name="T18" fmla="*/ 1 w 2257"/>
                <a:gd name="T19" fmla="*/ 210 h 13440"/>
                <a:gd name="T20" fmla="*/ 0 w 2257"/>
                <a:gd name="T21" fmla="*/ 210 h 134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7"/>
                <a:gd name="T34" fmla="*/ 0 h 13440"/>
                <a:gd name="T35" fmla="*/ 2257 w 2257"/>
                <a:gd name="T36" fmla="*/ 13440 h 134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7" h="13440">
                  <a:moveTo>
                    <a:pt x="0" y="13412"/>
                  </a:moveTo>
                  <a:lnTo>
                    <a:pt x="2108" y="0"/>
                  </a:lnTo>
                  <a:lnTo>
                    <a:pt x="2145" y="8"/>
                  </a:lnTo>
                  <a:lnTo>
                    <a:pt x="2182" y="15"/>
                  </a:lnTo>
                  <a:lnTo>
                    <a:pt x="2220" y="21"/>
                  </a:lnTo>
                  <a:lnTo>
                    <a:pt x="2257" y="28"/>
                  </a:lnTo>
                  <a:lnTo>
                    <a:pt x="149" y="13440"/>
                  </a:lnTo>
                  <a:lnTo>
                    <a:pt x="111" y="13433"/>
                  </a:lnTo>
                  <a:lnTo>
                    <a:pt x="74" y="13427"/>
                  </a:lnTo>
                  <a:lnTo>
                    <a:pt x="37" y="13420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5B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5" name="Freeform 240"/>
            <p:cNvSpPr>
              <a:spLocks/>
            </p:cNvSpPr>
            <p:nvPr/>
          </p:nvSpPr>
          <p:spPr bwMode="auto">
            <a:xfrm>
              <a:off x="520" y="1798"/>
              <a:ext cx="282" cy="1680"/>
            </a:xfrm>
            <a:custGeom>
              <a:avLst/>
              <a:gdLst>
                <a:gd name="T0" fmla="*/ 0 w 2257"/>
                <a:gd name="T1" fmla="*/ 210 h 13438"/>
                <a:gd name="T2" fmla="*/ 33 w 2257"/>
                <a:gd name="T3" fmla="*/ 0 h 13438"/>
                <a:gd name="T4" fmla="*/ 33 w 2257"/>
                <a:gd name="T5" fmla="*/ 0 h 13438"/>
                <a:gd name="T6" fmla="*/ 34 w 2257"/>
                <a:gd name="T7" fmla="*/ 0 h 13438"/>
                <a:gd name="T8" fmla="*/ 35 w 2257"/>
                <a:gd name="T9" fmla="*/ 0 h 13438"/>
                <a:gd name="T10" fmla="*/ 35 w 2257"/>
                <a:gd name="T11" fmla="*/ 0 h 13438"/>
                <a:gd name="T12" fmla="*/ 35 w 2257"/>
                <a:gd name="T13" fmla="*/ 0 h 13438"/>
                <a:gd name="T14" fmla="*/ 2 w 2257"/>
                <a:gd name="T15" fmla="*/ 210 h 13438"/>
                <a:gd name="T16" fmla="*/ 2 w 2257"/>
                <a:gd name="T17" fmla="*/ 210 h 13438"/>
                <a:gd name="T18" fmla="*/ 2 w 2257"/>
                <a:gd name="T19" fmla="*/ 210 h 13438"/>
                <a:gd name="T20" fmla="*/ 1 w 2257"/>
                <a:gd name="T21" fmla="*/ 210 h 13438"/>
                <a:gd name="T22" fmla="*/ 1 w 2257"/>
                <a:gd name="T23" fmla="*/ 210 h 13438"/>
                <a:gd name="T24" fmla="*/ 0 w 2257"/>
                <a:gd name="T25" fmla="*/ 210 h 134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257"/>
                <a:gd name="T40" fmla="*/ 0 h 13438"/>
                <a:gd name="T41" fmla="*/ 2257 w 2257"/>
                <a:gd name="T42" fmla="*/ 13438 h 134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257" h="13438">
                  <a:moveTo>
                    <a:pt x="0" y="13412"/>
                  </a:moveTo>
                  <a:lnTo>
                    <a:pt x="2107" y="0"/>
                  </a:lnTo>
                  <a:lnTo>
                    <a:pt x="2145" y="6"/>
                  </a:lnTo>
                  <a:lnTo>
                    <a:pt x="2182" y="13"/>
                  </a:lnTo>
                  <a:lnTo>
                    <a:pt x="2219" y="20"/>
                  </a:lnTo>
                  <a:lnTo>
                    <a:pt x="2257" y="26"/>
                  </a:lnTo>
                  <a:lnTo>
                    <a:pt x="149" y="13438"/>
                  </a:lnTo>
                  <a:lnTo>
                    <a:pt x="112" y="13432"/>
                  </a:lnTo>
                  <a:lnTo>
                    <a:pt x="73" y="13425"/>
                  </a:lnTo>
                  <a:lnTo>
                    <a:pt x="37" y="13418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7B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Freeform 241"/>
            <p:cNvSpPr>
              <a:spLocks/>
            </p:cNvSpPr>
            <p:nvPr/>
          </p:nvSpPr>
          <p:spPr bwMode="auto">
            <a:xfrm>
              <a:off x="529" y="1800"/>
              <a:ext cx="282" cy="1679"/>
            </a:xfrm>
            <a:custGeom>
              <a:avLst/>
              <a:gdLst>
                <a:gd name="T0" fmla="*/ 0 w 2259"/>
                <a:gd name="T1" fmla="*/ 209 h 13435"/>
                <a:gd name="T2" fmla="*/ 33 w 2259"/>
                <a:gd name="T3" fmla="*/ 0 h 13435"/>
                <a:gd name="T4" fmla="*/ 33 w 2259"/>
                <a:gd name="T5" fmla="*/ 0 h 13435"/>
                <a:gd name="T6" fmla="*/ 33 w 2259"/>
                <a:gd name="T7" fmla="*/ 0 h 13435"/>
                <a:gd name="T8" fmla="*/ 34 w 2259"/>
                <a:gd name="T9" fmla="*/ 0 h 13435"/>
                <a:gd name="T10" fmla="*/ 34 w 2259"/>
                <a:gd name="T11" fmla="*/ 0 h 13435"/>
                <a:gd name="T12" fmla="*/ 34 w 2259"/>
                <a:gd name="T13" fmla="*/ 0 h 13435"/>
                <a:gd name="T14" fmla="*/ 35 w 2259"/>
                <a:gd name="T15" fmla="*/ 0 h 13435"/>
                <a:gd name="T16" fmla="*/ 35 w 2259"/>
                <a:gd name="T17" fmla="*/ 0 h 13435"/>
                <a:gd name="T18" fmla="*/ 35 w 2259"/>
                <a:gd name="T19" fmla="*/ 0 h 13435"/>
                <a:gd name="T20" fmla="*/ 2 w 2259"/>
                <a:gd name="T21" fmla="*/ 210 h 13435"/>
                <a:gd name="T22" fmla="*/ 2 w 2259"/>
                <a:gd name="T23" fmla="*/ 210 h 13435"/>
                <a:gd name="T24" fmla="*/ 2 w 2259"/>
                <a:gd name="T25" fmla="*/ 210 h 13435"/>
                <a:gd name="T26" fmla="*/ 1 w 2259"/>
                <a:gd name="T27" fmla="*/ 210 h 13435"/>
                <a:gd name="T28" fmla="*/ 1 w 2259"/>
                <a:gd name="T29" fmla="*/ 210 h 13435"/>
                <a:gd name="T30" fmla="*/ 1 w 2259"/>
                <a:gd name="T31" fmla="*/ 210 h 13435"/>
                <a:gd name="T32" fmla="*/ 1 w 2259"/>
                <a:gd name="T33" fmla="*/ 210 h 13435"/>
                <a:gd name="T34" fmla="*/ 0 w 2259"/>
                <a:gd name="T35" fmla="*/ 210 h 13435"/>
                <a:gd name="T36" fmla="*/ 0 w 2259"/>
                <a:gd name="T37" fmla="*/ 209 h 134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9"/>
                <a:gd name="T58" fmla="*/ 0 h 13435"/>
                <a:gd name="T59" fmla="*/ 2259 w 2259"/>
                <a:gd name="T60" fmla="*/ 13435 h 134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9" h="13435">
                  <a:moveTo>
                    <a:pt x="0" y="13412"/>
                  </a:moveTo>
                  <a:lnTo>
                    <a:pt x="2108" y="0"/>
                  </a:lnTo>
                  <a:lnTo>
                    <a:pt x="2127" y="3"/>
                  </a:lnTo>
                  <a:lnTo>
                    <a:pt x="2145" y="7"/>
                  </a:lnTo>
                  <a:lnTo>
                    <a:pt x="2164" y="10"/>
                  </a:lnTo>
                  <a:lnTo>
                    <a:pt x="2183" y="13"/>
                  </a:lnTo>
                  <a:lnTo>
                    <a:pt x="2201" y="16"/>
                  </a:lnTo>
                  <a:lnTo>
                    <a:pt x="2220" y="18"/>
                  </a:lnTo>
                  <a:lnTo>
                    <a:pt x="2240" y="21"/>
                  </a:lnTo>
                  <a:lnTo>
                    <a:pt x="2259" y="23"/>
                  </a:lnTo>
                  <a:lnTo>
                    <a:pt x="150" y="13435"/>
                  </a:lnTo>
                  <a:lnTo>
                    <a:pt x="131" y="13433"/>
                  </a:lnTo>
                  <a:lnTo>
                    <a:pt x="112" y="13430"/>
                  </a:lnTo>
                  <a:lnTo>
                    <a:pt x="94" y="13427"/>
                  </a:lnTo>
                  <a:lnTo>
                    <a:pt x="75" y="13425"/>
                  </a:lnTo>
                  <a:lnTo>
                    <a:pt x="56" y="13422"/>
                  </a:lnTo>
                  <a:lnTo>
                    <a:pt x="38" y="13419"/>
                  </a:lnTo>
                  <a:lnTo>
                    <a:pt x="19" y="13415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AB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7" name="Freeform 242"/>
            <p:cNvSpPr>
              <a:spLocks/>
            </p:cNvSpPr>
            <p:nvPr/>
          </p:nvSpPr>
          <p:spPr bwMode="auto">
            <a:xfrm>
              <a:off x="539" y="1801"/>
              <a:ext cx="282" cy="1679"/>
            </a:xfrm>
            <a:custGeom>
              <a:avLst/>
              <a:gdLst>
                <a:gd name="T0" fmla="*/ 0 w 2258"/>
                <a:gd name="T1" fmla="*/ 209 h 13433"/>
                <a:gd name="T2" fmla="*/ 33 w 2258"/>
                <a:gd name="T3" fmla="*/ 0 h 13433"/>
                <a:gd name="T4" fmla="*/ 33 w 2258"/>
                <a:gd name="T5" fmla="*/ 0 h 13433"/>
                <a:gd name="T6" fmla="*/ 34 w 2258"/>
                <a:gd name="T7" fmla="*/ 0 h 13433"/>
                <a:gd name="T8" fmla="*/ 35 w 2258"/>
                <a:gd name="T9" fmla="*/ 0 h 13433"/>
                <a:gd name="T10" fmla="*/ 35 w 2258"/>
                <a:gd name="T11" fmla="*/ 0 h 13433"/>
                <a:gd name="T12" fmla="*/ 2 w 2258"/>
                <a:gd name="T13" fmla="*/ 210 h 13433"/>
                <a:gd name="T14" fmla="*/ 2 w 2258"/>
                <a:gd name="T15" fmla="*/ 210 h 13433"/>
                <a:gd name="T16" fmla="*/ 1 w 2258"/>
                <a:gd name="T17" fmla="*/ 210 h 13433"/>
                <a:gd name="T18" fmla="*/ 1 w 2258"/>
                <a:gd name="T19" fmla="*/ 210 h 13433"/>
                <a:gd name="T20" fmla="*/ 0 w 2258"/>
                <a:gd name="T21" fmla="*/ 209 h 134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8"/>
                <a:gd name="T34" fmla="*/ 0 h 13433"/>
                <a:gd name="T35" fmla="*/ 2258 w 2258"/>
                <a:gd name="T36" fmla="*/ 13433 h 134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8" h="13433">
                  <a:moveTo>
                    <a:pt x="0" y="13412"/>
                  </a:moveTo>
                  <a:lnTo>
                    <a:pt x="2108" y="0"/>
                  </a:lnTo>
                  <a:lnTo>
                    <a:pt x="2146" y="5"/>
                  </a:lnTo>
                  <a:lnTo>
                    <a:pt x="2184" y="11"/>
                  </a:lnTo>
                  <a:lnTo>
                    <a:pt x="2221" y="16"/>
                  </a:lnTo>
                  <a:lnTo>
                    <a:pt x="2258" y="21"/>
                  </a:lnTo>
                  <a:lnTo>
                    <a:pt x="151" y="13433"/>
                  </a:lnTo>
                  <a:lnTo>
                    <a:pt x="113" y="13428"/>
                  </a:lnTo>
                  <a:lnTo>
                    <a:pt x="76" y="13423"/>
                  </a:lnTo>
                  <a:lnTo>
                    <a:pt x="37" y="13417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CB9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Freeform 243"/>
            <p:cNvSpPr>
              <a:spLocks/>
            </p:cNvSpPr>
            <p:nvPr/>
          </p:nvSpPr>
          <p:spPr bwMode="auto">
            <a:xfrm>
              <a:off x="548" y="1803"/>
              <a:ext cx="282" cy="1678"/>
            </a:xfrm>
            <a:custGeom>
              <a:avLst/>
              <a:gdLst>
                <a:gd name="T0" fmla="*/ 0 w 2259"/>
                <a:gd name="T1" fmla="*/ 209 h 13432"/>
                <a:gd name="T2" fmla="*/ 33 w 2259"/>
                <a:gd name="T3" fmla="*/ 0 h 13432"/>
                <a:gd name="T4" fmla="*/ 33 w 2259"/>
                <a:gd name="T5" fmla="*/ 0 h 13432"/>
                <a:gd name="T6" fmla="*/ 34 w 2259"/>
                <a:gd name="T7" fmla="*/ 0 h 13432"/>
                <a:gd name="T8" fmla="*/ 35 w 2259"/>
                <a:gd name="T9" fmla="*/ 0 h 13432"/>
                <a:gd name="T10" fmla="*/ 35 w 2259"/>
                <a:gd name="T11" fmla="*/ 0 h 13432"/>
                <a:gd name="T12" fmla="*/ 2 w 2259"/>
                <a:gd name="T13" fmla="*/ 210 h 13432"/>
                <a:gd name="T14" fmla="*/ 2 w 2259"/>
                <a:gd name="T15" fmla="*/ 210 h 13432"/>
                <a:gd name="T16" fmla="*/ 1 w 2259"/>
                <a:gd name="T17" fmla="*/ 210 h 13432"/>
                <a:gd name="T18" fmla="*/ 1 w 2259"/>
                <a:gd name="T19" fmla="*/ 209 h 13432"/>
                <a:gd name="T20" fmla="*/ 0 w 2259"/>
                <a:gd name="T21" fmla="*/ 209 h 134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9"/>
                <a:gd name="T34" fmla="*/ 0 h 13432"/>
                <a:gd name="T35" fmla="*/ 2259 w 2259"/>
                <a:gd name="T36" fmla="*/ 13432 h 134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9" h="13432">
                  <a:moveTo>
                    <a:pt x="0" y="13412"/>
                  </a:moveTo>
                  <a:lnTo>
                    <a:pt x="2109" y="0"/>
                  </a:lnTo>
                  <a:lnTo>
                    <a:pt x="2146" y="6"/>
                  </a:lnTo>
                  <a:lnTo>
                    <a:pt x="2184" y="11"/>
                  </a:lnTo>
                  <a:lnTo>
                    <a:pt x="2222" y="16"/>
                  </a:lnTo>
                  <a:lnTo>
                    <a:pt x="2259" y="20"/>
                  </a:lnTo>
                  <a:lnTo>
                    <a:pt x="151" y="13432"/>
                  </a:lnTo>
                  <a:lnTo>
                    <a:pt x="114" y="13428"/>
                  </a:lnTo>
                  <a:lnTo>
                    <a:pt x="76" y="13423"/>
                  </a:lnTo>
                  <a:lnTo>
                    <a:pt x="38" y="13417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7FBB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9" name="Freeform 244"/>
            <p:cNvSpPr>
              <a:spLocks/>
            </p:cNvSpPr>
            <p:nvPr/>
          </p:nvSpPr>
          <p:spPr bwMode="auto">
            <a:xfrm>
              <a:off x="557" y="1804"/>
              <a:ext cx="283" cy="1678"/>
            </a:xfrm>
            <a:custGeom>
              <a:avLst/>
              <a:gdLst>
                <a:gd name="T0" fmla="*/ 0 w 2259"/>
                <a:gd name="T1" fmla="*/ 209 h 13428"/>
                <a:gd name="T2" fmla="*/ 33 w 2259"/>
                <a:gd name="T3" fmla="*/ 0 h 13428"/>
                <a:gd name="T4" fmla="*/ 34 w 2259"/>
                <a:gd name="T5" fmla="*/ 0 h 13428"/>
                <a:gd name="T6" fmla="*/ 34 w 2259"/>
                <a:gd name="T7" fmla="*/ 0 h 13428"/>
                <a:gd name="T8" fmla="*/ 35 w 2259"/>
                <a:gd name="T9" fmla="*/ 0 h 13428"/>
                <a:gd name="T10" fmla="*/ 35 w 2259"/>
                <a:gd name="T11" fmla="*/ 0 h 13428"/>
                <a:gd name="T12" fmla="*/ 2 w 2259"/>
                <a:gd name="T13" fmla="*/ 210 h 13428"/>
                <a:gd name="T14" fmla="*/ 2 w 2259"/>
                <a:gd name="T15" fmla="*/ 210 h 13428"/>
                <a:gd name="T16" fmla="*/ 1 w 2259"/>
                <a:gd name="T17" fmla="*/ 210 h 13428"/>
                <a:gd name="T18" fmla="*/ 1 w 2259"/>
                <a:gd name="T19" fmla="*/ 210 h 13428"/>
                <a:gd name="T20" fmla="*/ 0 w 2259"/>
                <a:gd name="T21" fmla="*/ 209 h 134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9"/>
                <a:gd name="T34" fmla="*/ 0 h 13428"/>
                <a:gd name="T35" fmla="*/ 2259 w 2259"/>
                <a:gd name="T36" fmla="*/ 13428 h 1342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9" h="13428">
                  <a:moveTo>
                    <a:pt x="0" y="13412"/>
                  </a:moveTo>
                  <a:lnTo>
                    <a:pt x="2107" y="0"/>
                  </a:lnTo>
                  <a:lnTo>
                    <a:pt x="2146" y="5"/>
                  </a:lnTo>
                  <a:lnTo>
                    <a:pt x="2183" y="9"/>
                  </a:lnTo>
                  <a:lnTo>
                    <a:pt x="2221" y="13"/>
                  </a:lnTo>
                  <a:lnTo>
                    <a:pt x="2259" y="16"/>
                  </a:lnTo>
                  <a:lnTo>
                    <a:pt x="151" y="13428"/>
                  </a:lnTo>
                  <a:lnTo>
                    <a:pt x="113" y="13425"/>
                  </a:lnTo>
                  <a:lnTo>
                    <a:pt x="75" y="13421"/>
                  </a:lnTo>
                  <a:lnTo>
                    <a:pt x="38" y="13417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83B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0" name="Freeform 245"/>
            <p:cNvSpPr>
              <a:spLocks/>
            </p:cNvSpPr>
            <p:nvPr/>
          </p:nvSpPr>
          <p:spPr bwMode="auto">
            <a:xfrm>
              <a:off x="567" y="1805"/>
              <a:ext cx="282" cy="1678"/>
            </a:xfrm>
            <a:custGeom>
              <a:avLst/>
              <a:gdLst>
                <a:gd name="T0" fmla="*/ 0 w 2260"/>
                <a:gd name="T1" fmla="*/ 209 h 13426"/>
                <a:gd name="T2" fmla="*/ 33 w 2260"/>
                <a:gd name="T3" fmla="*/ 0 h 13426"/>
                <a:gd name="T4" fmla="*/ 33 w 2260"/>
                <a:gd name="T5" fmla="*/ 0 h 13426"/>
                <a:gd name="T6" fmla="*/ 34 w 2260"/>
                <a:gd name="T7" fmla="*/ 0 h 13426"/>
                <a:gd name="T8" fmla="*/ 35 w 2260"/>
                <a:gd name="T9" fmla="*/ 0 h 13426"/>
                <a:gd name="T10" fmla="*/ 35 w 2260"/>
                <a:gd name="T11" fmla="*/ 0 h 13426"/>
                <a:gd name="T12" fmla="*/ 2 w 2260"/>
                <a:gd name="T13" fmla="*/ 210 h 13426"/>
                <a:gd name="T14" fmla="*/ 2 w 2260"/>
                <a:gd name="T15" fmla="*/ 210 h 13426"/>
                <a:gd name="T16" fmla="*/ 1 w 2260"/>
                <a:gd name="T17" fmla="*/ 210 h 13426"/>
                <a:gd name="T18" fmla="*/ 1 w 2260"/>
                <a:gd name="T19" fmla="*/ 210 h 13426"/>
                <a:gd name="T20" fmla="*/ 0 w 2260"/>
                <a:gd name="T21" fmla="*/ 209 h 134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0"/>
                <a:gd name="T34" fmla="*/ 0 h 13426"/>
                <a:gd name="T35" fmla="*/ 2260 w 2260"/>
                <a:gd name="T36" fmla="*/ 13426 h 1342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0" h="13426">
                  <a:moveTo>
                    <a:pt x="0" y="13412"/>
                  </a:moveTo>
                  <a:lnTo>
                    <a:pt x="2108" y="0"/>
                  </a:lnTo>
                  <a:lnTo>
                    <a:pt x="2146" y="4"/>
                  </a:lnTo>
                  <a:lnTo>
                    <a:pt x="2184" y="7"/>
                  </a:lnTo>
                  <a:lnTo>
                    <a:pt x="2222" y="11"/>
                  </a:lnTo>
                  <a:lnTo>
                    <a:pt x="2260" y="14"/>
                  </a:lnTo>
                  <a:lnTo>
                    <a:pt x="152" y="13426"/>
                  </a:lnTo>
                  <a:lnTo>
                    <a:pt x="113" y="13423"/>
                  </a:lnTo>
                  <a:lnTo>
                    <a:pt x="76" y="13419"/>
                  </a:lnTo>
                  <a:lnTo>
                    <a:pt x="38" y="13416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86BD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1" name="Freeform 246"/>
            <p:cNvSpPr>
              <a:spLocks/>
            </p:cNvSpPr>
            <p:nvPr/>
          </p:nvSpPr>
          <p:spPr bwMode="auto">
            <a:xfrm>
              <a:off x="576" y="1806"/>
              <a:ext cx="283" cy="1678"/>
            </a:xfrm>
            <a:custGeom>
              <a:avLst/>
              <a:gdLst>
                <a:gd name="T0" fmla="*/ 0 w 2259"/>
                <a:gd name="T1" fmla="*/ 209 h 13425"/>
                <a:gd name="T2" fmla="*/ 33 w 2259"/>
                <a:gd name="T3" fmla="*/ 0 h 13425"/>
                <a:gd name="T4" fmla="*/ 34 w 2259"/>
                <a:gd name="T5" fmla="*/ 0 h 13425"/>
                <a:gd name="T6" fmla="*/ 34 w 2259"/>
                <a:gd name="T7" fmla="*/ 0 h 13425"/>
                <a:gd name="T8" fmla="*/ 35 w 2259"/>
                <a:gd name="T9" fmla="*/ 0 h 13425"/>
                <a:gd name="T10" fmla="*/ 35 w 2259"/>
                <a:gd name="T11" fmla="*/ 0 h 13425"/>
                <a:gd name="T12" fmla="*/ 2 w 2259"/>
                <a:gd name="T13" fmla="*/ 210 h 13425"/>
                <a:gd name="T14" fmla="*/ 2 w 2259"/>
                <a:gd name="T15" fmla="*/ 210 h 13425"/>
                <a:gd name="T16" fmla="*/ 1 w 2259"/>
                <a:gd name="T17" fmla="*/ 210 h 13425"/>
                <a:gd name="T18" fmla="*/ 1 w 2259"/>
                <a:gd name="T19" fmla="*/ 210 h 13425"/>
                <a:gd name="T20" fmla="*/ 0 w 2259"/>
                <a:gd name="T21" fmla="*/ 209 h 134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9"/>
                <a:gd name="T34" fmla="*/ 0 h 13425"/>
                <a:gd name="T35" fmla="*/ 2259 w 2259"/>
                <a:gd name="T36" fmla="*/ 13425 h 134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9" h="13425">
                  <a:moveTo>
                    <a:pt x="0" y="13412"/>
                  </a:moveTo>
                  <a:lnTo>
                    <a:pt x="2108" y="0"/>
                  </a:lnTo>
                  <a:lnTo>
                    <a:pt x="2146" y="4"/>
                  </a:lnTo>
                  <a:lnTo>
                    <a:pt x="2184" y="7"/>
                  </a:lnTo>
                  <a:lnTo>
                    <a:pt x="2222" y="11"/>
                  </a:lnTo>
                  <a:lnTo>
                    <a:pt x="2259" y="13"/>
                  </a:lnTo>
                  <a:lnTo>
                    <a:pt x="152" y="13425"/>
                  </a:lnTo>
                  <a:lnTo>
                    <a:pt x="114" y="13423"/>
                  </a:lnTo>
                  <a:lnTo>
                    <a:pt x="76" y="13419"/>
                  </a:lnTo>
                  <a:lnTo>
                    <a:pt x="37" y="13416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8ABE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2" name="Freeform 247"/>
            <p:cNvSpPr>
              <a:spLocks/>
            </p:cNvSpPr>
            <p:nvPr/>
          </p:nvSpPr>
          <p:spPr bwMode="auto">
            <a:xfrm>
              <a:off x="586" y="1807"/>
              <a:ext cx="282" cy="1677"/>
            </a:xfrm>
            <a:custGeom>
              <a:avLst/>
              <a:gdLst>
                <a:gd name="T0" fmla="*/ 0 w 2259"/>
                <a:gd name="T1" fmla="*/ 209 h 13422"/>
                <a:gd name="T2" fmla="*/ 33 w 2259"/>
                <a:gd name="T3" fmla="*/ 0 h 13422"/>
                <a:gd name="T4" fmla="*/ 33 w 2259"/>
                <a:gd name="T5" fmla="*/ 0 h 13422"/>
                <a:gd name="T6" fmla="*/ 34 w 2259"/>
                <a:gd name="T7" fmla="*/ 0 h 13422"/>
                <a:gd name="T8" fmla="*/ 35 w 2259"/>
                <a:gd name="T9" fmla="*/ 0 h 13422"/>
                <a:gd name="T10" fmla="*/ 35 w 2259"/>
                <a:gd name="T11" fmla="*/ 0 h 13422"/>
                <a:gd name="T12" fmla="*/ 2 w 2259"/>
                <a:gd name="T13" fmla="*/ 210 h 13422"/>
                <a:gd name="T14" fmla="*/ 2 w 2259"/>
                <a:gd name="T15" fmla="*/ 210 h 13422"/>
                <a:gd name="T16" fmla="*/ 1 w 2259"/>
                <a:gd name="T17" fmla="*/ 210 h 13422"/>
                <a:gd name="T18" fmla="*/ 1 w 2259"/>
                <a:gd name="T19" fmla="*/ 209 h 13422"/>
                <a:gd name="T20" fmla="*/ 0 w 2259"/>
                <a:gd name="T21" fmla="*/ 209 h 134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9"/>
                <a:gd name="T34" fmla="*/ 0 h 13422"/>
                <a:gd name="T35" fmla="*/ 2259 w 2259"/>
                <a:gd name="T36" fmla="*/ 13422 h 134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9" h="13422">
                  <a:moveTo>
                    <a:pt x="0" y="13412"/>
                  </a:moveTo>
                  <a:lnTo>
                    <a:pt x="2108" y="0"/>
                  </a:lnTo>
                  <a:lnTo>
                    <a:pt x="2146" y="4"/>
                  </a:lnTo>
                  <a:lnTo>
                    <a:pt x="2184" y="6"/>
                  </a:lnTo>
                  <a:lnTo>
                    <a:pt x="2222" y="8"/>
                  </a:lnTo>
                  <a:lnTo>
                    <a:pt x="2259" y="10"/>
                  </a:lnTo>
                  <a:lnTo>
                    <a:pt x="151" y="13422"/>
                  </a:lnTo>
                  <a:lnTo>
                    <a:pt x="114" y="13420"/>
                  </a:lnTo>
                  <a:lnTo>
                    <a:pt x="76" y="13418"/>
                  </a:lnTo>
                  <a:lnTo>
                    <a:pt x="38" y="13416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8DC0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3" name="Freeform 248"/>
            <p:cNvSpPr>
              <a:spLocks/>
            </p:cNvSpPr>
            <p:nvPr/>
          </p:nvSpPr>
          <p:spPr bwMode="auto">
            <a:xfrm>
              <a:off x="595" y="1807"/>
              <a:ext cx="283" cy="1678"/>
            </a:xfrm>
            <a:custGeom>
              <a:avLst/>
              <a:gdLst>
                <a:gd name="T0" fmla="*/ 0 w 2260"/>
                <a:gd name="T1" fmla="*/ 210 h 13419"/>
                <a:gd name="T2" fmla="*/ 33 w 2260"/>
                <a:gd name="T3" fmla="*/ 0 h 13419"/>
                <a:gd name="T4" fmla="*/ 34 w 2260"/>
                <a:gd name="T5" fmla="*/ 0 h 13419"/>
                <a:gd name="T6" fmla="*/ 34 w 2260"/>
                <a:gd name="T7" fmla="*/ 0 h 13419"/>
                <a:gd name="T8" fmla="*/ 35 w 2260"/>
                <a:gd name="T9" fmla="*/ 0 h 13419"/>
                <a:gd name="T10" fmla="*/ 35 w 2260"/>
                <a:gd name="T11" fmla="*/ 0 h 13419"/>
                <a:gd name="T12" fmla="*/ 2 w 2260"/>
                <a:gd name="T13" fmla="*/ 210 h 13419"/>
                <a:gd name="T14" fmla="*/ 2 w 2260"/>
                <a:gd name="T15" fmla="*/ 210 h 13419"/>
                <a:gd name="T16" fmla="*/ 1 w 2260"/>
                <a:gd name="T17" fmla="*/ 210 h 13419"/>
                <a:gd name="T18" fmla="*/ 1 w 2260"/>
                <a:gd name="T19" fmla="*/ 210 h 13419"/>
                <a:gd name="T20" fmla="*/ 0 w 2260"/>
                <a:gd name="T21" fmla="*/ 210 h 134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0"/>
                <a:gd name="T34" fmla="*/ 0 h 13419"/>
                <a:gd name="T35" fmla="*/ 2260 w 2260"/>
                <a:gd name="T36" fmla="*/ 13419 h 1341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0" h="13419">
                  <a:moveTo>
                    <a:pt x="0" y="13412"/>
                  </a:moveTo>
                  <a:lnTo>
                    <a:pt x="2107" y="0"/>
                  </a:lnTo>
                  <a:lnTo>
                    <a:pt x="2146" y="2"/>
                  </a:lnTo>
                  <a:lnTo>
                    <a:pt x="2184" y="4"/>
                  </a:lnTo>
                  <a:lnTo>
                    <a:pt x="2222" y="5"/>
                  </a:lnTo>
                  <a:lnTo>
                    <a:pt x="2260" y="7"/>
                  </a:lnTo>
                  <a:lnTo>
                    <a:pt x="152" y="13419"/>
                  </a:lnTo>
                  <a:lnTo>
                    <a:pt x="115" y="13418"/>
                  </a:lnTo>
                  <a:lnTo>
                    <a:pt x="76" y="13416"/>
                  </a:lnTo>
                  <a:lnTo>
                    <a:pt x="38" y="13414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90C1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4" name="Freeform 249"/>
            <p:cNvSpPr>
              <a:spLocks/>
            </p:cNvSpPr>
            <p:nvPr/>
          </p:nvSpPr>
          <p:spPr bwMode="auto">
            <a:xfrm>
              <a:off x="605" y="1808"/>
              <a:ext cx="282" cy="1677"/>
            </a:xfrm>
            <a:custGeom>
              <a:avLst/>
              <a:gdLst>
                <a:gd name="T0" fmla="*/ 0 w 2262"/>
                <a:gd name="T1" fmla="*/ 210 h 13416"/>
                <a:gd name="T2" fmla="*/ 33 w 2262"/>
                <a:gd name="T3" fmla="*/ 0 h 13416"/>
                <a:gd name="T4" fmla="*/ 33 w 2262"/>
                <a:gd name="T5" fmla="*/ 0 h 13416"/>
                <a:gd name="T6" fmla="*/ 34 w 2262"/>
                <a:gd name="T7" fmla="*/ 0 h 13416"/>
                <a:gd name="T8" fmla="*/ 35 w 2262"/>
                <a:gd name="T9" fmla="*/ 0 h 13416"/>
                <a:gd name="T10" fmla="*/ 35 w 2262"/>
                <a:gd name="T11" fmla="*/ 0 h 13416"/>
                <a:gd name="T12" fmla="*/ 2 w 2262"/>
                <a:gd name="T13" fmla="*/ 210 h 13416"/>
                <a:gd name="T14" fmla="*/ 2 w 2262"/>
                <a:gd name="T15" fmla="*/ 210 h 13416"/>
                <a:gd name="T16" fmla="*/ 1 w 2262"/>
                <a:gd name="T17" fmla="*/ 210 h 13416"/>
                <a:gd name="T18" fmla="*/ 1 w 2262"/>
                <a:gd name="T19" fmla="*/ 210 h 13416"/>
                <a:gd name="T20" fmla="*/ 0 w 2262"/>
                <a:gd name="T21" fmla="*/ 210 h 13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2"/>
                <a:gd name="T34" fmla="*/ 0 h 13416"/>
                <a:gd name="T35" fmla="*/ 2262 w 2262"/>
                <a:gd name="T36" fmla="*/ 13416 h 13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2" h="13416">
                  <a:moveTo>
                    <a:pt x="0" y="13412"/>
                  </a:moveTo>
                  <a:lnTo>
                    <a:pt x="2108" y="0"/>
                  </a:lnTo>
                  <a:lnTo>
                    <a:pt x="2147" y="2"/>
                  </a:lnTo>
                  <a:lnTo>
                    <a:pt x="2186" y="3"/>
                  </a:lnTo>
                  <a:lnTo>
                    <a:pt x="2224" y="4"/>
                  </a:lnTo>
                  <a:lnTo>
                    <a:pt x="2262" y="4"/>
                  </a:lnTo>
                  <a:lnTo>
                    <a:pt x="154" y="13416"/>
                  </a:lnTo>
                  <a:lnTo>
                    <a:pt x="116" y="13416"/>
                  </a:lnTo>
                  <a:lnTo>
                    <a:pt x="78" y="13415"/>
                  </a:lnTo>
                  <a:lnTo>
                    <a:pt x="40" y="13414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93C2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5" name="Freeform 250"/>
            <p:cNvSpPr>
              <a:spLocks/>
            </p:cNvSpPr>
            <p:nvPr/>
          </p:nvSpPr>
          <p:spPr bwMode="auto">
            <a:xfrm>
              <a:off x="614" y="1808"/>
              <a:ext cx="283" cy="1677"/>
            </a:xfrm>
            <a:custGeom>
              <a:avLst/>
              <a:gdLst>
                <a:gd name="T0" fmla="*/ 0 w 2261"/>
                <a:gd name="T1" fmla="*/ 210 h 13413"/>
                <a:gd name="T2" fmla="*/ 33 w 2261"/>
                <a:gd name="T3" fmla="*/ 0 h 13413"/>
                <a:gd name="T4" fmla="*/ 34 w 2261"/>
                <a:gd name="T5" fmla="*/ 0 h 13413"/>
                <a:gd name="T6" fmla="*/ 34 w 2261"/>
                <a:gd name="T7" fmla="*/ 0 h 13413"/>
                <a:gd name="T8" fmla="*/ 35 w 2261"/>
                <a:gd name="T9" fmla="*/ 0 h 13413"/>
                <a:gd name="T10" fmla="*/ 35 w 2261"/>
                <a:gd name="T11" fmla="*/ 0 h 13413"/>
                <a:gd name="T12" fmla="*/ 2 w 2261"/>
                <a:gd name="T13" fmla="*/ 210 h 13413"/>
                <a:gd name="T14" fmla="*/ 2 w 2261"/>
                <a:gd name="T15" fmla="*/ 210 h 13413"/>
                <a:gd name="T16" fmla="*/ 1 w 2261"/>
                <a:gd name="T17" fmla="*/ 210 h 13413"/>
                <a:gd name="T18" fmla="*/ 1 w 2261"/>
                <a:gd name="T19" fmla="*/ 210 h 13413"/>
                <a:gd name="T20" fmla="*/ 0 w 2261"/>
                <a:gd name="T21" fmla="*/ 210 h 134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1"/>
                <a:gd name="T34" fmla="*/ 0 h 13413"/>
                <a:gd name="T35" fmla="*/ 2261 w 2261"/>
                <a:gd name="T36" fmla="*/ 13413 h 1341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1" h="13413">
                  <a:moveTo>
                    <a:pt x="0" y="13412"/>
                  </a:moveTo>
                  <a:lnTo>
                    <a:pt x="2108" y="0"/>
                  </a:lnTo>
                  <a:lnTo>
                    <a:pt x="2147" y="1"/>
                  </a:lnTo>
                  <a:lnTo>
                    <a:pt x="2186" y="1"/>
                  </a:lnTo>
                  <a:lnTo>
                    <a:pt x="2224" y="1"/>
                  </a:lnTo>
                  <a:lnTo>
                    <a:pt x="2261" y="1"/>
                  </a:lnTo>
                  <a:lnTo>
                    <a:pt x="154" y="13413"/>
                  </a:lnTo>
                  <a:lnTo>
                    <a:pt x="115" y="13413"/>
                  </a:lnTo>
                  <a:lnTo>
                    <a:pt x="78" y="13413"/>
                  </a:lnTo>
                  <a:lnTo>
                    <a:pt x="39" y="13413"/>
                  </a:lnTo>
                  <a:lnTo>
                    <a:pt x="0" y="13412"/>
                  </a:lnTo>
                  <a:close/>
                </a:path>
              </a:pathLst>
            </a:custGeom>
            <a:solidFill>
              <a:srgbClr val="96C4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6" name="Freeform 251"/>
            <p:cNvSpPr>
              <a:spLocks/>
            </p:cNvSpPr>
            <p:nvPr/>
          </p:nvSpPr>
          <p:spPr bwMode="auto">
            <a:xfrm>
              <a:off x="624" y="1808"/>
              <a:ext cx="283" cy="1677"/>
            </a:xfrm>
            <a:custGeom>
              <a:avLst/>
              <a:gdLst>
                <a:gd name="T0" fmla="*/ 0 w 2261"/>
                <a:gd name="T1" fmla="*/ 210 h 13413"/>
                <a:gd name="T2" fmla="*/ 33 w 2261"/>
                <a:gd name="T3" fmla="*/ 0 h 13413"/>
                <a:gd name="T4" fmla="*/ 34 w 2261"/>
                <a:gd name="T5" fmla="*/ 0 h 13413"/>
                <a:gd name="T6" fmla="*/ 34 w 2261"/>
                <a:gd name="T7" fmla="*/ 0 h 13413"/>
                <a:gd name="T8" fmla="*/ 35 w 2261"/>
                <a:gd name="T9" fmla="*/ 0 h 13413"/>
                <a:gd name="T10" fmla="*/ 35 w 2261"/>
                <a:gd name="T11" fmla="*/ 0 h 13413"/>
                <a:gd name="T12" fmla="*/ 2 w 2261"/>
                <a:gd name="T13" fmla="*/ 210 h 13413"/>
                <a:gd name="T14" fmla="*/ 2 w 2261"/>
                <a:gd name="T15" fmla="*/ 210 h 13413"/>
                <a:gd name="T16" fmla="*/ 1 w 2261"/>
                <a:gd name="T17" fmla="*/ 210 h 13413"/>
                <a:gd name="T18" fmla="*/ 1 w 2261"/>
                <a:gd name="T19" fmla="*/ 210 h 13413"/>
                <a:gd name="T20" fmla="*/ 0 w 2261"/>
                <a:gd name="T21" fmla="*/ 210 h 134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1"/>
                <a:gd name="T34" fmla="*/ 0 h 13413"/>
                <a:gd name="T35" fmla="*/ 2261 w 2261"/>
                <a:gd name="T36" fmla="*/ 13413 h 1341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1" h="13413">
                  <a:moveTo>
                    <a:pt x="0" y="13413"/>
                  </a:moveTo>
                  <a:lnTo>
                    <a:pt x="2108" y="1"/>
                  </a:lnTo>
                  <a:lnTo>
                    <a:pt x="2147" y="1"/>
                  </a:lnTo>
                  <a:lnTo>
                    <a:pt x="2185" y="1"/>
                  </a:lnTo>
                  <a:lnTo>
                    <a:pt x="2224" y="1"/>
                  </a:lnTo>
                  <a:lnTo>
                    <a:pt x="2261" y="0"/>
                  </a:lnTo>
                  <a:lnTo>
                    <a:pt x="154" y="13412"/>
                  </a:lnTo>
                  <a:lnTo>
                    <a:pt x="116" y="13413"/>
                  </a:lnTo>
                  <a:lnTo>
                    <a:pt x="78" y="13413"/>
                  </a:lnTo>
                  <a:lnTo>
                    <a:pt x="38" y="13413"/>
                  </a:lnTo>
                  <a:lnTo>
                    <a:pt x="0" y="13413"/>
                  </a:lnTo>
                  <a:close/>
                </a:path>
              </a:pathLst>
            </a:custGeom>
            <a:solidFill>
              <a:srgbClr val="99C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7" name="Freeform 252"/>
            <p:cNvSpPr>
              <a:spLocks/>
            </p:cNvSpPr>
            <p:nvPr/>
          </p:nvSpPr>
          <p:spPr bwMode="auto">
            <a:xfrm>
              <a:off x="633" y="1808"/>
              <a:ext cx="283" cy="1677"/>
            </a:xfrm>
            <a:custGeom>
              <a:avLst/>
              <a:gdLst>
                <a:gd name="T0" fmla="*/ 0 w 2262"/>
                <a:gd name="T1" fmla="*/ 210 h 13416"/>
                <a:gd name="T2" fmla="*/ 33 w 2262"/>
                <a:gd name="T3" fmla="*/ 0 h 13416"/>
                <a:gd name="T4" fmla="*/ 34 w 2262"/>
                <a:gd name="T5" fmla="*/ 0 h 13416"/>
                <a:gd name="T6" fmla="*/ 34 w 2262"/>
                <a:gd name="T7" fmla="*/ 0 h 13416"/>
                <a:gd name="T8" fmla="*/ 35 w 2262"/>
                <a:gd name="T9" fmla="*/ 0 h 13416"/>
                <a:gd name="T10" fmla="*/ 35 w 2262"/>
                <a:gd name="T11" fmla="*/ 0 h 13416"/>
                <a:gd name="T12" fmla="*/ 2 w 2262"/>
                <a:gd name="T13" fmla="*/ 210 h 13416"/>
                <a:gd name="T14" fmla="*/ 2 w 2262"/>
                <a:gd name="T15" fmla="*/ 210 h 13416"/>
                <a:gd name="T16" fmla="*/ 1 w 2262"/>
                <a:gd name="T17" fmla="*/ 210 h 13416"/>
                <a:gd name="T18" fmla="*/ 1 w 2262"/>
                <a:gd name="T19" fmla="*/ 210 h 13416"/>
                <a:gd name="T20" fmla="*/ 0 w 2262"/>
                <a:gd name="T21" fmla="*/ 210 h 13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2"/>
                <a:gd name="T34" fmla="*/ 0 h 13416"/>
                <a:gd name="T35" fmla="*/ 2262 w 2262"/>
                <a:gd name="T36" fmla="*/ 13416 h 13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2" h="13416">
                  <a:moveTo>
                    <a:pt x="0" y="13416"/>
                  </a:moveTo>
                  <a:lnTo>
                    <a:pt x="2107" y="4"/>
                  </a:lnTo>
                  <a:lnTo>
                    <a:pt x="2147" y="4"/>
                  </a:lnTo>
                  <a:lnTo>
                    <a:pt x="2185" y="3"/>
                  </a:lnTo>
                  <a:lnTo>
                    <a:pt x="2224" y="1"/>
                  </a:lnTo>
                  <a:lnTo>
                    <a:pt x="2262" y="0"/>
                  </a:lnTo>
                  <a:lnTo>
                    <a:pt x="154" y="13412"/>
                  </a:lnTo>
                  <a:lnTo>
                    <a:pt x="116" y="13413"/>
                  </a:lnTo>
                  <a:lnTo>
                    <a:pt x="78" y="13415"/>
                  </a:lnTo>
                  <a:lnTo>
                    <a:pt x="39" y="13416"/>
                  </a:lnTo>
                  <a:lnTo>
                    <a:pt x="0" y="13416"/>
                  </a:lnTo>
                  <a:close/>
                </a:path>
              </a:pathLst>
            </a:custGeom>
            <a:solidFill>
              <a:srgbClr val="9BC6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8" name="Freeform 253"/>
            <p:cNvSpPr>
              <a:spLocks/>
            </p:cNvSpPr>
            <p:nvPr/>
          </p:nvSpPr>
          <p:spPr bwMode="auto">
            <a:xfrm>
              <a:off x="643" y="1807"/>
              <a:ext cx="283" cy="1678"/>
            </a:xfrm>
            <a:custGeom>
              <a:avLst/>
              <a:gdLst>
                <a:gd name="T0" fmla="*/ 0 w 2263"/>
                <a:gd name="T1" fmla="*/ 210 h 13420"/>
                <a:gd name="T2" fmla="*/ 33 w 2263"/>
                <a:gd name="T3" fmla="*/ 0 h 13420"/>
                <a:gd name="T4" fmla="*/ 34 w 2263"/>
                <a:gd name="T5" fmla="*/ 0 h 13420"/>
                <a:gd name="T6" fmla="*/ 34 w 2263"/>
                <a:gd name="T7" fmla="*/ 0 h 13420"/>
                <a:gd name="T8" fmla="*/ 35 w 2263"/>
                <a:gd name="T9" fmla="*/ 0 h 13420"/>
                <a:gd name="T10" fmla="*/ 35 w 2263"/>
                <a:gd name="T11" fmla="*/ 0 h 13420"/>
                <a:gd name="T12" fmla="*/ 2 w 2263"/>
                <a:gd name="T13" fmla="*/ 210 h 13420"/>
                <a:gd name="T14" fmla="*/ 2 w 2263"/>
                <a:gd name="T15" fmla="*/ 210 h 13420"/>
                <a:gd name="T16" fmla="*/ 1 w 2263"/>
                <a:gd name="T17" fmla="*/ 210 h 13420"/>
                <a:gd name="T18" fmla="*/ 1 w 2263"/>
                <a:gd name="T19" fmla="*/ 210 h 13420"/>
                <a:gd name="T20" fmla="*/ 0 w 2263"/>
                <a:gd name="T21" fmla="*/ 210 h 1342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3"/>
                <a:gd name="T34" fmla="*/ 0 h 13420"/>
                <a:gd name="T35" fmla="*/ 2263 w 2263"/>
                <a:gd name="T36" fmla="*/ 13420 h 1342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3" h="13420">
                  <a:moveTo>
                    <a:pt x="0" y="13420"/>
                  </a:moveTo>
                  <a:lnTo>
                    <a:pt x="2107" y="8"/>
                  </a:lnTo>
                  <a:lnTo>
                    <a:pt x="2147" y="6"/>
                  </a:lnTo>
                  <a:lnTo>
                    <a:pt x="2186" y="5"/>
                  </a:lnTo>
                  <a:lnTo>
                    <a:pt x="2224" y="3"/>
                  </a:lnTo>
                  <a:lnTo>
                    <a:pt x="2263" y="0"/>
                  </a:lnTo>
                  <a:lnTo>
                    <a:pt x="154" y="13412"/>
                  </a:lnTo>
                  <a:lnTo>
                    <a:pt x="117" y="13415"/>
                  </a:lnTo>
                  <a:lnTo>
                    <a:pt x="78" y="13417"/>
                  </a:lnTo>
                  <a:lnTo>
                    <a:pt x="39" y="13418"/>
                  </a:lnTo>
                  <a:lnTo>
                    <a:pt x="0" y="13420"/>
                  </a:lnTo>
                  <a:close/>
                </a:path>
              </a:pathLst>
            </a:custGeom>
            <a:solidFill>
              <a:srgbClr val="9EC7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9" name="Freeform 254"/>
            <p:cNvSpPr>
              <a:spLocks/>
            </p:cNvSpPr>
            <p:nvPr/>
          </p:nvSpPr>
          <p:spPr bwMode="auto">
            <a:xfrm>
              <a:off x="653" y="1807"/>
              <a:ext cx="283" cy="1677"/>
            </a:xfrm>
            <a:custGeom>
              <a:avLst/>
              <a:gdLst>
                <a:gd name="T0" fmla="*/ 0 w 2264"/>
                <a:gd name="T1" fmla="*/ 210 h 13424"/>
                <a:gd name="T2" fmla="*/ 33 w 2264"/>
                <a:gd name="T3" fmla="*/ 0 h 13424"/>
                <a:gd name="T4" fmla="*/ 34 w 2264"/>
                <a:gd name="T5" fmla="*/ 0 h 13424"/>
                <a:gd name="T6" fmla="*/ 34 w 2264"/>
                <a:gd name="T7" fmla="*/ 0 h 13424"/>
                <a:gd name="T8" fmla="*/ 35 w 2264"/>
                <a:gd name="T9" fmla="*/ 0 h 13424"/>
                <a:gd name="T10" fmla="*/ 35 w 2264"/>
                <a:gd name="T11" fmla="*/ 0 h 13424"/>
                <a:gd name="T12" fmla="*/ 2 w 2264"/>
                <a:gd name="T13" fmla="*/ 209 h 13424"/>
                <a:gd name="T14" fmla="*/ 2 w 2264"/>
                <a:gd name="T15" fmla="*/ 209 h 13424"/>
                <a:gd name="T16" fmla="*/ 1 w 2264"/>
                <a:gd name="T17" fmla="*/ 209 h 13424"/>
                <a:gd name="T18" fmla="*/ 1 w 2264"/>
                <a:gd name="T19" fmla="*/ 210 h 13424"/>
                <a:gd name="T20" fmla="*/ 0 w 2264"/>
                <a:gd name="T21" fmla="*/ 210 h 134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4"/>
                <a:gd name="T34" fmla="*/ 0 h 13424"/>
                <a:gd name="T35" fmla="*/ 2264 w 2264"/>
                <a:gd name="T36" fmla="*/ 13424 h 134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4" h="13424">
                  <a:moveTo>
                    <a:pt x="0" y="13424"/>
                  </a:moveTo>
                  <a:lnTo>
                    <a:pt x="2108" y="12"/>
                  </a:lnTo>
                  <a:lnTo>
                    <a:pt x="2147" y="10"/>
                  </a:lnTo>
                  <a:lnTo>
                    <a:pt x="2187" y="7"/>
                  </a:lnTo>
                  <a:lnTo>
                    <a:pt x="2225" y="3"/>
                  </a:lnTo>
                  <a:lnTo>
                    <a:pt x="2264" y="0"/>
                  </a:lnTo>
                  <a:lnTo>
                    <a:pt x="156" y="13412"/>
                  </a:lnTo>
                  <a:lnTo>
                    <a:pt x="118" y="13415"/>
                  </a:lnTo>
                  <a:lnTo>
                    <a:pt x="79" y="13419"/>
                  </a:lnTo>
                  <a:lnTo>
                    <a:pt x="40" y="13422"/>
                  </a:lnTo>
                  <a:lnTo>
                    <a:pt x="0" y="13424"/>
                  </a:lnTo>
                  <a:close/>
                </a:path>
              </a:pathLst>
            </a:custGeom>
            <a:solidFill>
              <a:srgbClr val="A1C9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0" name="Freeform 255"/>
            <p:cNvSpPr>
              <a:spLocks/>
            </p:cNvSpPr>
            <p:nvPr/>
          </p:nvSpPr>
          <p:spPr bwMode="auto">
            <a:xfrm>
              <a:off x="662" y="1805"/>
              <a:ext cx="283" cy="1679"/>
            </a:xfrm>
            <a:custGeom>
              <a:avLst/>
              <a:gdLst>
                <a:gd name="T0" fmla="*/ 0 w 2265"/>
                <a:gd name="T1" fmla="*/ 210 h 13428"/>
                <a:gd name="T2" fmla="*/ 33 w 2265"/>
                <a:gd name="T3" fmla="*/ 0 h 13428"/>
                <a:gd name="T4" fmla="*/ 33 w 2265"/>
                <a:gd name="T5" fmla="*/ 0 h 13428"/>
                <a:gd name="T6" fmla="*/ 34 w 2265"/>
                <a:gd name="T7" fmla="*/ 0 h 13428"/>
                <a:gd name="T8" fmla="*/ 35 w 2265"/>
                <a:gd name="T9" fmla="*/ 0 h 13428"/>
                <a:gd name="T10" fmla="*/ 35 w 2265"/>
                <a:gd name="T11" fmla="*/ 0 h 13428"/>
                <a:gd name="T12" fmla="*/ 2 w 2265"/>
                <a:gd name="T13" fmla="*/ 210 h 13428"/>
                <a:gd name="T14" fmla="*/ 2 w 2265"/>
                <a:gd name="T15" fmla="*/ 210 h 13428"/>
                <a:gd name="T16" fmla="*/ 1 w 2265"/>
                <a:gd name="T17" fmla="*/ 210 h 13428"/>
                <a:gd name="T18" fmla="*/ 1 w 2265"/>
                <a:gd name="T19" fmla="*/ 210 h 13428"/>
                <a:gd name="T20" fmla="*/ 0 w 2265"/>
                <a:gd name="T21" fmla="*/ 210 h 134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5"/>
                <a:gd name="T34" fmla="*/ 0 h 13428"/>
                <a:gd name="T35" fmla="*/ 2265 w 2265"/>
                <a:gd name="T36" fmla="*/ 13428 h 1342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5" h="13428">
                  <a:moveTo>
                    <a:pt x="0" y="13428"/>
                  </a:moveTo>
                  <a:lnTo>
                    <a:pt x="2109" y="16"/>
                  </a:lnTo>
                  <a:lnTo>
                    <a:pt x="2148" y="12"/>
                  </a:lnTo>
                  <a:lnTo>
                    <a:pt x="2188" y="8"/>
                  </a:lnTo>
                  <a:lnTo>
                    <a:pt x="2227" y="4"/>
                  </a:lnTo>
                  <a:lnTo>
                    <a:pt x="2265" y="0"/>
                  </a:lnTo>
                  <a:lnTo>
                    <a:pt x="157" y="13412"/>
                  </a:lnTo>
                  <a:lnTo>
                    <a:pt x="118" y="13416"/>
                  </a:lnTo>
                  <a:lnTo>
                    <a:pt x="80" y="13420"/>
                  </a:lnTo>
                  <a:lnTo>
                    <a:pt x="41" y="13424"/>
                  </a:lnTo>
                  <a:lnTo>
                    <a:pt x="0" y="13428"/>
                  </a:lnTo>
                  <a:close/>
                </a:path>
              </a:pathLst>
            </a:custGeom>
            <a:solidFill>
              <a:srgbClr val="A4C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1" name="Freeform 256"/>
            <p:cNvSpPr>
              <a:spLocks/>
            </p:cNvSpPr>
            <p:nvPr/>
          </p:nvSpPr>
          <p:spPr bwMode="auto">
            <a:xfrm>
              <a:off x="672" y="1804"/>
              <a:ext cx="283" cy="1679"/>
            </a:xfrm>
            <a:custGeom>
              <a:avLst/>
              <a:gdLst>
                <a:gd name="T0" fmla="*/ 0 w 2264"/>
                <a:gd name="T1" fmla="*/ 210 h 13432"/>
                <a:gd name="T2" fmla="*/ 33 w 2264"/>
                <a:gd name="T3" fmla="*/ 0 h 13432"/>
                <a:gd name="T4" fmla="*/ 34 w 2264"/>
                <a:gd name="T5" fmla="*/ 0 h 13432"/>
                <a:gd name="T6" fmla="*/ 34 w 2264"/>
                <a:gd name="T7" fmla="*/ 0 h 13432"/>
                <a:gd name="T8" fmla="*/ 35 w 2264"/>
                <a:gd name="T9" fmla="*/ 0 h 13432"/>
                <a:gd name="T10" fmla="*/ 35 w 2264"/>
                <a:gd name="T11" fmla="*/ 0 h 13432"/>
                <a:gd name="T12" fmla="*/ 2 w 2264"/>
                <a:gd name="T13" fmla="*/ 210 h 13432"/>
                <a:gd name="T14" fmla="*/ 2 w 2264"/>
                <a:gd name="T15" fmla="*/ 210 h 13432"/>
                <a:gd name="T16" fmla="*/ 1 w 2264"/>
                <a:gd name="T17" fmla="*/ 210 h 13432"/>
                <a:gd name="T18" fmla="*/ 1 w 2264"/>
                <a:gd name="T19" fmla="*/ 210 h 13432"/>
                <a:gd name="T20" fmla="*/ 0 w 2264"/>
                <a:gd name="T21" fmla="*/ 210 h 134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4"/>
                <a:gd name="T34" fmla="*/ 0 h 13432"/>
                <a:gd name="T35" fmla="*/ 2264 w 2264"/>
                <a:gd name="T36" fmla="*/ 13432 h 134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4" h="13432">
                  <a:moveTo>
                    <a:pt x="0" y="13432"/>
                  </a:moveTo>
                  <a:lnTo>
                    <a:pt x="2108" y="20"/>
                  </a:lnTo>
                  <a:lnTo>
                    <a:pt x="2148" y="15"/>
                  </a:lnTo>
                  <a:lnTo>
                    <a:pt x="2188" y="11"/>
                  </a:lnTo>
                  <a:lnTo>
                    <a:pt x="2226" y="6"/>
                  </a:lnTo>
                  <a:lnTo>
                    <a:pt x="2264" y="0"/>
                  </a:lnTo>
                  <a:lnTo>
                    <a:pt x="157" y="13412"/>
                  </a:lnTo>
                  <a:lnTo>
                    <a:pt x="118" y="13418"/>
                  </a:lnTo>
                  <a:lnTo>
                    <a:pt x="80" y="13423"/>
                  </a:lnTo>
                  <a:lnTo>
                    <a:pt x="39" y="13427"/>
                  </a:lnTo>
                  <a:lnTo>
                    <a:pt x="0" y="13432"/>
                  </a:lnTo>
                  <a:close/>
                </a:path>
              </a:pathLst>
            </a:custGeom>
            <a:solidFill>
              <a:srgbClr val="A6CB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2" name="Freeform 257"/>
            <p:cNvSpPr>
              <a:spLocks/>
            </p:cNvSpPr>
            <p:nvPr/>
          </p:nvSpPr>
          <p:spPr bwMode="auto">
            <a:xfrm>
              <a:off x="682" y="1802"/>
              <a:ext cx="283" cy="1680"/>
            </a:xfrm>
            <a:custGeom>
              <a:avLst/>
              <a:gdLst>
                <a:gd name="T0" fmla="*/ 0 w 2265"/>
                <a:gd name="T1" fmla="*/ 210 h 13437"/>
                <a:gd name="T2" fmla="*/ 33 w 2265"/>
                <a:gd name="T3" fmla="*/ 0 h 13437"/>
                <a:gd name="T4" fmla="*/ 33 w 2265"/>
                <a:gd name="T5" fmla="*/ 0 h 13437"/>
                <a:gd name="T6" fmla="*/ 34 w 2265"/>
                <a:gd name="T7" fmla="*/ 0 h 13437"/>
                <a:gd name="T8" fmla="*/ 35 w 2265"/>
                <a:gd name="T9" fmla="*/ 0 h 13437"/>
                <a:gd name="T10" fmla="*/ 35 w 2265"/>
                <a:gd name="T11" fmla="*/ 0 h 13437"/>
                <a:gd name="T12" fmla="*/ 2 w 2265"/>
                <a:gd name="T13" fmla="*/ 210 h 13437"/>
                <a:gd name="T14" fmla="*/ 2 w 2265"/>
                <a:gd name="T15" fmla="*/ 210 h 13437"/>
                <a:gd name="T16" fmla="*/ 1 w 2265"/>
                <a:gd name="T17" fmla="*/ 210 h 13437"/>
                <a:gd name="T18" fmla="*/ 1 w 2265"/>
                <a:gd name="T19" fmla="*/ 210 h 13437"/>
                <a:gd name="T20" fmla="*/ 0 w 2265"/>
                <a:gd name="T21" fmla="*/ 210 h 134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65"/>
                <a:gd name="T34" fmla="*/ 0 h 13437"/>
                <a:gd name="T35" fmla="*/ 2265 w 2265"/>
                <a:gd name="T36" fmla="*/ 13437 h 134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65" h="13437">
                  <a:moveTo>
                    <a:pt x="0" y="13437"/>
                  </a:moveTo>
                  <a:lnTo>
                    <a:pt x="2108" y="25"/>
                  </a:lnTo>
                  <a:lnTo>
                    <a:pt x="2148" y="20"/>
                  </a:lnTo>
                  <a:lnTo>
                    <a:pt x="2189" y="14"/>
                  </a:lnTo>
                  <a:lnTo>
                    <a:pt x="2227" y="7"/>
                  </a:lnTo>
                  <a:lnTo>
                    <a:pt x="2265" y="0"/>
                  </a:lnTo>
                  <a:lnTo>
                    <a:pt x="158" y="13412"/>
                  </a:lnTo>
                  <a:lnTo>
                    <a:pt x="119" y="13419"/>
                  </a:lnTo>
                  <a:lnTo>
                    <a:pt x="81" y="13426"/>
                  </a:lnTo>
                  <a:lnTo>
                    <a:pt x="40" y="13432"/>
                  </a:lnTo>
                  <a:lnTo>
                    <a:pt x="0" y="13437"/>
                  </a:lnTo>
                  <a:close/>
                </a:path>
              </a:pathLst>
            </a:custGeom>
            <a:solidFill>
              <a:srgbClr val="A9CD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3" name="Freeform 258"/>
            <p:cNvSpPr>
              <a:spLocks/>
            </p:cNvSpPr>
            <p:nvPr/>
          </p:nvSpPr>
          <p:spPr bwMode="auto">
            <a:xfrm>
              <a:off x="692" y="1800"/>
              <a:ext cx="283" cy="1680"/>
            </a:xfrm>
            <a:custGeom>
              <a:avLst/>
              <a:gdLst>
                <a:gd name="T0" fmla="*/ 0 w 2266"/>
                <a:gd name="T1" fmla="*/ 210 h 13444"/>
                <a:gd name="T2" fmla="*/ 33 w 2266"/>
                <a:gd name="T3" fmla="*/ 0 h 13444"/>
                <a:gd name="T4" fmla="*/ 33 w 2266"/>
                <a:gd name="T5" fmla="*/ 0 h 13444"/>
                <a:gd name="T6" fmla="*/ 33 w 2266"/>
                <a:gd name="T7" fmla="*/ 0 h 13444"/>
                <a:gd name="T8" fmla="*/ 34 w 2266"/>
                <a:gd name="T9" fmla="*/ 0 h 13444"/>
                <a:gd name="T10" fmla="*/ 34 w 2266"/>
                <a:gd name="T11" fmla="*/ 0 h 13444"/>
                <a:gd name="T12" fmla="*/ 34 w 2266"/>
                <a:gd name="T13" fmla="*/ 0 h 13444"/>
                <a:gd name="T14" fmla="*/ 35 w 2266"/>
                <a:gd name="T15" fmla="*/ 0 h 13444"/>
                <a:gd name="T16" fmla="*/ 35 w 2266"/>
                <a:gd name="T17" fmla="*/ 0 h 13444"/>
                <a:gd name="T18" fmla="*/ 35 w 2266"/>
                <a:gd name="T19" fmla="*/ 0 h 13444"/>
                <a:gd name="T20" fmla="*/ 2 w 2266"/>
                <a:gd name="T21" fmla="*/ 209 h 13444"/>
                <a:gd name="T22" fmla="*/ 2 w 2266"/>
                <a:gd name="T23" fmla="*/ 210 h 13444"/>
                <a:gd name="T24" fmla="*/ 2 w 2266"/>
                <a:gd name="T25" fmla="*/ 210 h 13444"/>
                <a:gd name="T26" fmla="*/ 1 w 2266"/>
                <a:gd name="T27" fmla="*/ 210 h 13444"/>
                <a:gd name="T28" fmla="*/ 1 w 2266"/>
                <a:gd name="T29" fmla="*/ 210 h 13444"/>
                <a:gd name="T30" fmla="*/ 1 w 2266"/>
                <a:gd name="T31" fmla="*/ 210 h 13444"/>
                <a:gd name="T32" fmla="*/ 1 w 2266"/>
                <a:gd name="T33" fmla="*/ 210 h 13444"/>
                <a:gd name="T34" fmla="*/ 0 w 2266"/>
                <a:gd name="T35" fmla="*/ 210 h 13444"/>
                <a:gd name="T36" fmla="*/ 0 w 2266"/>
                <a:gd name="T37" fmla="*/ 210 h 1344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66"/>
                <a:gd name="T58" fmla="*/ 0 h 13444"/>
                <a:gd name="T59" fmla="*/ 2266 w 2266"/>
                <a:gd name="T60" fmla="*/ 13444 h 1344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66" h="13444">
                  <a:moveTo>
                    <a:pt x="0" y="13444"/>
                  </a:moveTo>
                  <a:lnTo>
                    <a:pt x="2107" y="32"/>
                  </a:lnTo>
                  <a:lnTo>
                    <a:pt x="2128" y="28"/>
                  </a:lnTo>
                  <a:lnTo>
                    <a:pt x="2149" y="25"/>
                  </a:lnTo>
                  <a:lnTo>
                    <a:pt x="2169" y="21"/>
                  </a:lnTo>
                  <a:lnTo>
                    <a:pt x="2188" y="17"/>
                  </a:lnTo>
                  <a:lnTo>
                    <a:pt x="2208" y="13"/>
                  </a:lnTo>
                  <a:lnTo>
                    <a:pt x="2228" y="10"/>
                  </a:lnTo>
                  <a:lnTo>
                    <a:pt x="2248" y="5"/>
                  </a:lnTo>
                  <a:lnTo>
                    <a:pt x="2266" y="0"/>
                  </a:lnTo>
                  <a:lnTo>
                    <a:pt x="158" y="13412"/>
                  </a:lnTo>
                  <a:lnTo>
                    <a:pt x="139" y="13417"/>
                  </a:lnTo>
                  <a:lnTo>
                    <a:pt x="120" y="13422"/>
                  </a:lnTo>
                  <a:lnTo>
                    <a:pt x="100" y="13425"/>
                  </a:lnTo>
                  <a:lnTo>
                    <a:pt x="81" y="13429"/>
                  </a:lnTo>
                  <a:lnTo>
                    <a:pt x="61" y="13433"/>
                  </a:lnTo>
                  <a:lnTo>
                    <a:pt x="40" y="13437"/>
                  </a:lnTo>
                  <a:lnTo>
                    <a:pt x="20" y="13440"/>
                  </a:lnTo>
                  <a:lnTo>
                    <a:pt x="0" y="13444"/>
                  </a:lnTo>
                  <a:close/>
                </a:path>
              </a:pathLst>
            </a:custGeom>
            <a:solidFill>
              <a:srgbClr val="ACC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4" name="Freeform 259"/>
            <p:cNvSpPr>
              <a:spLocks/>
            </p:cNvSpPr>
            <p:nvPr/>
          </p:nvSpPr>
          <p:spPr bwMode="auto">
            <a:xfrm>
              <a:off x="702" y="1797"/>
              <a:ext cx="283" cy="1682"/>
            </a:xfrm>
            <a:custGeom>
              <a:avLst/>
              <a:gdLst>
                <a:gd name="T0" fmla="*/ 0 w 2267"/>
                <a:gd name="T1" fmla="*/ 210 h 13450"/>
                <a:gd name="T2" fmla="*/ 33 w 2267"/>
                <a:gd name="T3" fmla="*/ 1 h 13450"/>
                <a:gd name="T4" fmla="*/ 33 w 2267"/>
                <a:gd name="T5" fmla="*/ 1 h 13450"/>
                <a:gd name="T6" fmla="*/ 33 w 2267"/>
                <a:gd name="T7" fmla="*/ 1 h 13450"/>
                <a:gd name="T8" fmla="*/ 34 w 2267"/>
                <a:gd name="T9" fmla="*/ 0 h 13450"/>
                <a:gd name="T10" fmla="*/ 34 w 2267"/>
                <a:gd name="T11" fmla="*/ 0 h 13450"/>
                <a:gd name="T12" fmla="*/ 34 w 2267"/>
                <a:gd name="T13" fmla="*/ 0 h 13450"/>
                <a:gd name="T14" fmla="*/ 35 w 2267"/>
                <a:gd name="T15" fmla="*/ 0 h 13450"/>
                <a:gd name="T16" fmla="*/ 35 w 2267"/>
                <a:gd name="T17" fmla="*/ 0 h 13450"/>
                <a:gd name="T18" fmla="*/ 35 w 2267"/>
                <a:gd name="T19" fmla="*/ 0 h 13450"/>
                <a:gd name="T20" fmla="*/ 2 w 2267"/>
                <a:gd name="T21" fmla="*/ 210 h 13450"/>
                <a:gd name="T22" fmla="*/ 2 w 2267"/>
                <a:gd name="T23" fmla="*/ 210 h 13450"/>
                <a:gd name="T24" fmla="*/ 2 w 2267"/>
                <a:gd name="T25" fmla="*/ 210 h 13450"/>
                <a:gd name="T26" fmla="*/ 2 w 2267"/>
                <a:gd name="T27" fmla="*/ 210 h 13450"/>
                <a:gd name="T28" fmla="*/ 1 w 2267"/>
                <a:gd name="T29" fmla="*/ 210 h 13450"/>
                <a:gd name="T30" fmla="*/ 1 w 2267"/>
                <a:gd name="T31" fmla="*/ 210 h 13450"/>
                <a:gd name="T32" fmla="*/ 1 w 2267"/>
                <a:gd name="T33" fmla="*/ 210 h 13450"/>
                <a:gd name="T34" fmla="*/ 0 w 2267"/>
                <a:gd name="T35" fmla="*/ 210 h 13450"/>
                <a:gd name="T36" fmla="*/ 0 w 2267"/>
                <a:gd name="T37" fmla="*/ 210 h 134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67"/>
                <a:gd name="T58" fmla="*/ 0 h 13450"/>
                <a:gd name="T59" fmla="*/ 2267 w 2267"/>
                <a:gd name="T60" fmla="*/ 13450 h 134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67" h="13450">
                  <a:moveTo>
                    <a:pt x="0" y="13450"/>
                  </a:moveTo>
                  <a:lnTo>
                    <a:pt x="2107" y="38"/>
                  </a:lnTo>
                  <a:lnTo>
                    <a:pt x="2128" y="34"/>
                  </a:lnTo>
                  <a:lnTo>
                    <a:pt x="2149" y="29"/>
                  </a:lnTo>
                  <a:lnTo>
                    <a:pt x="2170" y="25"/>
                  </a:lnTo>
                  <a:lnTo>
                    <a:pt x="2189" y="20"/>
                  </a:lnTo>
                  <a:lnTo>
                    <a:pt x="2210" y="15"/>
                  </a:lnTo>
                  <a:lnTo>
                    <a:pt x="2229" y="10"/>
                  </a:lnTo>
                  <a:lnTo>
                    <a:pt x="2248" y="5"/>
                  </a:lnTo>
                  <a:lnTo>
                    <a:pt x="2267" y="0"/>
                  </a:lnTo>
                  <a:lnTo>
                    <a:pt x="159" y="13412"/>
                  </a:lnTo>
                  <a:lnTo>
                    <a:pt x="141" y="13417"/>
                  </a:lnTo>
                  <a:lnTo>
                    <a:pt x="121" y="13422"/>
                  </a:lnTo>
                  <a:lnTo>
                    <a:pt x="101" y="13427"/>
                  </a:lnTo>
                  <a:lnTo>
                    <a:pt x="82" y="13432"/>
                  </a:lnTo>
                  <a:lnTo>
                    <a:pt x="62" y="13437"/>
                  </a:lnTo>
                  <a:lnTo>
                    <a:pt x="41" y="13441"/>
                  </a:lnTo>
                  <a:lnTo>
                    <a:pt x="20" y="13446"/>
                  </a:lnTo>
                  <a:lnTo>
                    <a:pt x="0" y="13450"/>
                  </a:lnTo>
                  <a:close/>
                </a:path>
              </a:pathLst>
            </a:custGeom>
            <a:solidFill>
              <a:srgbClr val="AFD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5" name="Freeform 260"/>
            <p:cNvSpPr>
              <a:spLocks/>
            </p:cNvSpPr>
            <p:nvPr/>
          </p:nvSpPr>
          <p:spPr bwMode="auto">
            <a:xfrm>
              <a:off x="712" y="1794"/>
              <a:ext cx="283" cy="1683"/>
            </a:xfrm>
            <a:custGeom>
              <a:avLst/>
              <a:gdLst>
                <a:gd name="T0" fmla="*/ 0 w 2269"/>
                <a:gd name="T1" fmla="*/ 210 h 13458"/>
                <a:gd name="T2" fmla="*/ 33 w 2269"/>
                <a:gd name="T3" fmla="*/ 1 h 13458"/>
                <a:gd name="T4" fmla="*/ 33 w 2269"/>
                <a:gd name="T5" fmla="*/ 1 h 13458"/>
                <a:gd name="T6" fmla="*/ 33 w 2269"/>
                <a:gd name="T7" fmla="*/ 1 h 13458"/>
                <a:gd name="T8" fmla="*/ 34 w 2269"/>
                <a:gd name="T9" fmla="*/ 1 h 13458"/>
                <a:gd name="T10" fmla="*/ 34 w 2269"/>
                <a:gd name="T11" fmla="*/ 0 h 13458"/>
                <a:gd name="T12" fmla="*/ 34 w 2269"/>
                <a:gd name="T13" fmla="*/ 0 h 13458"/>
                <a:gd name="T14" fmla="*/ 35 w 2269"/>
                <a:gd name="T15" fmla="*/ 0 h 13458"/>
                <a:gd name="T16" fmla="*/ 35 w 2269"/>
                <a:gd name="T17" fmla="*/ 0 h 13458"/>
                <a:gd name="T18" fmla="*/ 35 w 2269"/>
                <a:gd name="T19" fmla="*/ 0 h 13458"/>
                <a:gd name="T20" fmla="*/ 2 w 2269"/>
                <a:gd name="T21" fmla="*/ 210 h 13458"/>
                <a:gd name="T22" fmla="*/ 2 w 2269"/>
                <a:gd name="T23" fmla="*/ 210 h 13458"/>
                <a:gd name="T24" fmla="*/ 2 w 2269"/>
                <a:gd name="T25" fmla="*/ 210 h 13458"/>
                <a:gd name="T26" fmla="*/ 2 w 2269"/>
                <a:gd name="T27" fmla="*/ 210 h 13458"/>
                <a:gd name="T28" fmla="*/ 1 w 2269"/>
                <a:gd name="T29" fmla="*/ 210 h 13458"/>
                <a:gd name="T30" fmla="*/ 1 w 2269"/>
                <a:gd name="T31" fmla="*/ 210 h 13458"/>
                <a:gd name="T32" fmla="*/ 1 w 2269"/>
                <a:gd name="T33" fmla="*/ 210 h 13458"/>
                <a:gd name="T34" fmla="*/ 0 w 2269"/>
                <a:gd name="T35" fmla="*/ 210 h 13458"/>
                <a:gd name="T36" fmla="*/ 0 w 2269"/>
                <a:gd name="T37" fmla="*/ 210 h 1345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69"/>
                <a:gd name="T58" fmla="*/ 0 h 13458"/>
                <a:gd name="T59" fmla="*/ 2269 w 2269"/>
                <a:gd name="T60" fmla="*/ 13458 h 1345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69" h="13458">
                  <a:moveTo>
                    <a:pt x="0" y="13458"/>
                  </a:moveTo>
                  <a:lnTo>
                    <a:pt x="2108" y="46"/>
                  </a:lnTo>
                  <a:lnTo>
                    <a:pt x="2129" y="41"/>
                  </a:lnTo>
                  <a:lnTo>
                    <a:pt x="2151" y="36"/>
                  </a:lnTo>
                  <a:lnTo>
                    <a:pt x="2172" y="31"/>
                  </a:lnTo>
                  <a:lnTo>
                    <a:pt x="2191" y="25"/>
                  </a:lnTo>
                  <a:lnTo>
                    <a:pt x="2212" y="18"/>
                  </a:lnTo>
                  <a:lnTo>
                    <a:pt x="2231" y="12"/>
                  </a:lnTo>
                  <a:lnTo>
                    <a:pt x="2250" y="6"/>
                  </a:lnTo>
                  <a:lnTo>
                    <a:pt x="2269" y="0"/>
                  </a:lnTo>
                  <a:lnTo>
                    <a:pt x="161" y="13412"/>
                  </a:lnTo>
                  <a:lnTo>
                    <a:pt x="143" y="13418"/>
                  </a:lnTo>
                  <a:lnTo>
                    <a:pt x="123" y="13424"/>
                  </a:lnTo>
                  <a:lnTo>
                    <a:pt x="103" y="13430"/>
                  </a:lnTo>
                  <a:lnTo>
                    <a:pt x="84" y="13437"/>
                  </a:lnTo>
                  <a:lnTo>
                    <a:pt x="64" y="13443"/>
                  </a:lnTo>
                  <a:lnTo>
                    <a:pt x="43" y="13448"/>
                  </a:lnTo>
                  <a:lnTo>
                    <a:pt x="21" y="13453"/>
                  </a:lnTo>
                  <a:lnTo>
                    <a:pt x="0" y="13458"/>
                  </a:lnTo>
                  <a:close/>
                </a:path>
              </a:pathLst>
            </a:custGeom>
            <a:solidFill>
              <a:srgbClr val="B1D1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6" name="Freeform 261"/>
            <p:cNvSpPr>
              <a:spLocks/>
            </p:cNvSpPr>
            <p:nvPr/>
          </p:nvSpPr>
          <p:spPr bwMode="auto">
            <a:xfrm>
              <a:off x="722" y="1790"/>
              <a:ext cx="284" cy="1684"/>
            </a:xfrm>
            <a:custGeom>
              <a:avLst/>
              <a:gdLst>
                <a:gd name="T0" fmla="*/ 0 w 2271"/>
                <a:gd name="T1" fmla="*/ 211 h 13470"/>
                <a:gd name="T2" fmla="*/ 33 w 2271"/>
                <a:gd name="T3" fmla="*/ 1 h 13470"/>
                <a:gd name="T4" fmla="*/ 33 w 2271"/>
                <a:gd name="T5" fmla="*/ 1 h 13470"/>
                <a:gd name="T6" fmla="*/ 34 w 2271"/>
                <a:gd name="T7" fmla="*/ 1 h 13470"/>
                <a:gd name="T8" fmla="*/ 34 w 2271"/>
                <a:gd name="T9" fmla="*/ 1 h 13470"/>
                <a:gd name="T10" fmla="*/ 34 w 2271"/>
                <a:gd name="T11" fmla="*/ 1 h 13470"/>
                <a:gd name="T12" fmla="*/ 35 w 2271"/>
                <a:gd name="T13" fmla="*/ 0 h 13470"/>
                <a:gd name="T14" fmla="*/ 35 w 2271"/>
                <a:gd name="T15" fmla="*/ 0 h 13470"/>
                <a:gd name="T16" fmla="*/ 35 w 2271"/>
                <a:gd name="T17" fmla="*/ 0 h 13470"/>
                <a:gd name="T18" fmla="*/ 36 w 2271"/>
                <a:gd name="T19" fmla="*/ 0 h 13470"/>
                <a:gd name="T20" fmla="*/ 3 w 2271"/>
                <a:gd name="T21" fmla="*/ 210 h 13470"/>
                <a:gd name="T22" fmla="*/ 2 w 2271"/>
                <a:gd name="T23" fmla="*/ 210 h 13470"/>
                <a:gd name="T24" fmla="*/ 2 w 2271"/>
                <a:gd name="T25" fmla="*/ 210 h 13470"/>
                <a:gd name="T26" fmla="*/ 2 w 2271"/>
                <a:gd name="T27" fmla="*/ 210 h 13470"/>
                <a:gd name="T28" fmla="*/ 1 w 2271"/>
                <a:gd name="T29" fmla="*/ 210 h 13470"/>
                <a:gd name="T30" fmla="*/ 1 w 2271"/>
                <a:gd name="T31" fmla="*/ 210 h 13470"/>
                <a:gd name="T32" fmla="*/ 1 w 2271"/>
                <a:gd name="T33" fmla="*/ 210 h 13470"/>
                <a:gd name="T34" fmla="*/ 0 w 2271"/>
                <a:gd name="T35" fmla="*/ 210 h 13470"/>
                <a:gd name="T36" fmla="*/ 0 w 2271"/>
                <a:gd name="T37" fmla="*/ 211 h 134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71"/>
                <a:gd name="T58" fmla="*/ 0 h 13470"/>
                <a:gd name="T59" fmla="*/ 2271 w 2271"/>
                <a:gd name="T60" fmla="*/ 13470 h 1347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71" h="13470">
                  <a:moveTo>
                    <a:pt x="0" y="13470"/>
                  </a:moveTo>
                  <a:lnTo>
                    <a:pt x="2108" y="58"/>
                  </a:lnTo>
                  <a:lnTo>
                    <a:pt x="2130" y="51"/>
                  </a:lnTo>
                  <a:lnTo>
                    <a:pt x="2152" y="44"/>
                  </a:lnTo>
                  <a:lnTo>
                    <a:pt x="2172" y="38"/>
                  </a:lnTo>
                  <a:lnTo>
                    <a:pt x="2193" y="31"/>
                  </a:lnTo>
                  <a:lnTo>
                    <a:pt x="2214" y="22"/>
                  </a:lnTo>
                  <a:lnTo>
                    <a:pt x="2234" y="15"/>
                  </a:lnTo>
                  <a:lnTo>
                    <a:pt x="2252" y="7"/>
                  </a:lnTo>
                  <a:lnTo>
                    <a:pt x="2271" y="0"/>
                  </a:lnTo>
                  <a:lnTo>
                    <a:pt x="163" y="13412"/>
                  </a:lnTo>
                  <a:lnTo>
                    <a:pt x="145" y="13420"/>
                  </a:lnTo>
                  <a:lnTo>
                    <a:pt x="125" y="13427"/>
                  </a:lnTo>
                  <a:lnTo>
                    <a:pt x="106" y="13434"/>
                  </a:lnTo>
                  <a:lnTo>
                    <a:pt x="86" y="13443"/>
                  </a:lnTo>
                  <a:lnTo>
                    <a:pt x="65" y="13449"/>
                  </a:lnTo>
                  <a:lnTo>
                    <a:pt x="44" y="13456"/>
                  </a:lnTo>
                  <a:lnTo>
                    <a:pt x="22" y="13463"/>
                  </a:lnTo>
                  <a:lnTo>
                    <a:pt x="0" y="13470"/>
                  </a:lnTo>
                  <a:close/>
                </a:path>
              </a:pathLst>
            </a:custGeom>
            <a:solidFill>
              <a:srgbClr val="B4D3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7" name="Freeform 262"/>
            <p:cNvSpPr>
              <a:spLocks/>
            </p:cNvSpPr>
            <p:nvPr/>
          </p:nvSpPr>
          <p:spPr bwMode="auto">
            <a:xfrm>
              <a:off x="732" y="1785"/>
              <a:ext cx="284" cy="1686"/>
            </a:xfrm>
            <a:custGeom>
              <a:avLst/>
              <a:gdLst>
                <a:gd name="T0" fmla="*/ 0 w 2273"/>
                <a:gd name="T1" fmla="*/ 211 h 13487"/>
                <a:gd name="T2" fmla="*/ 33 w 2273"/>
                <a:gd name="T3" fmla="*/ 1 h 13487"/>
                <a:gd name="T4" fmla="*/ 33 w 2273"/>
                <a:gd name="T5" fmla="*/ 1 h 13487"/>
                <a:gd name="T6" fmla="*/ 34 w 2273"/>
                <a:gd name="T7" fmla="*/ 1 h 13487"/>
                <a:gd name="T8" fmla="*/ 34 w 2273"/>
                <a:gd name="T9" fmla="*/ 1 h 13487"/>
                <a:gd name="T10" fmla="*/ 34 w 2273"/>
                <a:gd name="T11" fmla="*/ 1 h 13487"/>
                <a:gd name="T12" fmla="*/ 35 w 2273"/>
                <a:gd name="T13" fmla="*/ 1 h 13487"/>
                <a:gd name="T14" fmla="*/ 35 w 2273"/>
                <a:gd name="T15" fmla="*/ 0 h 13487"/>
                <a:gd name="T16" fmla="*/ 35 w 2273"/>
                <a:gd name="T17" fmla="*/ 0 h 13487"/>
                <a:gd name="T18" fmla="*/ 35 w 2273"/>
                <a:gd name="T19" fmla="*/ 0 h 13487"/>
                <a:gd name="T20" fmla="*/ 3 w 2273"/>
                <a:gd name="T21" fmla="*/ 210 h 13487"/>
                <a:gd name="T22" fmla="*/ 2 w 2273"/>
                <a:gd name="T23" fmla="*/ 210 h 13487"/>
                <a:gd name="T24" fmla="*/ 2 w 2273"/>
                <a:gd name="T25" fmla="*/ 210 h 13487"/>
                <a:gd name="T26" fmla="*/ 2 w 2273"/>
                <a:gd name="T27" fmla="*/ 210 h 13487"/>
                <a:gd name="T28" fmla="*/ 1 w 2273"/>
                <a:gd name="T29" fmla="*/ 210 h 13487"/>
                <a:gd name="T30" fmla="*/ 1 w 2273"/>
                <a:gd name="T31" fmla="*/ 210 h 13487"/>
                <a:gd name="T32" fmla="*/ 1 w 2273"/>
                <a:gd name="T33" fmla="*/ 211 h 13487"/>
                <a:gd name="T34" fmla="*/ 0 w 2273"/>
                <a:gd name="T35" fmla="*/ 211 h 13487"/>
                <a:gd name="T36" fmla="*/ 0 w 2273"/>
                <a:gd name="T37" fmla="*/ 211 h 1348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73"/>
                <a:gd name="T58" fmla="*/ 0 h 13487"/>
                <a:gd name="T59" fmla="*/ 2273 w 2273"/>
                <a:gd name="T60" fmla="*/ 13487 h 1348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73" h="13487">
                  <a:moveTo>
                    <a:pt x="0" y="13487"/>
                  </a:moveTo>
                  <a:lnTo>
                    <a:pt x="2108" y="75"/>
                  </a:lnTo>
                  <a:lnTo>
                    <a:pt x="2131" y="66"/>
                  </a:lnTo>
                  <a:lnTo>
                    <a:pt x="2154" y="58"/>
                  </a:lnTo>
                  <a:lnTo>
                    <a:pt x="2176" y="49"/>
                  </a:lnTo>
                  <a:lnTo>
                    <a:pt x="2196" y="39"/>
                  </a:lnTo>
                  <a:lnTo>
                    <a:pt x="2217" y="30"/>
                  </a:lnTo>
                  <a:lnTo>
                    <a:pt x="2237" y="21"/>
                  </a:lnTo>
                  <a:lnTo>
                    <a:pt x="2255" y="10"/>
                  </a:lnTo>
                  <a:lnTo>
                    <a:pt x="2273" y="0"/>
                  </a:lnTo>
                  <a:lnTo>
                    <a:pt x="165" y="13412"/>
                  </a:lnTo>
                  <a:lnTo>
                    <a:pt x="148" y="13422"/>
                  </a:lnTo>
                  <a:lnTo>
                    <a:pt x="128" y="13433"/>
                  </a:lnTo>
                  <a:lnTo>
                    <a:pt x="108" y="13442"/>
                  </a:lnTo>
                  <a:lnTo>
                    <a:pt x="89" y="13451"/>
                  </a:lnTo>
                  <a:lnTo>
                    <a:pt x="67" y="13461"/>
                  </a:lnTo>
                  <a:lnTo>
                    <a:pt x="46" y="13470"/>
                  </a:lnTo>
                  <a:lnTo>
                    <a:pt x="23" y="13478"/>
                  </a:lnTo>
                  <a:lnTo>
                    <a:pt x="0" y="13487"/>
                  </a:lnTo>
                  <a:close/>
                </a:path>
              </a:pathLst>
            </a:custGeom>
            <a:solidFill>
              <a:srgbClr val="B3D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8" name="Freeform 263"/>
            <p:cNvSpPr>
              <a:spLocks/>
            </p:cNvSpPr>
            <p:nvPr/>
          </p:nvSpPr>
          <p:spPr bwMode="auto">
            <a:xfrm>
              <a:off x="742" y="1777"/>
              <a:ext cx="285" cy="1690"/>
            </a:xfrm>
            <a:custGeom>
              <a:avLst/>
              <a:gdLst>
                <a:gd name="T0" fmla="*/ 0 w 2278"/>
                <a:gd name="T1" fmla="*/ 211 h 13515"/>
                <a:gd name="T2" fmla="*/ 33 w 2278"/>
                <a:gd name="T3" fmla="*/ 2 h 13515"/>
                <a:gd name="T4" fmla="*/ 33 w 2278"/>
                <a:gd name="T5" fmla="*/ 1 h 13515"/>
                <a:gd name="T6" fmla="*/ 34 w 2278"/>
                <a:gd name="T7" fmla="*/ 1 h 13515"/>
                <a:gd name="T8" fmla="*/ 34 w 2278"/>
                <a:gd name="T9" fmla="*/ 1 h 13515"/>
                <a:gd name="T10" fmla="*/ 34 w 2278"/>
                <a:gd name="T11" fmla="*/ 1 h 13515"/>
                <a:gd name="T12" fmla="*/ 35 w 2278"/>
                <a:gd name="T13" fmla="*/ 1 h 13515"/>
                <a:gd name="T14" fmla="*/ 35 w 2278"/>
                <a:gd name="T15" fmla="*/ 1 h 13515"/>
                <a:gd name="T16" fmla="*/ 35 w 2278"/>
                <a:gd name="T17" fmla="*/ 0 h 13515"/>
                <a:gd name="T18" fmla="*/ 36 w 2278"/>
                <a:gd name="T19" fmla="*/ 0 h 13515"/>
                <a:gd name="T20" fmla="*/ 3 w 2278"/>
                <a:gd name="T21" fmla="*/ 210 h 13515"/>
                <a:gd name="T22" fmla="*/ 2 w 2278"/>
                <a:gd name="T23" fmla="*/ 210 h 13515"/>
                <a:gd name="T24" fmla="*/ 2 w 2278"/>
                <a:gd name="T25" fmla="*/ 210 h 13515"/>
                <a:gd name="T26" fmla="*/ 2 w 2278"/>
                <a:gd name="T27" fmla="*/ 210 h 13515"/>
                <a:gd name="T28" fmla="*/ 2 w 2278"/>
                <a:gd name="T29" fmla="*/ 211 h 13515"/>
                <a:gd name="T30" fmla="*/ 1 w 2278"/>
                <a:gd name="T31" fmla="*/ 211 h 13515"/>
                <a:gd name="T32" fmla="*/ 1 w 2278"/>
                <a:gd name="T33" fmla="*/ 211 h 13515"/>
                <a:gd name="T34" fmla="*/ 0 w 2278"/>
                <a:gd name="T35" fmla="*/ 211 h 13515"/>
                <a:gd name="T36" fmla="*/ 0 w 2278"/>
                <a:gd name="T37" fmla="*/ 211 h 1351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78"/>
                <a:gd name="T58" fmla="*/ 0 h 13515"/>
                <a:gd name="T59" fmla="*/ 2278 w 2278"/>
                <a:gd name="T60" fmla="*/ 13515 h 1351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78" h="13515">
                  <a:moveTo>
                    <a:pt x="0" y="13515"/>
                  </a:moveTo>
                  <a:lnTo>
                    <a:pt x="2108" y="103"/>
                  </a:lnTo>
                  <a:lnTo>
                    <a:pt x="2133" y="91"/>
                  </a:lnTo>
                  <a:lnTo>
                    <a:pt x="2157" y="79"/>
                  </a:lnTo>
                  <a:lnTo>
                    <a:pt x="2180" y="67"/>
                  </a:lnTo>
                  <a:lnTo>
                    <a:pt x="2201" y="54"/>
                  </a:lnTo>
                  <a:lnTo>
                    <a:pt x="2222" y="41"/>
                  </a:lnTo>
                  <a:lnTo>
                    <a:pt x="2242" y="28"/>
                  </a:lnTo>
                  <a:lnTo>
                    <a:pt x="2261" y="14"/>
                  </a:lnTo>
                  <a:lnTo>
                    <a:pt x="2278" y="0"/>
                  </a:lnTo>
                  <a:lnTo>
                    <a:pt x="171" y="13412"/>
                  </a:lnTo>
                  <a:lnTo>
                    <a:pt x="153" y="13426"/>
                  </a:lnTo>
                  <a:lnTo>
                    <a:pt x="134" y="13440"/>
                  </a:lnTo>
                  <a:lnTo>
                    <a:pt x="114" y="13453"/>
                  </a:lnTo>
                  <a:lnTo>
                    <a:pt x="94" y="13466"/>
                  </a:lnTo>
                  <a:lnTo>
                    <a:pt x="72" y="13479"/>
                  </a:lnTo>
                  <a:lnTo>
                    <a:pt x="49" y="13491"/>
                  </a:lnTo>
                  <a:lnTo>
                    <a:pt x="25" y="13503"/>
                  </a:lnTo>
                  <a:lnTo>
                    <a:pt x="0" y="13515"/>
                  </a:lnTo>
                  <a:close/>
                </a:path>
              </a:pathLst>
            </a:custGeom>
            <a:solidFill>
              <a:srgbClr val="B2D1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79" name="Freeform 264"/>
            <p:cNvSpPr>
              <a:spLocks/>
            </p:cNvSpPr>
            <p:nvPr/>
          </p:nvSpPr>
          <p:spPr bwMode="auto">
            <a:xfrm>
              <a:off x="752" y="1762"/>
              <a:ext cx="287" cy="1699"/>
            </a:xfrm>
            <a:custGeom>
              <a:avLst/>
              <a:gdLst>
                <a:gd name="T0" fmla="*/ 0 w 2292"/>
                <a:gd name="T1" fmla="*/ 212 h 13598"/>
                <a:gd name="T2" fmla="*/ 33 w 2292"/>
                <a:gd name="T3" fmla="*/ 3 h 13598"/>
                <a:gd name="T4" fmla="*/ 33 w 2292"/>
                <a:gd name="T5" fmla="*/ 3 h 13598"/>
                <a:gd name="T6" fmla="*/ 34 w 2292"/>
                <a:gd name="T7" fmla="*/ 3 h 13598"/>
                <a:gd name="T8" fmla="*/ 34 w 2292"/>
                <a:gd name="T9" fmla="*/ 2 h 13598"/>
                <a:gd name="T10" fmla="*/ 34 w 2292"/>
                <a:gd name="T11" fmla="*/ 2 h 13598"/>
                <a:gd name="T12" fmla="*/ 34 w 2292"/>
                <a:gd name="T13" fmla="*/ 2 h 13598"/>
                <a:gd name="T14" fmla="*/ 34 w 2292"/>
                <a:gd name="T15" fmla="*/ 2 h 13598"/>
                <a:gd name="T16" fmla="*/ 35 w 2292"/>
                <a:gd name="T17" fmla="*/ 2 h 13598"/>
                <a:gd name="T18" fmla="*/ 35 w 2292"/>
                <a:gd name="T19" fmla="*/ 1 h 13598"/>
                <a:gd name="T20" fmla="*/ 35 w 2292"/>
                <a:gd name="T21" fmla="*/ 1 h 13598"/>
                <a:gd name="T22" fmla="*/ 35 w 2292"/>
                <a:gd name="T23" fmla="*/ 1 h 13598"/>
                <a:gd name="T24" fmla="*/ 35 w 2292"/>
                <a:gd name="T25" fmla="*/ 1 h 13598"/>
                <a:gd name="T26" fmla="*/ 35 w 2292"/>
                <a:gd name="T27" fmla="*/ 1 h 13598"/>
                <a:gd name="T28" fmla="*/ 36 w 2292"/>
                <a:gd name="T29" fmla="*/ 1 h 13598"/>
                <a:gd name="T30" fmla="*/ 36 w 2292"/>
                <a:gd name="T31" fmla="*/ 0 h 13598"/>
                <a:gd name="T32" fmla="*/ 36 w 2292"/>
                <a:gd name="T33" fmla="*/ 0 h 13598"/>
                <a:gd name="T34" fmla="*/ 36 w 2292"/>
                <a:gd name="T35" fmla="*/ 0 h 13598"/>
                <a:gd name="T36" fmla="*/ 3 w 2292"/>
                <a:gd name="T37" fmla="*/ 209 h 13598"/>
                <a:gd name="T38" fmla="*/ 3 w 2292"/>
                <a:gd name="T39" fmla="*/ 210 h 13598"/>
                <a:gd name="T40" fmla="*/ 3 w 2292"/>
                <a:gd name="T41" fmla="*/ 210 h 13598"/>
                <a:gd name="T42" fmla="*/ 3 w 2292"/>
                <a:gd name="T43" fmla="*/ 210 h 13598"/>
                <a:gd name="T44" fmla="*/ 2 w 2292"/>
                <a:gd name="T45" fmla="*/ 210 h 13598"/>
                <a:gd name="T46" fmla="*/ 2 w 2292"/>
                <a:gd name="T47" fmla="*/ 210 h 13598"/>
                <a:gd name="T48" fmla="*/ 2 w 2292"/>
                <a:gd name="T49" fmla="*/ 211 h 13598"/>
                <a:gd name="T50" fmla="*/ 2 w 2292"/>
                <a:gd name="T51" fmla="*/ 211 h 13598"/>
                <a:gd name="T52" fmla="*/ 2 w 2292"/>
                <a:gd name="T53" fmla="*/ 211 h 13598"/>
                <a:gd name="T54" fmla="*/ 2 w 2292"/>
                <a:gd name="T55" fmla="*/ 211 h 13598"/>
                <a:gd name="T56" fmla="*/ 1 w 2292"/>
                <a:gd name="T57" fmla="*/ 211 h 13598"/>
                <a:gd name="T58" fmla="*/ 1 w 2292"/>
                <a:gd name="T59" fmla="*/ 212 h 13598"/>
                <a:gd name="T60" fmla="*/ 1 w 2292"/>
                <a:gd name="T61" fmla="*/ 212 h 13598"/>
                <a:gd name="T62" fmla="*/ 1 w 2292"/>
                <a:gd name="T63" fmla="*/ 212 h 13598"/>
                <a:gd name="T64" fmla="*/ 1 w 2292"/>
                <a:gd name="T65" fmla="*/ 212 h 13598"/>
                <a:gd name="T66" fmla="*/ 0 w 2292"/>
                <a:gd name="T67" fmla="*/ 212 h 13598"/>
                <a:gd name="T68" fmla="*/ 0 w 2292"/>
                <a:gd name="T69" fmla="*/ 212 h 1359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92"/>
                <a:gd name="T106" fmla="*/ 0 h 13598"/>
                <a:gd name="T107" fmla="*/ 2292 w 2292"/>
                <a:gd name="T108" fmla="*/ 13598 h 1359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92" h="13598">
                  <a:moveTo>
                    <a:pt x="0" y="13598"/>
                  </a:moveTo>
                  <a:lnTo>
                    <a:pt x="2108" y="186"/>
                  </a:lnTo>
                  <a:lnTo>
                    <a:pt x="2125" y="176"/>
                  </a:lnTo>
                  <a:lnTo>
                    <a:pt x="2141" y="166"/>
                  </a:lnTo>
                  <a:lnTo>
                    <a:pt x="2156" y="156"/>
                  </a:lnTo>
                  <a:lnTo>
                    <a:pt x="2171" y="144"/>
                  </a:lnTo>
                  <a:lnTo>
                    <a:pt x="2185" y="134"/>
                  </a:lnTo>
                  <a:lnTo>
                    <a:pt x="2198" y="123"/>
                  </a:lnTo>
                  <a:lnTo>
                    <a:pt x="2211" y="111"/>
                  </a:lnTo>
                  <a:lnTo>
                    <a:pt x="2222" y="100"/>
                  </a:lnTo>
                  <a:lnTo>
                    <a:pt x="2234" y="88"/>
                  </a:lnTo>
                  <a:lnTo>
                    <a:pt x="2244" y="76"/>
                  </a:lnTo>
                  <a:lnTo>
                    <a:pt x="2254" y="65"/>
                  </a:lnTo>
                  <a:lnTo>
                    <a:pt x="2263" y="52"/>
                  </a:lnTo>
                  <a:lnTo>
                    <a:pt x="2271" y="40"/>
                  </a:lnTo>
                  <a:lnTo>
                    <a:pt x="2278" y="26"/>
                  </a:lnTo>
                  <a:lnTo>
                    <a:pt x="2286" y="14"/>
                  </a:lnTo>
                  <a:lnTo>
                    <a:pt x="2292" y="0"/>
                  </a:lnTo>
                  <a:lnTo>
                    <a:pt x="184" y="13412"/>
                  </a:lnTo>
                  <a:lnTo>
                    <a:pt x="178" y="13426"/>
                  </a:lnTo>
                  <a:lnTo>
                    <a:pt x="171" y="13438"/>
                  </a:lnTo>
                  <a:lnTo>
                    <a:pt x="163" y="13451"/>
                  </a:lnTo>
                  <a:lnTo>
                    <a:pt x="155" y="13464"/>
                  </a:lnTo>
                  <a:lnTo>
                    <a:pt x="146" y="13477"/>
                  </a:lnTo>
                  <a:lnTo>
                    <a:pt x="136" y="13488"/>
                  </a:lnTo>
                  <a:lnTo>
                    <a:pt x="126" y="13500"/>
                  </a:lnTo>
                  <a:lnTo>
                    <a:pt x="115" y="13512"/>
                  </a:lnTo>
                  <a:lnTo>
                    <a:pt x="103" y="13523"/>
                  </a:lnTo>
                  <a:lnTo>
                    <a:pt x="91" y="13535"/>
                  </a:lnTo>
                  <a:lnTo>
                    <a:pt x="77" y="13546"/>
                  </a:lnTo>
                  <a:lnTo>
                    <a:pt x="63" y="13556"/>
                  </a:lnTo>
                  <a:lnTo>
                    <a:pt x="48" y="13568"/>
                  </a:lnTo>
                  <a:lnTo>
                    <a:pt x="34" y="13578"/>
                  </a:lnTo>
                  <a:lnTo>
                    <a:pt x="17" y="13588"/>
                  </a:lnTo>
                  <a:lnTo>
                    <a:pt x="0" y="13598"/>
                  </a:lnTo>
                  <a:close/>
                </a:path>
              </a:pathLst>
            </a:custGeom>
            <a:solidFill>
              <a:srgbClr val="B2D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0" name="Freeform 265"/>
            <p:cNvSpPr>
              <a:spLocks/>
            </p:cNvSpPr>
            <p:nvPr/>
          </p:nvSpPr>
          <p:spPr bwMode="auto">
            <a:xfrm>
              <a:off x="763" y="1754"/>
              <a:ext cx="278" cy="1700"/>
            </a:xfrm>
            <a:custGeom>
              <a:avLst/>
              <a:gdLst>
                <a:gd name="T0" fmla="*/ 0 w 2220"/>
                <a:gd name="T1" fmla="*/ 213 h 13597"/>
                <a:gd name="T2" fmla="*/ 33 w 2220"/>
                <a:gd name="T3" fmla="*/ 3 h 13597"/>
                <a:gd name="T4" fmla="*/ 33 w 2220"/>
                <a:gd name="T5" fmla="*/ 3 h 13597"/>
                <a:gd name="T6" fmla="*/ 33 w 2220"/>
                <a:gd name="T7" fmla="*/ 3 h 13597"/>
                <a:gd name="T8" fmla="*/ 34 w 2220"/>
                <a:gd name="T9" fmla="*/ 2 h 13597"/>
                <a:gd name="T10" fmla="*/ 34 w 2220"/>
                <a:gd name="T11" fmla="*/ 2 h 13597"/>
                <a:gd name="T12" fmla="*/ 34 w 2220"/>
                <a:gd name="T13" fmla="*/ 2 h 13597"/>
                <a:gd name="T14" fmla="*/ 34 w 2220"/>
                <a:gd name="T15" fmla="*/ 2 h 13597"/>
                <a:gd name="T16" fmla="*/ 34 w 2220"/>
                <a:gd name="T17" fmla="*/ 2 h 13597"/>
                <a:gd name="T18" fmla="*/ 34 w 2220"/>
                <a:gd name="T19" fmla="*/ 2 h 13597"/>
                <a:gd name="T20" fmla="*/ 34 w 2220"/>
                <a:gd name="T21" fmla="*/ 1 h 13597"/>
                <a:gd name="T22" fmla="*/ 34 w 2220"/>
                <a:gd name="T23" fmla="*/ 1 h 13597"/>
                <a:gd name="T24" fmla="*/ 35 w 2220"/>
                <a:gd name="T25" fmla="*/ 1 h 13597"/>
                <a:gd name="T26" fmla="*/ 35 w 2220"/>
                <a:gd name="T27" fmla="*/ 1 h 13597"/>
                <a:gd name="T28" fmla="*/ 35 w 2220"/>
                <a:gd name="T29" fmla="*/ 1 h 13597"/>
                <a:gd name="T30" fmla="*/ 35 w 2220"/>
                <a:gd name="T31" fmla="*/ 0 h 13597"/>
                <a:gd name="T32" fmla="*/ 35 w 2220"/>
                <a:gd name="T33" fmla="*/ 0 h 13597"/>
                <a:gd name="T34" fmla="*/ 35 w 2220"/>
                <a:gd name="T35" fmla="*/ 0 h 13597"/>
                <a:gd name="T36" fmla="*/ 2 w 2220"/>
                <a:gd name="T37" fmla="*/ 210 h 13597"/>
                <a:gd name="T38" fmla="*/ 2 w 2220"/>
                <a:gd name="T39" fmla="*/ 210 h 13597"/>
                <a:gd name="T40" fmla="*/ 2 w 2220"/>
                <a:gd name="T41" fmla="*/ 210 h 13597"/>
                <a:gd name="T42" fmla="*/ 2 w 2220"/>
                <a:gd name="T43" fmla="*/ 210 h 13597"/>
                <a:gd name="T44" fmla="*/ 2 w 2220"/>
                <a:gd name="T45" fmla="*/ 210 h 13597"/>
                <a:gd name="T46" fmla="*/ 2 w 2220"/>
                <a:gd name="T47" fmla="*/ 211 h 13597"/>
                <a:gd name="T48" fmla="*/ 1 w 2220"/>
                <a:gd name="T49" fmla="*/ 211 h 13597"/>
                <a:gd name="T50" fmla="*/ 1 w 2220"/>
                <a:gd name="T51" fmla="*/ 211 h 13597"/>
                <a:gd name="T52" fmla="*/ 1 w 2220"/>
                <a:gd name="T53" fmla="*/ 211 h 13597"/>
                <a:gd name="T54" fmla="*/ 1 w 2220"/>
                <a:gd name="T55" fmla="*/ 211 h 13597"/>
                <a:gd name="T56" fmla="*/ 1 w 2220"/>
                <a:gd name="T57" fmla="*/ 212 h 13597"/>
                <a:gd name="T58" fmla="*/ 1 w 2220"/>
                <a:gd name="T59" fmla="*/ 212 h 13597"/>
                <a:gd name="T60" fmla="*/ 1 w 2220"/>
                <a:gd name="T61" fmla="*/ 212 h 13597"/>
                <a:gd name="T62" fmla="*/ 1 w 2220"/>
                <a:gd name="T63" fmla="*/ 212 h 13597"/>
                <a:gd name="T64" fmla="*/ 0 w 2220"/>
                <a:gd name="T65" fmla="*/ 212 h 13597"/>
                <a:gd name="T66" fmla="*/ 0 w 2220"/>
                <a:gd name="T67" fmla="*/ 212 h 13597"/>
                <a:gd name="T68" fmla="*/ 0 w 2220"/>
                <a:gd name="T69" fmla="*/ 213 h 1359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20"/>
                <a:gd name="T106" fmla="*/ 0 h 13597"/>
                <a:gd name="T107" fmla="*/ 2220 w 2220"/>
                <a:gd name="T108" fmla="*/ 13597 h 1359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20" h="13597">
                  <a:moveTo>
                    <a:pt x="0" y="13597"/>
                  </a:moveTo>
                  <a:lnTo>
                    <a:pt x="2107" y="185"/>
                  </a:lnTo>
                  <a:lnTo>
                    <a:pt x="2119" y="174"/>
                  </a:lnTo>
                  <a:lnTo>
                    <a:pt x="2130" y="164"/>
                  </a:lnTo>
                  <a:lnTo>
                    <a:pt x="2140" y="154"/>
                  </a:lnTo>
                  <a:lnTo>
                    <a:pt x="2150" y="143"/>
                  </a:lnTo>
                  <a:lnTo>
                    <a:pt x="2159" y="132"/>
                  </a:lnTo>
                  <a:lnTo>
                    <a:pt x="2167" y="120"/>
                  </a:lnTo>
                  <a:lnTo>
                    <a:pt x="2176" y="109"/>
                  </a:lnTo>
                  <a:lnTo>
                    <a:pt x="2183" y="98"/>
                  </a:lnTo>
                  <a:lnTo>
                    <a:pt x="2190" y="86"/>
                  </a:lnTo>
                  <a:lnTo>
                    <a:pt x="2196" y="75"/>
                  </a:lnTo>
                  <a:lnTo>
                    <a:pt x="2202" y="62"/>
                  </a:lnTo>
                  <a:lnTo>
                    <a:pt x="2207" y="51"/>
                  </a:lnTo>
                  <a:lnTo>
                    <a:pt x="2211" y="38"/>
                  </a:lnTo>
                  <a:lnTo>
                    <a:pt x="2215" y="26"/>
                  </a:lnTo>
                  <a:lnTo>
                    <a:pt x="2218" y="14"/>
                  </a:lnTo>
                  <a:lnTo>
                    <a:pt x="2220" y="0"/>
                  </a:lnTo>
                  <a:lnTo>
                    <a:pt x="113" y="13412"/>
                  </a:lnTo>
                  <a:lnTo>
                    <a:pt x="111" y="13424"/>
                  </a:lnTo>
                  <a:lnTo>
                    <a:pt x="107" y="13438"/>
                  </a:lnTo>
                  <a:lnTo>
                    <a:pt x="103" y="13450"/>
                  </a:lnTo>
                  <a:lnTo>
                    <a:pt x="99" y="13463"/>
                  </a:lnTo>
                  <a:lnTo>
                    <a:pt x="94" y="13474"/>
                  </a:lnTo>
                  <a:lnTo>
                    <a:pt x="89" y="13487"/>
                  </a:lnTo>
                  <a:lnTo>
                    <a:pt x="83" y="13498"/>
                  </a:lnTo>
                  <a:lnTo>
                    <a:pt x="75" y="13510"/>
                  </a:lnTo>
                  <a:lnTo>
                    <a:pt x="68" y="13521"/>
                  </a:lnTo>
                  <a:lnTo>
                    <a:pt x="60" y="13532"/>
                  </a:lnTo>
                  <a:lnTo>
                    <a:pt x="51" y="13544"/>
                  </a:lnTo>
                  <a:lnTo>
                    <a:pt x="42" y="13554"/>
                  </a:lnTo>
                  <a:lnTo>
                    <a:pt x="32" y="13566"/>
                  </a:lnTo>
                  <a:lnTo>
                    <a:pt x="21" y="13576"/>
                  </a:lnTo>
                  <a:lnTo>
                    <a:pt x="11" y="13586"/>
                  </a:lnTo>
                  <a:lnTo>
                    <a:pt x="0" y="13597"/>
                  </a:lnTo>
                  <a:close/>
                </a:path>
              </a:pathLst>
            </a:custGeom>
            <a:solidFill>
              <a:srgbClr val="B1D0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1" name="Freeform 266"/>
            <p:cNvSpPr>
              <a:spLocks/>
            </p:cNvSpPr>
            <p:nvPr/>
          </p:nvSpPr>
          <p:spPr bwMode="auto">
            <a:xfrm>
              <a:off x="775" y="1754"/>
              <a:ext cx="266" cy="1684"/>
            </a:xfrm>
            <a:custGeom>
              <a:avLst/>
              <a:gdLst>
                <a:gd name="T0" fmla="*/ 0 w 2124"/>
                <a:gd name="T1" fmla="*/ 211 h 13471"/>
                <a:gd name="T2" fmla="*/ 33 w 2124"/>
                <a:gd name="T3" fmla="*/ 1 h 13471"/>
                <a:gd name="T4" fmla="*/ 33 w 2124"/>
                <a:gd name="T5" fmla="*/ 1 h 13471"/>
                <a:gd name="T6" fmla="*/ 33 w 2124"/>
                <a:gd name="T7" fmla="*/ 1 h 13471"/>
                <a:gd name="T8" fmla="*/ 33 w 2124"/>
                <a:gd name="T9" fmla="*/ 0 h 13471"/>
                <a:gd name="T10" fmla="*/ 33 w 2124"/>
                <a:gd name="T11" fmla="*/ 0 h 13471"/>
                <a:gd name="T12" fmla="*/ 0 w 2124"/>
                <a:gd name="T13" fmla="*/ 210 h 13471"/>
                <a:gd name="T14" fmla="*/ 0 w 2124"/>
                <a:gd name="T15" fmla="*/ 210 h 13471"/>
                <a:gd name="T16" fmla="*/ 0 w 2124"/>
                <a:gd name="T17" fmla="*/ 210 h 13471"/>
                <a:gd name="T18" fmla="*/ 0 w 2124"/>
                <a:gd name="T19" fmla="*/ 210 h 13471"/>
                <a:gd name="T20" fmla="*/ 0 w 2124"/>
                <a:gd name="T21" fmla="*/ 211 h 134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24"/>
                <a:gd name="T34" fmla="*/ 0 h 13471"/>
                <a:gd name="T35" fmla="*/ 2124 w 2124"/>
                <a:gd name="T36" fmla="*/ 13471 h 1347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24" h="13471">
                  <a:moveTo>
                    <a:pt x="0" y="13471"/>
                  </a:moveTo>
                  <a:lnTo>
                    <a:pt x="2108" y="59"/>
                  </a:lnTo>
                  <a:lnTo>
                    <a:pt x="2113" y="45"/>
                  </a:lnTo>
                  <a:lnTo>
                    <a:pt x="2118" y="30"/>
                  </a:lnTo>
                  <a:lnTo>
                    <a:pt x="2121" y="16"/>
                  </a:lnTo>
                  <a:lnTo>
                    <a:pt x="2124" y="0"/>
                  </a:lnTo>
                  <a:lnTo>
                    <a:pt x="17" y="13412"/>
                  </a:lnTo>
                  <a:lnTo>
                    <a:pt x="14" y="13428"/>
                  </a:lnTo>
                  <a:lnTo>
                    <a:pt x="10" y="13442"/>
                  </a:lnTo>
                  <a:lnTo>
                    <a:pt x="5" y="13457"/>
                  </a:lnTo>
                  <a:lnTo>
                    <a:pt x="0" y="13471"/>
                  </a:lnTo>
                  <a:close/>
                </a:path>
              </a:pathLst>
            </a:custGeom>
            <a:solidFill>
              <a:srgbClr val="A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" name="Freeform 267"/>
            <p:cNvSpPr>
              <a:spLocks/>
            </p:cNvSpPr>
            <p:nvPr/>
          </p:nvSpPr>
          <p:spPr bwMode="auto">
            <a:xfrm>
              <a:off x="325" y="1683"/>
              <a:ext cx="716" cy="1802"/>
            </a:xfrm>
            <a:custGeom>
              <a:avLst/>
              <a:gdLst>
                <a:gd name="T0" fmla="*/ 57 w 5726"/>
                <a:gd name="T1" fmla="*/ 219 h 14415"/>
                <a:gd name="T2" fmla="*/ 56 w 5726"/>
                <a:gd name="T3" fmla="*/ 221 h 14415"/>
                <a:gd name="T4" fmla="*/ 54 w 5726"/>
                <a:gd name="T5" fmla="*/ 222 h 14415"/>
                <a:gd name="T6" fmla="*/ 52 w 5726"/>
                <a:gd name="T7" fmla="*/ 223 h 14415"/>
                <a:gd name="T8" fmla="*/ 50 w 5726"/>
                <a:gd name="T9" fmla="*/ 224 h 14415"/>
                <a:gd name="T10" fmla="*/ 47 w 5726"/>
                <a:gd name="T11" fmla="*/ 225 h 14415"/>
                <a:gd name="T12" fmla="*/ 44 w 5726"/>
                <a:gd name="T13" fmla="*/ 225 h 14415"/>
                <a:gd name="T14" fmla="*/ 40 w 5726"/>
                <a:gd name="T15" fmla="*/ 225 h 14415"/>
                <a:gd name="T16" fmla="*/ 37 w 5726"/>
                <a:gd name="T17" fmla="*/ 225 h 14415"/>
                <a:gd name="T18" fmla="*/ 32 w 5726"/>
                <a:gd name="T19" fmla="*/ 225 h 14415"/>
                <a:gd name="T20" fmla="*/ 28 w 5726"/>
                <a:gd name="T21" fmla="*/ 225 h 14415"/>
                <a:gd name="T22" fmla="*/ 24 w 5726"/>
                <a:gd name="T23" fmla="*/ 224 h 14415"/>
                <a:gd name="T24" fmla="*/ 20 w 5726"/>
                <a:gd name="T25" fmla="*/ 223 h 14415"/>
                <a:gd name="T26" fmla="*/ 16 w 5726"/>
                <a:gd name="T27" fmla="*/ 222 h 14415"/>
                <a:gd name="T28" fmla="*/ 12 w 5726"/>
                <a:gd name="T29" fmla="*/ 221 h 14415"/>
                <a:gd name="T30" fmla="*/ 9 w 5726"/>
                <a:gd name="T31" fmla="*/ 219 h 14415"/>
                <a:gd name="T32" fmla="*/ 6 w 5726"/>
                <a:gd name="T33" fmla="*/ 218 h 14415"/>
                <a:gd name="T34" fmla="*/ 4 w 5726"/>
                <a:gd name="T35" fmla="*/ 216 h 14415"/>
                <a:gd name="T36" fmla="*/ 2 w 5726"/>
                <a:gd name="T37" fmla="*/ 215 h 14415"/>
                <a:gd name="T38" fmla="*/ 1 w 5726"/>
                <a:gd name="T39" fmla="*/ 213 h 14415"/>
                <a:gd name="T40" fmla="*/ 0 w 5726"/>
                <a:gd name="T41" fmla="*/ 211 h 14415"/>
                <a:gd name="T42" fmla="*/ 0 w 5726"/>
                <a:gd name="T43" fmla="*/ 210 h 14415"/>
                <a:gd name="T44" fmla="*/ 33 w 5726"/>
                <a:gd name="T45" fmla="*/ 1 h 14415"/>
                <a:gd name="T46" fmla="*/ 34 w 5726"/>
                <a:gd name="T47" fmla="*/ 3 h 14415"/>
                <a:gd name="T48" fmla="*/ 35 w 5726"/>
                <a:gd name="T49" fmla="*/ 4 h 14415"/>
                <a:gd name="T50" fmla="*/ 36 w 5726"/>
                <a:gd name="T51" fmla="*/ 6 h 14415"/>
                <a:gd name="T52" fmla="*/ 38 w 5726"/>
                <a:gd name="T53" fmla="*/ 8 h 14415"/>
                <a:gd name="T54" fmla="*/ 41 w 5726"/>
                <a:gd name="T55" fmla="*/ 9 h 14415"/>
                <a:gd name="T56" fmla="*/ 44 w 5726"/>
                <a:gd name="T57" fmla="*/ 11 h 14415"/>
                <a:gd name="T58" fmla="*/ 48 w 5726"/>
                <a:gd name="T59" fmla="*/ 12 h 14415"/>
                <a:gd name="T60" fmla="*/ 51 w 5726"/>
                <a:gd name="T61" fmla="*/ 13 h 14415"/>
                <a:gd name="T62" fmla="*/ 55 w 5726"/>
                <a:gd name="T63" fmla="*/ 14 h 14415"/>
                <a:gd name="T64" fmla="*/ 60 w 5726"/>
                <a:gd name="T65" fmla="*/ 15 h 14415"/>
                <a:gd name="T66" fmla="*/ 64 w 5726"/>
                <a:gd name="T67" fmla="*/ 15 h 14415"/>
                <a:gd name="T68" fmla="*/ 68 w 5726"/>
                <a:gd name="T69" fmla="*/ 16 h 14415"/>
                <a:gd name="T70" fmla="*/ 72 w 5726"/>
                <a:gd name="T71" fmla="*/ 16 h 14415"/>
                <a:gd name="T72" fmla="*/ 76 w 5726"/>
                <a:gd name="T73" fmla="*/ 16 h 14415"/>
                <a:gd name="T74" fmla="*/ 79 w 5726"/>
                <a:gd name="T75" fmla="*/ 15 h 14415"/>
                <a:gd name="T76" fmla="*/ 82 w 5726"/>
                <a:gd name="T77" fmla="*/ 15 h 14415"/>
                <a:gd name="T78" fmla="*/ 85 w 5726"/>
                <a:gd name="T79" fmla="*/ 14 h 14415"/>
                <a:gd name="T80" fmla="*/ 87 w 5726"/>
                <a:gd name="T81" fmla="*/ 13 h 14415"/>
                <a:gd name="T82" fmla="*/ 88 w 5726"/>
                <a:gd name="T83" fmla="*/ 11 h 14415"/>
                <a:gd name="T84" fmla="*/ 89 w 5726"/>
                <a:gd name="T85" fmla="*/ 10 h 144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726"/>
                <a:gd name="T130" fmla="*/ 0 h 14415"/>
                <a:gd name="T131" fmla="*/ 5726 w 5726"/>
                <a:gd name="T132" fmla="*/ 14415 h 144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726" h="14415">
                  <a:moveTo>
                    <a:pt x="5726" y="569"/>
                  </a:moveTo>
                  <a:lnTo>
                    <a:pt x="3619" y="13981"/>
                  </a:lnTo>
                  <a:lnTo>
                    <a:pt x="3611" y="14014"/>
                  </a:lnTo>
                  <a:lnTo>
                    <a:pt x="3599" y="14047"/>
                  </a:lnTo>
                  <a:lnTo>
                    <a:pt x="3582" y="14079"/>
                  </a:lnTo>
                  <a:lnTo>
                    <a:pt x="3561" y="14109"/>
                  </a:lnTo>
                  <a:lnTo>
                    <a:pt x="3536" y="14137"/>
                  </a:lnTo>
                  <a:lnTo>
                    <a:pt x="3507" y="14165"/>
                  </a:lnTo>
                  <a:lnTo>
                    <a:pt x="3473" y="14191"/>
                  </a:lnTo>
                  <a:lnTo>
                    <a:pt x="3436" y="14216"/>
                  </a:lnTo>
                  <a:lnTo>
                    <a:pt x="3396" y="14239"/>
                  </a:lnTo>
                  <a:lnTo>
                    <a:pt x="3351" y="14261"/>
                  </a:lnTo>
                  <a:lnTo>
                    <a:pt x="3303" y="14282"/>
                  </a:lnTo>
                  <a:lnTo>
                    <a:pt x="3252" y="14302"/>
                  </a:lnTo>
                  <a:lnTo>
                    <a:pt x="3197" y="14319"/>
                  </a:lnTo>
                  <a:lnTo>
                    <a:pt x="3140" y="14336"/>
                  </a:lnTo>
                  <a:lnTo>
                    <a:pt x="3079" y="14351"/>
                  </a:lnTo>
                  <a:lnTo>
                    <a:pt x="3016" y="14364"/>
                  </a:lnTo>
                  <a:lnTo>
                    <a:pt x="2949" y="14377"/>
                  </a:lnTo>
                  <a:lnTo>
                    <a:pt x="2881" y="14387"/>
                  </a:lnTo>
                  <a:lnTo>
                    <a:pt x="2809" y="14395"/>
                  </a:lnTo>
                  <a:lnTo>
                    <a:pt x="2736" y="14402"/>
                  </a:lnTo>
                  <a:lnTo>
                    <a:pt x="2660" y="14409"/>
                  </a:lnTo>
                  <a:lnTo>
                    <a:pt x="2581" y="14413"/>
                  </a:lnTo>
                  <a:lnTo>
                    <a:pt x="2501" y="14415"/>
                  </a:lnTo>
                  <a:lnTo>
                    <a:pt x="2419" y="14415"/>
                  </a:lnTo>
                  <a:lnTo>
                    <a:pt x="2335" y="14414"/>
                  </a:lnTo>
                  <a:lnTo>
                    <a:pt x="2249" y="14412"/>
                  </a:lnTo>
                  <a:lnTo>
                    <a:pt x="2162" y="14407"/>
                  </a:lnTo>
                  <a:lnTo>
                    <a:pt x="2073" y="14400"/>
                  </a:lnTo>
                  <a:lnTo>
                    <a:pt x="1983" y="14392"/>
                  </a:lnTo>
                  <a:lnTo>
                    <a:pt x="1893" y="14382"/>
                  </a:lnTo>
                  <a:lnTo>
                    <a:pt x="1800" y="14370"/>
                  </a:lnTo>
                  <a:lnTo>
                    <a:pt x="1707" y="14357"/>
                  </a:lnTo>
                  <a:lnTo>
                    <a:pt x="1614" y="14341"/>
                  </a:lnTo>
                  <a:lnTo>
                    <a:pt x="1522" y="14324"/>
                  </a:lnTo>
                  <a:lnTo>
                    <a:pt x="1433" y="14306"/>
                  </a:lnTo>
                  <a:lnTo>
                    <a:pt x="1345" y="14286"/>
                  </a:lnTo>
                  <a:lnTo>
                    <a:pt x="1259" y="14264"/>
                  </a:lnTo>
                  <a:lnTo>
                    <a:pt x="1174" y="14243"/>
                  </a:lnTo>
                  <a:lnTo>
                    <a:pt x="1092" y="14219"/>
                  </a:lnTo>
                  <a:lnTo>
                    <a:pt x="1012" y="14194"/>
                  </a:lnTo>
                  <a:lnTo>
                    <a:pt x="934" y="14168"/>
                  </a:lnTo>
                  <a:lnTo>
                    <a:pt x="858" y="14141"/>
                  </a:lnTo>
                  <a:lnTo>
                    <a:pt x="784" y="14114"/>
                  </a:lnTo>
                  <a:lnTo>
                    <a:pt x="714" y="14085"/>
                  </a:lnTo>
                  <a:lnTo>
                    <a:pt x="646" y="14056"/>
                  </a:lnTo>
                  <a:lnTo>
                    <a:pt x="581" y="14025"/>
                  </a:lnTo>
                  <a:lnTo>
                    <a:pt x="519" y="13993"/>
                  </a:lnTo>
                  <a:lnTo>
                    <a:pt x="459" y="13962"/>
                  </a:lnTo>
                  <a:lnTo>
                    <a:pt x="403" y="13930"/>
                  </a:lnTo>
                  <a:lnTo>
                    <a:pt x="350" y="13897"/>
                  </a:lnTo>
                  <a:lnTo>
                    <a:pt x="300" y="13864"/>
                  </a:lnTo>
                  <a:lnTo>
                    <a:pt x="254" y="13829"/>
                  </a:lnTo>
                  <a:lnTo>
                    <a:pt x="211" y="13796"/>
                  </a:lnTo>
                  <a:lnTo>
                    <a:pt x="171" y="13761"/>
                  </a:lnTo>
                  <a:lnTo>
                    <a:pt x="136" y="13727"/>
                  </a:lnTo>
                  <a:lnTo>
                    <a:pt x="105" y="13691"/>
                  </a:lnTo>
                  <a:lnTo>
                    <a:pt x="77" y="13657"/>
                  </a:lnTo>
                  <a:lnTo>
                    <a:pt x="53" y="13622"/>
                  </a:lnTo>
                  <a:lnTo>
                    <a:pt x="34" y="13587"/>
                  </a:lnTo>
                  <a:lnTo>
                    <a:pt x="19" y="13551"/>
                  </a:lnTo>
                  <a:lnTo>
                    <a:pt x="8" y="13516"/>
                  </a:lnTo>
                  <a:lnTo>
                    <a:pt x="2" y="13482"/>
                  </a:lnTo>
                  <a:lnTo>
                    <a:pt x="0" y="13446"/>
                  </a:lnTo>
                  <a:lnTo>
                    <a:pt x="3" y="13412"/>
                  </a:lnTo>
                  <a:lnTo>
                    <a:pt x="2111" y="0"/>
                  </a:lnTo>
                  <a:lnTo>
                    <a:pt x="2108" y="34"/>
                  </a:lnTo>
                  <a:lnTo>
                    <a:pt x="2110" y="70"/>
                  </a:lnTo>
                  <a:lnTo>
                    <a:pt x="2116" y="104"/>
                  </a:lnTo>
                  <a:lnTo>
                    <a:pt x="2126" y="139"/>
                  </a:lnTo>
                  <a:lnTo>
                    <a:pt x="2142" y="175"/>
                  </a:lnTo>
                  <a:lnTo>
                    <a:pt x="2162" y="210"/>
                  </a:lnTo>
                  <a:lnTo>
                    <a:pt x="2184" y="245"/>
                  </a:lnTo>
                  <a:lnTo>
                    <a:pt x="2212" y="279"/>
                  </a:lnTo>
                  <a:lnTo>
                    <a:pt x="2245" y="315"/>
                  </a:lnTo>
                  <a:lnTo>
                    <a:pt x="2280" y="349"/>
                  </a:lnTo>
                  <a:lnTo>
                    <a:pt x="2318" y="384"/>
                  </a:lnTo>
                  <a:lnTo>
                    <a:pt x="2362" y="417"/>
                  </a:lnTo>
                  <a:lnTo>
                    <a:pt x="2408" y="452"/>
                  </a:lnTo>
                  <a:lnTo>
                    <a:pt x="2457" y="485"/>
                  </a:lnTo>
                  <a:lnTo>
                    <a:pt x="2510" y="518"/>
                  </a:lnTo>
                  <a:lnTo>
                    <a:pt x="2567" y="550"/>
                  </a:lnTo>
                  <a:lnTo>
                    <a:pt x="2627" y="583"/>
                  </a:lnTo>
                  <a:lnTo>
                    <a:pt x="2689" y="613"/>
                  </a:lnTo>
                  <a:lnTo>
                    <a:pt x="2754" y="644"/>
                  </a:lnTo>
                  <a:lnTo>
                    <a:pt x="2822" y="673"/>
                  </a:lnTo>
                  <a:lnTo>
                    <a:pt x="2892" y="702"/>
                  </a:lnTo>
                  <a:lnTo>
                    <a:pt x="2966" y="730"/>
                  </a:lnTo>
                  <a:lnTo>
                    <a:pt x="3042" y="756"/>
                  </a:lnTo>
                  <a:lnTo>
                    <a:pt x="3119" y="782"/>
                  </a:lnTo>
                  <a:lnTo>
                    <a:pt x="3199" y="807"/>
                  </a:lnTo>
                  <a:lnTo>
                    <a:pt x="3282" y="831"/>
                  </a:lnTo>
                  <a:lnTo>
                    <a:pt x="3366" y="852"/>
                  </a:lnTo>
                  <a:lnTo>
                    <a:pt x="3453" y="874"/>
                  </a:lnTo>
                  <a:lnTo>
                    <a:pt x="3541" y="894"/>
                  </a:lnTo>
                  <a:lnTo>
                    <a:pt x="3631" y="912"/>
                  </a:lnTo>
                  <a:lnTo>
                    <a:pt x="3722" y="929"/>
                  </a:lnTo>
                  <a:lnTo>
                    <a:pt x="3815" y="945"/>
                  </a:lnTo>
                  <a:lnTo>
                    <a:pt x="3908" y="958"/>
                  </a:lnTo>
                  <a:lnTo>
                    <a:pt x="4001" y="970"/>
                  </a:lnTo>
                  <a:lnTo>
                    <a:pt x="4092" y="980"/>
                  </a:lnTo>
                  <a:lnTo>
                    <a:pt x="4181" y="988"/>
                  </a:lnTo>
                  <a:lnTo>
                    <a:pt x="4270" y="995"/>
                  </a:lnTo>
                  <a:lnTo>
                    <a:pt x="4358" y="1000"/>
                  </a:lnTo>
                  <a:lnTo>
                    <a:pt x="4443" y="1002"/>
                  </a:lnTo>
                  <a:lnTo>
                    <a:pt x="4527" y="1003"/>
                  </a:lnTo>
                  <a:lnTo>
                    <a:pt x="4609" y="1003"/>
                  </a:lnTo>
                  <a:lnTo>
                    <a:pt x="4690" y="1000"/>
                  </a:lnTo>
                  <a:lnTo>
                    <a:pt x="4767" y="997"/>
                  </a:lnTo>
                  <a:lnTo>
                    <a:pt x="4843" y="990"/>
                  </a:lnTo>
                  <a:lnTo>
                    <a:pt x="4917" y="983"/>
                  </a:lnTo>
                  <a:lnTo>
                    <a:pt x="4989" y="975"/>
                  </a:lnTo>
                  <a:lnTo>
                    <a:pt x="5057" y="965"/>
                  </a:lnTo>
                  <a:lnTo>
                    <a:pt x="5123" y="952"/>
                  </a:lnTo>
                  <a:lnTo>
                    <a:pt x="5187" y="939"/>
                  </a:lnTo>
                  <a:lnTo>
                    <a:pt x="5248" y="924"/>
                  </a:lnTo>
                  <a:lnTo>
                    <a:pt x="5305" y="907"/>
                  </a:lnTo>
                  <a:lnTo>
                    <a:pt x="5360" y="890"/>
                  </a:lnTo>
                  <a:lnTo>
                    <a:pt x="5411" y="870"/>
                  </a:lnTo>
                  <a:lnTo>
                    <a:pt x="5459" y="849"/>
                  </a:lnTo>
                  <a:lnTo>
                    <a:pt x="5503" y="827"/>
                  </a:lnTo>
                  <a:lnTo>
                    <a:pt x="5544" y="804"/>
                  </a:lnTo>
                  <a:lnTo>
                    <a:pt x="5581" y="779"/>
                  </a:lnTo>
                  <a:lnTo>
                    <a:pt x="5614" y="753"/>
                  </a:lnTo>
                  <a:lnTo>
                    <a:pt x="5643" y="725"/>
                  </a:lnTo>
                  <a:lnTo>
                    <a:pt x="5669" y="697"/>
                  </a:lnTo>
                  <a:lnTo>
                    <a:pt x="5690" y="667"/>
                  </a:lnTo>
                  <a:lnTo>
                    <a:pt x="5707" y="635"/>
                  </a:lnTo>
                  <a:lnTo>
                    <a:pt x="5719" y="602"/>
                  </a:lnTo>
                  <a:lnTo>
                    <a:pt x="5726" y="569"/>
                  </a:lnTo>
                  <a:close/>
                </a:path>
              </a:pathLst>
            </a:custGeom>
            <a:noFill/>
            <a:ln w="20">
              <a:solidFill>
                <a:srgbClr val="FEFEF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3" name="Freeform 268"/>
            <p:cNvSpPr>
              <a:spLocks/>
            </p:cNvSpPr>
            <p:nvPr/>
          </p:nvSpPr>
          <p:spPr bwMode="auto">
            <a:xfrm>
              <a:off x="589" y="1662"/>
              <a:ext cx="12" cy="52"/>
            </a:xfrm>
            <a:custGeom>
              <a:avLst/>
              <a:gdLst>
                <a:gd name="T0" fmla="*/ 1 w 101"/>
                <a:gd name="T1" fmla="*/ 6 h 421"/>
                <a:gd name="T2" fmla="*/ 1 w 101"/>
                <a:gd name="T3" fmla="*/ 6 h 421"/>
                <a:gd name="T4" fmla="*/ 1 w 101"/>
                <a:gd name="T5" fmla="*/ 6 h 421"/>
                <a:gd name="T6" fmla="*/ 1 w 101"/>
                <a:gd name="T7" fmla="*/ 6 h 421"/>
                <a:gd name="T8" fmla="*/ 1 w 101"/>
                <a:gd name="T9" fmla="*/ 5 h 421"/>
                <a:gd name="T10" fmla="*/ 0 w 101"/>
                <a:gd name="T11" fmla="*/ 5 h 421"/>
                <a:gd name="T12" fmla="*/ 0 w 101"/>
                <a:gd name="T13" fmla="*/ 5 h 421"/>
                <a:gd name="T14" fmla="*/ 0 w 101"/>
                <a:gd name="T15" fmla="*/ 5 h 421"/>
                <a:gd name="T16" fmla="*/ 0 w 101"/>
                <a:gd name="T17" fmla="*/ 5 h 421"/>
                <a:gd name="T18" fmla="*/ 0 w 101"/>
                <a:gd name="T19" fmla="*/ 4 h 421"/>
                <a:gd name="T20" fmla="*/ 0 w 101"/>
                <a:gd name="T21" fmla="*/ 4 h 421"/>
                <a:gd name="T22" fmla="*/ 0 w 101"/>
                <a:gd name="T23" fmla="*/ 4 h 421"/>
                <a:gd name="T24" fmla="*/ 0 w 101"/>
                <a:gd name="T25" fmla="*/ 4 h 421"/>
                <a:gd name="T26" fmla="*/ 0 w 101"/>
                <a:gd name="T27" fmla="*/ 3 h 421"/>
                <a:gd name="T28" fmla="*/ 0 w 101"/>
                <a:gd name="T29" fmla="*/ 3 h 421"/>
                <a:gd name="T30" fmla="*/ 0 w 101"/>
                <a:gd name="T31" fmla="*/ 3 h 421"/>
                <a:gd name="T32" fmla="*/ 0 w 101"/>
                <a:gd name="T33" fmla="*/ 3 h 421"/>
                <a:gd name="T34" fmla="*/ 0 w 101"/>
                <a:gd name="T35" fmla="*/ 2 h 421"/>
                <a:gd name="T36" fmla="*/ 0 w 101"/>
                <a:gd name="T37" fmla="*/ 2 h 421"/>
                <a:gd name="T38" fmla="*/ 0 w 101"/>
                <a:gd name="T39" fmla="*/ 2 h 421"/>
                <a:gd name="T40" fmla="*/ 0 w 101"/>
                <a:gd name="T41" fmla="*/ 2 h 421"/>
                <a:gd name="T42" fmla="*/ 0 w 101"/>
                <a:gd name="T43" fmla="*/ 2 h 421"/>
                <a:gd name="T44" fmla="*/ 0 w 101"/>
                <a:gd name="T45" fmla="*/ 2 h 421"/>
                <a:gd name="T46" fmla="*/ 0 w 101"/>
                <a:gd name="T47" fmla="*/ 1 h 421"/>
                <a:gd name="T48" fmla="*/ 0 w 101"/>
                <a:gd name="T49" fmla="*/ 1 h 421"/>
                <a:gd name="T50" fmla="*/ 1 w 101"/>
                <a:gd name="T51" fmla="*/ 1 h 421"/>
                <a:gd name="T52" fmla="*/ 1 w 101"/>
                <a:gd name="T53" fmla="*/ 1 h 421"/>
                <a:gd name="T54" fmla="*/ 1 w 101"/>
                <a:gd name="T55" fmla="*/ 0 h 421"/>
                <a:gd name="T56" fmla="*/ 1 w 101"/>
                <a:gd name="T57" fmla="*/ 0 h 421"/>
                <a:gd name="T58" fmla="*/ 1 w 101"/>
                <a:gd name="T59" fmla="*/ 1 h 421"/>
                <a:gd name="T60" fmla="*/ 1 w 101"/>
                <a:gd name="T61" fmla="*/ 1 h 421"/>
                <a:gd name="T62" fmla="*/ 1 w 101"/>
                <a:gd name="T63" fmla="*/ 2 h 421"/>
                <a:gd name="T64" fmla="*/ 1 w 101"/>
                <a:gd name="T65" fmla="*/ 3 h 421"/>
                <a:gd name="T66" fmla="*/ 1 w 101"/>
                <a:gd name="T67" fmla="*/ 4 h 421"/>
                <a:gd name="T68" fmla="*/ 1 w 101"/>
                <a:gd name="T69" fmla="*/ 5 h 421"/>
                <a:gd name="T70" fmla="*/ 1 w 101"/>
                <a:gd name="T71" fmla="*/ 5 h 421"/>
                <a:gd name="T72" fmla="*/ 1 w 101"/>
                <a:gd name="T73" fmla="*/ 6 h 421"/>
                <a:gd name="T74" fmla="*/ 1 w 101"/>
                <a:gd name="T75" fmla="*/ 6 h 42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1"/>
                <a:gd name="T115" fmla="*/ 0 h 421"/>
                <a:gd name="T116" fmla="*/ 101 w 101"/>
                <a:gd name="T117" fmla="*/ 421 h 42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1" h="421">
                  <a:moveTo>
                    <a:pt x="82" y="421"/>
                  </a:moveTo>
                  <a:lnTo>
                    <a:pt x="70" y="406"/>
                  </a:lnTo>
                  <a:lnTo>
                    <a:pt x="60" y="390"/>
                  </a:lnTo>
                  <a:lnTo>
                    <a:pt x="49" y="375"/>
                  </a:lnTo>
                  <a:lnTo>
                    <a:pt x="41" y="359"/>
                  </a:lnTo>
                  <a:lnTo>
                    <a:pt x="33" y="342"/>
                  </a:lnTo>
                  <a:lnTo>
                    <a:pt x="26" y="327"/>
                  </a:lnTo>
                  <a:lnTo>
                    <a:pt x="19" y="311"/>
                  </a:lnTo>
                  <a:lnTo>
                    <a:pt x="13" y="296"/>
                  </a:lnTo>
                  <a:lnTo>
                    <a:pt x="9" y="280"/>
                  </a:lnTo>
                  <a:lnTo>
                    <a:pt x="6" y="265"/>
                  </a:lnTo>
                  <a:lnTo>
                    <a:pt x="3" y="249"/>
                  </a:lnTo>
                  <a:lnTo>
                    <a:pt x="1" y="233"/>
                  </a:lnTo>
                  <a:lnTo>
                    <a:pt x="0" y="218"/>
                  </a:lnTo>
                  <a:lnTo>
                    <a:pt x="0" y="202"/>
                  </a:lnTo>
                  <a:lnTo>
                    <a:pt x="1" y="187"/>
                  </a:lnTo>
                  <a:lnTo>
                    <a:pt x="3" y="171"/>
                  </a:lnTo>
                  <a:lnTo>
                    <a:pt x="5" y="160"/>
                  </a:lnTo>
                  <a:lnTo>
                    <a:pt x="8" y="148"/>
                  </a:lnTo>
                  <a:lnTo>
                    <a:pt x="11" y="137"/>
                  </a:lnTo>
                  <a:lnTo>
                    <a:pt x="15" y="126"/>
                  </a:lnTo>
                  <a:lnTo>
                    <a:pt x="19" y="114"/>
                  </a:lnTo>
                  <a:lnTo>
                    <a:pt x="24" y="103"/>
                  </a:lnTo>
                  <a:lnTo>
                    <a:pt x="30" y="92"/>
                  </a:lnTo>
                  <a:lnTo>
                    <a:pt x="36" y="81"/>
                  </a:lnTo>
                  <a:lnTo>
                    <a:pt x="49" y="60"/>
                  </a:lnTo>
                  <a:lnTo>
                    <a:pt x="65" y="39"/>
                  </a:lnTo>
                  <a:lnTo>
                    <a:pt x="83" y="20"/>
                  </a:lnTo>
                  <a:lnTo>
                    <a:pt x="101" y="0"/>
                  </a:lnTo>
                  <a:lnTo>
                    <a:pt x="97" y="49"/>
                  </a:lnTo>
                  <a:lnTo>
                    <a:pt x="93" y="99"/>
                  </a:lnTo>
                  <a:lnTo>
                    <a:pt x="89" y="148"/>
                  </a:lnTo>
                  <a:lnTo>
                    <a:pt x="87" y="198"/>
                  </a:lnTo>
                  <a:lnTo>
                    <a:pt x="84" y="248"/>
                  </a:lnTo>
                  <a:lnTo>
                    <a:pt x="83" y="298"/>
                  </a:lnTo>
                  <a:lnTo>
                    <a:pt x="82" y="348"/>
                  </a:lnTo>
                  <a:lnTo>
                    <a:pt x="81" y="399"/>
                  </a:lnTo>
                  <a:lnTo>
                    <a:pt x="82" y="421"/>
                  </a:lnTo>
                  <a:close/>
                </a:path>
              </a:pathLst>
            </a:custGeom>
            <a:solidFill>
              <a:srgbClr val="5F87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4" name="Freeform 269"/>
            <p:cNvSpPr>
              <a:spLocks/>
            </p:cNvSpPr>
            <p:nvPr/>
          </p:nvSpPr>
          <p:spPr bwMode="auto">
            <a:xfrm>
              <a:off x="589" y="1654"/>
              <a:ext cx="23" cy="72"/>
            </a:xfrm>
            <a:custGeom>
              <a:avLst/>
              <a:gdLst>
                <a:gd name="T0" fmla="*/ 0 w 184"/>
                <a:gd name="T1" fmla="*/ 3 h 575"/>
                <a:gd name="T2" fmla="*/ 0 w 184"/>
                <a:gd name="T3" fmla="*/ 4 h 575"/>
                <a:gd name="T4" fmla="*/ 0 w 184"/>
                <a:gd name="T5" fmla="*/ 4 h 575"/>
                <a:gd name="T6" fmla="*/ 0 w 184"/>
                <a:gd name="T7" fmla="*/ 5 h 575"/>
                <a:gd name="T8" fmla="*/ 0 w 184"/>
                <a:gd name="T9" fmla="*/ 5 h 575"/>
                <a:gd name="T10" fmla="*/ 0 w 184"/>
                <a:gd name="T11" fmla="*/ 5 h 575"/>
                <a:gd name="T12" fmla="*/ 0 w 184"/>
                <a:gd name="T13" fmla="*/ 6 h 575"/>
                <a:gd name="T14" fmla="*/ 0 w 184"/>
                <a:gd name="T15" fmla="*/ 6 h 575"/>
                <a:gd name="T16" fmla="*/ 0 w 184"/>
                <a:gd name="T17" fmla="*/ 6 h 575"/>
                <a:gd name="T18" fmla="*/ 0 w 184"/>
                <a:gd name="T19" fmla="*/ 6 h 575"/>
                <a:gd name="T20" fmla="*/ 1 w 184"/>
                <a:gd name="T21" fmla="*/ 7 h 575"/>
                <a:gd name="T22" fmla="*/ 1 w 184"/>
                <a:gd name="T23" fmla="*/ 7 h 575"/>
                <a:gd name="T24" fmla="*/ 1 w 184"/>
                <a:gd name="T25" fmla="*/ 7 h 575"/>
                <a:gd name="T26" fmla="*/ 1 w 184"/>
                <a:gd name="T27" fmla="*/ 7 h 575"/>
                <a:gd name="T28" fmla="*/ 1 w 184"/>
                <a:gd name="T29" fmla="*/ 8 h 575"/>
                <a:gd name="T30" fmla="*/ 1 w 184"/>
                <a:gd name="T31" fmla="*/ 8 h 575"/>
                <a:gd name="T32" fmla="*/ 1 w 184"/>
                <a:gd name="T33" fmla="*/ 8 h 575"/>
                <a:gd name="T34" fmla="*/ 2 w 184"/>
                <a:gd name="T35" fmla="*/ 8 h 575"/>
                <a:gd name="T36" fmla="*/ 2 w 184"/>
                <a:gd name="T37" fmla="*/ 9 h 575"/>
                <a:gd name="T38" fmla="*/ 2 w 184"/>
                <a:gd name="T39" fmla="*/ 9 h 575"/>
                <a:gd name="T40" fmla="*/ 3 w 184"/>
                <a:gd name="T41" fmla="*/ 9 h 575"/>
                <a:gd name="T42" fmla="*/ 3 w 184"/>
                <a:gd name="T43" fmla="*/ 9 h 575"/>
                <a:gd name="T44" fmla="*/ 3 w 184"/>
                <a:gd name="T45" fmla="*/ 8 h 575"/>
                <a:gd name="T46" fmla="*/ 3 w 184"/>
                <a:gd name="T47" fmla="*/ 8 h 575"/>
                <a:gd name="T48" fmla="*/ 3 w 184"/>
                <a:gd name="T49" fmla="*/ 7 h 575"/>
                <a:gd name="T50" fmla="*/ 3 w 184"/>
                <a:gd name="T51" fmla="*/ 6 h 575"/>
                <a:gd name="T52" fmla="*/ 3 w 184"/>
                <a:gd name="T53" fmla="*/ 5 h 575"/>
                <a:gd name="T54" fmla="*/ 3 w 184"/>
                <a:gd name="T55" fmla="*/ 5 h 575"/>
                <a:gd name="T56" fmla="*/ 3 w 184"/>
                <a:gd name="T57" fmla="*/ 4 h 575"/>
                <a:gd name="T58" fmla="*/ 3 w 184"/>
                <a:gd name="T59" fmla="*/ 3 h 575"/>
                <a:gd name="T60" fmla="*/ 3 w 184"/>
                <a:gd name="T61" fmla="*/ 2 h 575"/>
                <a:gd name="T62" fmla="*/ 3 w 184"/>
                <a:gd name="T63" fmla="*/ 1 h 575"/>
                <a:gd name="T64" fmla="*/ 3 w 184"/>
                <a:gd name="T65" fmla="*/ 0 h 575"/>
                <a:gd name="T66" fmla="*/ 3 w 184"/>
                <a:gd name="T67" fmla="*/ 0 h 575"/>
                <a:gd name="T68" fmla="*/ 2 w 184"/>
                <a:gd name="T69" fmla="*/ 0 h 575"/>
                <a:gd name="T70" fmla="*/ 2 w 184"/>
                <a:gd name="T71" fmla="*/ 1 h 575"/>
                <a:gd name="T72" fmla="*/ 2 w 184"/>
                <a:gd name="T73" fmla="*/ 1 h 575"/>
                <a:gd name="T74" fmla="*/ 2 w 184"/>
                <a:gd name="T75" fmla="*/ 1 h 575"/>
                <a:gd name="T76" fmla="*/ 1 w 184"/>
                <a:gd name="T77" fmla="*/ 1 h 575"/>
                <a:gd name="T78" fmla="*/ 1 w 184"/>
                <a:gd name="T79" fmla="*/ 1 h 575"/>
                <a:gd name="T80" fmla="*/ 1 w 184"/>
                <a:gd name="T81" fmla="*/ 2 h 575"/>
                <a:gd name="T82" fmla="*/ 1 w 184"/>
                <a:gd name="T83" fmla="*/ 2 h 575"/>
                <a:gd name="T84" fmla="*/ 1 w 184"/>
                <a:gd name="T85" fmla="*/ 2 h 575"/>
                <a:gd name="T86" fmla="*/ 1 w 184"/>
                <a:gd name="T87" fmla="*/ 2 h 575"/>
                <a:gd name="T88" fmla="*/ 1 w 184"/>
                <a:gd name="T89" fmla="*/ 2 h 575"/>
                <a:gd name="T90" fmla="*/ 0 w 184"/>
                <a:gd name="T91" fmla="*/ 3 h 575"/>
                <a:gd name="T92" fmla="*/ 0 w 184"/>
                <a:gd name="T93" fmla="*/ 3 h 575"/>
                <a:gd name="T94" fmla="*/ 0 w 184"/>
                <a:gd name="T95" fmla="*/ 3 h 575"/>
                <a:gd name="T96" fmla="*/ 0 w 184"/>
                <a:gd name="T97" fmla="*/ 3 h 57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84"/>
                <a:gd name="T148" fmla="*/ 0 h 575"/>
                <a:gd name="T149" fmla="*/ 184 w 184"/>
                <a:gd name="T150" fmla="*/ 575 h 57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84" h="575">
                  <a:moveTo>
                    <a:pt x="6" y="201"/>
                  </a:moveTo>
                  <a:lnTo>
                    <a:pt x="4" y="231"/>
                  </a:lnTo>
                  <a:lnTo>
                    <a:pt x="2" y="262"/>
                  </a:lnTo>
                  <a:lnTo>
                    <a:pt x="1" y="293"/>
                  </a:lnTo>
                  <a:lnTo>
                    <a:pt x="0" y="324"/>
                  </a:lnTo>
                  <a:lnTo>
                    <a:pt x="3" y="340"/>
                  </a:lnTo>
                  <a:lnTo>
                    <a:pt x="7" y="356"/>
                  </a:lnTo>
                  <a:lnTo>
                    <a:pt x="12" y="371"/>
                  </a:lnTo>
                  <a:lnTo>
                    <a:pt x="19" y="388"/>
                  </a:lnTo>
                  <a:lnTo>
                    <a:pt x="26" y="403"/>
                  </a:lnTo>
                  <a:lnTo>
                    <a:pt x="34" y="419"/>
                  </a:lnTo>
                  <a:lnTo>
                    <a:pt x="42" y="435"/>
                  </a:lnTo>
                  <a:lnTo>
                    <a:pt x="52" y="450"/>
                  </a:lnTo>
                  <a:lnTo>
                    <a:pt x="62" y="466"/>
                  </a:lnTo>
                  <a:lnTo>
                    <a:pt x="74" y="481"/>
                  </a:lnTo>
                  <a:lnTo>
                    <a:pt x="85" y="497"/>
                  </a:lnTo>
                  <a:lnTo>
                    <a:pt x="98" y="512"/>
                  </a:lnTo>
                  <a:lnTo>
                    <a:pt x="112" y="528"/>
                  </a:lnTo>
                  <a:lnTo>
                    <a:pt x="125" y="545"/>
                  </a:lnTo>
                  <a:lnTo>
                    <a:pt x="141" y="560"/>
                  </a:lnTo>
                  <a:lnTo>
                    <a:pt x="157" y="575"/>
                  </a:lnTo>
                  <a:lnTo>
                    <a:pt x="157" y="547"/>
                  </a:lnTo>
                  <a:lnTo>
                    <a:pt x="156" y="519"/>
                  </a:lnTo>
                  <a:lnTo>
                    <a:pt x="156" y="491"/>
                  </a:lnTo>
                  <a:lnTo>
                    <a:pt x="156" y="463"/>
                  </a:lnTo>
                  <a:lnTo>
                    <a:pt x="156" y="403"/>
                  </a:lnTo>
                  <a:lnTo>
                    <a:pt x="157" y="345"/>
                  </a:lnTo>
                  <a:lnTo>
                    <a:pt x="159" y="287"/>
                  </a:lnTo>
                  <a:lnTo>
                    <a:pt x="163" y="229"/>
                  </a:lnTo>
                  <a:lnTo>
                    <a:pt x="166" y="171"/>
                  </a:lnTo>
                  <a:lnTo>
                    <a:pt x="171" y="114"/>
                  </a:lnTo>
                  <a:lnTo>
                    <a:pt x="177" y="57"/>
                  </a:lnTo>
                  <a:lnTo>
                    <a:pt x="184" y="0"/>
                  </a:lnTo>
                  <a:lnTo>
                    <a:pt x="167" y="10"/>
                  </a:lnTo>
                  <a:lnTo>
                    <a:pt x="150" y="20"/>
                  </a:lnTo>
                  <a:lnTo>
                    <a:pt x="135" y="32"/>
                  </a:lnTo>
                  <a:lnTo>
                    <a:pt x="120" y="43"/>
                  </a:lnTo>
                  <a:lnTo>
                    <a:pt x="107" y="56"/>
                  </a:lnTo>
                  <a:lnTo>
                    <a:pt x="93" y="67"/>
                  </a:lnTo>
                  <a:lnTo>
                    <a:pt x="81" y="80"/>
                  </a:lnTo>
                  <a:lnTo>
                    <a:pt x="69" y="92"/>
                  </a:lnTo>
                  <a:lnTo>
                    <a:pt x="58" y="104"/>
                  </a:lnTo>
                  <a:lnTo>
                    <a:pt x="49" y="118"/>
                  </a:lnTo>
                  <a:lnTo>
                    <a:pt x="39" y="131"/>
                  </a:lnTo>
                  <a:lnTo>
                    <a:pt x="31" y="145"/>
                  </a:lnTo>
                  <a:lnTo>
                    <a:pt x="24" y="158"/>
                  </a:lnTo>
                  <a:lnTo>
                    <a:pt x="16" y="172"/>
                  </a:lnTo>
                  <a:lnTo>
                    <a:pt x="11" y="186"/>
                  </a:lnTo>
                  <a:lnTo>
                    <a:pt x="6" y="201"/>
                  </a:lnTo>
                  <a:close/>
                </a:path>
              </a:pathLst>
            </a:custGeom>
            <a:solidFill>
              <a:srgbClr val="6088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5" name="Freeform 270"/>
            <p:cNvSpPr>
              <a:spLocks/>
            </p:cNvSpPr>
            <p:nvPr/>
          </p:nvSpPr>
          <p:spPr bwMode="auto">
            <a:xfrm>
              <a:off x="599" y="1648"/>
              <a:ext cx="24" cy="86"/>
            </a:xfrm>
            <a:custGeom>
              <a:avLst/>
              <a:gdLst>
                <a:gd name="T0" fmla="*/ 0 w 194"/>
                <a:gd name="T1" fmla="*/ 2 h 691"/>
                <a:gd name="T2" fmla="*/ 0 w 194"/>
                <a:gd name="T3" fmla="*/ 2 h 691"/>
                <a:gd name="T4" fmla="*/ 0 w 194"/>
                <a:gd name="T5" fmla="*/ 3 h 691"/>
                <a:gd name="T6" fmla="*/ 0 w 194"/>
                <a:gd name="T7" fmla="*/ 4 h 691"/>
                <a:gd name="T8" fmla="*/ 0 w 194"/>
                <a:gd name="T9" fmla="*/ 5 h 691"/>
                <a:gd name="T10" fmla="*/ 0 w 194"/>
                <a:gd name="T11" fmla="*/ 6 h 691"/>
                <a:gd name="T12" fmla="*/ 0 w 194"/>
                <a:gd name="T13" fmla="*/ 6 h 691"/>
                <a:gd name="T14" fmla="*/ 0 w 194"/>
                <a:gd name="T15" fmla="*/ 7 h 691"/>
                <a:gd name="T16" fmla="*/ 0 w 194"/>
                <a:gd name="T17" fmla="*/ 8 h 691"/>
                <a:gd name="T18" fmla="*/ 0 w 194"/>
                <a:gd name="T19" fmla="*/ 8 h 691"/>
                <a:gd name="T20" fmla="*/ 0 w 194"/>
                <a:gd name="T21" fmla="*/ 9 h 691"/>
                <a:gd name="T22" fmla="*/ 0 w 194"/>
                <a:gd name="T23" fmla="*/ 9 h 691"/>
                <a:gd name="T24" fmla="*/ 1 w 194"/>
                <a:gd name="T25" fmla="*/ 9 h 691"/>
                <a:gd name="T26" fmla="*/ 1 w 194"/>
                <a:gd name="T27" fmla="*/ 9 h 691"/>
                <a:gd name="T28" fmla="*/ 1 w 194"/>
                <a:gd name="T29" fmla="*/ 10 h 691"/>
                <a:gd name="T30" fmla="*/ 2 w 194"/>
                <a:gd name="T31" fmla="*/ 10 h 691"/>
                <a:gd name="T32" fmla="*/ 2 w 194"/>
                <a:gd name="T33" fmla="*/ 10 h 691"/>
                <a:gd name="T34" fmla="*/ 2 w 194"/>
                <a:gd name="T35" fmla="*/ 11 h 691"/>
                <a:gd name="T36" fmla="*/ 2 w 194"/>
                <a:gd name="T37" fmla="*/ 10 h 691"/>
                <a:gd name="T38" fmla="*/ 2 w 194"/>
                <a:gd name="T39" fmla="*/ 10 h 691"/>
                <a:gd name="T40" fmla="*/ 2 w 194"/>
                <a:gd name="T41" fmla="*/ 10 h 691"/>
                <a:gd name="T42" fmla="*/ 2 w 194"/>
                <a:gd name="T43" fmla="*/ 9 h 691"/>
                <a:gd name="T44" fmla="*/ 2 w 194"/>
                <a:gd name="T45" fmla="*/ 9 h 691"/>
                <a:gd name="T46" fmla="*/ 2 w 194"/>
                <a:gd name="T47" fmla="*/ 9 h 691"/>
                <a:gd name="T48" fmla="*/ 2 w 194"/>
                <a:gd name="T49" fmla="*/ 8 h 691"/>
                <a:gd name="T50" fmla="*/ 2 w 194"/>
                <a:gd name="T51" fmla="*/ 8 h 691"/>
                <a:gd name="T52" fmla="*/ 2 w 194"/>
                <a:gd name="T53" fmla="*/ 7 h 691"/>
                <a:gd name="T54" fmla="*/ 2 w 194"/>
                <a:gd name="T55" fmla="*/ 6 h 691"/>
                <a:gd name="T56" fmla="*/ 2 w 194"/>
                <a:gd name="T57" fmla="*/ 5 h 691"/>
                <a:gd name="T58" fmla="*/ 3 w 194"/>
                <a:gd name="T59" fmla="*/ 4 h 691"/>
                <a:gd name="T60" fmla="*/ 3 w 194"/>
                <a:gd name="T61" fmla="*/ 3 h 691"/>
                <a:gd name="T62" fmla="*/ 3 w 194"/>
                <a:gd name="T63" fmla="*/ 2 h 691"/>
                <a:gd name="T64" fmla="*/ 3 w 194"/>
                <a:gd name="T65" fmla="*/ 1 h 691"/>
                <a:gd name="T66" fmla="*/ 3 w 194"/>
                <a:gd name="T67" fmla="*/ 0 h 691"/>
                <a:gd name="T68" fmla="*/ 3 w 194"/>
                <a:gd name="T69" fmla="*/ 0 h 691"/>
                <a:gd name="T70" fmla="*/ 2 w 194"/>
                <a:gd name="T71" fmla="*/ 0 h 691"/>
                <a:gd name="T72" fmla="*/ 2 w 194"/>
                <a:gd name="T73" fmla="*/ 1 h 691"/>
                <a:gd name="T74" fmla="*/ 1 w 194"/>
                <a:gd name="T75" fmla="*/ 1 h 691"/>
                <a:gd name="T76" fmla="*/ 1 w 194"/>
                <a:gd name="T77" fmla="*/ 1 h 691"/>
                <a:gd name="T78" fmla="*/ 1 w 194"/>
                <a:gd name="T79" fmla="*/ 1 h 691"/>
                <a:gd name="T80" fmla="*/ 1 w 194"/>
                <a:gd name="T81" fmla="*/ 1 h 691"/>
                <a:gd name="T82" fmla="*/ 0 w 194"/>
                <a:gd name="T83" fmla="*/ 2 h 69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94"/>
                <a:gd name="T127" fmla="*/ 0 h 691"/>
                <a:gd name="T128" fmla="*/ 194 w 194"/>
                <a:gd name="T129" fmla="*/ 691 h 69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94" h="691">
                  <a:moveTo>
                    <a:pt x="20" y="110"/>
                  </a:moveTo>
                  <a:lnTo>
                    <a:pt x="16" y="159"/>
                  </a:lnTo>
                  <a:lnTo>
                    <a:pt x="12" y="209"/>
                  </a:lnTo>
                  <a:lnTo>
                    <a:pt x="8" y="258"/>
                  </a:lnTo>
                  <a:lnTo>
                    <a:pt x="5" y="308"/>
                  </a:lnTo>
                  <a:lnTo>
                    <a:pt x="3" y="358"/>
                  </a:lnTo>
                  <a:lnTo>
                    <a:pt x="2" y="408"/>
                  </a:lnTo>
                  <a:lnTo>
                    <a:pt x="1" y="458"/>
                  </a:lnTo>
                  <a:lnTo>
                    <a:pt x="0" y="509"/>
                  </a:lnTo>
                  <a:lnTo>
                    <a:pt x="1" y="531"/>
                  </a:lnTo>
                  <a:lnTo>
                    <a:pt x="16" y="552"/>
                  </a:lnTo>
                  <a:lnTo>
                    <a:pt x="33" y="572"/>
                  </a:lnTo>
                  <a:lnTo>
                    <a:pt x="51" y="592"/>
                  </a:lnTo>
                  <a:lnTo>
                    <a:pt x="71" y="612"/>
                  </a:lnTo>
                  <a:lnTo>
                    <a:pt x="92" y="632"/>
                  </a:lnTo>
                  <a:lnTo>
                    <a:pt x="115" y="652"/>
                  </a:lnTo>
                  <a:lnTo>
                    <a:pt x="138" y="672"/>
                  </a:lnTo>
                  <a:lnTo>
                    <a:pt x="163" y="691"/>
                  </a:lnTo>
                  <a:lnTo>
                    <a:pt x="161" y="668"/>
                  </a:lnTo>
                  <a:lnTo>
                    <a:pt x="160" y="646"/>
                  </a:lnTo>
                  <a:lnTo>
                    <a:pt x="159" y="623"/>
                  </a:lnTo>
                  <a:lnTo>
                    <a:pt x="159" y="600"/>
                  </a:lnTo>
                  <a:lnTo>
                    <a:pt x="158" y="577"/>
                  </a:lnTo>
                  <a:lnTo>
                    <a:pt x="158" y="554"/>
                  </a:lnTo>
                  <a:lnTo>
                    <a:pt x="158" y="531"/>
                  </a:lnTo>
                  <a:lnTo>
                    <a:pt x="158" y="509"/>
                  </a:lnTo>
                  <a:lnTo>
                    <a:pt x="158" y="444"/>
                  </a:lnTo>
                  <a:lnTo>
                    <a:pt x="160" y="380"/>
                  </a:lnTo>
                  <a:lnTo>
                    <a:pt x="164" y="315"/>
                  </a:lnTo>
                  <a:lnTo>
                    <a:pt x="167" y="252"/>
                  </a:lnTo>
                  <a:lnTo>
                    <a:pt x="172" y="188"/>
                  </a:lnTo>
                  <a:lnTo>
                    <a:pt x="178" y="126"/>
                  </a:lnTo>
                  <a:lnTo>
                    <a:pt x="185" y="62"/>
                  </a:lnTo>
                  <a:lnTo>
                    <a:pt x="194" y="0"/>
                  </a:lnTo>
                  <a:lnTo>
                    <a:pt x="168" y="12"/>
                  </a:lnTo>
                  <a:lnTo>
                    <a:pt x="144" y="25"/>
                  </a:lnTo>
                  <a:lnTo>
                    <a:pt x="120" y="38"/>
                  </a:lnTo>
                  <a:lnTo>
                    <a:pt x="97" y="52"/>
                  </a:lnTo>
                  <a:lnTo>
                    <a:pt x="76" y="65"/>
                  </a:lnTo>
                  <a:lnTo>
                    <a:pt x="57" y="80"/>
                  </a:lnTo>
                  <a:lnTo>
                    <a:pt x="38" y="94"/>
                  </a:lnTo>
                  <a:lnTo>
                    <a:pt x="20" y="110"/>
                  </a:lnTo>
                  <a:close/>
                </a:path>
              </a:pathLst>
            </a:custGeom>
            <a:solidFill>
              <a:srgbClr val="6289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6" name="Freeform 271"/>
            <p:cNvSpPr>
              <a:spLocks/>
            </p:cNvSpPr>
            <p:nvPr/>
          </p:nvSpPr>
          <p:spPr bwMode="auto">
            <a:xfrm>
              <a:off x="609" y="1644"/>
              <a:ext cx="25" cy="98"/>
            </a:xfrm>
            <a:custGeom>
              <a:avLst/>
              <a:gdLst>
                <a:gd name="T0" fmla="*/ 1 w 199"/>
                <a:gd name="T1" fmla="*/ 1 h 786"/>
                <a:gd name="T2" fmla="*/ 0 w 199"/>
                <a:gd name="T3" fmla="*/ 2 h 786"/>
                <a:gd name="T4" fmla="*/ 0 w 199"/>
                <a:gd name="T5" fmla="*/ 3 h 786"/>
                <a:gd name="T6" fmla="*/ 0 w 199"/>
                <a:gd name="T7" fmla="*/ 4 h 786"/>
                <a:gd name="T8" fmla="*/ 0 w 199"/>
                <a:gd name="T9" fmla="*/ 5 h 786"/>
                <a:gd name="T10" fmla="*/ 0 w 199"/>
                <a:gd name="T11" fmla="*/ 6 h 786"/>
                <a:gd name="T12" fmla="*/ 0 w 199"/>
                <a:gd name="T13" fmla="*/ 7 h 786"/>
                <a:gd name="T14" fmla="*/ 0 w 199"/>
                <a:gd name="T15" fmla="*/ 7 h 786"/>
                <a:gd name="T16" fmla="*/ 0 w 199"/>
                <a:gd name="T17" fmla="*/ 8 h 786"/>
                <a:gd name="T18" fmla="*/ 0 w 199"/>
                <a:gd name="T19" fmla="*/ 9 h 786"/>
                <a:gd name="T20" fmla="*/ 0 w 199"/>
                <a:gd name="T21" fmla="*/ 9 h 786"/>
                <a:gd name="T22" fmla="*/ 0 w 199"/>
                <a:gd name="T23" fmla="*/ 10 h 786"/>
                <a:gd name="T24" fmla="*/ 0 w 199"/>
                <a:gd name="T25" fmla="*/ 10 h 786"/>
                <a:gd name="T26" fmla="*/ 0 w 199"/>
                <a:gd name="T27" fmla="*/ 10 h 786"/>
                <a:gd name="T28" fmla="*/ 1 w 199"/>
                <a:gd name="T29" fmla="*/ 11 h 786"/>
                <a:gd name="T30" fmla="*/ 1 w 199"/>
                <a:gd name="T31" fmla="*/ 11 h 786"/>
                <a:gd name="T32" fmla="*/ 1 w 199"/>
                <a:gd name="T33" fmla="*/ 11 h 786"/>
                <a:gd name="T34" fmla="*/ 2 w 199"/>
                <a:gd name="T35" fmla="*/ 11 h 786"/>
                <a:gd name="T36" fmla="*/ 2 w 199"/>
                <a:gd name="T37" fmla="*/ 12 h 786"/>
                <a:gd name="T38" fmla="*/ 2 w 199"/>
                <a:gd name="T39" fmla="*/ 12 h 786"/>
                <a:gd name="T40" fmla="*/ 3 w 199"/>
                <a:gd name="T41" fmla="*/ 12 h 786"/>
                <a:gd name="T42" fmla="*/ 3 w 199"/>
                <a:gd name="T43" fmla="*/ 12 h 786"/>
                <a:gd name="T44" fmla="*/ 3 w 199"/>
                <a:gd name="T45" fmla="*/ 11 h 786"/>
                <a:gd name="T46" fmla="*/ 3 w 199"/>
                <a:gd name="T47" fmla="*/ 11 h 786"/>
                <a:gd name="T48" fmla="*/ 3 w 199"/>
                <a:gd name="T49" fmla="*/ 10 h 786"/>
                <a:gd name="T50" fmla="*/ 3 w 199"/>
                <a:gd name="T51" fmla="*/ 10 h 786"/>
                <a:gd name="T52" fmla="*/ 3 w 199"/>
                <a:gd name="T53" fmla="*/ 9 h 786"/>
                <a:gd name="T54" fmla="*/ 3 w 199"/>
                <a:gd name="T55" fmla="*/ 9 h 786"/>
                <a:gd name="T56" fmla="*/ 3 w 199"/>
                <a:gd name="T57" fmla="*/ 8 h 786"/>
                <a:gd name="T58" fmla="*/ 3 w 199"/>
                <a:gd name="T59" fmla="*/ 7 h 786"/>
                <a:gd name="T60" fmla="*/ 3 w 199"/>
                <a:gd name="T61" fmla="*/ 6 h 786"/>
                <a:gd name="T62" fmla="*/ 3 w 199"/>
                <a:gd name="T63" fmla="*/ 5 h 786"/>
                <a:gd name="T64" fmla="*/ 3 w 199"/>
                <a:gd name="T65" fmla="*/ 4 h 786"/>
                <a:gd name="T66" fmla="*/ 3 w 199"/>
                <a:gd name="T67" fmla="*/ 3 h 786"/>
                <a:gd name="T68" fmla="*/ 3 w 199"/>
                <a:gd name="T69" fmla="*/ 2 h 786"/>
                <a:gd name="T70" fmla="*/ 3 w 199"/>
                <a:gd name="T71" fmla="*/ 1 h 786"/>
                <a:gd name="T72" fmla="*/ 3 w 199"/>
                <a:gd name="T73" fmla="*/ 0 h 786"/>
                <a:gd name="T74" fmla="*/ 3 w 199"/>
                <a:gd name="T75" fmla="*/ 0 h 786"/>
                <a:gd name="T76" fmla="*/ 2 w 199"/>
                <a:gd name="T77" fmla="*/ 0 h 786"/>
                <a:gd name="T78" fmla="*/ 2 w 199"/>
                <a:gd name="T79" fmla="*/ 0 h 786"/>
                <a:gd name="T80" fmla="*/ 2 w 199"/>
                <a:gd name="T81" fmla="*/ 1 h 786"/>
                <a:gd name="T82" fmla="*/ 1 w 199"/>
                <a:gd name="T83" fmla="*/ 1 h 786"/>
                <a:gd name="T84" fmla="*/ 1 w 199"/>
                <a:gd name="T85" fmla="*/ 1 h 786"/>
                <a:gd name="T86" fmla="*/ 1 w 199"/>
                <a:gd name="T87" fmla="*/ 1 h 786"/>
                <a:gd name="T88" fmla="*/ 1 w 199"/>
                <a:gd name="T89" fmla="*/ 1 h 78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9"/>
                <a:gd name="T136" fmla="*/ 0 h 786"/>
                <a:gd name="T137" fmla="*/ 199 w 199"/>
                <a:gd name="T138" fmla="*/ 786 h 78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9" h="786">
                  <a:moveTo>
                    <a:pt x="28" y="81"/>
                  </a:moveTo>
                  <a:lnTo>
                    <a:pt x="21" y="138"/>
                  </a:lnTo>
                  <a:lnTo>
                    <a:pt x="15" y="195"/>
                  </a:lnTo>
                  <a:lnTo>
                    <a:pt x="10" y="252"/>
                  </a:lnTo>
                  <a:lnTo>
                    <a:pt x="7" y="310"/>
                  </a:lnTo>
                  <a:lnTo>
                    <a:pt x="3" y="368"/>
                  </a:lnTo>
                  <a:lnTo>
                    <a:pt x="1" y="426"/>
                  </a:lnTo>
                  <a:lnTo>
                    <a:pt x="0" y="484"/>
                  </a:lnTo>
                  <a:lnTo>
                    <a:pt x="0" y="544"/>
                  </a:lnTo>
                  <a:lnTo>
                    <a:pt x="0" y="572"/>
                  </a:lnTo>
                  <a:lnTo>
                    <a:pt x="0" y="600"/>
                  </a:lnTo>
                  <a:lnTo>
                    <a:pt x="1" y="628"/>
                  </a:lnTo>
                  <a:lnTo>
                    <a:pt x="1" y="656"/>
                  </a:lnTo>
                  <a:lnTo>
                    <a:pt x="18" y="672"/>
                  </a:lnTo>
                  <a:lnTo>
                    <a:pt x="37" y="689"/>
                  </a:lnTo>
                  <a:lnTo>
                    <a:pt x="57" y="705"/>
                  </a:lnTo>
                  <a:lnTo>
                    <a:pt x="76" y="722"/>
                  </a:lnTo>
                  <a:lnTo>
                    <a:pt x="98" y="738"/>
                  </a:lnTo>
                  <a:lnTo>
                    <a:pt x="120" y="754"/>
                  </a:lnTo>
                  <a:lnTo>
                    <a:pt x="142" y="770"/>
                  </a:lnTo>
                  <a:lnTo>
                    <a:pt x="166" y="786"/>
                  </a:lnTo>
                  <a:lnTo>
                    <a:pt x="163" y="756"/>
                  </a:lnTo>
                  <a:lnTo>
                    <a:pt x="162" y="726"/>
                  </a:lnTo>
                  <a:lnTo>
                    <a:pt x="160" y="695"/>
                  </a:lnTo>
                  <a:lnTo>
                    <a:pt x="159" y="665"/>
                  </a:lnTo>
                  <a:lnTo>
                    <a:pt x="158" y="635"/>
                  </a:lnTo>
                  <a:lnTo>
                    <a:pt x="157" y="605"/>
                  </a:lnTo>
                  <a:lnTo>
                    <a:pt x="157" y="574"/>
                  </a:lnTo>
                  <a:lnTo>
                    <a:pt x="157" y="544"/>
                  </a:lnTo>
                  <a:lnTo>
                    <a:pt x="158" y="474"/>
                  </a:lnTo>
                  <a:lnTo>
                    <a:pt x="159" y="405"/>
                  </a:lnTo>
                  <a:lnTo>
                    <a:pt x="163" y="337"/>
                  </a:lnTo>
                  <a:lnTo>
                    <a:pt x="168" y="268"/>
                  </a:lnTo>
                  <a:lnTo>
                    <a:pt x="174" y="201"/>
                  </a:lnTo>
                  <a:lnTo>
                    <a:pt x="180" y="134"/>
                  </a:lnTo>
                  <a:lnTo>
                    <a:pt x="188" y="67"/>
                  </a:lnTo>
                  <a:lnTo>
                    <a:pt x="199" y="0"/>
                  </a:lnTo>
                  <a:lnTo>
                    <a:pt x="175" y="9"/>
                  </a:lnTo>
                  <a:lnTo>
                    <a:pt x="151" y="18"/>
                  </a:lnTo>
                  <a:lnTo>
                    <a:pt x="129" y="28"/>
                  </a:lnTo>
                  <a:lnTo>
                    <a:pt x="107" y="38"/>
                  </a:lnTo>
                  <a:lnTo>
                    <a:pt x="86" y="47"/>
                  </a:lnTo>
                  <a:lnTo>
                    <a:pt x="66" y="59"/>
                  </a:lnTo>
                  <a:lnTo>
                    <a:pt x="46" y="69"/>
                  </a:lnTo>
                  <a:lnTo>
                    <a:pt x="28" y="81"/>
                  </a:lnTo>
                  <a:close/>
                </a:path>
              </a:pathLst>
            </a:custGeom>
            <a:solidFill>
              <a:srgbClr val="638B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7" name="Freeform 272"/>
            <p:cNvSpPr>
              <a:spLocks/>
            </p:cNvSpPr>
            <p:nvPr/>
          </p:nvSpPr>
          <p:spPr bwMode="auto">
            <a:xfrm>
              <a:off x="619" y="1640"/>
              <a:ext cx="25" cy="108"/>
            </a:xfrm>
            <a:custGeom>
              <a:avLst/>
              <a:gdLst>
                <a:gd name="T0" fmla="*/ 0 w 205"/>
                <a:gd name="T1" fmla="*/ 1 h 865"/>
                <a:gd name="T2" fmla="*/ 0 w 205"/>
                <a:gd name="T3" fmla="*/ 2 h 865"/>
                <a:gd name="T4" fmla="*/ 0 w 205"/>
                <a:gd name="T5" fmla="*/ 3 h 865"/>
                <a:gd name="T6" fmla="*/ 0 w 205"/>
                <a:gd name="T7" fmla="*/ 4 h 865"/>
                <a:gd name="T8" fmla="*/ 0 w 205"/>
                <a:gd name="T9" fmla="*/ 5 h 865"/>
                <a:gd name="T10" fmla="*/ 0 w 205"/>
                <a:gd name="T11" fmla="*/ 6 h 865"/>
                <a:gd name="T12" fmla="*/ 0 w 205"/>
                <a:gd name="T13" fmla="*/ 7 h 865"/>
                <a:gd name="T14" fmla="*/ 0 w 205"/>
                <a:gd name="T15" fmla="*/ 8 h 865"/>
                <a:gd name="T16" fmla="*/ 0 w 205"/>
                <a:gd name="T17" fmla="*/ 9 h 865"/>
                <a:gd name="T18" fmla="*/ 0 w 205"/>
                <a:gd name="T19" fmla="*/ 9 h 865"/>
                <a:gd name="T20" fmla="*/ 0 w 205"/>
                <a:gd name="T21" fmla="*/ 10 h 865"/>
                <a:gd name="T22" fmla="*/ 0 w 205"/>
                <a:gd name="T23" fmla="*/ 10 h 865"/>
                <a:gd name="T24" fmla="*/ 0 w 205"/>
                <a:gd name="T25" fmla="*/ 10 h 865"/>
                <a:gd name="T26" fmla="*/ 0 w 205"/>
                <a:gd name="T27" fmla="*/ 11 h 865"/>
                <a:gd name="T28" fmla="*/ 0 w 205"/>
                <a:gd name="T29" fmla="*/ 11 h 865"/>
                <a:gd name="T30" fmla="*/ 0 w 205"/>
                <a:gd name="T31" fmla="*/ 11 h 865"/>
                <a:gd name="T32" fmla="*/ 0 w 205"/>
                <a:gd name="T33" fmla="*/ 12 h 865"/>
                <a:gd name="T34" fmla="*/ 0 w 205"/>
                <a:gd name="T35" fmla="*/ 12 h 865"/>
                <a:gd name="T36" fmla="*/ 1 w 205"/>
                <a:gd name="T37" fmla="*/ 12 h 865"/>
                <a:gd name="T38" fmla="*/ 1 w 205"/>
                <a:gd name="T39" fmla="*/ 12 h 865"/>
                <a:gd name="T40" fmla="*/ 1 w 205"/>
                <a:gd name="T41" fmla="*/ 13 h 865"/>
                <a:gd name="T42" fmla="*/ 2 w 205"/>
                <a:gd name="T43" fmla="*/ 13 h 865"/>
                <a:gd name="T44" fmla="*/ 2 w 205"/>
                <a:gd name="T45" fmla="*/ 13 h 865"/>
                <a:gd name="T46" fmla="*/ 2 w 205"/>
                <a:gd name="T47" fmla="*/ 13 h 865"/>
                <a:gd name="T48" fmla="*/ 3 w 205"/>
                <a:gd name="T49" fmla="*/ 13 h 865"/>
                <a:gd name="T50" fmla="*/ 2 w 205"/>
                <a:gd name="T51" fmla="*/ 13 h 865"/>
                <a:gd name="T52" fmla="*/ 2 w 205"/>
                <a:gd name="T53" fmla="*/ 12 h 865"/>
                <a:gd name="T54" fmla="*/ 2 w 205"/>
                <a:gd name="T55" fmla="*/ 12 h 865"/>
                <a:gd name="T56" fmla="*/ 2 w 205"/>
                <a:gd name="T57" fmla="*/ 11 h 865"/>
                <a:gd name="T58" fmla="*/ 2 w 205"/>
                <a:gd name="T59" fmla="*/ 11 h 865"/>
                <a:gd name="T60" fmla="*/ 2 w 205"/>
                <a:gd name="T61" fmla="*/ 10 h 865"/>
                <a:gd name="T62" fmla="*/ 2 w 205"/>
                <a:gd name="T63" fmla="*/ 9 h 865"/>
                <a:gd name="T64" fmla="*/ 2 w 205"/>
                <a:gd name="T65" fmla="*/ 9 h 865"/>
                <a:gd name="T66" fmla="*/ 2 w 205"/>
                <a:gd name="T67" fmla="*/ 8 h 865"/>
                <a:gd name="T68" fmla="*/ 2 w 205"/>
                <a:gd name="T69" fmla="*/ 7 h 865"/>
                <a:gd name="T70" fmla="*/ 2 w 205"/>
                <a:gd name="T71" fmla="*/ 5 h 865"/>
                <a:gd name="T72" fmla="*/ 3 w 205"/>
                <a:gd name="T73" fmla="*/ 4 h 865"/>
                <a:gd name="T74" fmla="*/ 3 w 205"/>
                <a:gd name="T75" fmla="*/ 3 h 865"/>
                <a:gd name="T76" fmla="*/ 3 w 205"/>
                <a:gd name="T77" fmla="*/ 2 h 865"/>
                <a:gd name="T78" fmla="*/ 3 w 205"/>
                <a:gd name="T79" fmla="*/ 1 h 865"/>
                <a:gd name="T80" fmla="*/ 3 w 205"/>
                <a:gd name="T81" fmla="*/ 0 h 865"/>
                <a:gd name="T82" fmla="*/ 3 w 205"/>
                <a:gd name="T83" fmla="*/ 0 h 865"/>
                <a:gd name="T84" fmla="*/ 2 w 205"/>
                <a:gd name="T85" fmla="*/ 0 h 865"/>
                <a:gd name="T86" fmla="*/ 2 w 205"/>
                <a:gd name="T87" fmla="*/ 0 h 865"/>
                <a:gd name="T88" fmla="*/ 2 w 205"/>
                <a:gd name="T89" fmla="*/ 0 h 865"/>
                <a:gd name="T90" fmla="*/ 1 w 205"/>
                <a:gd name="T91" fmla="*/ 1 h 865"/>
                <a:gd name="T92" fmla="*/ 1 w 205"/>
                <a:gd name="T93" fmla="*/ 1 h 865"/>
                <a:gd name="T94" fmla="*/ 1 w 205"/>
                <a:gd name="T95" fmla="*/ 1 h 865"/>
                <a:gd name="T96" fmla="*/ 0 w 205"/>
                <a:gd name="T97" fmla="*/ 1 h 86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5"/>
                <a:gd name="T148" fmla="*/ 0 h 865"/>
                <a:gd name="T149" fmla="*/ 205 w 205"/>
                <a:gd name="T150" fmla="*/ 865 h 86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5" h="865">
                  <a:moveTo>
                    <a:pt x="36" y="62"/>
                  </a:moveTo>
                  <a:lnTo>
                    <a:pt x="27" y="124"/>
                  </a:lnTo>
                  <a:lnTo>
                    <a:pt x="20" y="188"/>
                  </a:lnTo>
                  <a:lnTo>
                    <a:pt x="14" y="250"/>
                  </a:lnTo>
                  <a:lnTo>
                    <a:pt x="9" y="314"/>
                  </a:lnTo>
                  <a:lnTo>
                    <a:pt x="6" y="377"/>
                  </a:lnTo>
                  <a:lnTo>
                    <a:pt x="2" y="442"/>
                  </a:lnTo>
                  <a:lnTo>
                    <a:pt x="0" y="506"/>
                  </a:lnTo>
                  <a:lnTo>
                    <a:pt x="0" y="571"/>
                  </a:lnTo>
                  <a:lnTo>
                    <a:pt x="0" y="593"/>
                  </a:lnTo>
                  <a:lnTo>
                    <a:pt x="0" y="616"/>
                  </a:lnTo>
                  <a:lnTo>
                    <a:pt x="0" y="639"/>
                  </a:lnTo>
                  <a:lnTo>
                    <a:pt x="1" y="662"/>
                  </a:lnTo>
                  <a:lnTo>
                    <a:pt x="1" y="685"/>
                  </a:lnTo>
                  <a:lnTo>
                    <a:pt x="2" y="708"/>
                  </a:lnTo>
                  <a:lnTo>
                    <a:pt x="3" y="730"/>
                  </a:lnTo>
                  <a:lnTo>
                    <a:pt x="5" y="753"/>
                  </a:lnTo>
                  <a:lnTo>
                    <a:pt x="23" y="768"/>
                  </a:lnTo>
                  <a:lnTo>
                    <a:pt x="43" y="781"/>
                  </a:lnTo>
                  <a:lnTo>
                    <a:pt x="63" y="796"/>
                  </a:lnTo>
                  <a:lnTo>
                    <a:pt x="83" y="809"/>
                  </a:lnTo>
                  <a:lnTo>
                    <a:pt x="104" y="824"/>
                  </a:lnTo>
                  <a:lnTo>
                    <a:pt x="126" y="837"/>
                  </a:lnTo>
                  <a:lnTo>
                    <a:pt x="148" y="852"/>
                  </a:lnTo>
                  <a:lnTo>
                    <a:pt x="171" y="865"/>
                  </a:lnTo>
                  <a:lnTo>
                    <a:pt x="167" y="829"/>
                  </a:lnTo>
                  <a:lnTo>
                    <a:pt x="165" y="792"/>
                  </a:lnTo>
                  <a:lnTo>
                    <a:pt x="163" y="755"/>
                  </a:lnTo>
                  <a:lnTo>
                    <a:pt x="161" y="719"/>
                  </a:lnTo>
                  <a:lnTo>
                    <a:pt x="160" y="682"/>
                  </a:lnTo>
                  <a:lnTo>
                    <a:pt x="159" y="644"/>
                  </a:lnTo>
                  <a:lnTo>
                    <a:pt x="158" y="608"/>
                  </a:lnTo>
                  <a:lnTo>
                    <a:pt x="158" y="571"/>
                  </a:lnTo>
                  <a:lnTo>
                    <a:pt x="159" y="498"/>
                  </a:lnTo>
                  <a:lnTo>
                    <a:pt x="161" y="425"/>
                  </a:lnTo>
                  <a:lnTo>
                    <a:pt x="165" y="354"/>
                  </a:lnTo>
                  <a:lnTo>
                    <a:pt x="171" y="282"/>
                  </a:lnTo>
                  <a:lnTo>
                    <a:pt x="177" y="210"/>
                  </a:lnTo>
                  <a:lnTo>
                    <a:pt x="185" y="140"/>
                  </a:lnTo>
                  <a:lnTo>
                    <a:pt x="194" y="69"/>
                  </a:lnTo>
                  <a:lnTo>
                    <a:pt x="205" y="0"/>
                  </a:lnTo>
                  <a:lnTo>
                    <a:pt x="182" y="7"/>
                  </a:lnTo>
                  <a:lnTo>
                    <a:pt x="159" y="13"/>
                  </a:lnTo>
                  <a:lnTo>
                    <a:pt x="137" y="21"/>
                  </a:lnTo>
                  <a:lnTo>
                    <a:pt x="116" y="29"/>
                  </a:lnTo>
                  <a:lnTo>
                    <a:pt x="95" y="37"/>
                  </a:lnTo>
                  <a:lnTo>
                    <a:pt x="75" y="44"/>
                  </a:lnTo>
                  <a:lnTo>
                    <a:pt x="55" y="53"/>
                  </a:lnTo>
                  <a:lnTo>
                    <a:pt x="36" y="62"/>
                  </a:lnTo>
                  <a:close/>
                </a:path>
              </a:pathLst>
            </a:custGeom>
            <a:solidFill>
              <a:srgbClr val="668C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8" name="Freeform 273"/>
            <p:cNvSpPr>
              <a:spLocks/>
            </p:cNvSpPr>
            <p:nvPr/>
          </p:nvSpPr>
          <p:spPr bwMode="auto">
            <a:xfrm>
              <a:off x="628" y="1637"/>
              <a:ext cx="27" cy="117"/>
            </a:xfrm>
            <a:custGeom>
              <a:avLst/>
              <a:gdLst>
                <a:gd name="T0" fmla="*/ 1 w 210"/>
                <a:gd name="T1" fmla="*/ 1 h 934"/>
                <a:gd name="T2" fmla="*/ 1 w 210"/>
                <a:gd name="T3" fmla="*/ 2 h 934"/>
                <a:gd name="T4" fmla="*/ 0 w 210"/>
                <a:gd name="T5" fmla="*/ 3 h 934"/>
                <a:gd name="T6" fmla="*/ 0 w 210"/>
                <a:gd name="T7" fmla="*/ 4 h 934"/>
                <a:gd name="T8" fmla="*/ 0 w 210"/>
                <a:gd name="T9" fmla="*/ 5 h 934"/>
                <a:gd name="T10" fmla="*/ 0 w 210"/>
                <a:gd name="T11" fmla="*/ 6 h 934"/>
                <a:gd name="T12" fmla="*/ 0 w 210"/>
                <a:gd name="T13" fmla="*/ 7 h 934"/>
                <a:gd name="T14" fmla="*/ 0 w 210"/>
                <a:gd name="T15" fmla="*/ 8 h 934"/>
                <a:gd name="T16" fmla="*/ 0 w 210"/>
                <a:gd name="T17" fmla="*/ 9 h 934"/>
                <a:gd name="T18" fmla="*/ 0 w 210"/>
                <a:gd name="T19" fmla="*/ 10 h 934"/>
                <a:gd name="T20" fmla="*/ 0 w 210"/>
                <a:gd name="T21" fmla="*/ 10 h 934"/>
                <a:gd name="T22" fmla="*/ 0 w 210"/>
                <a:gd name="T23" fmla="*/ 11 h 934"/>
                <a:gd name="T24" fmla="*/ 0 w 210"/>
                <a:gd name="T25" fmla="*/ 11 h 934"/>
                <a:gd name="T26" fmla="*/ 0 w 210"/>
                <a:gd name="T27" fmla="*/ 12 h 934"/>
                <a:gd name="T28" fmla="*/ 0 w 210"/>
                <a:gd name="T29" fmla="*/ 12 h 934"/>
                <a:gd name="T30" fmla="*/ 0 w 210"/>
                <a:gd name="T31" fmla="*/ 13 h 934"/>
                <a:gd name="T32" fmla="*/ 0 w 210"/>
                <a:gd name="T33" fmla="*/ 13 h 934"/>
                <a:gd name="T34" fmla="*/ 1 w 210"/>
                <a:gd name="T35" fmla="*/ 13 h 934"/>
                <a:gd name="T36" fmla="*/ 1 w 210"/>
                <a:gd name="T37" fmla="*/ 14 h 934"/>
                <a:gd name="T38" fmla="*/ 1 w 210"/>
                <a:gd name="T39" fmla="*/ 14 h 934"/>
                <a:gd name="T40" fmla="*/ 1 w 210"/>
                <a:gd name="T41" fmla="*/ 14 h 934"/>
                <a:gd name="T42" fmla="*/ 2 w 210"/>
                <a:gd name="T43" fmla="*/ 14 h 934"/>
                <a:gd name="T44" fmla="*/ 2 w 210"/>
                <a:gd name="T45" fmla="*/ 14 h 934"/>
                <a:gd name="T46" fmla="*/ 3 w 210"/>
                <a:gd name="T47" fmla="*/ 14 h 934"/>
                <a:gd name="T48" fmla="*/ 3 w 210"/>
                <a:gd name="T49" fmla="*/ 15 h 934"/>
                <a:gd name="T50" fmla="*/ 3 w 210"/>
                <a:gd name="T51" fmla="*/ 14 h 934"/>
                <a:gd name="T52" fmla="*/ 3 w 210"/>
                <a:gd name="T53" fmla="*/ 13 h 934"/>
                <a:gd name="T54" fmla="*/ 3 w 210"/>
                <a:gd name="T55" fmla="*/ 13 h 934"/>
                <a:gd name="T56" fmla="*/ 3 w 210"/>
                <a:gd name="T57" fmla="*/ 12 h 934"/>
                <a:gd name="T58" fmla="*/ 3 w 210"/>
                <a:gd name="T59" fmla="*/ 11 h 934"/>
                <a:gd name="T60" fmla="*/ 3 w 210"/>
                <a:gd name="T61" fmla="*/ 11 h 934"/>
                <a:gd name="T62" fmla="*/ 3 w 210"/>
                <a:gd name="T63" fmla="*/ 10 h 934"/>
                <a:gd name="T64" fmla="*/ 3 w 210"/>
                <a:gd name="T65" fmla="*/ 9 h 934"/>
                <a:gd name="T66" fmla="*/ 3 w 210"/>
                <a:gd name="T67" fmla="*/ 8 h 934"/>
                <a:gd name="T68" fmla="*/ 3 w 210"/>
                <a:gd name="T69" fmla="*/ 7 h 934"/>
                <a:gd name="T70" fmla="*/ 3 w 210"/>
                <a:gd name="T71" fmla="*/ 6 h 934"/>
                <a:gd name="T72" fmla="*/ 3 w 210"/>
                <a:gd name="T73" fmla="*/ 5 h 934"/>
                <a:gd name="T74" fmla="*/ 3 w 210"/>
                <a:gd name="T75" fmla="*/ 3 h 934"/>
                <a:gd name="T76" fmla="*/ 3 w 210"/>
                <a:gd name="T77" fmla="*/ 2 h 934"/>
                <a:gd name="T78" fmla="*/ 3 w 210"/>
                <a:gd name="T79" fmla="*/ 1 h 934"/>
                <a:gd name="T80" fmla="*/ 3 w 210"/>
                <a:gd name="T81" fmla="*/ 0 h 934"/>
                <a:gd name="T82" fmla="*/ 3 w 210"/>
                <a:gd name="T83" fmla="*/ 0 h 934"/>
                <a:gd name="T84" fmla="*/ 3 w 210"/>
                <a:gd name="T85" fmla="*/ 0 h 934"/>
                <a:gd name="T86" fmla="*/ 2 w 210"/>
                <a:gd name="T87" fmla="*/ 0 h 934"/>
                <a:gd name="T88" fmla="*/ 2 w 210"/>
                <a:gd name="T89" fmla="*/ 0 h 934"/>
                <a:gd name="T90" fmla="*/ 2 w 210"/>
                <a:gd name="T91" fmla="*/ 1 h 934"/>
                <a:gd name="T92" fmla="*/ 1 w 210"/>
                <a:gd name="T93" fmla="*/ 1 h 934"/>
                <a:gd name="T94" fmla="*/ 1 w 210"/>
                <a:gd name="T95" fmla="*/ 1 h 934"/>
                <a:gd name="T96" fmla="*/ 1 w 210"/>
                <a:gd name="T97" fmla="*/ 1 h 9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10"/>
                <a:gd name="T148" fmla="*/ 0 h 934"/>
                <a:gd name="T149" fmla="*/ 210 w 210"/>
                <a:gd name="T150" fmla="*/ 934 h 93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10" h="934">
                  <a:moveTo>
                    <a:pt x="42" y="49"/>
                  </a:moveTo>
                  <a:lnTo>
                    <a:pt x="31" y="116"/>
                  </a:lnTo>
                  <a:lnTo>
                    <a:pt x="23" y="183"/>
                  </a:lnTo>
                  <a:lnTo>
                    <a:pt x="17" y="250"/>
                  </a:lnTo>
                  <a:lnTo>
                    <a:pt x="11" y="319"/>
                  </a:lnTo>
                  <a:lnTo>
                    <a:pt x="6" y="386"/>
                  </a:lnTo>
                  <a:lnTo>
                    <a:pt x="2" y="454"/>
                  </a:lnTo>
                  <a:lnTo>
                    <a:pt x="1" y="523"/>
                  </a:lnTo>
                  <a:lnTo>
                    <a:pt x="0" y="593"/>
                  </a:lnTo>
                  <a:lnTo>
                    <a:pt x="0" y="623"/>
                  </a:lnTo>
                  <a:lnTo>
                    <a:pt x="0" y="654"/>
                  </a:lnTo>
                  <a:lnTo>
                    <a:pt x="1" y="684"/>
                  </a:lnTo>
                  <a:lnTo>
                    <a:pt x="2" y="714"/>
                  </a:lnTo>
                  <a:lnTo>
                    <a:pt x="3" y="744"/>
                  </a:lnTo>
                  <a:lnTo>
                    <a:pt x="5" y="774"/>
                  </a:lnTo>
                  <a:lnTo>
                    <a:pt x="6" y="805"/>
                  </a:lnTo>
                  <a:lnTo>
                    <a:pt x="9" y="835"/>
                  </a:lnTo>
                  <a:lnTo>
                    <a:pt x="28" y="848"/>
                  </a:lnTo>
                  <a:lnTo>
                    <a:pt x="47" y="860"/>
                  </a:lnTo>
                  <a:lnTo>
                    <a:pt x="68" y="873"/>
                  </a:lnTo>
                  <a:lnTo>
                    <a:pt x="88" y="885"/>
                  </a:lnTo>
                  <a:lnTo>
                    <a:pt x="109" y="898"/>
                  </a:lnTo>
                  <a:lnTo>
                    <a:pt x="131" y="909"/>
                  </a:lnTo>
                  <a:lnTo>
                    <a:pt x="153" y="922"/>
                  </a:lnTo>
                  <a:lnTo>
                    <a:pt x="176" y="934"/>
                  </a:lnTo>
                  <a:lnTo>
                    <a:pt x="171" y="891"/>
                  </a:lnTo>
                  <a:lnTo>
                    <a:pt x="167" y="849"/>
                  </a:lnTo>
                  <a:lnTo>
                    <a:pt x="165" y="807"/>
                  </a:lnTo>
                  <a:lnTo>
                    <a:pt x="162" y="764"/>
                  </a:lnTo>
                  <a:lnTo>
                    <a:pt x="161" y="721"/>
                  </a:lnTo>
                  <a:lnTo>
                    <a:pt x="159" y="679"/>
                  </a:lnTo>
                  <a:lnTo>
                    <a:pt x="158" y="636"/>
                  </a:lnTo>
                  <a:lnTo>
                    <a:pt x="158" y="593"/>
                  </a:lnTo>
                  <a:lnTo>
                    <a:pt x="159" y="517"/>
                  </a:lnTo>
                  <a:lnTo>
                    <a:pt x="161" y="442"/>
                  </a:lnTo>
                  <a:lnTo>
                    <a:pt x="165" y="366"/>
                  </a:lnTo>
                  <a:lnTo>
                    <a:pt x="171" y="293"/>
                  </a:lnTo>
                  <a:lnTo>
                    <a:pt x="179" y="219"/>
                  </a:lnTo>
                  <a:lnTo>
                    <a:pt x="187" y="145"/>
                  </a:lnTo>
                  <a:lnTo>
                    <a:pt x="197" y="71"/>
                  </a:lnTo>
                  <a:lnTo>
                    <a:pt x="210" y="0"/>
                  </a:lnTo>
                  <a:lnTo>
                    <a:pt x="187" y="5"/>
                  </a:lnTo>
                  <a:lnTo>
                    <a:pt x="165" y="10"/>
                  </a:lnTo>
                  <a:lnTo>
                    <a:pt x="143" y="16"/>
                  </a:lnTo>
                  <a:lnTo>
                    <a:pt x="123" y="23"/>
                  </a:lnTo>
                  <a:lnTo>
                    <a:pt x="101" y="29"/>
                  </a:lnTo>
                  <a:lnTo>
                    <a:pt x="81" y="35"/>
                  </a:lnTo>
                  <a:lnTo>
                    <a:pt x="61" y="42"/>
                  </a:lnTo>
                  <a:lnTo>
                    <a:pt x="42" y="49"/>
                  </a:lnTo>
                  <a:close/>
                </a:path>
              </a:pathLst>
            </a:custGeom>
            <a:solidFill>
              <a:srgbClr val="678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9" name="Freeform 274"/>
            <p:cNvSpPr>
              <a:spLocks/>
            </p:cNvSpPr>
            <p:nvPr/>
          </p:nvSpPr>
          <p:spPr bwMode="auto">
            <a:xfrm>
              <a:off x="638" y="1635"/>
              <a:ext cx="27" cy="125"/>
            </a:xfrm>
            <a:custGeom>
              <a:avLst/>
              <a:gdLst>
                <a:gd name="T0" fmla="*/ 1 w 215"/>
                <a:gd name="T1" fmla="*/ 1 h 996"/>
                <a:gd name="T2" fmla="*/ 1 w 215"/>
                <a:gd name="T3" fmla="*/ 2 h 996"/>
                <a:gd name="T4" fmla="*/ 0 w 215"/>
                <a:gd name="T5" fmla="*/ 3 h 996"/>
                <a:gd name="T6" fmla="*/ 0 w 215"/>
                <a:gd name="T7" fmla="*/ 4 h 996"/>
                <a:gd name="T8" fmla="*/ 0 w 215"/>
                <a:gd name="T9" fmla="*/ 5 h 996"/>
                <a:gd name="T10" fmla="*/ 0 w 215"/>
                <a:gd name="T11" fmla="*/ 6 h 996"/>
                <a:gd name="T12" fmla="*/ 0 w 215"/>
                <a:gd name="T13" fmla="*/ 7 h 996"/>
                <a:gd name="T14" fmla="*/ 0 w 215"/>
                <a:gd name="T15" fmla="*/ 9 h 996"/>
                <a:gd name="T16" fmla="*/ 0 w 215"/>
                <a:gd name="T17" fmla="*/ 10 h 996"/>
                <a:gd name="T18" fmla="*/ 0 w 215"/>
                <a:gd name="T19" fmla="*/ 10 h 996"/>
                <a:gd name="T20" fmla="*/ 0 w 215"/>
                <a:gd name="T21" fmla="*/ 11 h 996"/>
                <a:gd name="T22" fmla="*/ 0 w 215"/>
                <a:gd name="T23" fmla="*/ 11 h 996"/>
                <a:gd name="T24" fmla="*/ 0 w 215"/>
                <a:gd name="T25" fmla="*/ 12 h 996"/>
                <a:gd name="T26" fmla="*/ 0 w 215"/>
                <a:gd name="T27" fmla="*/ 13 h 996"/>
                <a:gd name="T28" fmla="*/ 0 w 215"/>
                <a:gd name="T29" fmla="*/ 13 h 996"/>
                <a:gd name="T30" fmla="*/ 0 w 215"/>
                <a:gd name="T31" fmla="*/ 14 h 996"/>
                <a:gd name="T32" fmla="*/ 0 w 215"/>
                <a:gd name="T33" fmla="*/ 14 h 996"/>
                <a:gd name="T34" fmla="*/ 1 w 215"/>
                <a:gd name="T35" fmla="*/ 14 h 996"/>
                <a:gd name="T36" fmla="*/ 1 w 215"/>
                <a:gd name="T37" fmla="*/ 15 h 996"/>
                <a:gd name="T38" fmla="*/ 1 w 215"/>
                <a:gd name="T39" fmla="*/ 15 h 996"/>
                <a:gd name="T40" fmla="*/ 2 w 215"/>
                <a:gd name="T41" fmla="*/ 15 h 996"/>
                <a:gd name="T42" fmla="*/ 2 w 215"/>
                <a:gd name="T43" fmla="*/ 15 h 996"/>
                <a:gd name="T44" fmla="*/ 2 w 215"/>
                <a:gd name="T45" fmla="*/ 15 h 996"/>
                <a:gd name="T46" fmla="*/ 3 w 215"/>
                <a:gd name="T47" fmla="*/ 15 h 996"/>
                <a:gd name="T48" fmla="*/ 3 w 215"/>
                <a:gd name="T49" fmla="*/ 16 h 996"/>
                <a:gd name="T50" fmla="*/ 3 w 215"/>
                <a:gd name="T51" fmla="*/ 15 h 996"/>
                <a:gd name="T52" fmla="*/ 3 w 215"/>
                <a:gd name="T53" fmla="*/ 14 h 996"/>
                <a:gd name="T54" fmla="*/ 3 w 215"/>
                <a:gd name="T55" fmla="*/ 13 h 996"/>
                <a:gd name="T56" fmla="*/ 3 w 215"/>
                <a:gd name="T57" fmla="*/ 13 h 996"/>
                <a:gd name="T58" fmla="*/ 3 w 215"/>
                <a:gd name="T59" fmla="*/ 12 h 996"/>
                <a:gd name="T60" fmla="*/ 3 w 215"/>
                <a:gd name="T61" fmla="*/ 11 h 996"/>
                <a:gd name="T62" fmla="*/ 3 w 215"/>
                <a:gd name="T63" fmla="*/ 10 h 996"/>
                <a:gd name="T64" fmla="*/ 3 w 215"/>
                <a:gd name="T65" fmla="*/ 10 h 996"/>
                <a:gd name="T66" fmla="*/ 3 w 215"/>
                <a:gd name="T67" fmla="*/ 8 h 996"/>
                <a:gd name="T68" fmla="*/ 3 w 215"/>
                <a:gd name="T69" fmla="*/ 7 h 996"/>
                <a:gd name="T70" fmla="*/ 3 w 215"/>
                <a:gd name="T71" fmla="*/ 6 h 996"/>
                <a:gd name="T72" fmla="*/ 3 w 215"/>
                <a:gd name="T73" fmla="*/ 5 h 996"/>
                <a:gd name="T74" fmla="*/ 3 w 215"/>
                <a:gd name="T75" fmla="*/ 4 h 996"/>
                <a:gd name="T76" fmla="*/ 3 w 215"/>
                <a:gd name="T77" fmla="*/ 2 h 996"/>
                <a:gd name="T78" fmla="*/ 3 w 215"/>
                <a:gd name="T79" fmla="*/ 1 h 996"/>
                <a:gd name="T80" fmla="*/ 3 w 215"/>
                <a:gd name="T81" fmla="*/ 0 h 996"/>
                <a:gd name="T82" fmla="*/ 3 w 215"/>
                <a:gd name="T83" fmla="*/ 0 h 996"/>
                <a:gd name="T84" fmla="*/ 3 w 215"/>
                <a:gd name="T85" fmla="*/ 0 h 996"/>
                <a:gd name="T86" fmla="*/ 2 w 215"/>
                <a:gd name="T87" fmla="*/ 0 h 996"/>
                <a:gd name="T88" fmla="*/ 2 w 215"/>
                <a:gd name="T89" fmla="*/ 0 h 996"/>
                <a:gd name="T90" fmla="*/ 2 w 215"/>
                <a:gd name="T91" fmla="*/ 0 h 996"/>
                <a:gd name="T92" fmla="*/ 1 w 215"/>
                <a:gd name="T93" fmla="*/ 1 h 996"/>
                <a:gd name="T94" fmla="*/ 1 w 215"/>
                <a:gd name="T95" fmla="*/ 1 h 996"/>
                <a:gd name="T96" fmla="*/ 1 w 215"/>
                <a:gd name="T97" fmla="*/ 1 h 99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15"/>
                <a:gd name="T148" fmla="*/ 0 h 996"/>
                <a:gd name="T149" fmla="*/ 215 w 215"/>
                <a:gd name="T150" fmla="*/ 996 h 99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15" h="996">
                  <a:moveTo>
                    <a:pt x="47" y="41"/>
                  </a:moveTo>
                  <a:lnTo>
                    <a:pt x="36" y="110"/>
                  </a:lnTo>
                  <a:lnTo>
                    <a:pt x="27" y="181"/>
                  </a:lnTo>
                  <a:lnTo>
                    <a:pt x="19" y="251"/>
                  </a:lnTo>
                  <a:lnTo>
                    <a:pt x="13" y="323"/>
                  </a:lnTo>
                  <a:lnTo>
                    <a:pt x="7" y="395"/>
                  </a:lnTo>
                  <a:lnTo>
                    <a:pt x="3" y="466"/>
                  </a:lnTo>
                  <a:lnTo>
                    <a:pt x="1" y="539"/>
                  </a:lnTo>
                  <a:lnTo>
                    <a:pt x="0" y="612"/>
                  </a:lnTo>
                  <a:lnTo>
                    <a:pt x="0" y="649"/>
                  </a:lnTo>
                  <a:lnTo>
                    <a:pt x="1" y="685"/>
                  </a:lnTo>
                  <a:lnTo>
                    <a:pt x="2" y="723"/>
                  </a:lnTo>
                  <a:lnTo>
                    <a:pt x="3" y="760"/>
                  </a:lnTo>
                  <a:lnTo>
                    <a:pt x="5" y="796"/>
                  </a:lnTo>
                  <a:lnTo>
                    <a:pt x="7" y="833"/>
                  </a:lnTo>
                  <a:lnTo>
                    <a:pt x="9" y="870"/>
                  </a:lnTo>
                  <a:lnTo>
                    <a:pt x="13" y="906"/>
                  </a:lnTo>
                  <a:lnTo>
                    <a:pt x="32" y="918"/>
                  </a:lnTo>
                  <a:lnTo>
                    <a:pt x="52" y="929"/>
                  </a:lnTo>
                  <a:lnTo>
                    <a:pt x="73" y="941"/>
                  </a:lnTo>
                  <a:lnTo>
                    <a:pt x="94" y="951"/>
                  </a:lnTo>
                  <a:lnTo>
                    <a:pt x="114" y="962"/>
                  </a:lnTo>
                  <a:lnTo>
                    <a:pt x="136" y="974"/>
                  </a:lnTo>
                  <a:lnTo>
                    <a:pt x="158" y="984"/>
                  </a:lnTo>
                  <a:lnTo>
                    <a:pt x="181" y="996"/>
                  </a:lnTo>
                  <a:lnTo>
                    <a:pt x="176" y="948"/>
                  </a:lnTo>
                  <a:lnTo>
                    <a:pt x="171" y="901"/>
                  </a:lnTo>
                  <a:lnTo>
                    <a:pt x="167" y="853"/>
                  </a:lnTo>
                  <a:lnTo>
                    <a:pt x="164" y="805"/>
                  </a:lnTo>
                  <a:lnTo>
                    <a:pt x="161" y="757"/>
                  </a:lnTo>
                  <a:lnTo>
                    <a:pt x="160" y="709"/>
                  </a:lnTo>
                  <a:lnTo>
                    <a:pt x="159" y="660"/>
                  </a:lnTo>
                  <a:lnTo>
                    <a:pt x="158" y="612"/>
                  </a:lnTo>
                  <a:lnTo>
                    <a:pt x="159" y="534"/>
                  </a:lnTo>
                  <a:lnTo>
                    <a:pt x="162" y="456"/>
                  </a:lnTo>
                  <a:lnTo>
                    <a:pt x="166" y="379"/>
                  </a:lnTo>
                  <a:lnTo>
                    <a:pt x="172" y="302"/>
                  </a:lnTo>
                  <a:lnTo>
                    <a:pt x="181" y="225"/>
                  </a:lnTo>
                  <a:lnTo>
                    <a:pt x="190" y="150"/>
                  </a:lnTo>
                  <a:lnTo>
                    <a:pt x="201" y="75"/>
                  </a:lnTo>
                  <a:lnTo>
                    <a:pt x="215" y="0"/>
                  </a:lnTo>
                  <a:lnTo>
                    <a:pt x="192" y="4"/>
                  </a:lnTo>
                  <a:lnTo>
                    <a:pt x="170" y="9"/>
                  </a:lnTo>
                  <a:lnTo>
                    <a:pt x="150" y="14"/>
                  </a:lnTo>
                  <a:lnTo>
                    <a:pt x="128" y="19"/>
                  </a:lnTo>
                  <a:lnTo>
                    <a:pt x="107" y="24"/>
                  </a:lnTo>
                  <a:lnTo>
                    <a:pt x="87" y="29"/>
                  </a:lnTo>
                  <a:lnTo>
                    <a:pt x="67" y="34"/>
                  </a:lnTo>
                  <a:lnTo>
                    <a:pt x="47" y="41"/>
                  </a:lnTo>
                  <a:close/>
                </a:path>
              </a:pathLst>
            </a:custGeom>
            <a:solidFill>
              <a:srgbClr val="698F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0" name="Freeform 275"/>
            <p:cNvSpPr>
              <a:spLocks/>
            </p:cNvSpPr>
            <p:nvPr/>
          </p:nvSpPr>
          <p:spPr bwMode="auto">
            <a:xfrm>
              <a:off x="648" y="1633"/>
              <a:ext cx="27" cy="131"/>
            </a:xfrm>
            <a:custGeom>
              <a:avLst/>
              <a:gdLst>
                <a:gd name="T0" fmla="*/ 1 w 219"/>
                <a:gd name="T1" fmla="*/ 1 h 1048"/>
                <a:gd name="T2" fmla="*/ 1 w 219"/>
                <a:gd name="T3" fmla="*/ 2 h 1048"/>
                <a:gd name="T4" fmla="*/ 0 w 219"/>
                <a:gd name="T5" fmla="*/ 3 h 1048"/>
                <a:gd name="T6" fmla="*/ 0 w 219"/>
                <a:gd name="T7" fmla="*/ 4 h 1048"/>
                <a:gd name="T8" fmla="*/ 0 w 219"/>
                <a:gd name="T9" fmla="*/ 5 h 1048"/>
                <a:gd name="T10" fmla="*/ 0 w 219"/>
                <a:gd name="T11" fmla="*/ 6 h 1048"/>
                <a:gd name="T12" fmla="*/ 0 w 219"/>
                <a:gd name="T13" fmla="*/ 7 h 1048"/>
                <a:gd name="T14" fmla="*/ 0 w 219"/>
                <a:gd name="T15" fmla="*/ 9 h 1048"/>
                <a:gd name="T16" fmla="*/ 0 w 219"/>
                <a:gd name="T17" fmla="*/ 10 h 1048"/>
                <a:gd name="T18" fmla="*/ 0 w 219"/>
                <a:gd name="T19" fmla="*/ 10 h 1048"/>
                <a:gd name="T20" fmla="*/ 0 w 219"/>
                <a:gd name="T21" fmla="*/ 11 h 1048"/>
                <a:gd name="T22" fmla="*/ 0 w 219"/>
                <a:gd name="T23" fmla="*/ 12 h 1048"/>
                <a:gd name="T24" fmla="*/ 0 w 219"/>
                <a:gd name="T25" fmla="*/ 12 h 1048"/>
                <a:gd name="T26" fmla="*/ 0 w 219"/>
                <a:gd name="T27" fmla="*/ 13 h 1048"/>
                <a:gd name="T28" fmla="*/ 0 w 219"/>
                <a:gd name="T29" fmla="*/ 14 h 1048"/>
                <a:gd name="T30" fmla="*/ 0 w 219"/>
                <a:gd name="T31" fmla="*/ 14 h 1048"/>
                <a:gd name="T32" fmla="*/ 0 w 219"/>
                <a:gd name="T33" fmla="*/ 15 h 1048"/>
                <a:gd name="T34" fmla="*/ 1 w 219"/>
                <a:gd name="T35" fmla="*/ 15 h 1048"/>
                <a:gd name="T36" fmla="*/ 1 w 219"/>
                <a:gd name="T37" fmla="*/ 15 h 1048"/>
                <a:gd name="T38" fmla="*/ 1 w 219"/>
                <a:gd name="T39" fmla="*/ 16 h 1048"/>
                <a:gd name="T40" fmla="*/ 1 w 219"/>
                <a:gd name="T41" fmla="*/ 16 h 1048"/>
                <a:gd name="T42" fmla="*/ 2 w 219"/>
                <a:gd name="T43" fmla="*/ 16 h 1048"/>
                <a:gd name="T44" fmla="*/ 2 w 219"/>
                <a:gd name="T45" fmla="*/ 16 h 1048"/>
                <a:gd name="T46" fmla="*/ 2 w 219"/>
                <a:gd name="T47" fmla="*/ 16 h 1048"/>
                <a:gd name="T48" fmla="*/ 3 w 219"/>
                <a:gd name="T49" fmla="*/ 16 h 1048"/>
                <a:gd name="T50" fmla="*/ 3 w 219"/>
                <a:gd name="T51" fmla="*/ 15 h 1048"/>
                <a:gd name="T52" fmla="*/ 3 w 219"/>
                <a:gd name="T53" fmla="*/ 15 h 1048"/>
                <a:gd name="T54" fmla="*/ 3 w 219"/>
                <a:gd name="T55" fmla="*/ 14 h 1048"/>
                <a:gd name="T56" fmla="*/ 2 w 219"/>
                <a:gd name="T57" fmla="*/ 13 h 1048"/>
                <a:gd name="T58" fmla="*/ 2 w 219"/>
                <a:gd name="T59" fmla="*/ 12 h 1048"/>
                <a:gd name="T60" fmla="*/ 2 w 219"/>
                <a:gd name="T61" fmla="*/ 11 h 1048"/>
                <a:gd name="T62" fmla="*/ 2 w 219"/>
                <a:gd name="T63" fmla="*/ 11 h 1048"/>
                <a:gd name="T64" fmla="*/ 2 w 219"/>
                <a:gd name="T65" fmla="*/ 10 h 1048"/>
                <a:gd name="T66" fmla="*/ 2 w 219"/>
                <a:gd name="T67" fmla="*/ 8 h 1048"/>
                <a:gd name="T68" fmla="*/ 2 w 219"/>
                <a:gd name="T69" fmla="*/ 7 h 1048"/>
                <a:gd name="T70" fmla="*/ 3 w 219"/>
                <a:gd name="T71" fmla="*/ 6 h 1048"/>
                <a:gd name="T72" fmla="*/ 3 w 219"/>
                <a:gd name="T73" fmla="*/ 5 h 1048"/>
                <a:gd name="T74" fmla="*/ 3 w 219"/>
                <a:gd name="T75" fmla="*/ 4 h 1048"/>
                <a:gd name="T76" fmla="*/ 3 w 219"/>
                <a:gd name="T77" fmla="*/ 2 h 1048"/>
                <a:gd name="T78" fmla="*/ 3 w 219"/>
                <a:gd name="T79" fmla="*/ 1 h 1048"/>
                <a:gd name="T80" fmla="*/ 3 w 219"/>
                <a:gd name="T81" fmla="*/ 0 h 1048"/>
                <a:gd name="T82" fmla="*/ 3 w 219"/>
                <a:gd name="T83" fmla="*/ 0 h 1048"/>
                <a:gd name="T84" fmla="*/ 3 w 219"/>
                <a:gd name="T85" fmla="*/ 0 h 1048"/>
                <a:gd name="T86" fmla="*/ 2 w 219"/>
                <a:gd name="T87" fmla="*/ 0 h 1048"/>
                <a:gd name="T88" fmla="*/ 2 w 219"/>
                <a:gd name="T89" fmla="*/ 0 h 1048"/>
                <a:gd name="T90" fmla="*/ 2 w 219"/>
                <a:gd name="T91" fmla="*/ 0 h 1048"/>
                <a:gd name="T92" fmla="*/ 1 w 219"/>
                <a:gd name="T93" fmla="*/ 0 h 1048"/>
                <a:gd name="T94" fmla="*/ 1 w 219"/>
                <a:gd name="T95" fmla="*/ 0 h 1048"/>
                <a:gd name="T96" fmla="*/ 1 w 219"/>
                <a:gd name="T97" fmla="*/ 1 h 10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19"/>
                <a:gd name="T148" fmla="*/ 0 h 1048"/>
                <a:gd name="T149" fmla="*/ 219 w 219"/>
                <a:gd name="T150" fmla="*/ 1048 h 10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19" h="1048">
                  <a:moveTo>
                    <a:pt x="52" y="33"/>
                  </a:moveTo>
                  <a:lnTo>
                    <a:pt x="39" y="104"/>
                  </a:lnTo>
                  <a:lnTo>
                    <a:pt x="29" y="178"/>
                  </a:lnTo>
                  <a:lnTo>
                    <a:pt x="21" y="252"/>
                  </a:lnTo>
                  <a:lnTo>
                    <a:pt x="13" y="326"/>
                  </a:lnTo>
                  <a:lnTo>
                    <a:pt x="7" y="399"/>
                  </a:lnTo>
                  <a:lnTo>
                    <a:pt x="3" y="475"/>
                  </a:lnTo>
                  <a:lnTo>
                    <a:pt x="1" y="550"/>
                  </a:lnTo>
                  <a:lnTo>
                    <a:pt x="0" y="626"/>
                  </a:lnTo>
                  <a:lnTo>
                    <a:pt x="0" y="669"/>
                  </a:lnTo>
                  <a:lnTo>
                    <a:pt x="1" y="712"/>
                  </a:lnTo>
                  <a:lnTo>
                    <a:pt x="3" y="754"/>
                  </a:lnTo>
                  <a:lnTo>
                    <a:pt x="4" y="797"/>
                  </a:lnTo>
                  <a:lnTo>
                    <a:pt x="7" y="840"/>
                  </a:lnTo>
                  <a:lnTo>
                    <a:pt x="9" y="882"/>
                  </a:lnTo>
                  <a:lnTo>
                    <a:pt x="13" y="924"/>
                  </a:lnTo>
                  <a:lnTo>
                    <a:pt x="18" y="967"/>
                  </a:lnTo>
                  <a:lnTo>
                    <a:pt x="37" y="977"/>
                  </a:lnTo>
                  <a:lnTo>
                    <a:pt x="57" y="988"/>
                  </a:lnTo>
                  <a:lnTo>
                    <a:pt x="78" y="998"/>
                  </a:lnTo>
                  <a:lnTo>
                    <a:pt x="99" y="1009"/>
                  </a:lnTo>
                  <a:lnTo>
                    <a:pt x="120" y="1019"/>
                  </a:lnTo>
                  <a:lnTo>
                    <a:pt x="142" y="1028"/>
                  </a:lnTo>
                  <a:lnTo>
                    <a:pt x="164" y="1039"/>
                  </a:lnTo>
                  <a:lnTo>
                    <a:pt x="186" y="1048"/>
                  </a:lnTo>
                  <a:lnTo>
                    <a:pt x="180" y="996"/>
                  </a:lnTo>
                  <a:lnTo>
                    <a:pt x="174" y="944"/>
                  </a:lnTo>
                  <a:lnTo>
                    <a:pt x="169" y="891"/>
                  </a:lnTo>
                  <a:lnTo>
                    <a:pt x="165" y="839"/>
                  </a:lnTo>
                  <a:lnTo>
                    <a:pt x="162" y="785"/>
                  </a:lnTo>
                  <a:lnTo>
                    <a:pt x="160" y="732"/>
                  </a:lnTo>
                  <a:lnTo>
                    <a:pt x="159" y="680"/>
                  </a:lnTo>
                  <a:lnTo>
                    <a:pt x="159" y="626"/>
                  </a:lnTo>
                  <a:lnTo>
                    <a:pt x="160" y="546"/>
                  </a:lnTo>
                  <a:lnTo>
                    <a:pt x="162" y="466"/>
                  </a:lnTo>
                  <a:lnTo>
                    <a:pt x="167" y="387"/>
                  </a:lnTo>
                  <a:lnTo>
                    <a:pt x="173" y="308"/>
                  </a:lnTo>
                  <a:lnTo>
                    <a:pt x="183" y="230"/>
                  </a:lnTo>
                  <a:lnTo>
                    <a:pt x="193" y="153"/>
                  </a:lnTo>
                  <a:lnTo>
                    <a:pt x="205" y="76"/>
                  </a:lnTo>
                  <a:lnTo>
                    <a:pt x="219" y="0"/>
                  </a:lnTo>
                  <a:lnTo>
                    <a:pt x="197" y="4"/>
                  </a:lnTo>
                  <a:lnTo>
                    <a:pt x="175" y="7"/>
                  </a:lnTo>
                  <a:lnTo>
                    <a:pt x="155" y="11"/>
                  </a:lnTo>
                  <a:lnTo>
                    <a:pt x="133" y="15"/>
                  </a:lnTo>
                  <a:lnTo>
                    <a:pt x="112" y="19"/>
                  </a:lnTo>
                  <a:lnTo>
                    <a:pt x="92" y="23"/>
                  </a:lnTo>
                  <a:lnTo>
                    <a:pt x="72" y="28"/>
                  </a:lnTo>
                  <a:lnTo>
                    <a:pt x="52" y="33"/>
                  </a:lnTo>
                  <a:close/>
                </a:path>
              </a:pathLst>
            </a:custGeom>
            <a:solidFill>
              <a:srgbClr val="6B91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1" name="Freeform 276"/>
            <p:cNvSpPr>
              <a:spLocks/>
            </p:cNvSpPr>
            <p:nvPr/>
          </p:nvSpPr>
          <p:spPr bwMode="auto">
            <a:xfrm>
              <a:off x="658" y="1632"/>
              <a:ext cx="28" cy="137"/>
            </a:xfrm>
            <a:custGeom>
              <a:avLst/>
              <a:gdLst>
                <a:gd name="T0" fmla="*/ 1 w 223"/>
                <a:gd name="T1" fmla="*/ 0 h 1096"/>
                <a:gd name="T2" fmla="*/ 1 w 223"/>
                <a:gd name="T3" fmla="*/ 2 h 1096"/>
                <a:gd name="T4" fmla="*/ 1 w 223"/>
                <a:gd name="T5" fmla="*/ 3 h 1096"/>
                <a:gd name="T6" fmla="*/ 0 w 223"/>
                <a:gd name="T7" fmla="*/ 4 h 1096"/>
                <a:gd name="T8" fmla="*/ 0 w 223"/>
                <a:gd name="T9" fmla="*/ 5 h 1096"/>
                <a:gd name="T10" fmla="*/ 0 w 223"/>
                <a:gd name="T11" fmla="*/ 6 h 1096"/>
                <a:gd name="T12" fmla="*/ 0 w 223"/>
                <a:gd name="T13" fmla="*/ 7 h 1096"/>
                <a:gd name="T14" fmla="*/ 0 w 223"/>
                <a:gd name="T15" fmla="*/ 9 h 1096"/>
                <a:gd name="T16" fmla="*/ 0 w 223"/>
                <a:gd name="T17" fmla="*/ 10 h 1096"/>
                <a:gd name="T18" fmla="*/ 0 w 223"/>
                <a:gd name="T19" fmla="*/ 11 h 1096"/>
                <a:gd name="T20" fmla="*/ 0 w 223"/>
                <a:gd name="T21" fmla="*/ 11 h 1096"/>
                <a:gd name="T22" fmla="*/ 0 w 223"/>
                <a:gd name="T23" fmla="*/ 12 h 1096"/>
                <a:gd name="T24" fmla="*/ 0 w 223"/>
                <a:gd name="T25" fmla="*/ 13 h 1096"/>
                <a:gd name="T26" fmla="*/ 0 w 223"/>
                <a:gd name="T27" fmla="*/ 14 h 1096"/>
                <a:gd name="T28" fmla="*/ 0 w 223"/>
                <a:gd name="T29" fmla="*/ 14 h 1096"/>
                <a:gd name="T30" fmla="*/ 0 w 223"/>
                <a:gd name="T31" fmla="*/ 15 h 1096"/>
                <a:gd name="T32" fmla="*/ 0 w 223"/>
                <a:gd name="T33" fmla="*/ 16 h 1096"/>
                <a:gd name="T34" fmla="*/ 1 w 223"/>
                <a:gd name="T35" fmla="*/ 16 h 1096"/>
                <a:gd name="T36" fmla="*/ 1 w 223"/>
                <a:gd name="T37" fmla="*/ 16 h 1096"/>
                <a:gd name="T38" fmla="*/ 1 w 223"/>
                <a:gd name="T39" fmla="*/ 16 h 1096"/>
                <a:gd name="T40" fmla="*/ 2 w 223"/>
                <a:gd name="T41" fmla="*/ 17 h 1096"/>
                <a:gd name="T42" fmla="*/ 2 w 223"/>
                <a:gd name="T43" fmla="*/ 17 h 1096"/>
                <a:gd name="T44" fmla="*/ 2 w 223"/>
                <a:gd name="T45" fmla="*/ 17 h 1096"/>
                <a:gd name="T46" fmla="*/ 3 w 223"/>
                <a:gd name="T47" fmla="*/ 17 h 1096"/>
                <a:gd name="T48" fmla="*/ 3 w 223"/>
                <a:gd name="T49" fmla="*/ 17 h 1096"/>
                <a:gd name="T50" fmla="*/ 3 w 223"/>
                <a:gd name="T51" fmla="*/ 16 h 1096"/>
                <a:gd name="T52" fmla="*/ 3 w 223"/>
                <a:gd name="T53" fmla="*/ 15 h 1096"/>
                <a:gd name="T54" fmla="*/ 3 w 223"/>
                <a:gd name="T55" fmla="*/ 14 h 1096"/>
                <a:gd name="T56" fmla="*/ 3 w 223"/>
                <a:gd name="T57" fmla="*/ 14 h 1096"/>
                <a:gd name="T58" fmla="*/ 3 w 223"/>
                <a:gd name="T59" fmla="*/ 13 h 1096"/>
                <a:gd name="T60" fmla="*/ 3 w 223"/>
                <a:gd name="T61" fmla="*/ 12 h 1096"/>
                <a:gd name="T62" fmla="*/ 3 w 223"/>
                <a:gd name="T63" fmla="*/ 11 h 1096"/>
                <a:gd name="T64" fmla="*/ 3 w 223"/>
                <a:gd name="T65" fmla="*/ 10 h 1096"/>
                <a:gd name="T66" fmla="*/ 3 w 223"/>
                <a:gd name="T67" fmla="*/ 9 h 1096"/>
                <a:gd name="T68" fmla="*/ 3 w 223"/>
                <a:gd name="T69" fmla="*/ 7 h 1096"/>
                <a:gd name="T70" fmla="*/ 3 w 223"/>
                <a:gd name="T71" fmla="*/ 6 h 1096"/>
                <a:gd name="T72" fmla="*/ 3 w 223"/>
                <a:gd name="T73" fmla="*/ 5 h 1096"/>
                <a:gd name="T74" fmla="*/ 3 w 223"/>
                <a:gd name="T75" fmla="*/ 4 h 1096"/>
                <a:gd name="T76" fmla="*/ 3 w 223"/>
                <a:gd name="T77" fmla="*/ 2 h 1096"/>
                <a:gd name="T78" fmla="*/ 3 w 223"/>
                <a:gd name="T79" fmla="*/ 1 h 1096"/>
                <a:gd name="T80" fmla="*/ 4 w 223"/>
                <a:gd name="T81" fmla="*/ 0 h 1096"/>
                <a:gd name="T82" fmla="*/ 3 w 223"/>
                <a:gd name="T83" fmla="*/ 0 h 1096"/>
                <a:gd name="T84" fmla="*/ 3 w 223"/>
                <a:gd name="T85" fmla="*/ 0 h 1096"/>
                <a:gd name="T86" fmla="*/ 3 w 223"/>
                <a:gd name="T87" fmla="*/ 0 h 1096"/>
                <a:gd name="T88" fmla="*/ 2 w 223"/>
                <a:gd name="T89" fmla="*/ 0 h 1096"/>
                <a:gd name="T90" fmla="*/ 2 w 223"/>
                <a:gd name="T91" fmla="*/ 0 h 1096"/>
                <a:gd name="T92" fmla="*/ 2 w 223"/>
                <a:gd name="T93" fmla="*/ 0 h 1096"/>
                <a:gd name="T94" fmla="*/ 1 w 223"/>
                <a:gd name="T95" fmla="*/ 0 h 1096"/>
                <a:gd name="T96" fmla="*/ 1 w 223"/>
                <a:gd name="T97" fmla="*/ 0 h 109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23"/>
                <a:gd name="T148" fmla="*/ 0 h 1096"/>
                <a:gd name="T149" fmla="*/ 223 w 223"/>
                <a:gd name="T150" fmla="*/ 1096 h 109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23" h="1096">
                  <a:moveTo>
                    <a:pt x="57" y="26"/>
                  </a:moveTo>
                  <a:lnTo>
                    <a:pt x="43" y="101"/>
                  </a:lnTo>
                  <a:lnTo>
                    <a:pt x="32" y="176"/>
                  </a:lnTo>
                  <a:lnTo>
                    <a:pt x="23" y="251"/>
                  </a:lnTo>
                  <a:lnTo>
                    <a:pt x="14" y="328"/>
                  </a:lnTo>
                  <a:lnTo>
                    <a:pt x="8" y="405"/>
                  </a:lnTo>
                  <a:lnTo>
                    <a:pt x="4" y="482"/>
                  </a:lnTo>
                  <a:lnTo>
                    <a:pt x="1" y="560"/>
                  </a:lnTo>
                  <a:lnTo>
                    <a:pt x="0" y="638"/>
                  </a:lnTo>
                  <a:lnTo>
                    <a:pt x="1" y="686"/>
                  </a:lnTo>
                  <a:lnTo>
                    <a:pt x="2" y="735"/>
                  </a:lnTo>
                  <a:lnTo>
                    <a:pt x="3" y="783"/>
                  </a:lnTo>
                  <a:lnTo>
                    <a:pt x="6" y="831"/>
                  </a:lnTo>
                  <a:lnTo>
                    <a:pt x="9" y="879"/>
                  </a:lnTo>
                  <a:lnTo>
                    <a:pt x="13" y="927"/>
                  </a:lnTo>
                  <a:lnTo>
                    <a:pt x="18" y="974"/>
                  </a:lnTo>
                  <a:lnTo>
                    <a:pt x="23" y="1022"/>
                  </a:lnTo>
                  <a:lnTo>
                    <a:pt x="42" y="1031"/>
                  </a:lnTo>
                  <a:lnTo>
                    <a:pt x="63" y="1040"/>
                  </a:lnTo>
                  <a:lnTo>
                    <a:pt x="84" y="1051"/>
                  </a:lnTo>
                  <a:lnTo>
                    <a:pt x="105" y="1060"/>
                  </a:lnTo>
                  <a:lnTo>
                    <a:pt x="126" y="1069"/>
                  </a:lnTo>
                  <a:lnTo>
                    <a:pt x="147" y="1079"/>
                  </a:lnTo>
                  <a:lnTo>
                    <a:pt x="169" y="1087"/>
                  </a:lnTo>
                  <a:lnTo>
                    <a:pt x="192" y="1096"/>
                  </a:lnTo>
                  <a:lnTo>
                    <a:pt x="184" y="1040"/>
                  </a:lnTo>
                  <a:lnTo>
                    <a:pt x="177" y="983"/>
                  </a:lnTo>
                  <a:lnTo>
                    <a:pt x="171" y="926"/>
                  </a:lnTo>
                  <a:lnTo>
                    <a:pt x="167" y="869"/>
                  </a:lnTo>
                  <a:lnTo>
                    <a:pt x="163" y="812"/>
                  </a:lnTo>
                  <a:lnTo>
                    <a:pt x="161" y="754"/>
                  </a:lnTo>
                  <a:lnTo>
                    <a:pt x="159" y="696"/>
                  </a:lnTo>
                  <a:lnTo>
                    <a:pt x="159" y="638"/>
                  </a:lnTo>
                  <a:lnTo>
                    <a:pt x="160" y="556"/>
                  </a:lnTo>
                  <a:lnTo>
                    <a:pt x="163" y="475"/>
                  </a:lnTo>
                  <a:lnTo>
                    <a:pt x="168" y="395"/>
                  </a:lnTo>
                  <a:lnTo>
                    <a:pt x="174" y="315"/>
                  </a:lnTo>
                  <a:lnTo>
                    <a:pt x="184" y="235"/>
                  </a:lnTo>
                  <a:lnTo>
                    <a:pt x="195" y="156"/>
                  </a:lnTo>
                  <a:lnTo>
                    <a:pt x="207" y="78"/>
                  </a:lnTo>
                  <a:lnTo>
                    <a:pt x="223" y="0"/>
                  </a:lnTo>
                  <a:lnTo>
                    <a:pt x="201" y="3"/>
                  </a:lnTo>
                  <a:lnTo>
                    <a:pt x="179" y="6"/>
                  </a:lnTo>
                  <a:lnTo>
                    <a:pt x="159" y="10"/>
                  </a:lnTo>
                  <a:lnTo>
                    <a:pt x="138" y="13"/>
                  </a:lnTo>
                  <a:lnTo>
                    <a:pt x="117" y="16"/>
                  </a:lnTo>
                  <a:lnTo>
                    <a:pt x="96" y="19"/>
                  </a:lnTo>
                  <a:lnTo>
                    <a:pt x="77" y="23"/>
                  </a:lnTo>
                  <a:lnTo>
                    <a:pt x="57" y="26"/>
                  </a:lnTo>
                  <a:close/>
                </a:path>
              </a:pathLst>
            </a:custGeom>
            <a:solidFill>
              <a:srgbClr val="6D9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2" name="Freeform 277"/>
            <p:cNvSpPr>
              <a:spLocks/>
            </p:cNvSpPr>
            <p:nvPr/>
          </p:nvSpPr>
          <p:spPr bwMode="auto">
            <a:xfrm>
              <a:off x="668" y="1631"/>
              <a:ext cx="28" cy="142"/>
            </a:xfrm>
            <a:custGeom>
              <a:avLst/>
              <a:gdLst>
                <a:gd name="T0" fmla="*/ 1 w 225"/>
                <a:gd name="T1" fmla="*/ 0 h 1138"/>
                <a:gd name="T2" fmla="*/ 1 w 225"/>
                <a:gd name="T3" fmla="*/ 1 h 1138"/>
                <a:gd name="T4" fmla="*/ 0 w 225"/>
                <a:gd name="T5" fmla="*/ 3 h 1138"/>
                <a:gd name="T6" fmla="*/ 0 w 225"/>
                <a:gd name="T7" fmla="*/ 4 h 1138"/>
                <a:gd name="T8" fmla="*/ 0 w 225"/>
                <a:gd name="T9" fmla="*/ 5 h 1138"/>
                <a:gd name="T10" fmla="*/ 0 w 225"/>
                <a:gd name="T11" fmla="*/ 6 h 1138"/>
                <a:gd name="T12" fmla="*/ 0 w 225"/>
                <a:gd name="T13" fmla="*/ 8 h 1138"/>
                <a:gd name="T14" fmla="*/ 0 w 225"/>
                <a:gd name="T15" fmla="*/ 9 h 1138"/>
                <a:gd name="T16" fmla="*/ 0 w 225"/>
                <a:gd name="T17" fmla="*/ 10 h 1138"/>
                <a:gd name="T18" fmla="*/ 0 w 225"/>
                <a:gd name="T19" fmla="*/ 11 h 1138"/>
                <a:gd name="T20" fmla="*/ 0 w 225"/>
                <a:gd name="T21" fmla="*/ 12 h 1138"/>
                <a:gd name="T22" fmla="*/ 0 w 225"/>
                <a:gd name="T23" fmla="*/ 12 h 1138"/>
                <a:gd name="T24" fmla="*/ 0 w 225"/>
                <a:gd name="T25" fmla="*/ 13 h 1138"/>
                <a:gd name="T26" fmla="*/ 0 w 225"/>
                <a:gd name="T27" fmla="*/ 14 h 1138"/>
                <a:gd name="T28" fmla="*/ 0 w 225"/>
                <a:gd name="T29" fmla="*/ 15 h 1138"/>
                <a:gd name="T30" fmla="*/ 0 w 225"/>
                <a:gd name="T31" fmla="*/ 16 h 1138"/>
                <a:gd name="T32" fmla="*/ 0 w 225"/>
                <a:gd name="T33" fmla="*/ 17 h 1138"/>
                <a:gd name="T34" fmla="*/ 1 w 225"/>
                <a:gd name="T35" fmla="*/ 17 h 1138"/>
                <a:gd name="T36" fmla="*/ 1 w 225"/>
                <a:gd name="T37" fmla="*/ 17 h 1138"/>
                <a:gd name="T38" fmla="*/ 1 w 225"/>
                <a:gd name="T39" fmla="*/ 17 h 1138"/>
                <a:gd name="T40" fmla="*/ 2 w 225"/>
                <a:gd name="T41" fmla="*/ 17 h 1138"/>
                <a:gd name="T42" fmla="*/ 2 w 225"/>
                <a:gd name="T43" fmla="*/ 17 h 1138"/>
                <a:gd name="T44" fmla="*/ 2 w 225"/>
                <a:gd name="T45" fmla="*/ 17 h 1138"/>
                <a:gd name="T46" fmla="*/ 3 w 225"/>
                <a:gd name="T47" fmla="*/ 18 h 1138"/>
                <a:gd name="T48" fmla="*/ 3 w 225"/>
                <a:gd name="T49" fmla="*/ 18 h 1138"/>
                <a:gd name="T50" fmla="*/ 3 w 225"/>
                <a:gd name="T51" fmla="*/ 17 h 1138"/>
                <a:gd name="T52" fmla="*/ 3 w 225"/>
                <a:gd name="T53" fmla="*/ 16 h 1138"/>
                <a:gd name="T54" fmla="*/ 3 w 225"/>
                <a:gd name="T55" fmla="*/ 15 h 1138"/>
                <a:gd name="T56" fmla="*/ 3 w 225"/>
                <a:gd name="T57" fmla="*/ 14 h 1138"/>
                <a:gd name="T58" fmla="*/ 2 w 225"/>
                <a:gd name="T59" fmla="*/ 13 h 1138"/>
                <a:gd name="T60" fmla="*/ 2 w 225"/>
                <a:gd name="T61" fmla="*/ 12 h 1138"/>
                <a:gd name="T62" fmla="*/ 2 w 225"/>
                <a:gd name="T63" fmla="*/ 11 h 1138"/>
                <a:gd name="T64" fmla="*/ 2 w 225"/>
                <a:gd name="T65" fmla="*/ 10 h 1138"/>
                <a:gd name="T66" fmla="*/ 2 w 225"/>
                <a:gd name="T67" fmla="*/ 9 h 1138"/>
                <a:gd name="T68" fmla="*/ 2 w 225"/>
                <a:gd name="T69" fmla="*/ 9 h 1138"/>
                <a:gd name="T70" fmla="*/ 2 w 225"/>
                <a:gd name="T71" fmla="*/ 8 h 1138"/>
                <a:gd name="T72" fmla="*/ 2 w 225"/>
                <a:gd name="T73" fmla="*/ 7 h 1138"/>
                <a:gd name="T74" fmla="*/ 2 w 225"/>
                <a:gd name="T75" fmla="*/ 7 h 1138"/>
                <a:gd name="T76" fmla="*/ 3 w 225"/>
                <a:gd name="T77" fmla="*/ 6 h 1138"/>
                <a:gd name="T78" fmla="*/ 3 w 225"/>
                <a:gd name="T79" fmla="*/ 6 h 1138"/>
                <a:gd name="T80" fmla="*/ 3 w 225"/>
                <a:gd name="T81" fmla="*/ 5 h 1138"/>
                <a:gd name="T82" fmla="*/ 3 w 225"/>
                <a:gd name="T83" fmla="*/ 4 h 1138"/>
                <a:gd name="T84" fmla="*/ 3 w 225"/>
                <a:gd name="T85" fmla="*/ 4 h 1138"/>
                <a:gd name="T86" fmla="*/ 3 w 225"/>
                <a:gd name="T87" fmla="*/ 3 h 1138"/>
                <a:gd name="T88" fmla="*/ 3 w 225"/>
                <a:gd name="T89" fmla="*/ 2 h 1138"/>
                <a:gd name="T90" fmla="*/ 3 w 225"/>
                <a:gd name="T91" fmla="*/ 1 h 1138"/>
                <a:gd name="T92" fmla="*/ 3 w 225"/>
                <a:gd name="T93" fmla="*/ 0 h 1138"/>
                <a:gd name="T94" fmla="*/ 3 w 225"/>
                <a:gd name="T95" fmla="*/ 0 h 1138"/>
                <a:gd name="T96" fmla="*/ 3 w 225"/>
                <a:gd name="T97" fmla="*/ 0 h 1138"/>
                <a:gd name="T98" fmla="*/ 2 w 225"/>
                <a:gd name="T99" fmla="*/ 0 h 1138"/>
                <a:gd name="T100" fmla="*/ 2 w 225"/>
                <a:gd name="T101" fmla="*/ 0 h 1138"/>
                <a:gd name="T102" fmla="*/ 2 w 225"/>
                <a:gd name="T103" fmla="*/ 0 h 1138"/>
                <a:gd name="T104" fmla="*/ 1 w 225"/>
                <a:gd name="T105" fmla="*/ 0 h 1138"/>
                <a:gd name="T106" fmla="*/ 1 w 225"/>
                <a:gd name="T107" fmla="*/ 0 h 1138"/>
                <a:gd name="T108" fmla="*/ 1 w 225"/>
                <a:gd name="T109" fmla="*/ 0 h 113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25"/>
                <a:gd name="T166" fmla="*/ 0 h 1138"/>
                <a:gd name="T167" fmla="*/ 225 w 225"/>
                <a:gd name="T168" fmla="*/ 1138 h 113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25" h="1138">
                  <a:moveTo>
                    <a:pt x="60" y="20"/>
                  </a:moveTo>
                  <a:lnTo>
                    <a:pt x="45" y="96"/>
                  </a:lnTo>
                  <a:lnTo>
                    <a:pt x="34" y="173"/>
                  </a:lnTo>
                  <a:lnTo>
                    <a:pt x="24" y="250"/>
                  </a:lnTo>
                  <a:lnTo>
                    <a:pt x="14" y="328"/>
                  </a:lnTo>
                  <a:lnTo>
                    <a:pt x="8" y="407"/>
                  </a:lnTo>
                  <a:lnTo>
                    <a:pt x="3" y="486"/>
                  </a:lnTo>
                  <a:lnTo>
                    <a:pt x="0" y="566"/>
                  </a:lnTo>
                  <a:lnTo>
                    <a:pt x="0" y="646"/>
                  </a:lnTo>
                  <a:lnTo>
                    <a:pt x="0" y="700"/>
                  </a:lnTo>
                  <a:lnTo>
                    <a:pt x="1" y="752"/>
                  </a:lnTo>
                  <a:lnTo>
                    <a:pt x="3" y="805"/>
                  </a:lnTo>
                  <a:lnTo>
                    <a:pt x="6" y="858"/>
                  </a:lnTo>
                  <a:lnTo>
                    <a:pt x="10" y="911"/>
                  </a:lnTo>
                  <a:lnTo>
                    <a:pt x="15" y="964"/>
                  </a:lnTo>
                  <a:lnTo>
                    <a:pt x="21" y="1016"/>
                  </a:lnTo>
                  <a:lnTo>
                    <a:pt x="27" y="1068"/>
                  </a:lnTo>
                  <a:lnTo>
                    <a:pt x="48" y="1077"/>
                  </a:lnTo>
                  <a:lnTo>
                    <a:pt x="68" y="1087"/>
                  </a:lnTo>
                  <a:lnTo>
                    <a:pt x="89" y="1095"/>
                  </a:lnTo>
                  <a:lnTo>
                    <a:pt x="110" y="1103"/>
                  </a:lnTo>
                  <a:lnTo>
                    <a:pt x="132" y="1113"/>
                  </a:lnTo>
                  <a:lnTo>
                    <a:pt x="152" y="1121"/>
                  </a:lnTo>
                  <a:lnTo>
                    <a:pt x="174" y="1129"/>
                  </a:lnTo>
                  <a:lnTo>
                    <a:pt x="197" y="1138"/>
                  </a:lnTo>
                  <a:lnTo>
                    <a:pt x="188" y="1077"/>
                  </a:lnTo>
                  <a:lnTo>
                    <a:pt x="179" y="1017"/>
                  </a:lnTo>
                  <a:lnTo>
                    <a:pt x="173" y="956"/>
                  </a:lnTo>
                  <a:lnTo>
                    <a:pt x="168" y="895"/>
                  </a:lnTo>
                  <a:lnTo>
                    <a:pt x="163" y="832"/>
                  </a:lnTo>
                  <a:lnTo>
                    <a:pt x="160" y="770"/>
                  </a:lnTo>
                  <a:lnTo>
                    <a:pt x="158" y="708"/>
                  </a:lnTo>
                  <a:lnTo>
                    <a:pt x="158" y="646"/>
                  </a:lnTo>
                  <a:lnTo>
                    <a:pt x="158" y="604"/>
                  </a:lnTo>
                  <a:lnTo>
                    <a:pt x="159" y="562"/>
                  </a:lnTo>
                  <a:lnTo>
                    <a:pt x="160" y="521"/>
                  </a:lnTo>
                  <a:lnTo>
                    <a:pt x="162" y="480"/>
                  </a:lnTo>
                  <a:lnTo>
                    <a:pt x="164" y="439"/>
                  </a:lnTo>
                  <a:lnTo>
                    <a:pt x="167" y="398"/>
                  </a:lnTo>
                  <a:lnTo>
                    <a:pt x="171" y="358"/>
                  </a:lnTo>
                  <a:lnTo>
                    <a:pt x="175" y="318"/>
                  </a:lnTo>
                  <a:lnTo>
                    <a:pt x="179" y="277"/>
                  </a:lnTo>
                  <a:lnTo>
                    <a:pt x="184" y="237"/>
                  </a:lnTo>
                  <a:lnTo>
                    <a:pt x="190" y="197"/>
                  </a:lnTo>
                  <a:lnTo>
                    <a:pt x="196" y="157"/>
                  </a:lnTo>
                  <a:lnTo>
                    <a:pt x="209" y="78"/>
                  </a:lnTo>
                  <a:lnTo>
                    <a:pt x="225" y="0"/>
                  </a:lnTo>
                  <a:lnTo>
                    <a:pt x="204" y="2"/>
                  </a:lnTo>
                  <a:lnTo>
                    <a:pt x="182" y="4"/>
                  </a:lnTo>
                  <a:lnTo>
                    <a:pt x="162" y="6"/>
                  </a:lnTo>
                  <a:lnTo>
                    <a:pt x="141" y="8"/>
                  </a:lnTo>
                  <a:lnTo>
                    <a:pt x="120" y="11"/>
                  </a:lnTo>
                  <a:lnTo>
                    <a:pt x="100" y="14"/>
                  </a:lnTo>
                  <a:lnTo>
                    <a:pt x="80" y="17"/>
                  </a:lnTo>
                  <a:lnTo>
                    <a:pt x="60" y="20"/>
                  </a:lnTo>
                  <a:close/>
                </a:path>
              </a:pathLst>
            </a:custGeom>
            <a:solidFill>
              <a:srgbClr val="6E9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3" name="Freeform 278"/>
            <p:cNvSpPr>
              <a:spLocks/>
            </p:cNvSpPr>
            <p:nvPr/>
          </p:nvSpPr>
          <p:spPr bwMode="auto">
            <a:xfrm>
              <a:off x="678" y="1630"/>
              <a:ext cx="28" cy="147"/>
            </a:xfrm>
            <a:custGeom>
              <a:avLst/>
              <a:gdLst>
                <a:gd name="T0" fmla="*/ 1 w 229"/>
                <a:gd name="T1" fmla="*/ 0 h 1176"/>
                <a:gd name="T2" fmla="*/ 1 w 229"/>
                <a:gd name="T3" fmla="*/ 1 h 1176"/>
                <a:gd name="T4" fmla="*/ 0 w 229"/>
                <a:gd name="T5" fmla="*/ 3 h 1176"/>
                <a:gd name="T6" fmla="*/ 0 w 229"/>
                <a:gd name="T7" fmla="*/ 4 h 1176"/>
                <a:gd name="T8" fmla="*/ 0 w 229"/>
                <a:gd name="T9" fmla="*/ 5 h 1176"/>
                <a:gd name="T10" fmla="*/ 0 w 229"/>
                <a:gd name="T11" fmla="*/ 6 h 1176"/>
                <a:gd name="T12" fmla="*/ 0 w 229"/>
                <a:gd name="T13" fmla="*/ 8 h 1176"/>
                <a:gd name="T14" fmla="*/ 0 w 229"/>
                <a:gd name="T15" fmla="*/ 9 h 1176"/>
                <a:gd name="T16" fmla="*/ 0 w 229"/>
                <a:gd name="T17" fmla="*/ 10 h 1176"/>
                <a:gd name="T18" fmla="*/ 0 w 229"/>
                <a:gd name="T19" fmla="*/ 11 h 1176"/>
                <a:gd name="T20" fmla="*/ 0 w 229"/>
                <a:gd name="T21" fmla="*/ 12 h 1176"/>
                <a:gd name="T22" fmla="*/ 0 w 229"/>
                <a:gd name="T23" fmla="*/ 13 h 1176"/>
                <a:gd name="T24" fmla="*/ 0 w 229"/>
                <a:gd name="T25" fmla="*/ 14 h 1176"/>
                <a:gd name="T26" fmla="*/ 0 w 229"/>
                <a:gd name="T27" fmla="*/ 15 h 1176"/>
                <a:gd name="T28" fmla="*/ 0 w 229"/>
                <a:gd name="T29" fmla="*/ 16 h 1176"/>
                <a:gd name="T30" fmla="*/ 0 w 229"/>
                <a:gd name="T31" fmla="*/ 17 h 1176"/>
                <a:gd name="T32" fmla="*/ 0 w 229"/>
                <a:gd name="T33" fmla="*/ 17 h 1176"/>
                <a:gd name="T34" fmla="*/ 1 w 229"/>
                <a:gd name="T35" fmla="*/ 18 h 1176"/>
                <a:gd name="T36" fmla="*/ 1 w 229"/>
                <a:gd name="T37" fmla="*/ 18 h 1176"/>
                <a:gd name="T38" fmla="*/ 1 w 229"/>
                <a:gd name="T39" fmla="*/ 18 h 1176"/>
                <a:gd name="T40" fmla="*/ 2 w 229"/>
                <a:gd name="T41" fmla="*/ 18 h 1176"/>
                <a:gd name="T42" fmla="*/ 2 w 229"/>
                <a:gd name="T43" fmla="*/ 18 h 1176"/>
                <a:gd name="T44" fmla="*/ 2 w 229"/>
                <a:gd name="T45" fmla="*/ 18 h 1176"/>
                <a:gd name="T46" fmla="*/ 3 w 229"/>
                <a:gd name="T47" fmla="*/ 18 h 1176"/>
                <a:gd name="T48" fmla="*/ 3 w 229"/>
                <a:gd name="T49" fmla="*/ 18 h 1176"/>
                <a:gd name="T50" fmla="*/ 3 w 229"/>
                <a:gd name="T51" fmla="*/ 17 h 1176"/>
                <a:gd name="T52" fmla="*/ 3 w 229"/>
                <a:gd name="T53" fmla="*/ 16 h 1176"/>
                <a:gd name="T54" fmla="*/ 3 w 229"/>
                <a:gd name="T55" fmla="*/ 15 h 1176"/>
                <a:gd name="T56" fmla="*/ 3 w 229"/>
                <a:gd name="T57" fmla="*/ 14 h 1176"/>
                <a:gd name="T58" fmla="*/ 2 w 229"/>
                <a:gd name="T59" fmla="*/ 13 h 1176"/>
                <a:gd name="T60" fmla="*/ 2 w 229"/>
                <a:gd name="T61" fmla="*/ 12 h 1176"/>
                <a:gd name="T62" fmla="*/ 2 w 229"/>
                <a:gd name="T63" fmla="*/ 11 h 1176"/>
                <a:gd name="T64" fmla="*/ 2 w 229"/>
                <a:gd name="T65" fmla="*/ 10 h 1176"/>
                <a:gd name="T66" fmla="*/ 2 w 229"/>
                <a:gd name="T67" fmla="*/ 9 h 1176"/>
                <a:gd name="T68" fmla="*/ 2 w 229"/>
                <a:gd name="T69" fmla="*/ 9 h 1176"/>
                <a:gd name="T70" fmla="*/ 2 w 229"/>
                <a:gd name="T71" fmla="*/ 8 h 1176"/>
                <a:gd name="T72" fmla="*/ 2 w 229"/>
                <a:gd name="T73" fmla="*/ 8 h 1176"/>
                <a:gd name="T74" fmla="*/ 2 w 229"/>
                <a:gd name="T75" fmla="*/ 7 h 1176"/>
                <a:gd name="T76" fmla="*/ 3 w 229"/>
                <a:gd name="T77" fmla="*/ 6 h 1176"/>
                <a:gd name="T78" fmla="*/ 3 w 229"/>
                <a:gd name="T79" fmla="*/ 6 h 1176"/>
                <a:gd name="T80" fmla="*/ 3 w 229"/>
                <a:gd name="T81" fmla="*/ 5 h 1176"/>
                <a:gd name="T82" fmla="*/ 3 w 229"/>
                <a:gd name="T83" fmla="*/ 4 h 1176"/>
                <a:gd name="T84" fmla="*/ 3 w 229"/>
                <a:gd name="T85" fmla="*/ 4 h 1176"/>
                <a:gd name="T86" fmla="*/ 3 w 229"/>
                <a:gd name="T87" fmla="*/ 3 h 1176"/>
                <a:gd name="T88" fmla="*/ 3 w 229"/>
                <a:gd name="T89" fmla="*/ 2 h 1176"/>
                <a:gd name="T90" fmla="*/ 3 w 229"/>
                <a:gd name="T91" fmla="*/ 2 h 1176"/>
                <a:gd name="T92" fmla="*/ 3 w 229"/>
                <a:gd name="T93" fmla="*/ 1 h 1176"/>
                <a:gd name="T94" fmla="*/ 3 w 229"/>
                <a:gd name="T95" fmla="*/ 1 h 1176"/>
                <a:gd name="T96" fmla="*/ 3 w 229"/>
                <a:gd name="T97" fmla="*/ 0 h 1176"/>
                <a:gd name="T98" fmla="*/ 3 w 229"/>
                <a:gd name="T99" fmla="*/ 0 h 1176"/>
                <a:gd name="T100" fmla="*/ 3 w 229"/>
                <a:gd name="T101" fmla="*/ 0 h 1176"/>
                <a:gd name="T102" fmla="*/ 2 w 229"/>
                <a:gd name="T103" fmla="*/ 0 h 1176"/>
                <a:gd name="T104" fmla="*/ 2 w 229"/>
                <a:gd name="T105" fmla="*/ 0 h 1176"/>
                <a:gd name="T106" fmla="*/ 2 w 229"/>
                <a:gd name="T107" fmla="*/ 0 h 1176"/>
                <a:gd name="T108" fmla="*/ 2 w 229"/>
                <a:gd name="T109" fmla="*/ 0 h 1176"/>
                <a:gd name="T110" fmla="*/ 1 w 229"/>
                <a:gd name="T111" fmla="*/ 0 h 1176"/>
                <a:gd name="T112" fmla="*/ 1 w 229"/>
                <a:gd name="T113" fmla="*/ 0 h 117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9"/>
                <a:gd name="T172" fmla="*/ 0 h 1176"/>
                <a:gd name="T173" fmla="*/ 229 w 229"/>
                <a:gd name="T174" fmla="*/ 1176 h 117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9" h="1176">
                  <a:moveTo>
                    <a:pt x="64" y="15"/>
                  </a:moveTo>
                  <a:lnTo>
                    <a:pt x="48" y="93"/>
                  </a:lnTo>
                  <a:lnTo>
                    <a:pt x="36" y="171"/>
                  </a:lnTo>
                  <a:lnTo>
                    <a:pt x="25" y="250"/>
                  </a:lnTo>
                  <a:lnTo>
                    <a:pt x="15" y="330"/>
                  </a:lnTo>
                  <a:lnTo>
                    <a:pt x="9" y="410"/>
                  </a:lnTo>
                  <a:lnTo>
                    <a:pt x="4" y="490"/>
                  </a:lnTo>
                  <a:lnTo>
                    <a:pt x="1" y="571"/>
                  </a:lnTo>
                  <a:lnTo>
                    <a:pt x="0" y="653"/>
                  </a:lnTo>
                  <a:lnTo>
                    <a:pt x="0" y="711"/>
                  </a:lnTo>
                  <a:lnTo>
                    <a:pt x="2" y="769"/>
                  </a:lnTo>
                  <a:lnTo>
                    <a:pt x="4" y="827"/>
                  </a:lnTo>
                  <a:lnTo>
                    <a:pt x="8" y="884"/>
                  </a:lnTo>
                  <a:lnTo>
                    <a:pt x="12" y="941"/>
                  </a:lnTo>
                  <a:lnTo>
                    <a:pt x="18" y="998"/>
                  </a:lnTo>
                  <a:lnTo>
                    <a:pt x="25" y="1055"/>
                  </a:lnTo>
                  <a:lnTo>
                    <a:pt x="33" y="1111"/>
                  </a:lnTo>
                  <a:lnTo>
                    <a:pt x="54" y="1120"/>
                  </a:lnTo>
                  <a:lnTo>
                    <a:pt x="74" y="1128"/>
                  </a:lnTo>
                  <a:lnTo>
                    <a:pt x="95" y="1136"/>
                  </a:lnTo>
                  <a:lnTo>
                    <a:pt x="116" y="1145"/>
                  </a:lnTo>
                  <a:lnTo>
                    <a:pt x="138" y="1152"/>
                  </a:lnTo>
                  <a:lnTo>
                    <a:pt x="159" y="1160"/>
                  </a:lnTo>
                  <a:lnTo>
                    <a:pt x="181" y="1167"/>
                  </a:lnTo>
                  <a:lnTo>
                    <a:pt x="203" y="1176"/>
                  </a:lnTo>
                  <a:lnTo>
                    <a:pt x="193" y="1111"/>
                  </a:lnTo>
                  <a:lnTo>
                    <a:pt x="183" y="1047"/>
                  </a:lnTo>
                  <a:lnTo>
                    <a:pt x="175" y="983"/>
                  </a:lnTo>
                  <a:lnTo>
                    <a:pt x="169" y="917"/>
                  </a:lnTo>
                  <a:lnTo>
                    <a:pt x="164" y="852"/>
                  </a:lnTo>
                  <a:lnTo>
                    <a:pt x="160" y="785"/>
                  </a:lnTo>
                  <a:lnTo>
                    <a:pt x="158" y="719"/>
                  </a:lnTo>
                  <a:lnTo>
                    <a:pt x="157" y="653"/>
                  </a:lnTo>
                  <a:lnTo>
                    <a:pt x="157" y="611"/>
                  </a:lnTo>
                  <a:lnTo>
                    <a:pt x="158" y="568"/>
                  </a:lnTo>
                  <a:lnTo>
                    <a:pt x="160" y="527"/>
                  </a:lnTo>
                  <a:lnTo>
                    <a:pt x="163" y="485"/>
                  </a:lnTo>
                  <a:lnTo>
                    <a:pt x="165" y="444"/>
                  </a:lnTo>
                  <a:lnTo>
                    <a:pt x="168" y="402"/>
                  </a:lnTo>
                  <a:lnTo>
                    <a:pt x="172" y="362"/>
                  </a:lnTo>
                  <a:lnTo>
                    <a:pt x="176" y="320"/>
                  </a:lnTo>
                  <a:lnTo>
                    <a:pt x="180" y="280"/>
                  </a:lnTo>
                  <a:lnTo>
                    <a:pt x="185" y="239"/>
                  </a:lnTo>
                  <a:lnTo>
                    <a:pt x="192" y="199"/>
                  </a:lnTo>
                  <a:lnTo>
                    <a:pt x="198" y="158"/>
                  </a:lnTo>
                  <a:lnTo>
                    <a:pt x="205" y="119"/>
                  </a:lnTo>
                  <a:lnTo>
                    <a:pt x="212" y="79"/>
                  </a:lnTo>
                  <a:lnTo>
                    <a:pt x="221" y="39"/>
                  </a:lnTo>
                  <a:lnTo>
                    <a:pt x="229" y="0"/>
                  </a:lnTo>
                  <a:lnTo>
                    <a:pt x="207" y="2"/>
                  </a:lnTo>
                  <a:lnTo>
                    <a:pt x="186" y="3"/>
                  </a:lnTo>
                  <a:lnTo>
                    <a:pt x="166" y="5"/>
                  </a:lnTo>
                  <a:lnTo>
                    <a:pt x="145" y="7"/>
                  </a:lnTo>
                  <a:lnTo>
                    <a:pt x="124" y="9"/>
                  </a:lnTo>
                  <a:lnTo>
                    <a:pt x="103" y="11"/>
                  </a:lnTo>
                  <a:lnTo>
                    <a:pt x="84" y="13"/>
                  </a:lnTo>
                  <a:lnTo>
                    <a:pt x="64" y="15"/>
                  </a:lnTo>
                  <a:close/>
                </a:path>
              </a:pathLst>
            </a:custGeom>
            <a:solidFill>
              <a:srgbClr val="7096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4" name="Freeform 279"/>
            <p:cNvSpPr>
              <a:spLocks/>
            </p:cNvSpPr>
            <p:nvPr/>
          </p:nvSpPr>
          <p:spPr bwMode="auto">
            <a:xfrm>
              <a:off x="688" y="1629"/>
              <a:ext cx="29" cy="151"/>
            </a:xfrm>
            <a:custGeom>
              <a:avLst/>
              <a:gdLst>
                <a:gd name="T0" fmla="*/ 1 w 232"/>
                <a:gd name="T1" fmla="*/ 0 h 1209"/>
                <a:gd name="T2" fmla="*/ 1 w 232"/>
                <a:gd name="T3" fmla="*/ 1 h 1209"/>
                <a:gd name="T4" fmla="*/ 1 w 232"/>
                <a:gd name="T5" fmla="*/ 3 h 1209"/>
                <a:gd name="T6" fmla="*/ 1 w 232"/>
                <a:gd name="T7" fmla="*/ 3 h 1209"/>
                <a:gd name="T8" fmla="*/ 0 w 232"/>
                <a:gd name="T9" fmla="*/ 4 h 1209"/>
                <a:gd name="T10" fmla="*/ 0 w 232"/>
                <a:gd name="T11" fmla="*/ 4 h 1209"/>
                <a:gd name="T12" fmla="*/ 0 w 232"/>
                <a:gd name="T13" fmla="*/ 5 h 1209"/>
                <a:gd name="T14" fmla="*/ 0 w 232"/>
                <a:gd name="T15" fmla="*/ 6 h 1209"/>
                <a:gd name="T16" fmla="*/ 0 w 232"/>
                <a:gd name="T17" fmla="*/ 6 h 1209"/>
                <a:gd name="T18" fmla="*/ 0 w 232"/>
                <a:gd name="T19" fmla="*/ 7 h 1209"/>
                <a:gd name="T20" fmla="*/ 0 w 232"/>
                <a:gd name="T21" fmla="*/ 8 h 1209"/>
                <a:gd name="T22" fmla="*/ 0 w 232"/>
                <a:gd name="T23" fmla="*/ 8 h 1209"/>
                <a:gd name="T24" fmla="*/ 0 w 232"/>
                <a:gd name="T25" fmla="*/ 9 h 1209"/>
                <a:gd name="T26" fmla="*/ 0 w 232"/>
                <a:gd name="T27" fmla="*/ 10 h 1209"/>
                <a:gd name="T28" fmla="*/ 0 w 232"/>
                <a:gd name="T29" fmla="*/ 10 h 1209"/>
                <a:gd name="T30" fmla="*/ 0 w 232"/>
                <a:gd name="T31" fmla="*/ 11 h 1209"/>
                <a:gd name="T32" fmla="*/ 0 w 232"/>
                <a:gd name="T33" fmla="*/ 12 h 1209"/>
                <a:gd name="T34" fmla="*/ 0 w 232"/>
                <a:gd name="T35" fmla="*/ 13 h 1209"/>
                <a:gd name="T36" fmla="*/ 0 w 232"/>
                <a:gd name="T37" fmla="*/ 14 h 1209"/>
                <a:gd name="T38" fmla="*/ 0 w 232"/>
                <a:gd name="T39" fmla="*/ 15 h 1209"/>
                <a:gd name="T40" fmla="*/ 0 w 232"/>
                <a:gd name="T41" fmla="*/ 16 h 1209"/>
                <a:gd name="T42" fmla="*/ 1 w 232"/>
                <a:gd name="T43" fmla="*/ 17 h 1209"/>
                <a:gd name="T44" fmla="*/ 1 w 232"/>
                <a:gd name="T45" fmla="*/ 18 h 1209"/>
                <a:gd name="T46" fmla="*/ 1 w 232"/>
                <a:gd name="T47" fmla="*/ 18 h 1209"/>
                <a:gd name="T48" fmla="*/ 1 w 232"/>
                <a:gd name="T49" fmla="*/ 18 h 1209"/>
                <a:gd name="T50" fmla="*/ 2 w 232"/>
                <a:gd name="T51" fmla="*/ 18 h 1209"/>
                <a:gd name="T52" fmla="*/ 2 w 232"/>
                <a:gd name="T53" fmla="*/ 18 h 1209"/>
                <a:gd name="T54" fmla="*/ 2 w 232"/>
                <a:gd name="T55" fmla="*/ 18 h 1209"/>
                <a:gd name="T56" fmla="*/ 3 w 232"/>
                <a:gd name="T57" fmla="*/ 19 h 1209"/>
                <a:gd name="T58" fmla="*/ 3 w 232"/>
                <a:gd name="T59" fmla="*/ 19 h 1209"/>
                <a:gd name="T60" fmla="*/ 3 w 232"/>
                <a:gd name="T61" fmla="*/ 19 h 1209"/>
                <a:gd name="T62" fmla="*/ 3 w 232"/>
                <a:gd name="T63" fmla="*/ 18 h 1209"/>
                <a:gd name="T64" fmla="*/ 3 w 232"/>
                <a:gd name="T65" fmla="*/ 17 h 1209"/>
                <a:gd name="T66" fmla="*/ 3 w 232"/>
                <a:gd name="T67" fmla="*/ 16 h 1209"/>
                <a:gd name="T68" fmla="*/ 3 w 232"/>
                <a:gd name="T69" fmla="*/ 15 h 1209"/>
                <a:gd name="T70" fmla="*/ 3 w 232"/>
                <a:gd name="T71" fmla="*/ 13 h 1209"/>
                <a:gd name="T72" fmla="*/ 3 w 232"/>
                <a:gd name="T73" fmla="*/ 12 h 1209"/>
                <a:gd name="T74" fmla="*/ 3 w 232"/>
                <a:gd name="T75" fmla="*/ 11 h 1209"/>
                <a:gd name="T76" fmla="*/ 3 w 232"/>
                <a:gd name="T77" fmla="*/ 10 h 1209"/>
                <a:gd name="T78" fmla="*/ 3 w 232"/>
                <a:gd name="T79" fmla="*/ 10 h 1209"/>
                <a:gd name="T80" fmla="*/ 3 w 232"/>
                <a:gd name="T81" fmla="*/ 9 h 1209"/>
                <a:gd name="T82" fmla="*/ 3 w 232"/>
                <a:gd name="T83" fmla="*/ 8 h 1209"/>
                <a:gd name="T84" fmla="*/ 3 w 232"/>
                <a:gd name="T85" fmla="*/ 8 h 1209"/>
                <a:gd name="T86" fmla="*/ 3 w 232"/>
                <a:gd name="T87" fmla="*/ 7 h 1209"/>
                <a:gd name="T88" fmla="*/ 3 w 232"/>
                <a:gd name="T89" fmla="*/ 6 h 1209"/>
                <a:gd name="T90" fmla="*/ 3 w 232"/>
                <a:gd name="T91" fmla="*/ 6 h 1209"/>
                <a:gd name="T92" fmla="*/ 3 w 232"/>
                <a:gd name="T93" fmla="*/ 5 h 1209"/>
                <a:gd name="T94" fmla="*/ 3 w 232"/>
                <a:gd name="T95" fmla="*/ 4 h 1209"/>
                <a:gd name="T96" fmla="*/ 3 w 232"/>
                <a:gd name="T97" fmla="*/ 4 h 1209"/>
                <a:gd name="T98" fmla="*/ 3 w 232"/>
                <a:gd name="T99" fmla="*/ 3 h 1209"/>
                <a:gd name="T100" fmla="*/ 3 w 232"/>
                <a:gd name="T101" fmla="*/ 2 h 1209"/>
                <a:gd name="T102" fmla="*/ 3 w 232"/>
                <a:gd name="T103" fmla="*/ 2 h 1209"/>
                <a:gd name="T104" fmla="*/ 3 w 232"/>
                <a:gd name="T105" fmla="*/ 1 h 1209"/>
                <a:gd name="T106" fmla="*/ 4 w 232"/>
                <a:gd name="T107" fmla="*/ 1 h 1209"/>
                <a:gd name="T108" fmla="*/ 4 w 232"/>
                <a:gd name="T109" fmla="*/ 0 h 1209"/>
                <a:gd name="T110" fmla="*/ 3 w 232"/>
                <a:gd name="T111" fmla="*/ 0 h 1209"/>
                <a:gd name="T112" fmla="*/ 3 w 232"/>
                <a:gd name="T113" fmla="*/ 0 h 1209"/>
                <a:gd name="T114" fmla="*/ 3 w 232"/>
                <a:gd name="T115" fmla="*/ 0 h 1209"/>
                <a:gd name="T116" fmla="*/ 2 w 232"/>
                <a:gd name="T117" fmla="*/ 0 h 1209"/>
                <a:gd name="T118" fmla="*/ 2 w 232"/>
                <a:gd name="T119" fmla="*/ 0 h 1209"/>
                <a:gd name="T120" fmla="*/ 2 w 232"/>
                <a:gd name="T121" fmla="*/ 0 h 1209"/>
                <a:gd name="T122" fmla="*/ 1 w 232"/>
                <a:gd name="T123" fmla="*/ 0 h 1209"/>
                <a:gd name="T124" fmla="*/ 1 w 232"/>
                <a:gd name="T125" fmla="*/ 0 h 120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32"/>
                <a:gd name="T190" fmla="*/ 0 h 1209"/>
                <a:gd name="T191" fmla="*/ 232 w 232"/>
                <a:gd name="T192" fmla="*/ 1209 h 120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32" h="1209">
                  <a:moveTo>
                    <a:pt x="67" y="12"/>
                  </a:moveTo>
                  <a:lnTo>
                    <a:pt x="51" y="90"/>
                  </a:lnTo>
                  <a:lnTo>
                    <a:pt x="38" y="169"/>
                  </a:lnTo>
                  <a:lnTo>
                    <a:pt x="32" y="209"/>
                  </a:lnTo>
                  <a:lnTo>
                    <a:pt x="26" y="249"/>
                  </a:lnTo>
                  <a:lnTo>
                    <a:pt x="21" y="289"/>
                  </a:lnTo>
                  <a:lnTo>
                    <a:pt x="17" y="330"/>
                  </a:lnTo>
                  <a:lnTo>
                    <a:pt x="13" y="370"/>
                  </a:lnTo>
                  <a:lnTo>
                    <a:pt x="9" y="410"/>
                  </a:lnTo>
                  <a:lnTo>
                    <a:pt x="6" y="451"/>
                  </a:lnTo>
                  <a:lnTo>
                    <a:pt x="4" y="492"/>
                  </a:lnTo>
                  <a:lnTo>
                    <a:pt x="2" y="533"/>
                  </a:lnTo>
                  <a:lnTo>
                    <a:pt x="1" y="574"/>
                  </a:lnTo>
                  <a:lnTo>
                    <a:pt x="0" y="616"/>
                  </a:lnTo>
                  <a:lnTo>
                    <a:pt x="0" y="658"/>
                  </a:lnTo>
                  <a:lnTo>
                    <a:pt x="1" y="720"/>
                  </a:lnTo>
                  <a:lnTo>
                    <a:pt x="2" y="782"/>
                  </a:lnTo>
                  <a:lnTo>
                    <a:pt x="5" y="844"/>
                  </a:lnTo>
                  <a:lnTo>
                    <a:pt x="10" y="907"/>
                  </a:lnTo>
                  <a:lnTo>
                    <a:pt x="15" y="968"/>
                  </a:lnTo>
                  <a:lnTo>
                    <a:pt x="21" y="1029"/>
                  </a:lnTo>
                  <a:lnTo>
                    <a:pt x="30" y="1089"/>
                  </a:lnTo>
                  <a:lnTo>
                    <a:pt x="39" y="1150"/>
                  </a:lnTo>
                  <a:lnTo>
                    <a:pt x="60" y="1158"/>
                  </a:lnTo>
                  <a:lnTo>
                    <a:pt x="80" y="1165"/>
                  </a:lnTo>
                  <a:lnTo>
                    <a:pt x="101" y="1172"/>
                  </a:lnTo>
                  <a:lnTo>
                    <a:pt x="123" y="1180"/>
                  </a:lnTo>
                  <a:lnTo>
                    <a:pt x="144" y="1188"/>
                  </a:lnTo>
                  <a:lnTo>
                    <a:pt x="166" y="1195"/>
                  </a:lnTo>
                  <a:lnTo>
                    <a:pt x="187" y="1202"/>
                  </a:lnTo>
                  <a:lnTo>
                    <a:pt x="210" y="1209"/>
                  </a:lnTo>
                  <a:lnTo>
                    <a:pt x="198" y="1142"/>
                  </a:lnTo>
                  <a:lnTo>
                    <a:pt x="187" y="1074"/>
                  </a:lnTo>
                  <a:lnTo>
                    <a:pt x="178" y="1006"/>
                  </a:lnTo>
                  <a:lnTo>
                    <a:pt x="171" y="937"/>
                  </a:lnTo>
                  <a:lnTo>
                    <a:pt x="165" y="868"/>
                  </a:lnTo>
                  <a:lnTo>
                    <a:pt x="160" y="798"/>
                  </a:lnTo>
                  <a:lnTo>
                    <a:pt x="158" y="728"/>
                  </a:lnTo>
                  <a:lnTo>
                    <a:pt x="157" y="658"/>
                  </a:lnTo>
                  <a:lnTo>
                    <a:pt x="158" y="615"/>
                  </a:lnTo>
                  <a:lnTo>
                    <a:pt x="158" y="573"/>
                  </a:lnTo>
                  <a:lnTo>
                    <a:pt x="160" y="531"/>
                  </a:lnTo>
                  <a:lnTo>
                    <a:pt x="162" y="489"/>
                  </a:lnTo>
                  <a:lnTo>
                    <a:pt x="165" y="448"/>
                  </a:lnTo>
                  <a:lnTo>
                    <a:pt x="169" y="406"/>
                  </a:lnTo>
                  <a:lnTo>
                    <a:pt x="172" y="365"/>
                  </a:lnTo>
                  <a:lnTo>
                    <a:pt x="176" y="323"/>
                  </a:lnTo>
                  <a:lnTo>
                    <a:pt x="181" y="282"/>
                  </a:lnTo>
                  <a:lnTo>
                    <a:pt x="187" y="241"/>
                  </a:lnTo>
                  <a:lnTo>
                    <a:pt x="193" y="201"/>
                  </a:lnTo>
                  <a:lnTo>
                    <a:pt x="200" y="160"/>
                  </a:lnTo>
                  <a:lnTo>
                    <a:pt x="207" y="120"/>
                  </a:lnTo>
                  <a:lnTo>
                    <a:pt x="214" y="79"/>
                  </a:lnTo>
                  <a:lnTo>
                    <a:pt x="223" y="40"/>
                  </a:lnTo>
                  <a:lnTo>
                    <a:pt x="232" y="0"/>
                  </a:lnTo>
                  <a:lnTo>
                    <a:pt x="210" y="2"/>
                  </a:lnTo>
                  <a:lnTo>
                    <a:pt x="189" y="3"/>
                  </a:lnTo>
                  <a:lnTo>
                    <a:pt x="169" y="4"/>
                  </a:lnTo>
                  <a:lnTo>
                    <a:pt x="148" y="5"/>
                  </a:lnTo>
                  <a:lnTo>
                    <a:pt x="128" y="7"/>
                  </a:lnTo>
                  <a:lnTo>
                    <a:pt x="107" y="8"/>
                  </a:lnTo>
                  <a:lnTo>
                    <a:pt x="88" y="10"/>
                  </a:lnTo>
                  <a:lnTo>
                    <a:pt x="67" y="12"/>
                  </a:lnTo>
                  <a:close/>
                </a:path>
              </a:pathLst>
            </a:custGeom>
            <a:solidFill>
              <a:srgbClr val="7297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5" name="Freeform 280"/>
            <p:cNvSpPr>
              <a:spLocks/>
            </p:cNvSpPr>
            <p:nvPr/>
          </p:nvSpPr>
          <p:spPr bwMode="auto">
            <a:xfrm>
              <a:off x="698" y="1629"/>
              <a:ext cx="29" cy="155"/>
            </a:xfrm>
            <a:custGeom>
              <a:avLst/>
              <a:gdLst>
                <a:gd name="T0" fmla="*/ 1 w 236"/>
                <a:gd name="T1" fmla="*/ 1 h 1239"/>
                <a:gd name="T2" fmla="*/ 1 w 236"/>
                <a:gd name="T3" fmla="*/ 2 h 1239"/>
                <a:gd name="T4" fmla="*/ 0 w 236"/>
                <a:gd name="T5" fmla="*/ 3 h 1239"/>
                <a:gd name="T6" fmla="*/ 0 w 236"/>
                <a:gd name="T7" fmla="*/ 5 h 1239"/>
                <a:gd name="T8" fmla="*/ 0 w 236"/>
                <a:gd name="T9" fmla="*/ 6 h 1239"/>
                <a:gd name="T10" fmla="*/ 0 w 236"/>
                <a:gd name="T11" fmla="*/ 7 h 1239"/>
                <a:gd name="T12" fmla="*/ 0 w 236"/>
                <a:gd name="T13" fmla="*/ 8 h 1239"/>
                <a:gd name="T14" fmla="*/ 0 w 236"/>
                <a:gd name="T15" fmla="*/ 10 h 1239"/>
                <a:gd name="T16" fmla="*/ 0 w 236"/>
                <a:gd name="T17" fmla="*/ 11 h 1239"/>
                <a:gd name="T18" fmla="*/ 0 w 236"/>
                <a:gd name="T19" fmla="*/ 14 h 1239"/>
                <a:gd name="T20" fmla="*/ 0 w 236"/>
                <a:gd name="T21" fmla="*/ 16 h 1239"/>
                <a:gd name="T22" fmla="*/ 0 w 236"/>
                <a:gd name="T23" fmla="*/ 18 h 1239"/>
                <a:gd name="T24" fmla="*/ 1 w 236"/>
                <a:gd name="T25" fmla="*/ 19 h 1239"/>
                <a:gd name="T26" fmla="*/ 2 w 236"/>
                <a:gd name="T27" fmla="*/ 19 h 1239"/>
                <a:gd name="T28" fmla="*/ 2 w 236"/>
                <a:gd name="T29" fmla="*/ 19 h 1239"/>
                <a:gd name="T30" fmla="*/ 3 w 236"/>
                <a:gd name="T31" fmla="*/ 19 h 1239"/>
                <a:gd name="T32" fmla="*/ 3 w 236"/>
                <a:gd name="T33" fmla="*/ 18 h 1239"/>
                <a:gd name="T34" fmla="*/ 3 w 236"/>
                <a:gd name="T35" fmla="*/ 16 h 1239"/>
                <a:gd name="T36" fmla="*/ 3 w 236"/>
                <a:gd name="T37" fmla="*/ 14 h 1239"/>
                <a:gd name="T38" fmla="*/ 2 w 236"/>
                <a:gd name="T39" fmla="*/ 12 h 1239"/>
                <a:gd name="T40" fmla="*/ 2 w 236"/>
                <a:gd name="T41" fmla="*/ 10 h 1239"/>
                <a:gd name="T42" fmla="*/ 2 w 236"/>
                <a:gd name="T43" fmla="*/ 8 h 1239"/>
                <a:gd name="T44" fmla="*/ 2 w 236"/>
                <a:gd name="T45" fmla="*/ 7 h 1239"/>
                <a:gd name="T46" fmla="*/ 3 w 236"/>
                <a:gd name="T47" fmla="*/ 6 h 1239"/>
                <a:gd name="T48" fmla="*/ 3 w 236"/>
                <a:gd name="T49" fmla="*/ 5 h 1239"/>
                <a:gd name="T50" fmla="*/ 3 w 236"/>
                <a:gd name="T51" fmla="*/ 3 h 1239"/>
                <a:gd name="T52" fmla="*/ 3 w 236"/>
                <a:gd name="T53" fmla="*/ 2 h 1239"/>
                <a:gd name="T54" fmla="*/ 3 w 236"/>
                <a:gd name="T55" fmla="*/ 1 h 1239"/>
                <a:gd name="T56" fmla="*/ 3 w 236"/>
                <a:gd name="T57" fmla="*/ 0 h 1239"/>
                <a:gd name="T58" fmla="*/ 3 w 236"/>
                <a:gd name="T59" fmla="*/ 0 h 1239"/>
                <a:gd name="T60" fmla="*/ 2 w 236"/>
                <a:gd name="T61" fmla="*/ 0 h 1239"/>
                <a:gd name="T62" fmla="*/ 1 w 236"/>
                <a:gd name="T63" fmla="*/ 0 h 123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36"/>
                <a:gd name="T97" fmla="*/ 0 h 1239"/>
                <a:gd name="T98" fmla="*/ 236 w 236"/>
                <a:gd name="T99" fmla="*/ 1239 h 123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36" h="1239">
                  <a:moveTo>
                    <a:pt x="72" y="8"/>
                  </a:moveTo>
                  <a:lnTo>
                    <a:pt x="64" y="47"/>
                  </a:lnTo>
                  <a:lnTo>
                    <a:pt x="55" y="87"/>
                  </a:lnTo>
                  <a:lnTo>
                    <a:pt x="48" y="127"/>
                  </a:lnTo>
                  <a:lnTo>
                    <a:pt x="41" y="166"/>
                  </a:lnTo>
                  <a:lnTo>
                    <a:pt x="35" y="207"/>
                  </a:lnTo>
                  <a:lnTo>
                    <a:pt x="28" y="247"/>
                  </a:lnTo>
                  <a:lnTo>
                    <a:pt x="23" y="288"/>
                  </a:lnTo>
                  <a:lnTo>
                    <a:pt x="19" y="328"/>
                  </a:lnTo>
                  <a:lnTo>
                    <a:pt x="15" y="370"/>
                  </a:lnTo>
                  <a:lnTo>
                    <a:pt x="11" y="410"/>
                  </a:lnTo>
                  <a:lnTo>
                    <a:pt x="8" y="452"/>
                  </a:lnTo>
                  <a:lnTo>
                    <a:pt x="5" y="493"/>
                  </a:lnTo>
                  <a:lnTo>
                    <a:pt x="3" y="535"/>
                  </a:lnTo>
                  <a:lnTo>
                    <a:pt x="1" y="576"/>
                  </a:lnTo>
                  <a:lnTo>
                    <a:pt x="0" y="619"/>
                  </a:lnTo>
                  <a:lnTo>
                    <a:pt x="0" y="661"/>
                  </a:lnTo>
                  <a:lnTo>
                    <a:pt x="1" y="727"/>
                  </a:lnTo>
                  <a:lnTo>
                    <a:pt x="3" y="793"/>
                  </a:lnTo>
                  <a:lnTo>
                    <a:pt x="7" y="860"/>
                  </a:lnTo>
                  <a:lnTo>
                    <a:pt x="12" y="925"/>
                  </a:lnTo>
                  <a:lnTo>
                    <a:pt x="18" y="991"/>
                  </a:lnTo>
                  <a:lnTo>
                    <a:pt x="26" y="1055"/>
                  </a:lnTo>
                  <a:lnTo>
                    <a:pt x="36" y="1119"/>
                  </a:lnTo>
                  <a:lnTo>
                    <a:pt x="46" y="1184"/>
                  </a:lnTo>
                  <a:lnTo>
                    <a:pt x="67" y="1191"/>
                  </a:lnTo>
                  <a:lnTo>
                    <a:pt x="88" y="1198"/>
                  </a:lnTo>
                  <a:lnTo>
                    <a:pt x="109" y="1204"/>
                  </a:lnTo>
                  <a:lnTo>
                    <a:pt x="130" y="1212"/>
                  </a:lnTo>
                  <a:lnTo>
                    <a:pt x="152" y="1219"/>
                  </a:lnTo>
                  <a:lnTo>
                    <a:pt x="174" y="1225"/>
                  </a:lnTo>
                  <a:lnTo>
                    <a:pt x="195" y="1232"/>
                  </a:lnTo>
                  <a:lnTo>
                    <a:pt x="217" y="1239"/>
                  </a:lnTo>
                  <a:lnTo>
                    <a:pt x="204" y="1168"/>
                  </a:lnTo>
                  <a:lnTo>
                    <a:pt x="192" y="1098"/>
                  </a:lnTo>
                  <a:lnTo>
                    <a:pt x="182" y="1026"/>
                  </a:lnTo>
                  <a:lnTo>
                    <a:pt x="174" y="954"/>
                  </a:lnTo>
                  <a:lnTo>
                    <a:pt x="167" y="882"/>
                  </a:lnTo>
                  <a:lnTo>
                    <a:pt x="162" y="808"/>
                  </a:lnTo>
                  <a:lnTo>
                    <a:pt x="159" y="734"/>
                  </a:lnTo>
                  <a:lnTo>
                    <a:pt x="158" y="661"/>
                  </a:lnTo>
                  <a:lnTo>
                    <a:pt x="159" y="618"/>
                  </a:lnTo>
                  <a:lnTo>
                    <a:pt x="160" y="575"/>
                  </a:lnTo>
                  <a:lnTo>
                    <a:pt x="161" y="534"/>
                  </a:lnTo>
                  <a:lnTo>
                    <a:pt x="163" y="491"/>
                  </a:lnTo>
                  <a:lnTo>
                    <a:pt x="166" y="450"/>
                  </a:lnTo>
                  <a:lnTo>
                    <a:pt x="170" y="407"/>
                  </a:lnTo>
                  <a:lnTo>
                    <a:pt x="174" y="366"/>
                  </a:lnTo>
                  <a:lnTo>
                    <a:pt x="178" y="324"/>
                  </a:lnTo>
                  <a:lnTo>
                    <a:pt x="183" y="284"/>
                  </a:lnTo>
                  <a:lnTo>
                    <a:pt x="189" y="242"/>
                  </a:lnTo>
                  <a:lnTo>
                    <a:pt x="195" y="202"/>
                  </a:lnTo>
                  <a:lnTo>
                    <a:pt x="203" y="161"/>
                  </a:lnTo>
                  <a:lnTo>
                    <a:pt x="210" y="121"/>
                  </a:lnTo>
                  <a:lnTo>
                    <a:pt x="218" y="80"/>
                  </a:lnTo>
                  <a:lnTo>
                    <a:pt x="227" y="40"/>
                  </a:lnTo>
                  <a:lnTo>
                    <a:pt x="236" y="0"/>
                  </a:lnTo>
                  <a:lnTo>
                    <a:pt x="214" y="1"/>
                  </a:lnTo>
                  <a:lnTo>
                    <a:pt x="193" y="1"/>
                  </a:lnTo>
                  <a:lnTo>
                    <a:pt x="173" y="2"/>
                  </a:lnTo>
                  <a:lnTo>
                    <a:pt x="153" y="3"/>
                  </a:lnTo>
                  <a:lnTo>
                    <a:pt x="132" y="5"/>
                  </a:lnTo>
                  <a:lnTo>
                    <a:pt x="111" y="6"/>
                  </a:lnTo>
                  <a:lnTo>
                    <a:pt x="92" y="7"/>
                  </a:lnTo>
                  <a:lnTo>
                    <a:pt x="72" y="8"/>
                  </a:lnTo>
                  <a:close/>
                </a:path>
              </a:pathLst>
            </a:custGeom>
            <a:solidFill>
              <a:srgbClr val="7399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6" name="Freeform 281"/>
            <p:cNvSpPr>
              <a:spLocks/>
            </p:cNvSpPr>
            <p:nvPr/>
          </p:nvSpPr>
          <p:spPr bwMode="auto">
            <a:xfrm>
              <a:off x="707" y="1629"/>
              <a:ext cx="30" cy="158"/>
            </a:xfrm>
            <a:custGeom>
              <a:avLst/>
              <a:gdLst>
                <a:gd name="T0" fmla="*/ 1 w 238"/>
                <a:gd name="T1" fmla="*/ 1 h 1265"/>
                <a:gd name="T2" fmla="*/ 1 w 238"/>
                <a:gd name="T3" fmla="*/ 2 h 1265"/>
                <a:gd name="T4" fmla="*/ 1 w 238"/>
                <a:gd name="T5" fmla="*/ 3 h 1265"/>
                <a:gd name="T6" fmla="*/ 0 w 238"/>
                <a:gd name="T7" fmla="*/ 4 h 1265"/>
                <a:gd name="T8" fmla="*/ 0 w 238"/>
                <a:gd name="T9" fmla="*/ 6 h 1265"/>
                <a:gd name="T10" fmla="*/ 0 w 238"/>
                <a:gd name="T11" fmla="*/ 7 h 1265"/>
                <a:gd name="T12" fmla="*/ 0 w 238"/>
                <a:gd name="T13" fmla="*/ 8 h 1265"/>
                <a:gd name="T14" fmla="*/ 0 w 238"/>
                <a:gd name="T15" fmla="*/ 10 h 1265"/>
                <a:gd name="T16" fmla="*/ 0 w 238"/>
                <a:gd name="T17" fmla="*/ 11 h 1265"/>
                <a:gd name="T18" fmla="*/ 0 w 238"/>
                <a:gd name="T19" fmla="*/ 14 h 1265"/>
                <a:gd name="T20" fmla="*/ 0 w 238"/>
                <a:gd name="T21" fmla="*/ 16 h 1265"/>
                <a:gd name="T22" fmla="*/ 1 w 238"/>
                <a:gd name="T23" fmla="*/ 18 h 1265"/>
                <a:gd name="T24" fmla="*/ 1 w 238"/>
                <a:gd name="T25" fmla="*/ 19 h 1265"/>
                <a:gd name="T26" fmla="*/ 2 w 238"/>
                <a:gd name="T27" fmla="*/ 19 h 1265"/>
                <a:gd name="T28" fmla="*/ 3 w 238"/>
                <a:gd name="T29" fmla="*/ 19 h 1265"/>
                <a:gd name="T30" fmla="*/ 3 w 238"/>
                <a:gd name="T31" fmla="*/ 20 h 1265"/>
                <a:gd name="T32" fmla="*/ 3 w 238"/>
                <a:gd name="T33" fmla="*/ 19 h 1265"/>
                <a:gd name="T34" fmla="*/ 3 w 238"/>
                <a:gd name="T35" fmla="*/ 16 h 1265"/>
                <a:gd name="T36" fmla="*/ 3 w 238"/>
                <a:gd name="T37" fmla="*/ 14 h 1265"/>
                <a:gd name="T38" fmla="*/ 3 w 238"/>
                <a:gd name="T39" fmla="*/ 12 h 1265"/>
                <a:gd name="T40" fmla="*/ 3 w 238"/>
                <a:gd name="T41" fmla="*/ 11 h 1265"/>
                <a:gd name="T42" fmla="*/ 3 w 238"/>
                <a:gd name="T43" fmla="*/ 10 h 1265"/>
                <a:gd name="T44" fmla="*/ 3 w 238"/>
                <a:gd name="T45" fmla="*/ 8 h 1265"/>
                <a:gd name="T46" fmla="*/ 3 w 238"/>
                <a:gd name="T47" fmla="*/ 7 h 1265"/>
                <a:gd name="T48" fmla="*/ 3 w 238"/>
                <a:gd name="T49" fmla="*/ 6 h 1265"/>
                <a:gd name="T50" fmla="*/ 3 w 238"/>
                <a:gd name="T51" fmla="*/ 4 h 1265"/>
                <a:gd name="T52" fmla="*/ 3 w 238"/>
                <a:gd name="T53" fmla="*/ 3 h 1265"/>
                <a:gd name="T54" fmla="*/ 3 w 238"/>
                <a:gd name="T55" fmla="*/ 2 h 1265"/>
                <a:gd name="T56" fmla="*/ 4 w 238"/>
                <a:gd name="T57" fmla="*/ 1 h 1265"/>
                <a:gd name="T58" fmla="*/ 3 w 238"/>
                <a:gd name="T59" fmla="*/ 0 h 1265"/>
                <a:gd name="T60" fmla="*/ 3 w 238"/>
                <a:gd name="T61" fmla="*/ 0 h 1265"/>
                <a:gd name="T62" fmla="*/ 2 w 238"/>
                <a:gd name="T63" fmla="*/ 0 h 1265"/>
                <a:gd name="T64" fmla="*/ 2 w 238"/>
                <a:gd name="T65" fmla="*/ 0 h 126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8"/>
                <a:gd name="T100" fmla="*/ 0 h 1265"/>
                <a:gd name="T101" fmla="*/ 238 w 238"/>
                <a:gd name="T102" fmla="*/ 1265 h 126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8" h="1265">
                  <a:moveTo>
                    <a:pt x="75" y="4"/>
                  </a:moveTo>
                  <a:lnTo>
                    <a:pt x="66" y="44"/>
                  </a:lnTo>
                  <a:lnTo>
                    <a:pt x="57" y="83"/>
                  </a:lnTo>
                  <a:lnTo>
                    <a:pt x="50" y="124"/>
                  </a:lnTo>
                  <a:lnTo>
                    <a:pt x="43" y="164"/>
                  </a:lnTo>
                  <a:lnTo>
                    <a:pt x="36" y="205"/>
                  </a:lnTo>
                  <a:lnTo>
                    <a:pt x="30" y="245"/>
                  </a:lnTo>
                  <a:lnTo>
                    <a:pt x="24" y="286"/>
                  </a:lnTo>
                  <a:lnTo>
                    <a:pt x="19" y="327"/>
                  </a:lnTo>
                  <a:lnTo>
                    <a:pt x="15" y="369"/>
                  </a:lnTo>
                  <a:lnTo>
                    <a:pt x="12" y="410"/>
                  </a:lnTo>
                  <a:lnTo>
                    <a:pt x="8" y="452"/>
                  </a:lnTo>
                  <a:lnTo>
                    <a:pt x="5" y="493"/>
                  </a:lnTo>
                  <a:lnTo>
                    <a:pt x="3" y="535"/>
                  </a:lnTo>
                  <a:lnTo>
                    <a:pt x="1" y="577"/>
                  </a:lnTo>
                  <a:lnTo>
                    <a:pt x="1" y="619"/>
                  </a:lnTo>
                  <a:lnTo>
                    <a:pt x="0" y="662"/>
                  </a:lnTo>
                  <a:lnTo>
                    <a:pt x="1" y="732"/>
                  </a:lnTo>
                  <a:lnTo>
                    <a:pt x="3" y="802"/>
                  </a:lnTo>
                  <a:lnTo>
                    <a:pt x="8" y="872"/>
                  </a:lnTo>
                  <a:lnTo>
                    <a:pt x="14" y="941"/>
                  </a:lnTo>
                  <a:lnTo>
                    <a:pt x="21" y="1010"/>
                  </a:lnTo>
                  <a:lnTo>
                    <a:pt x="30" y="1078"/>
                  </a:lnTo>
                  <a:lnTo>
                    <a:pt x="41" y="1146"/>
                  </a:lnTo>
                  <a:lnTo>
                    <a:pt x="53" y="1213"/>
                  </a:lnTo>
                  <a:lnTo>
                    <a:pt x="74" y="1220"/>
                  </a:lnTo>
                  <a:lnTo>
                    <a:pt x="95" y="1226"/>
                  </a:lnTo>
                  <a:lnTo>
                    <a:pt x="116" y="1233"/>
                  </a:lnTo>
                  <a:lnTo>
                    <a:pt x="137" y="1240"/>
                  </a:lnTo>
                  <a:lnTo>
                    <a:pt x="159" y="1246"/>
                  </a:lnTo>
                  <a:lnTo>
                    <a:pt x="181" y="1252"/>
                  </a:lnTo>
                  <a:lnTo>
                    <a:pt x="203" y="1258"/>
                  </a:lnTo>
                  <a:lnTo>
                    <a:pt x="224" y="1265"/>
                  </a:lnTo>
                  <a:lnTo>
                    <a:pt x="210" y="1191"/>
                  </a:lnTo>
                  <a:lnTo>
                    <a:pt x="196" y="1117"/>
                  </a:lnTo>
                  <a:lnTo>
                    <a:pt x="185" y="1042"/>
                  </a:lnTo>
                  <a:lnTo>
                    <a:pt x="176" y="968"/>
                  </a:lnTo>
                  <a:lnTo>
                    <a:pt x="168" y="892"/>
                  </a:lnTo>
                  <a:lnTo>
                    <a:pt x="163" y="816"/>
                  </a:lnTo>
                  <a:lnTo>
                    <a:pt x="161" y="778"/>
                  </a:lnTo>
                  <a:lnTo>
                    <a:pt x="160" y="739"/>
                  </a:lnTo>
                  <a:lnTo>
                    <a:pt x="159" y="700"/>
                  </a:lnTo>
                  <a:lnTo>
                    <a:pt x="159" y="662"/>
                  </a:lnTo>
                  <a:lnTo>
                    <a:pt x="159" y="619"/>
                  </a:lnTo>
                  <a:lnTo>
                    <a:pt x="160" y="576"/>
                  </a:lnTo>
                  <a:lnTo>
                    <a:pt x="161" y="534"/>
                  </a:lnTo>
                  <a:lnTo>
                    <a:pt x="163" y="492"/>
                  </a:lnTo>
                  <a:lnTo>
                    <a:pt x="166" y="450"/>
                  </a:lnTo>
                  <a:lnTo>
                    <a:pt x="170" y="408"/>
                  </a:lnTo>
                  <a:lnTo>
                    <a:pt x="175" y="367"/>
                  </a:lnTo>
                  <a:lnTo>
                    <a:pt x="179" y="325"/>
                  </a:lnTo>
                  <a:lnTo>
                    <a:pt x="184" y="284"/>
                  </a:lnTo>
                  <a:lnTo>
                    <a:pt x="190" y="243"/>
                  </a:lnTo>
                  <a:lnTo>
                    <a:pt x="196" y="202"/>
                  </a:lnTo>
                  <a:lnTo>
                    <a:pt x="204" y="161"/>
                  </a:lnTo>
                  <a:lnTo>
                    <a:pt x="212" y="121"/>
                  </a:lnTo>
                  <a:lnTo>
                    <a:pt x="220" y="80"/>
                  </a:lnTo>
                  <a:lnTo>
                    <a:pt x="229" y="41"/>
                  </a:lnTo>
                  <a:lnTo>
                    <a:pt x="238" y="0"/>
                  </a:lnTo>
                  <a:lnTo>
                    <a:pt x="217" y="0"/>
                  </a:lnTo>
                  <a:lnTo>
                    <a:pt x="196" y="0"/>
                  </a:lnTo>
                  <a:lnTo>
                    <a:pt x="176" y="1"/>
                  </a:lnTo>
                  <a:lnTo>
                    <a:pt x="156" y="1"/>
                  </a:lnTo>
                  <a:lnTo>
                    <a:pt x="135" y="2"/>
                  </a:lnTo>
                  <a:lnTo>
                    <a:pt x="114" y="2"/>
                  </a:lnTo>
                  <a:lnTo>
                    <a:pt x="95" y="3"/>
                  </a:lnTo>
                  <a:lnTo>
                    <a:pt x="75" y="4"/>
                  </a:lnTo>
                  <a:close/>
                </a:path>
              </a:pathLst>
            </a:custGeom>
            <a:solidFill>
              <a:srgbClr val="759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7" name="Freeform 282"/>
            <p:cNvSpPr>
              <a:spLocks/>
            </p:cNvSpPr>
            <p:nvPr/>
          </p:nvSpPr>
          <p:spPr bwMode="auto">
            <a:xfrm>
              <a:off x="717" y="1629"/>
              <a:ext cx="30" cy="161"/>
            </a:xfrm>
            <a:custGeom>
              <a:avLst/>
              <a:gdLst>
                <a:gd name="T0" fmla="*/ 1 w 241"/>
                <a:gd name="T1" fmla="*/ 1 h 1287"/>
                <a:gd name="T2" fmla="*/ 1 w 241"/>
                <a:gd name="T3" fmla="*/ 2 h 1287"/>
                <a:gd name="T4" fmla="*/ 1 w 241"/>
                <a:gd name="T5" fmla="*/ 3 h 1287"/>
                <a:gd name="T6" fmla="*/ 0 w 241"/>
                <a:gd name="T7" fmla="*/ 5 h 1287"/>
                <a:gd name="T8" fmla="*/ 0 w 241"/>
                <a:gd name="T9" fmla="*/ 6 h 1287"/>
                <a:gd name="T10" fmla="*/ 0 w 241"/>
                <a:gd name="T11" fmla="*/ 7 h 1287"/>
                <a:gd name="T12" fmla="*/ 0 w 241"/>
                <a:gd name="T13" fmla="*/ 8 h 1287"/>
                <a:gd name="T14" fmla="*/ 0 w 241"/>
                <a:gd name="T15" fmla="*/ 10 h 1287"/>
                <a:gd name="T16" fmla="*/ 0 w 241"/>
                <a:gd name="T17" fmla="*/ 12 h 1287"/>
                <a:gd name="T18" fmla="*/ 0 w 241"/>
                <a:gd name="T19" fmla="*/ 14 h 1287"/>
                <a:gd name="T20" fmla="*/ 0 w 241"/>
                <a:gd name="T21" fmla="*/ 16 h 1287"/>
                <a:gd name="T22" fmla="*/ 1 w 241"/>
                <a:gd name="T23" fmla="*/ 18 h 1287"/>
                <a:gd name="T24" fmla="*/ 1 w 241"/>
                <a:gd name="T25" fmla="*/ 20 h 1287"/>
                <a:gd name="T26" fmla="*/ 2 w 241"/>
                <a:gd name="T27" fmla="*/ 20 h 1287"/>
                <a:gd name="T28" fmla="*/ 3 w 241"/>
                <a:gd name="T29" fmla="*/ 20 h 1287"/>
                <a:gd name="T30" fmla="*/ 3 w 241"/>
                <a:gd name="T31" fmla="*/ 20 h 1287"/>
                <a:gd name="T32" fmla="*/ 3 w 241"/>
                <a:gd name="T33" fmla="*/ 20 h 1287"/>
                <a:gd name="T34" fmla="*/ 3 w 241"/>
                <a:gd name="T35" fmla="*/ 18 h 1287"/>
                <a:gd name="T36" fmla="*/ 3 w 241"/>
                <a:gd name="T37" fmla="*/ 17 h 1287"/>
                <a:gd name="T38" fmla="*/ 3 w 241"/>
                <a:gd name="T39" fmla="*/ 16 h 1287"/>
                <a:gd name="T40" fmla="*/ 3 w 241"/>
                <a:gd name="T41" fmla="*/ 15 h 1287"/>
                <a:gd name="T42" fmla="*/ 3 w 241"/>
                <a:gd name="T43" fmla="*/ 14 h 1287"/>
                <a:gd name="T44" fmla="*/ 2 w 241"/>
                <a:gd name="T45" fmla="*/ 12 h 1287"/>
                <a:gd name="T46" fmla="*/ 2 w 241"/>
                <a:gd name="T47" fmla="*/ 11 h 1287"/>
                <a:gd name="T48" fmla="*/ 2 w 241"/>
                <a:gd name="T49" fmla="*/ 10 h 1287"/>
                <a:gd name="T50" fmla="*/ 2 w 241"/>
                <a:gd name="T51" fmla="*/ 8 h 1287"/>
                <a:gd name="T52" fmla="*/ 3 w 241"/>
                <a:gd name="T53" fmla="*/ 7 h 1287"/>
                <a:gd name="T54" fmla="*/ 3 w 241"/>
                <a:gd name="T55" fmla="*/ 6 h 1287"/>
                <a:gd name="T56" fmla="*/ 3 w 241"/>
                <a:gd name="T57" fmla="*/ 5 h 1287"/>
                <a:gd name="T58" fmla="*/ 3 w 241"/>
                <a:gd name="T59" fmla="*/ 3 h 1287"/>
                <a:gd name="T60" fmla="*/ 3 w 241"/>
                <a:gd name="T61" fmla="*/ 2 h 1287"/>
                <a:gd name="T62" fmla="*/ 4 w 241"/>
                <a:gd name="T63" fmla="*/ 1 h 1287"/>
                <a:gd name="T64" fmla="*/ 3 w 241"/>
                <a:gd name="T65" fmla="*/ 0 h 1287"/>
                <a:gd name="T66" fmla="*/ 3 w 241"/>
                <a:gd name="T67" fmla="*/ 0 h 1287"/>
                <a:gd name="T68" fmla="*/ 2 w 241"/>
                <a:gd name="T69" fmla="*/ 0 h 1287"/>
                <a:gd name="T70" fmla="*/ 1 w 241"/>
                <a:gd name="T71" fmla="*/ 0 h 128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41"/>
                <a:gd name="T109" fmla="*/ 0 h 1287"/>
                <a:gd name="T110" fmla="*/ 241 w 241"/>
                <a:gd name="T111" fmla="*/ 1287 h 128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41" h="1287">
                  <a:moveTo>
                    <a:pt x="78" y="1"/>
                  </a:moveTo>
                  <a:lnTo>
                    <a:pt x="69" y="41"/>
                  </a:lnTo>
                  <a:lnTo>
                    <a:pt x="60" y="81"/>
                  </a:lnTo>
                  <a:lnTo>
                    <a:pt x="52" y="122"/>
                  </a:lnTo>
                  <a:lnTo>
                    <a:pt x="45" y="162"/>
                  </a:lnTo>
                  <a:lnTo>
                    <a:pt x="37" y="203"/>
                  </a:lnTo>
                  <a:lnTo>
                    <a:pt x="31" y="243"/>
                  </a:lnTo>
                  <a:lnTo>
                    <a:pt x="25" y="285"/>
                  </a:lnTo>
                  <a:lnTo>
                    <a:pt x="20" y="325"/>
                  </a:lnTo>
                  <a:lnTo>
                    <a:pt x="16" y="367"/>
                  </a:lnTo>
                  <a:lnTo>
                    <a:pt x="12" y="408"/>
                  </a:lnTo>
                  <a:lnTo>
                    <a:pt x="8" y="451"/>
                  </a:lnTo>
                  <a:lnTo>
                    <a:pt x="5" y="492"/>
                  </a:lnTo>
                  <a:lnTo>
                    <a:pt x="3" y="535"/>
                  </a:lnTo>
                  <a:lnTo>
                    <a:pt x="2" y="576"/>
                  </a:lnTo>
                  <a:lnTo>
                    <a:pt x="1" y="619"/>
                  </a:lnTo>
                  <a:lnTo>
                    <a:pt x="0" y="662"/>
                  </a:lnTo>
                  <a:lnTo>
                    <a:pt x="1" y="735"/>
                  </a:lnTo>
                  <a:lnTo>
                    <a:pt x="4" y="809"/>
                  </a:lnTo>
                  <a:lnTo>
                    <a:pt x="9" y="883"/>
                  </a:lnTo>
                  <a:lnTo>
                    <a:pt x="16" y="955"/>
                  </a:lnTo>
                  <a:lnTo>
                    <a:pt x="24" y="1027"/>
                  </a:lnTo>
                  <a:lnTo>
                    <a:pt x="34" y="1099"/>
                  </a:lnTo>
                  <a:lnTo>
                    <a:pt x="46" y="1169"/>
                  </a:lnTo>
                  <a:lnTo>
                    <a:pt x="59" y="1240"/>
                  </a:lnTo>
                  <a:lnTo>
                    <a:pt x="80" y="1246"/>
                  </a:lnTo>
                  <a:lnTo>
                    <a:pt x="102" y="1252"/>
                  </a:lnTo>
                  <a:lnTo>
                    <a:pt x="124" y="1258"/>
                  </a:lnTo>
                  <a:lnTo>
                    <a:pt x="144" y="1265"/>
                  </a:lnTo>
                  <a:lnTo>
                    <a:pt x="166" y="1270"/>
                  </a:lnTo>
                  <a:lnTo>
                    <a:pt x="188" y="1276"/>
                  </a:lnTo>
                  <a:lnTo>
                    <a:pt x="210" y="1281"/>
                  </a:lnTo>
                  <a:lnTo>
                    <a:pt x="232" y="1287"/>
                  </a:lnTo>
                  <a:lnTo>
                    <a:pt x="223" y="1250"/>
                  </a:lnTo>
                  <a:lnTo>
                    <a:pt x="215" y="1212"/>
                  </a:lnTo>
                  <a:lnTo>
                    <a:pt x="208" y="1173"/>
                  </a:lnTo>
                  <a:lnTo>
                    <a:pt x="200" y="1135"/>
                  </a:lnTo>
                  <a:lnTo>
                    <a:pt x="194" y="1096"/>
                  </a:lnTo>
                  <a:lnTo>
                    <a:pt x="188" y="1058"/>
                  </a:lnTo>
                  <a:lnTo>
                    <a:pt x="183" y="1019"/>
                  </a:lnTo>
                  <a:lnTo>
                    <a:pt x="178" y="980"/>
                  </a:lnTo>
                  <a:lnTo>
                    <a:pt x="173" y="941"/>
                  </a:lnTo>
                  <a:lnTo>
                    <a:pt x="169" y="901"/>
                  </a:lnTo>
                  <a:lnTo>
                    <a:pt x="166" y="862"/>
                  </a:lnTo>
                  <a:lnTo>
                    <a:pt x="163" y="822"/>
                  </a:lnTo>
                  <a:lnTo>
                    <a:pt x="161" y="782"/>
                  </a:lnTo>
                  <a:lnTo>
                    <a:pt x="160" y="742"/>
                  </a:lnTo>
                  <a:lnTo>
                    <a:pt x="159" y="702"/>
                  </a:lnTo>
                  <a:lnTo>
                    <a:pt x="159" y="662"/>
                  </a:lnTo>
                  <a:lnTo>
                    <a:pt x="159" y="619"/>
                  </a:lnTo>
                  <a:lnTo>
                    <a:pt x="160" y="576"/>
                  </a:lnTo>
                  <a:lnTo>
                    <a:pt x="162" y="534"/>
                  </a:lnTo>
                  <a:lnTo>
                    <a:pt x="164" y="492"/>
                  </a:lnTo>
                  <a:lnTo>
                    <a:pt x="167" y="450"/>
                  </a:lnTo>
                  <a:lnTo>
                    <a:pt x="170" y="408"/>
                  </a:lnTo>
                  <a:lnTo>
                    <a:pt x="174" y="367"/>
                  </a:lnTo>
                  <a:lnTo>
                    <a:pt x="180" y="325"/>
                  </a:lnTo>
                  <a:lnTo>
                    <a:pt x="185" y="284"/>
                  </a:lnTo>
                  <a:lnTo>
                    <a:pt x="191" y="243"/>
                  </a:lnTo>
                  <a:lnTo>
                    <a:pt x="198" y="202"/>
                  </a:lnTo>
                  <a:lnTo>
                    <a:pt x="206" y="161"/>
                  </a:lnTo>
                  <a:lnTo>
                    <a:pt x="213" y="121"/>
                  </a:lnTo>
                  <a:lnTo>
                    <a:pt x="221" y="81"/>
                  </a:lnTo>
                  <a:lnTo>
                    <a:pt x="231" y="41"/>
                  </a:lnTo>
                  <a:lnTo>
                    <a:pt x="241" y="1"/>
                  </a:lnTo>
                  <a:lnTo>
                    <a:pt x="220" y="1"/>
                  </a:lnTo>
                  <a:lnTo>
                    <a:pt x="199" y="0"/>
                  </a:lnTo>
                  <a:lnTo>
                    <a:pt x="179" y="0"/>
                  </a:lnTo>
                  <a:lnTo>
                    <a:pt x="158" y="0"/>
                  </a:lnTo>
                  <a:lnTo>
                    <a:pt x="138" y="0"/>
                  </a:lnTo>
                  <a:lnTo>
                    <a:pt x="117" y="0"/>
                  </a:lnTo>
                  <a:lnTo>
                    <a:pt x="98" y="1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789C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8" name="Freeform 283"/>
            <p:cNvSpPr>
              <a:spLocks/>
            </p:cNvSpPr>
            <p:nvPr/>
          </p:nvSpPr>
          <p:spPr bwMode="auto">
            <a:xfrm>
              <a:off x="727" y="1629"/>
              <a:ext cx="30" cy="163"/>
            </a:xfrm>
            <a:custGeom>
              <a:avLst/>
              <a:gdLst>
                <a:gd name="T0" fmla="*/ 1 w 242"/>
                <a:gd name="T1" fmla="*/ 1 h 1308"/>
                <a:gd name="T2" fmla="*/ 1 w 242"/>
                <a:gd name="T3" fmla="*/ 2 h 1308"/>
                <a:gd name="T4" fmla="*/ 1 w 242"/>
                <a:gd name="T5" fmla="*/ 3 h 1308"/>
                <a:gd name="T6" fmla="*/ 0 w 242"/>
                <a:gd name="T7" fmla="*/ 4 h 1308"/>
                <a:gd name="T8" fmla="*/ 0 w 242"/>
                <a:gd name="T9" fmla="*/ 6 h 1308"/>
                <a:gd name="T10" fmla="*/ 0 w 242"/>
                <a:gd name="T11" fmla="*/ 7 h 1308"/>
                <a:gd name="T12" fmla="*/ 0 w 242"/>
                <a:gd name="T13" fmla="*/ 8 h 1308"/>
                <a:gd name="T14" fmla="*/ 0 w 242"/>
                <a:gd name="T15" fmla="*/ 10 h 1308"/>
                <a:gd name="T16" fmla="*/ 0 w 242"/>
                <a:gd name="T17" fmla="*/ 11 h 1308"/>
                <a:gd name="T18" fmla="*/ 0 w 242"/>
                <a:gd name="T19" fmla="*/ 12 h 1308"/>
                <a:gd name="T20" fmla="*/ 0 w 242"/>
                <a:gd name="T21" fmla="*/ 14 h 1308"/>
                <a:gd name="T22" fmla="*/ 0 w 242"/>
                <a:gd name="T23" fmla="*/ 16 h 1308"/>
                <a:gd name="T24" fmla="*/ 1 w 242"/>
                <a:gd name="T25" fmla="*/ 18 h 1308"/>
                <a:gd name="T26" fmla="*/ 1 w 242"/>
                <a:gd name="T27" fmla="*/ 20 h 1308"/>
                <a:gd name="T28" fmla="*/ 2 w 242"/>
                <a:gd name="T29" fmla="*/ 20 h 1308"/>
                <a:gd name="T30" fmla="*/ 3 w 242"/>
                <a:gd name="T31" fmla="*/ 20 h 1308"/>
                <a:gd name="T32" fmla="*/ 3 w 242"/>
                <a:gd name="T33" fmla="*/ 20 h 1308"/>
                <a:gd name="T34" fmla="*/ 3 w 242"/>
                <a:gd name="T35" fmla="*/ 20 h 1308"/>
                <a:gd name="T36" fmla="*/ 3 w 242"/>
                <a:gd name="T37" fmla="*/ 18 h 1308"/>
                <a:gd name="T38" fmla="*/ 3 w 242"/>
                <a:gd name="T39" fmla="*/ 17 h 1308"/>
                <a:gd name="T40" fmla="*/ 3 w 242"/>
                <a:gd name="T41" fmla="*/ 16 h 1308"/>
                <a:gd name="T42" fmla="*/ 3 w 242"/>
                <a:gd name="T43" fmla="*/ 15 h 1308"/>
                <a:gd name="T44" fmla="*/ 3 w 242"/>
                <a:gd name="T45" fmla="*/ 13 h 1308"/>
                <a:gd name="T46" fmla="*/ 2 w 242"/>
                <a:gd name="T47" fmla="*/ 12 h 1308"/>
                <a:gd name="T48" fmla="*/ 2 w 242"/>
                <a:gd name="T49" fmla="*/ 11 h 1308"/>
                <a:gd name="T50" fmla="*/ 2 w 242"/>
                <a:gd name="T51" fmla="*/ 10 h 1308"/>
                <a:gd name="T52" fmla="*/ 2 w 242"/>
                <a:gd name="T53" fmla="*/ 8 h 1308"/>
                <a:gd name="T54" fmla="*/ 3 w 242"/>
                <a:gd name="T55" fmla="*/ 7 h 1308"/>
                <a:gd name="T56" fmla="*/ 3 w 242"/>
                <a:gd name="T57" fmla="*/ 6 h 1308"/>
                <a:gd name="T58" fmla="*/ 3 w 242"/>
                <a:gd name="T59" fmla="*/ 4 h 1308"/>
                <a:gd name="T60" fmla="*/ 3 w 242"/>
                <a:gd name="T61" fmla="*/ 3 h 1308"/>
                <a:gd name="T62" fmla="*/ 3 w 242"/>
                <a:gd name="T63" fmla="*/ 2 h 1308"/>
                <a:gd name="T64" fmla="*/ 4 w 242"/>
                <a:gd name="T65" fmla="*/ 1 h 1308"/>
                <a:gd name="T66" fmla="*/ 3 w 242"/>
                <a:gd name="T67" fmla="*/ 0 h 1308"/>
                <a:gd name="T68" fmla="*/ 3 w 242"/>
                <a:gd name="T69" fmla="*/ 0 h 1308"/>
                <a:gd name="T70" fmla="*/ 2 w 242"/>
                <a:gd name="T71" fmla="*/ 0 h 1308"/>
                <a:gd name="T72" fmla="*/ 1 w 242"/>
                <a:gd name="T73" fmla="*/ 0 h 130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2"/>
                <a:gd name="T112" fmla="*/ 0 h 1308"/>
                <a:gd name="T113" fmla="*/ 242 w 242"/>
                <a:gd name="T114" fmla="*/ 1308 h 130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2" h="1308">
                  <a:moveTo>
                    <a:pt x="79" y="0"/>
                  </a:moveTo>
                  <a:lnTo>
                    <a:pt x="70" y="41"/>
                  </a:lnTo>
                  <a:lnTo>
                    <a:pt x="61" y="80"/>
                  </a:lnTo>
                  <a:lnTo>
                    <a:pt x="53" y="121"/>
                  </a:lnTo>
                  <a:lnTo>
                    <a:pt x="45" y="161"/>
                  </a:lnTo>
                  <a:lnTo>
                    <a:pt x="37" y="202"/>
                  </a:lnTo>
                  <a:lnTo>
                    <a:pt x="31" y="243"/>
                  </a:lnTo>
                  <a:lnTo>
                    <a:pt x="25" y="284"/>
                  </a:lnTo>
                  <a:lnTo>
                    <a:pt x="20" y="325"/>
                  </a:lnTo>
                  <a:lnTo>
                    <a:pt x="16" y="367"/>
                  </a:lnTo>
                  <a:lnTo>
                    <a:pt x="11" y="408"/>
                  </a:lnTo>
                  <a:lnTo>
                    <a:pt x="7" y="450"/>
                  </a:lnTo>
                  <a:lnTo>
                    <a:pt x="5" y="492"/>
                  </a:lnTo>
                  <a:lnTo>
                    <a:pt x="2" y="534"/>
                  </a:lnTo>
                  <a:lnTo>
                    <a:pt x="1" y="576"/>
                  </a:lnTo>
                  <a:lnTo>
                    <a:pt x="0" y="619"/>
                  </a:lnTo>
                  <a:lnTo>
                    <a:pt x="0" y="662"/>
                  </a:lnTo>
                  <a:lnTo>
                    <a:pt x="0" y="700"/>
                  </a:lnTo>
                  <a:lnTo>
                    <a:pt x="1" y="739"/>
                  </a:lnTo>
                  <a:lnTo>
                    <a:pt x="2" y="778"/>
                  </a:lnTo>
                  <a:lnTo>
                    <a:pt x="4" y="816"/>
                  </a:lnTo>
                  <a:lnTo>
                    <a:pt x="9" y="892"/>
                  </a:lnTo>
                  <a:lnTo>
                    <a:pt x="17" y="968"/>
                  </a:lnTo>
                  <a:lnTo>
                    <a:pt x="26" y="1042"/>
                  </a:lnTo>
                  <a:lnTo>
                    <a:pt x="37" y="1117"/>
                  </a:lnTo>
                  <a:lnTo>
                    <a:pt x="51" y="1191"/>
                  </a:lnTo>
                  <a:lnTo>
                    <a:pt x="65" y="1265"/>
                  </a:lnTo>
                  <a:lnTo>
                    <a:pt x="87" y="1270"/>
                  </a:lnTo>
                  <a:lnTo>
                    <a:pt x="108" y="1276"/>
                  </a:lnTo>
                  <a:lnTo>
                    <a:pt x="130" y="1281"/>
                  </a:lnTo>
                  <a:lnTo>
                    <a:pt x="152" y="1287"/>
                  </a:lnTo>
                  <a:lnTo>
                    <a:pt x="173" y="1293"/>
                  </a:lnTo>
                  <a:lnTo>
                    <a:pt x="195" y="1298"/>
                  </a:lnTo>
                  <a:lnTo>
                    <a:pt x="217" y="1303"/>
                  </a:lnTo>
                  <a:lnTo>
                    <a:pt x="239" y="1308"/>
                  </a:lnTo>
                  <a:lnTo>
                    <a:pt x="229" y="1270"/>
                  </a:lnTo>
                  <a:lnTo>
                    <a:pt x="220" y="1230"/>
                  </a:lnTo>
                  <a:lnTo>
                    <a:pt x="212" y="1191"/>
                  </a:lnTo>
                  <a:lnTo>
                    <a:pt x="203" y="1151"/>
                  </a:lnTo>
                  <a:lnTo>
                    <a:pt x="196" y="1112"/>
                  </a:lnTo>
                  <a:lnTo>
                    <a:pt x="190" y="1072"/>
                  </a:lnTo>
                  <a:lnTo>
                    <a:pt x="184" y="1031"/>
                  </a:lnTo>
                  <a:lnTo>
                    <a:pt x="179" y="992"/>
                  </a:lnTo>
                  <a:lnTo>
                    <a:pt x="173" y="950"/>
                  </a:lnTo>
                  <a:lnTo>
                    <a:pt x="169" y="910"/>
                  </a:lnTo>
                  <a:lnTo>
                    <a:pt x="166" y="869"/>
                  </a:lnTo>
                  <a:lnTo>
                    <a:pt x="163" y="828"/>
                  </a:lnTo>
                  <a:lnTo>
                    <a:pt x="161" y="786"/>
                  </a:lnTo>
                  <a:lnTo>
                    <a:pt x="159" y="745"/>
                  </a:lnTo>
                  <a:lnTo>
                    <a:pt x="158" y="703"/>
                  </a:lnTo>
                  <a:lnTo>
                    <a:pt x="158" y="662"/>
                  </a:lnTo>
                  <a:lnTo>
                    <a:pt x="158" y="619"/>
                  </a:lnTo>
                  <a:lnTo>
                    <a:pt x="159" y="576"/>
                  </a:lnTo>
                  <a:lnTo>
                    <a:pt x="161" y="535"/>
                  </a:lnTo>
                  <a:lnTo>
                    <a:pt x="163" y="492"/>
                  </a:lnTo>
                  <a:lnTo>
                    <a:pt x="166" y="451"/>
                  </a:lnTo>
                  <a:lnTo>
                    <a:pt x="170" y="409"/>
                  </a:lnTo>
                  <a:lnTo>
                    <a:pt x="174" y="368"/>
                  </a:lnTo>
                  <a:lnTo>
                    <a:pt x="179" y="326"/>
                  </a:lnTo>
                  <a:lnTo>
                    <a:pt x="185" y="285"/>
                  </a:lnTo>
                  <a:lnTo>
                    <a:pt x="191" y="244"/>
                  </a:lnTo>
                  <a:lnTo>
                    <a:pt x="198" y="204"/>
                  </a:lnTo>
                  <a:lnTo>
                    <a:pt x="206" y="163"/>
                  </a:lnTo>
                  <a:lnTo>
                    <a:pt x="214" y="123"/>
                  </a:lnTo>
                  <a:lnTo>
                    <a:pt x="222" y="83"/>
                  </a:lnTo>
                  <a:lnTo>
                    <a:pt x="231" y="43"/>
                  </a:lnTo>
                  <a:lnTo>
                    <a:pt x="242" y="3"/>
                  </a:lnTo>
                  <a:lnTo>
                    <a:pt x="221" y="3"/>
                  </a:lnTo>
                  <a:lnTo>
                    <a:pt x="200" y="2"/>
                  </a:lnTo>
                  <a:lnTo>
                    <a:pt x="180" y="1"/>
                  </a:lnTo>
                  <a:lnTo>
                    <a:pt x="160" y="1"/>
                  </a:lnTo>
                  <a:lnTo>
                    <a:pt x="139" y="1"/>
                  </a:lnTo>
                  <a:lnTo>
                    <a:pt x="119" y="0"/>
                  </a:lnTo>
                  <a:lnTo>
                    <a:pt x="100" y="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799E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9" name="Freeform 284"/>
            <p:cNvSpPr>
              <a:spLocks/>
            </p:cNvSpPr>
            <p:nvPr/>
          </p:nvSpPr>
          <p:spPr bwMode="auto">
            <a:xfrm>
              <a:off x="737" y="1629"/>
              <a:ext cx="31" cy="166"/>
            </a:xfrm>
            <a:custGeom>
              <a:avLst/>
              <a:gdLst>
                <a:gd name="T0" fmla="*/ 1 w 247"/>
                <a:gd name="T1" fmla="*/ 1 h 1327"/>
                <a:gd name="T2" fmla="*/ 1 w 247"/>
                <a:gd name="T3" fmla="*/ 2 h 1327"/>
                <a:gd name="T4" fmla="*/ 1 w 247"/>
                <a:gd name="T5" fmla="*/ 3 h 1327"/>
                <a:gd name="T6" fmla="*/ 0 w 247"/>
                <a:gd name="T7" fmla="*/ 4 h 1327"/>
                <a:gd name="T8" fmla="*/ 0 w 247"/>
                <a:gd name="T9" fmla="*/ 6 h 1327"/>
                <a:gd name="T10" fmla="*/ 0 w 247"/>
                <a:gd name="T11" fmla="*/ 7 h 1327"/>
                <a:gd name="T12" fmla="*/ 0 w 247"/>
                <a:gd name="T13" fmla="*/ 8 h 1327"/>
                <a:gd name="T14" fmla="*/ 0 w 247"/>
                <a:gd name="T15" fmla="*/ 10 h 1327"/>
                <a:gd name="T16" fmla="*/ 0 w 247"/>
                <a:gd name="T17" fmla="*/ 11 h 1327"/>
                <a:gd name="T18" fmla="*/ 0 w 247"/>
                <a:gd name="T19" fmla="*/ 12 h 1327"/>
                <a:gd name="T20" fmla="*/ 0 w 247"/>
                <a:gd name="T21" fmla="*/ 14 h 1327"/>
                <a:gd name="T22" fmla="*/ 0 w 247"/>
                <a:gd name="T23" fmla="*/ 15 h 1327"/>
                <a:gd name="T24" fmla="*/ 0 w 247"/>
                <a:gd name="T25" fmla="*/ 16 h 1327"/>
                <a:gd name="T26" fmla="*/ 1 w 247"/>
                <a:gd name="T27" fmla="*/ 17 h 1327"/>
                <a:gd name="T28" fmla="*/ 1 w 247"/>
                <a:gd name="T29" fmla="*/ 18 h 1327"/>
                <a:gd name="T30" fmla="*/ 1 w 247"/>
                <a:gd name="T31" fmla="*/ 20 h 1327"/>
                <a:gd name="T32" fmla="*/ 2 w 247"/>
                <a:gd name="T33" fmla="*/ 20 h 1327"/>
                <a:gd name="T34" fmla="*/ 2 w 247"/>
                <a:gd name="T35" fmla="*/ 20 h 1327"/>
                <a:gd name="T36" fmla="*/ 3 w 247"/>
                <a:gd name="T37" fmla="*/ 21 h 1327"/>
                <a:gd name="T38" fmla="*/ 4 w 247"/>
                <a:gd name="T39" fmla="*/ 21 h 1327"/>
                <a:gd name="T40" fmla="*/ 4 w 247"/>
                <a:gd name="T41" fmla="*/ 20 h 1327"/>
                <a:gd name="T42" fmla="*/ 3 w 247"/>
                <a:gd name="T43" fmla="*/ 19 h 1327"/>
                <a:gd name="T44" fmla="*/ 3 w 247"/>
                <a:gd name="T45" fmla="*/ 18 h 1327"/>
                <a:gd name="T46" fmla="*/ 3 w 247"/>
                <a:gd name="T47" fmla="*/ 16 h 1327"/>
                <a:gd name="T48" fmla="*/ 3 w 247"/>
                <a:gd name="T49" fmla="*/ 15 h 1327"/>
                <a:gd name="T50" fmla="*/ 3 w 247"/>
                <a:gd name="T51" fmla="*/ 14 h 1327"/>
                <a:gd name="T52" fmla="*/ 3 w 247"/>
                <a:gd name="T53" fmla="*/ 12 h 1327"/>
                <a:gd name="T54" fmla="*/ 3 w 247"/>
                <a:gd name="T55" fmla="*/ 11 h 1327"/>
                <a:gd name="T56" fmla="*/ 3 w 247"/>
                <a:gd name="T57" fmla="*/ 10 h 1327"/>
                <a:gd name="T58" fmla="*/ 3 w 247"/>
                <a:gd name="T59" fmla="*/ 8 h 1327"/>
                <a:gd name="T60" fmla="*/ 3 w 247"/>
                <a:gd name="T61" fmla="*/ 7 h 1327"/>
                <a:gd name="T62" fmla="*/ 3 w 247"/>
                <a:gd name="T63" fmla="*/ 6 h 1327"/>
                <a:gd name="T64" fmla="*/ 3 w 247"/>
                <a:gd name="T65" fmla="*/ 5 h 1327"/>
                <a:gd name="T66" fmla="*/ 3 w 247"/>
                <a:gd name="T67" fmla="*/ 3 h 1327"/>
                <a:gd name="T68" fmla="*/ 3 w 247"/>
                <a:gd name="T69" fmla="*/ 2 h 1327"/>
                <a:gd name="T70" fmla="*/ 4 w 247"/>
                <a:gd name="T71" fmla="*/ 1 h 1327"/>
                <a:gd name="T72" fmla="*/ 4 w 247"/>
                <a:gd name="T73" fmla="*/ 0 h 1327"/>
                <a:gd name="T74" fmla="*/ 3 w 247"/>
                <a:gd name="T75" fmla="*/ 0 h 1327"/>
                <a:gd name="T76" fmla="*/ 2 w 247"/>
                <a:gd name="T77" fmla="*/ 0 h 1327"/>
                <a:gd name="T78" fmla="*/ 2 w 247"/>
                <a:gd name="T79" fmla="*/ 0 h 132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47"/>
                <a:gd name="T121" fmla="*/ 0 h 1327"/>
                <a:gd name="T122" fmla="*/ 247 w 247"/>
                <a:gd name="T123" fmla="*/ 1327 h 132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47" h="1327">
                  <a:moveTo>
                    <a:pt x="82" y="0"/>
                  </a:moveTo>
                  <a:lnTo>
                    <a:pt x="72" y="40"/>
                  </a:lnTo>
                  <a:lnTo>
                    <a:pt x="62" y="80"/>
                  </a:lnTo>
                  <a:lnTo>
                    <a:pt x="54" y="120"/>
                  </a:lnTo>
                  <a:lnTo>
                    <a:pt x="47" y="160"/>
                  </a:lnTo>
                  <a:lnTo>
                    <a:pt x="38" y="201"/>
                  </a:lnTo>
                  <a:lnTo>
                    <a:pt x="32" y="242"/>
                  </a:lnTo>
                  <a:lnTo>
                    <a:pt x="26" y="283"/>
                  </a:lnTo>
                  <a:lnTo>
                    <a:pt x="21" y="324"/>
                  </a:lnTo>
                  <a:lnTo>
                    <a:pt x="15" y="366"/>
                  </a:lnTo>
                  <a:lnTo>
                    <a:pt x="11" y="407"/>
                  </a:lnTo>
                  <a:lnTo>
                    <a:pt x="8" y="449"/>
                  </a:lnTo>
                  <a:lnTo>
                    <a:pt x="5" y="491"/>
                  </a:lnTo>
                  <a:lnTo>
                    <a:pt x="3" y="533"/>
                  </a:lnTo>
                  <a:lnTo>
                    <a:pt x="1" y="575"/>
                  </a:lnTo>
                  <a:lnTo>
                    <a:pt x="0" y="618"/>
                  </a:lnTo>
                  <a:lnTo>
                    <a:pt x="0" y="661"/>
                  </a:lnTo>
                  <a:lnTo>
                    <a:pt x="0" y="701"/>
                  </a:lnTo>
                  <a:lnTo>
                    <a:pt x="1" y="741"/>
                  </a:lnTo>
                  <a:lnTo>
                    <a:pt x="2" y="781"/>
                  </a:lnTo>
                  <a:lnTo>
                    <a:pt x="4" y="821"/>
                  </a:lnTo>
                  <a:lnTo>
                    <a:pt x="7" y="861"/>
                  </a:lnTo>
                  <a:lnTo>
                    <a:pt x="10" y="900"/>
                  </a:lnTo>
                  <a:lnTo>
                    <a:pt x="14" y="940"/>
                  </a:lnTo>
                  <a:lnTo>
                    <a:pt x="19" y="979"/>
                  </a:lnTo>
                  <a:lnTo>
                    <a:pt x="24" y="1018"/>
                  </a:lnTo>
                  <a:lnTo>
                    <a:pt x="29" y="1057"/>
                  </a:lnTo>
                  <a:lnTo>
                    <a:pt x="35" y="1095"/>
                  </a:lnTo>
                  <a:lnTo>
                    <a:pt x="41" y="1134"/>
                  </a:lnTo>
                  <a:lnTo>
                    <a:pt x="49" y="1172"/>
                  </a:lnTo>
                  <a:lnTo>
                    <a:pt x="56" y="1211"/>
                  </a:lnTo>
                  <a:lnTo>
                    <a:pt x="64" y="1249"/>
                  </a:lnTo>
                  <a:lnTo>
                    <a:pt x="73" y="1286"/>
                  </a:lnTo>
                  <a:lnTo>
                    <a:pt x="94" y="1292"/>
                  </a:lnTo>
                  <a:lnTo>
                    <a:pt x="116" y="1297"/>
                  </a:lnTo>
                  <a:lnTo>
                    <a:pt x="137" y="1302"/>
                  </a:lnTo>
                  <a:lnTo>
                    <a:pt x="159" y="1307"/>
                  </a:lnTo>
                  <a:lnTo>
                    <a:pt x="180" y="1312"/>
                  </a:lnTo>
                  <a:lnTo>
                    <a:pt x="202" y="1318"/>
                  </a:lnTo>
                  <a:lnTo>
                    <a:pt x="224" y="1322"/>
                  </a:lnTo>
                  <a:lnTo>
                    <a:pt x="247" y="1327"/>
                  </a:lnTo>
                  <a:lnTo>
                    <a:pt x="237" y="1287"/>
                  </a:lnTo>
                  <a:lnTo>
                    <a:pt x="226" y="1247"/>
                  </a:lnTo>
                  <a:lnTo>
                    <a:pt x="217" y="1207"/>
                  </a:lnTo>
                  <a:lnTo>
                    <a:pt x="208" y="1166"/>
                  </a:lnTo>
                  <a:lnTo>
                    <a:pt x="200" y="1125"/>
                  </a:lnTo>
                  <a:lnTo>
                    <a:pt x="193" y="1084"/>
                  </a:lnTo>
                  <a:lnTo>
                    <a:pt x="187" y="1043"/>
                  </a:lnTo>
                  <a:lnTo>
                    <a:pt x="180" y="1001"/>
                  </a:lnTo>
                  <a:lnTo>
                    <a:pt x="175" y="958"/>
                  </a:lnTo>
                  <a:lnTo>
                    <a:pt x="170" y="917"/>
                  </a:lnTo>
                  <a:lnTo>
                    <a:pt x="167" y="874"/>
                  </a:lnTo>
                  <a:lnTo>
                    <a:pt x="164" y="832"/>
                  </a:lnTo>
                  <a:lnTo>
                    <a:pt x="161" y="789"/>
                  </a:lnTo>
                  <a:lnTo>
                    <a:pt x="159" y="747"/>
                  </a:lnTo>
                  <a:lnTo>
                    <a:pt x="158" y="704"/>
                  </a:lnTo>
                  <a:lnTo>
                    <a:pt x="158" y="661"/>
                  </a:lnTo>
                  <a:lnTo>
                    <a:pt x="158" y="618"/>
                  </a:lnTo>
                  <a:lnTo>
                    <a:pt x="159" y="576"/>
                  </a:lnTo>
                  <a:lnTo>
                    <a:pt x="161" y="534"/>
                  </a:lnTo>
                  <a:lnTo>
                    <a:pt x="163" y="492"/>
                  </a:lnTo>
                  <a:lnTo>
                    <a:pt x="166" y="451"/>
                  </a:lnTo>
                  <a:lnTo>
                    <a:pt x="170" y="409"/>
                  </a:lnTo>
                  <a:lnTo>
                    <a:pt x="174" y="368"/>
                  </a:lnTo>
                  <a:lnTo>
                    <a:pt x="179" y="327"/>
                  </a:lnTo>
                  <a:lnTo>
                    <a:pt x="186" y="286"/>
                  </a:lnTo>
                  <a:lnTo>
                    <a:pt x="192" y="245"/>
                  </a:lnTo>
                  <a:lnTo>
                    <a:pt x="199" y="205"/>
                  </a:lnTo>
                  <a:lnTo>
                    <a:pt x="206" y="165"/>
                  </a:lnTo>
                  <a:lnTo>
                    <a:pt x="215" y="125"/>
                  </a:lnTo>
                  <a:lnTo>
                    <a:pt x="224" y="85"/>
                  </a:lnTo>
                  <a:lnTo>
                    <a:pt x="233" y="46"/>
                  </a:lnTo>
                  <a:lnTo>
                    <a:pt x="243" y="7"/>
                  </a:lnTo>
                  <a:lnTo>
                    <a:pt x="223" y="6"/>
                  </a:lnTo>
                  <a:lnTo>
                    <a:pt x="202" y="5"/>
                  </a:lnTo>
                  <a:lnTo>
                    <a:pt x="182" y="3"/>
                  </a:lnTo>
                  <a:lnTo>
                    <a:pt x="162" y="2"/>
                  </a:lnTo>
                  <a:lnTo>
                    <a:pt x="141" y="1"/>
                  </a:lnTo>
                  <a:lnTo>
                    <a:pt x="121" y="1"/>
                  </a:lnTo>
                  <a:lnTo>
                    <a:pt x="102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7B9F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0" name="Freeform 285"/>
            <p:cNvSpPr>
              <a:spLocks/>
            </p:cNvSpPr>
            <p:nvPr/>
          </p:nvSpPr>
          <p:spPr bwMode="auto">
            <a:xfrm>
              <a:off x="747" y="1629"/>
              <a:ext cx="32" cy="168"/>
            </a:xfrm>
            <a:custGeom>
              <a:avLst/>
              <a:gdLst>
                <a:gd name="T0" fmla="*/ 1 w 255"/>
                <a:gd name="T1" fmla="*/ 1 h 1343"/>
                <a:gd name="T2" fmla="*/ 1 w 255"/>
                <a:gd name="T3" fmla="*/ 2 h 1343"/>
                <a:gd name="T4" fmla="*/ 1 w 255"/>
                <a:gd name="T5" fmla="*/ 3 h 1343"/>
                <a:gd name="T6" fmla="*/ 0 w 255"/>
                <a:gd name="T7" fmla="*/ 4 h 1343"/>
                <a:gd name="T8" fmla="*/ 0 w 255"/>
                <a:gd name="T9" fmla="*/ 6 h 1343"/>
                <a:gd name="T10" fmla="*/ 0 w 255"/>
                <a:gd name="T11" fmla="*/ 7 h 1343"/>
                <a:gd name="T12" fmla="*/ 0 w 255"/>
                <a:gd name="T13" fmla="*/ 8 h 1343"/>
                <a:gd name="T14" fmla="*/ 0 w 255"/>
                <a:gd name="T15" fmla="*/ 10 h 1343"/>
                <a:gd name="T16" fmla="*/ 0 w 255"/>
                <a:gd name="T17" fmla="*/ 11 h 1343"/>
                <a:gd name="T18" fmla="*/ 0 w 255"/>
                <a:gd name="T19" fmla="*/ 12 h 1343"/>
                <a:gd name="T20" fmla="*/ 0 w 255"/>
                <a:gd name="T21" fmla="*/ 14 h 1343"/>
                <a:gd name="T22" fmla="*/ 0 w 255"/>
                <a:gd name="T23" fmla="*/ 15 h 1343"/>
                <a:gd name="T24" fmla="*/ 0 w 255"/>
                <a:gd name="T25" fmla="*/ 16 h 1343"/>
                <a:gd name="T26" fmla="*/ 1 w 255"/>
                <a:gd name="T27" fmla="*/ 17 h 1343"/>
                <a:gd name="T28" fmla="*/ 1 w 255"/>
                <a:gd name="T29" fmla="*/ 19 h 1343"/>
                <a:gd name="T30" fmla="*/ 1 w 255"/>
                <a:gd name="T31" fmla="*/ 20 h 1343"/>
                <a:gd name="T32" fmla="*/ 2 w 255"/>
                <a:gd name="T33" fmla="*/ 21 h 1343"/>
                <a:gd name="T34" fmla="*/ 2 w 255"/>
                <a:gd name="T35" fmla="*/ 21 h 1343"/>
                <a:gd name="T36" fmla="*/ 3 w 255"/>
                <a:gd name="T37" fmla="*/ 21 h 1343"/>
                <a:gd name="T38" fmla="*/ 4 w 255"/>
                <a:gd name="T39" fmla="*/ 21 h 1343"/>
                <a:gd name="T40" fmla="*/ 4 w 255"/>
                <a:gd name="T41" fmla="*/ 20 h 1343"/>
                <a:gd name="T42" fmla="*/ 4 w 255"/>
                <a:gd name="T43" fmla="*/ 19 h 1343"/>
                <a:gd name="T44" fmla="*/ 3 w 255"/>
                <a:gd name="T45" fmla="*/ 18 h 1343"/>
                <a:gd name="T46" fmla="*/ 3 w 255"/>
                <a:gd name="T47" fmla="*/ 16 h 1343"/>
                <a:gd name="T48" fmla="*/ 3 w 255"/>
                <a:gd name="T49" fmla="*/ 15 h 1343"/>
                <a:gd name="T50" fmla="*/ 3 w 255"/>
                <a:gd name="T51" fmla="*/ 14 h 1343"/>
                <a:gd name="T52" fmla="*/ 3 w 255"/>
                <a:gd name="T53" fmla="*/ 12 h 1343"/>
                <a:gd name="T54" fmla="*/ 3 w 255"/>
                <a:gd name="T55" fmla="*/ 11 h 1343"/>
                <a:gd name="T56" fmla="*/ 3 w 255"/>
                <a:gd name="T57" fmla="*/ 10 h 1343"/>
                <a:gd name="T58" fmla="*/ 3 w 255"/>
                <a:gd name="T59" fmla="*/ 8 h 1343"/>
                <a:gd name="T60" fmla="*/ 3 w 255"/>
                <a:gd name="T61" fmla="*/ 7 h 1343"/>
                <a:gd name="T62" fmla="*/ 3 w 255"/>
                <a:gd name="T63" fmla="*/ 6 h 1343"/>
                <a:gd name="T64" fmla="*/ 3 w 255"/>
                <a:gd name="T65" fmla="*/ 5 h 1343"/>
                <a:gd name="T66" fmla="*/ 3 w 255"/>
                <a:gd name="T67" fmla="*/ 3 h 1343"/>
                <a:gd name="T68" fmla="*/ 3 w 255"/>
                <a:gd name="T69" fmla="*/ 2 h 1343"/>
                <a:gd name="T70" fmla="*/ 4 w 255"/>
                <a:gd name="T71" fmla="*/ 1 h 1343"/>
                <a:gd name="T72" fmla="*/ 4 w 255"/>
                <a:gd name="T73" fmla="*/ 0 h 1343"/>
                <a:gd name="T74" fmla="*/ 3 w 255"/>
                <a:gd name="T75" fmla="*/ 0 h 1343"/>
                <a:gd name="T76" fmla="*/ 2 w 255"/>
                <a:gd name="T77" fmla="*/ 0 h 1343"/>
                <a:gd name="T78" fmla="*/ 2 w 255"/>
                <a:gd name="T79" fmla="*/ 0 h 134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5"/>
                <a:gd name="T121" fmla="*/ 0 h 1343"/>
                <a:gd name="T122" fmla="*/ 255 w 255"/>
                <a:gd name="T123" fmla="*/ 1343 h 134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5" h="1343">
                  <a:moveTo>
                    <a:pt x="84" y="0"/>
                  </a:moveTo>
                  <a:lnTo>
                    <a:pt x="73" y="40"/>
                  </a:lnTo>
                  <a:lnTo>
                    <a:pt x="64" y="80"/>
                  </a:lnTo>
                  <a:lnTo>
                    <a:pt x="56" y="120"/>
                  </a:lnTo>
                  <a:lnTo>
                    <a:pt x="48" y="160"/>
                  </a:lnTo>
                  <a:lnTo>
                    <a:pt x="40" y="201"/>
                  </a:lnTo>
                  <a:lnTo>
                    <a:pt x="33" y="241"/>
                  </a:lnTo>
                  <a:lnTo>
                    <a:pt x="27" y="282"/>
                  </a:lnTo>
                  <a:lnTo>
                    <a:pt x="21" y="323"/>
                  </a:lnTo>
                  <a:lnTo>
                    <a:pt x="16" y="365"/>
                  </a:lnTo>
                  <a:lnTo>
                    <a:pt x="12" y="406"/>
                  </a:lnTo>
                  <a:lnTo>
                    <a:pt x="8" y="448"/>
                  </a:lnTo>
                  <a:lnTo>
                    <a:pt x="5" y="489"/>
                  </a:lnTo>
                  <a:lnTo>
                    <a:pt x="3" y="532"/>
                  </a:lnTo>
                  <a:lnTo>
                    <a:pt x="1" y="573"/>
                  </a:lnTo>
                  <a:lnTo>
                    <a:pt x="0" y="616"/>
                  </a:lnTo>
                  <a:lnTo>
                    <a:pt x="0" y="659"/>
                  </a:lnTo>
                  <a:lnTo>
                    <a:pt x="0" y="700"/>
                  </a:lnTo>
                  <a:lnTo>
                    <a:pt x="1" y="742"/>
                  </a:lnTo>
                  <a:lnTo>
                    <a:pt x="3" y="783"/>
                  </a:lnTo>
                  <a:lnTo>
                    <a:pt x="5" y="825"/>
                  </a:lnTo>
                  <a:lnTo>
                    <a:pt x="8" y="866"/>
                  </a:lnTo>
                  <a:lnTo>
                    <a:pt x="11" y="907"/>
                  </a:lnTo>
                  <a:lnTo>
                    <a:pt x="15" y="947"/>
                  </a:lnTo>
                  <a:lnTo>
                    <a:pt x="21" y="989"/>
                  </a:lnTo>
                  <a:lnTo>
                    <a:pt x="26" y="1028"/>
                  </a:lnTo>
                  <a:lnTo>
                    <a:pt x="32" y="1069"/>
                  </a:lnTo>
                  <a:lnTo>
                    <a:pt x="38" y="1109"/>
                  </a:lnTo>
                  <a:lnTo>
                    <a:pt x="45" y="1148"/>
                  </a:lnTo>
                  <a:lnTo>
                    <a:pt x="54" y="1188"/>
                  </a:lnTo>
                  <a:lnTo>
                    <a:pt x="62" y="1227"/>
                  </a:lnTo>
                  <a:lnTo>
                    <a:pt x="71" y="1267"/>
                  </a:lnTo>
                  <a:lnTo>
                    <a:pt x="81" y="1305"/>
                  </a:lnTo>
                  <a:lnTo>
                    <a:pt x="101" y="1310"/>
                  </a:lnTo>
                  <a:lnTo>
                    <a:pt x="123" y="1316"/>
                  </a:lnTo>
                  <a:lnTo>
                    <a:pt x="145" y="1320"/>
                  </a:lnTo>
                  <a:lnTo>
                    <a:pt x="167" y="1325"/>
                  </a:lnTo>
                  <a:lnTo>
                    <a:pt x="189" y="1329"/>
                  </a:lnTo>
                  <a:lnTo>
                    <a:pt x="210" y="1334"/>
                  </a:lnTo>
                  <a:lnTo>
                    <a:pt x="232" y="1338"/>
                  </a:lnTo>
                  <a:lnTo>
                    <a:pt x="255" y="1343"/>
                  </a:lnTo>
                  <a:lnTo>
                    <a:pt x="244" y="1302"/>
                  </a:lnTo>
                  <a:lnTo>
                    <a:pt x="232" y="1261"/>
                  </a:lnTo>
                  <a:lnTo>
                    <a:pt x="223" y="1219"/>
                  </a:lnTo>
                  <a:lnTo>
                    <a:pt x="213" y="1178"/>
                  </a:lnTo>
                  <a:lnTo>
                    <a:pt x="204" y="1136"/>
                  </a:lnTo>
                  <a:lnTo>
                    <a:pt x="196" y="1093"/>
                  </a:lnTo>
                  <a:lnTo>
                    <a:pt x="190" y="1051"/>
                  </a:lnTo>
                  <a:lnTo>
                    <a:pt x="182" y="1008"/>
                  </a:lnTo>
                  <a:lnTo>
                    <a:pt x="177" y="966"/>
                  </a:lnTo>
                  <a:lnTo>
                    <a:pt x="172" y="922"/>
                  </a:lnTo>
                  <a:lnTo>
                    <a:pt x="168" y="879"/>
                  </a:lnTo>
                  <a:lnTo>
                    <a:pt x="164" y="835"/>
                  </a:lnTo>
                  <a:lnTo>
                    <a:pt x="162" y="791"/>
                  </a:lnTo>
                  <a:lnTo>
                    <a:pt x="160" y="747"/>
                  </a:lnTo>
                  <a:lnTo>
                    <a:pt x="159" y="703"/>
                  </a:lnTo>
                  <a:lnTo>
                    <a:pt x="158" y="659"/>
                  </a:lnTo>
                  <a:lnTo>
                    <a:pt x="159" y="617"/>
                  </a:lnTo>
                  <a:lnTo>
                    <a:pt x="160" y="574"/>
                  </a:lnTo>
                  <a:lnTo>
                    <a:pt x="161" y="533"/>
                  </a:lnTo>
                  <a:lnTo>
                    <a:pt x="164" y="491"/>
                  </a:lnTo>
                  <a:lnTo>
                    <a:pt x="167" y="450"/>
                  </a:lnTo>
                  <a:lnTo>
                    <a:pt x="170" y="409"/>
                  </a:lnTo>
                  <a:lnTo>
                    <a:pt x="175" y="368"/>
                  </a:lnTo>
                  <a:lnTo>
                    <a:pt x="180" y="327"/>
                  </a:lnTo>
                  <a:lnTo>
                    <a:pt x="186" y="287"/>
                  </a:lnTo>
                  <a:lnTo>
                    <a:pt x="193" y="246"/>
                  </a:lnTo>
                  <a:lnTo>
                    <a:pt x="199" y="207"/>
                  </a:lnTo>
                  <a:lnTo>
                    <a:pt x="207" y="167"/>
                  </a:lnTo>
                  <a:lnTo>
                    <a:pt x="216" y="127"/>
                  </a:lnTo>
                  <a:lnTo>
                    <a:pt x="225" y="88"/>
                  </a:lnTo>
                  <a:lnTo>
                    <a:pt x="234" y="48"/>
                  </a:lnTo>
                  <a:lnTo>
                    <a:pt x="245" y="10"/>
                  </a:lnTo>
                  <a:lnTo>
                    <a:pt x="224" y="9"/>
                  </a:lnTo>
                  <a:lnTo>
                    <a:pt x="204" y="7"/>
                  </a:lnTo>
                  <a:lnTo>
                    <a:pt x="183" y="6"/>
                  </a:lnTo>
                  <a:lnTo>
                    <a:pt x="164" y="5"/>
                  </a:lnTo>
                  <a:lnTo>
                    <a:pt x="143" y="4"/>
                  </a:lnTo>
                  <a:lnTo>
                    <a:pt x="123" y="3"/>
                  </a:lnTo>
                  <a:lnTo>
                    <a:pt x="104" y="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7DA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1" name="Freeform 286"/>
            <p:cNvSpPr>
              <a:spLocks/>
            </p:cNvSpPr>
            <p:nvPr/>
          </p:nvSpPr>
          <p:spPr bwMode="auto">
            <a:xfrm>
              <a:off x="757" y="1630"/>
              <a:ext cx="33" cy="169"/>
            </a:xfrm>
            <a:custGeom>
              <a:avLst/>
              <a:gdLst>
                <a:gd name="T0" fmla="*/ 1 w 263"/>
                <a:gd name="T1" fmla="*/ 1 h 1354"/>
                <a:gd name="T2" fmla="*/ 1 w 263"/>
                <a:gd name="T3" fmla="*/ 2 h 1354"/>
                <a:gd name="T4" fmla="*/ 1 w 263"/>
                <a:gd name="T5" fmla="*/ 3 h 1354"/>
                <a:gd name="T6" fmla="*/ 1 w 263"/>
                <a:gd name="T7" fmla="*/ 4 h 1354"/>
                <a:gd name="T8" fmla="*/ 0 w 263"/>
                <a:gd name="T9" fmla="*/ 6 h 1354"/>
                <a:gd name="T10" fmla="*/ 0 w 263"/>
                <a:gd name="T11" fmla="*/ 7 h 1354"/>
                <a:gd name="T12" fmla="*/ 0 w 263"/>
                <a:gd name="T13" fmla="*/ 8 h 1354"/>
                <a:gd name="T14" fmla="*/ 0 w 263"/>
                <a:gd name="T15" fmla="*/ 9 h 1354"/>
                <a:gd name="T16" fmla="*/ 0 w 263"/>
                <a:gd name="T17" fmla="*/ 11 h 1354"/>
                <a:gd name="T18" fmla="*/ 0 w 263"/>
                <a:gd name="T19" fmla="*/ 12 h 1354"/>
                <a:gd name="T20" fmla="*/ 0 w 263"/>
                <a:gd name="T21" fmla="*/ 13 h 1354"/>
                <a:gd name="T22" fmla="*/ 0 w 263"/>
                <a:gd name="T23" fmla="*/ 15 h 1354"/>
                <a:gd name="T24" fmla="*/ 1 w 263"/>
                <a:gd name="T25" fmla="*/ 16 h 1354"/>
                <a:gd name="T26" fmla="*/ 1 w 263"/>
                <a:gd name="T27" fmla="*/ 17 h 1354"/>
                <a:gd name="T28" fmla="*/ 1 w 263"/>
                <a:gd name="T29" fmla="*/ 19 h 1354"/>
                <a:gd name="T30" fmla="*/ 1 w 263"/>
                <a:gd name="T31" fmla="*/ 20 h 1354"/>
                <a:gd name="T32" fmla="*/ 2 w 263"/>
                <a:gd name="T33" fmla="*/ 21 h 1354"/>
                <a:gd name="T34" fmla="*/ 2 w 263"/>
                <a:gd name="T35" fmla="*/ 21 h 1354"/>
                <a:gd name="T36" fmla="*/ 3 w 263"/>
                <a:gd name="T37" fmla="*/ 21 h 1354"/>
                <a:gd name="T38" fmla="*/ 4 w 263"/>
                <a:gd name="T39" fmla="*/ 21 h 1354"/>
                <a:gd name="T40" fmla="*/ 4 w 263"/>
                <a:gd name="T41" fmla="*/ 20 h 1354"/>
                <a:gd name="T42" fmla="*/ 4 w 263"/>
                <a:gd name="T43" fmla="*/ 19 h 1354"/>
                <a:gd name="T44" fmla="*/ 3 w 263"/>
                <a:gd name="T45" fmla="*/ 18 h 1354"/>
                <a:gd name="T46" fmla="*/ 3 w 263"/>
                <a:gd name="T47" fmla="*/ 16 h 1354"/>
                <a:gd name="T48" fmla="*/ 3 w 263"/>
                <a:gd name="T49" fmla="*/ 15 h 1354"/>
                <a:gd name="T50" fmla="*/ 3 w 263"/>
                <a:gd name="T51" fmla="*/ 14 h 1354"/>
                <a:gd name="T52" fmla="*/ 3 w 263"/>
                <a:gd name="T53" fmla="*/ 12 h 1354"/>
                <a:gd name="T54" fmla="*/ 3 w 263"/>
                <a:gd name="T55" fmla="*/ 11 h 1354"/>
                <a:gd name="T56" fmla="*/ 3 w 263"/>
                <a:gd name="T57" fmla="*/ 9 h 1354"/>
                <a:gd name="T58" fmla="*/ 3 w 263"/>
                <a:gd name="T59" fmla="*/ 8 h 1354"/>
                <a:gd name="T60" fmla="*/ 3 w 263"/>
                <a:gd name="T61" fmla="*/ 7 h 1354"/>
                <a:gd name="T62" fmla="*/ 3 w 263"/>
                <a:gd name="T63" fmla="*/ 6 h 1354"/>
                <a:gd name="T64" fmla="*/ 3 w 263"/>
                <a:gd name="T65" fmla="*/ 4 h 1354"/>
                <a:gd name="T66" fmla="*/ 3 w 263"/>
                <a:gd name="T67" fmla="*/ 3 h 1354"/>
                <a:gd name="T68" fmla="*/ 3 w 263"/>
                <a:gd name="T69" fmla="*/ 2 h 1354"/>
                <a:gd name="T70" fmla="*/ 4 w 263"/>
                <a:gd name="T71" fmla="*/ 1 h 1354"/>
                <a:gd name="T72" fmla="*/ 4 w 263"/>
                <a:gd name="T73" fmla="*/ 0 h 1354"/>
                <a:gd name="T74" fmla="*/ 3 w 263"/>
                <a:gd name="T75" fmla="*/ 0 h 1354"/>
                <a:gd name="T76" fmla="*/ 2 w 263"/>
                <a:gd name="T77" fmla="*/ 0 h 1354"/>
                <a:gd name="T78" fmla="*/ 2 w 263"/>
                <a:gd name="T79" fmla="*/ 0 h 135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63"/>
                <a:gd name="T121" fmla="*/ 0 h 1354"/>
                <a:gd name="T122" fmla="*/ 263 w 263"/>
                <a:gd name="T123" fmla="*/ 1354 h 135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63" h="1354">
                  <a:moveTo>
                    <a:pt x="86" y="0"/>
                  </a:moveTo>
                  <a:lnTo>
                    <a:pt x="75" y="39"/>
                  </a:lnTo>
                  <a:lnTo>
                    <a:pt x="66" y="78"/>
                  </a:lnTo>
                  <a:lnTo>
                    <a:pt x="57" y="118"/>
                  </a:lnTo>
                  <a:lnTo>
                    <a:pt x="48" y="158"/>
                  </a:lnTo>
                  <a:lnTo>
                    <a:pt x="41" y="198"/>
                  </a:lnTo>
                  <a:lnTo>
                    <a:pt x="34" y="238"/>
                  </a:lnTo>
                  <a:lnTo>
                    <a:pt x="28" y="279"/>
                  </a:lnTo>
                  <a:lnTo>
                    <a:pt x="21" y="320"/>
                  </a:lnTo>
                  <a:lnTo>
                    <a:pt x="16" y="361"/>
                  </a:lnTo>
                  <a:lnTo>
                    <a:pt x="12" y="402"/>
                  </a:lnTo>
                  <a:lnTo>
                    <a:pt x="8" y="444"/>
                  </a:lnTo>
                  <a:lnTo>
                    <a:pt x="5" y="485"/>
                  </a:lnTo>
                  <a:lnTo>
                    <a:pt x="3" y="527"/>
                  </a:lnTo>
                  <a:lnTo>
                    <a:pt x="1" y="569"/>
                  </a:lnTo>
                  <a:lnTo>
                    <a:pt x="0" y="611"/>
                  </a:lnTo>
                  <a:lnTo>
                    <a:pt x="0" y="654"/>
                  </a:lnTo>
                  <a:lnTo>
                    <a:pt x="0" y="697"/>
                  </a:lnTo>
                  <a:lnTo>
                    <a:pt x="1" y="740"/>
                  </a:lnTo>
                  <a:lnTo>
                    <a:pt x="3" y="782"/>
                  </a:lnTo>
                  <a:lnTo>
                    <a:pt x="6" y="825"/>
                  </a:lnTo>
                  <a:lnTo>
                    <a:pt x="9" y="867"/>
                  </a:lnTo>
                  <a:lnTo>
                    <a:pt x="12" y="910"/>
                  </a:lnTo>
                  <a:lnTo>
                    <a:pt x="17" y="951"/>
                  </a:lnTo>
                  <a:lnTo>
                    <a:pt x="22" y="994"/>
                  </a:lnTo>
                  <a:lnTo>
                    <a:pt x="29" y="1036"/>
                  </a:lnTo>
                  <a:lnTo>
                    <a:pt x="35" y="1077"/>
                  </a:lnTo>
                  <a:lnTo>
                    <a:pt x="42" y="1118"/>
                  </a:lnTo>
                  <a:lnTo>
                    <a:pt x="50" y="1159"/>
                  </a:lnTo>
                  <a:lnTo>
                    <a:pt x="59" y="1200"/>
                  </a:lnTo>
                  <a:lnTo>
                    <a:pt x="68" y="1240"/>
                  </a:lnTo>
                  <a:lnTo>
                    <a:pt x="79" y="1280"/>
                  </a:lnTo>
                  <a:lnTo>
                    <a:pt x="89" y="1320"/>
                  </a:lnTo>
                  <a:lnTo>
                    <a:pt x="110" y="1324"/>
                  </a:lnTo>
                  <a:lnTo>
                    <a:pt x="131" y="1329"/>
                  </a:lnTo>
                  <a:lnTo>
                    <a:pt x="153" y="1333"/>
                  </a:lnTo>
                  <a:lnTo>
                    <a:pt x="175" y="1338"/>
                  </a:lnTo>
                  <a:lnTo>
                    <a:pt x="197" y="1342"/>
                  </a:lnTo>
                  <a:lnTo>
                    <a:pt x="219" y="1346"/>
                  </a:lnTo>
                  <a:lnTo>
                    <a:pt x="240" y="1350"/>
                  </a:lnTo>
                  <a:lnTo>
                    <a:pt x="263" y="1354"/>
                  </a:lnTo>
                  <a:lnTo>
                    <a:pt x="251" y="1313"/>
                  </a:lnTo>
                  <a:lnTo>
                    <a:pt x="239" y="1270"/>
                  </a:lnTo>
                  <a:lnTo>
                    <a:pt x="228" y="1229"/>
                  </a:lnTo>
                  <a:lnTo>
                    <a:pt x="218" y="1185"/>
                  </a:lnTo>
                  <a:lnTo>
                    <a:pt x="208" y="1142"/>
                  </a:lnTo>
                  <a:lnTo>
                    <a:pt x="200" y="1100"/>
                  </a:lnTo>
                  <a:lnTo>
                    <a:pt x="192" y="1056"/>
                  </a:lnTo>
                  <a:lnTo>
                    <a:pt x="184" y="1013"/>
                  </a:lnTo>
                  <a:lnTo>
                    <a:pt x="178" y="968"/>
                  </a:lnTo>
                  <a:lnTo>
                    <a:pt x="173" y="924"/>
                  </a:lnTo>
                  <a:lnTo>
                    <a:pt x="169" y="880"/>
                  </a:lnTo>
                  <a:lnTo>
                    <a:pt x="165" y="835"/>
                  </a:lnTo>
                  <a:lnTo>
                    <a:pt x="162" y="790"/>
                  </a:lnTo>
                  <a:lnTo>
                    <a:pt x="159" y="745"/>
                  </a:lnTo>
                  <a:lnTo>
                    <a:pt x="158" y="699"/>
                  </a:lnTo>
                  <a:lnTo>
                    <a:pt x="157" y="654"/>
                  </a:lnTo>
                  <a:lnTo>
                    <a:pt x="158" y="612"/>
                  </a:lnTo>
                  <a:lnTo>
                    <a:pt x="159" y="570"/>
                  </a:lnTo>
                  <a:lnTo>
                    <a:pt x="160" y="529"/>
                  </a:lnTo>
                  <a:lnTo>
                    <a:pt x="164" y="488"/>
                  </a:lnTo>
                  <a:lnTo>
                    <a:pt x="167" y="447"/>
                  </a:lnTo>
                  <a:lnTo>
                    <a:pt x="171" y="406"/>
                  </a:lnTo>
                  <a:lnTo>
                    <a:pt x="175" y="366"/>
                  </a:lnTo>
                  <a:lnTo>
                    <a:pt x="180" y="326"/>
                  </a:lnTo>
                  <a:lnTo>
                    <a:pt x="186" y="285"/>
                  </a:lnTo>
                  <a:lnTo>
                    <a:pt x="193" y="246"/>
                  </a:lnTo>
                  <a:lnTo>
                    <a:pt x="200" y="206"/>
                  </a:lnTo>
                  <a:lnTo>
                    <a:pt x="208" y="167"/>
                  </a:lnTo>
                  <a:lnTo>
                    <a:pt x="217" y="127"/>
                  </a:lnTo>
                  <a:lnTo>
                    <a:pt x="226" y="89"/>
                  </a:lnTo>
                  <a:lnTo>
                    <a:pt x="235" y="49"/>
                  </a:lnTo>
                  <a:lnTo>
                    <a:pt x="246" y="11"/>
                  </a:lnTo>
                  <a:lnTo>
                    <a:pt x="226" y="10"/>
                  </a:lnTo>
                  <a:lnTo>
                    <a:pt x="205" y="8"/>
                  </a:lnTo>
                  <a:lnTo>
                    <a:pt x="185" y="6"/>
                  </a:lnTo>
                  <a:lnTo>
                    <a:pt x="165" y="5"/>
                  </a:lnTo>
                  <a:lnTo>
                    <a:pt x="145" y="3"/>
                  </a:lnTo>
                  <a:lnTo>
                    <a:pt x="125" y="2"/>
                  </a:lnTo>
                  <a:lnTo>
                    <a:pt x="105" y="1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7FA3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2" name="Freeform 287"/>
            <p:cNvSpPr>
              <a:spLocks/>
            </p:cNvSpPr>
            <p:nvPr/>
          </p:nvSpPr>
          <p:spPr bwMode="auto">
            <a:xfrm>
              <a:off x="767" y="1630"/>
              <a:ext cx="34" cy="171"/>
            </a:xfrm>
            <a:custGeom>
              <a:avLst/>
              <a:gdLst>
                <a:gd name="T0" fmla="*/ 1 w 271"/>
                <a:gd name="T1" fmla="*/ 1 h 1364"/>
                <a:gd name="T2" fmla="*/ 1 w 271"/>
                <a:gd name="T3" fmla="*/ 2 h 1364"/>
                <a:gd name="T4" fmla="*/ 1 w 271"/>
                <a:gd name="T5" fmla="*/ 3 h 1364"/>
                <a:gd name="T6" fmla="*/ 1 w 271"/>
                <a:gd name="T7" fmla="*/ 4 h 1364"/>
                <a:gd name="T8" fmla="*/ 0 w 271"/>
                <a:gd name="T9" fmla="*/ 6 h 1364"/>
                <a:gd name="T10" fmla="*/ 0 w 271"/>
                <a:gd name="T11" fmla="*/ 7 h 1364"/>
                <a:gd name="T12" fmla="*/ 0 w 271"/>
                <a:gd name="T13" fmla="*/ 8 h 1364"/>
                <a:gd name="T14" fmla="*/ 0 w 271"/>
                <a:gd name="T15" fmla="*/ 10 h 1364"/>
                <a:gd name="T16" fmla="*/ 0 w 271"/>
                <a:gd name="T17" fmla="*/ 11 h 1364"/>
                <a:gd name="T18" fmla="*/ 0 w 271"/>
                <a:gd name="T19" fmla="*/ 12 h 1364"/>
                <a:gd name="T20" fmla="*/ 0 w 271"/>
                <a:gd name="T21" fmla="*/ 14 h 1364"/>
                <a:gd name="T22" fmla="*/ 0 w 271"/>
                <a:gd name="T23" fmla="*/ 15 h 1364"/>
                <a:gd name="T24" fmla="*/ 1 w 271"/>
                <a:gd name="T25" fmla="*/ 16 h 1364"/>
                <a:gd name="T26" fmla="*/ 1 w 271"/>
                <a:gd name="T27" fmla="*/ 18 h 1364"/>
                <a:gd name="T28" fmla="*/ 1 w 271"/>
                <a:gd name="T29" fmla="*/ 19 h 1364"/>
                <a:gd name="T30" fmla="*/ 1 w 271"/>
                <a:gd name="T31" fmla="*/ 20 h 1364"/>
                <a:gd name="T32" fmla="*/ 2 w 271"/>
                <a:gd name="T33" fmla="*/ 21 h 1364"/>
                <a:gd name="T34" fmla="*/ 3 w 271"/>
                <a:gd name="T35" fmla="*/ 21 h 1364"/>
                <a:gd name="T36" fmla="*/ 3 w 271"/>
                <a:gd name="T37" fmla="*/ 21 h 1364"/>
                <a:gd name="T38" fmla="*/ 4 w 271"/>
                <a:gd name="T39" fmla="*/ 21 h 1364"/>
                <a:gd name="T40" fmla="*/ 4 w 271"/>
                <a:gd name="T41" fmla="*/ 21 h 1364"/>
                <a:gd name="T42" fmla="*/ 4 w 271"/>
                <a:gd name="T43" fmla="*/ 19 h 1364"/>
                <a:gd name="T44" fmla="*/ 3 w 271"/>
                <a:gd name="T45" fmla="*/ 18 h 1364"/>
                <a:gd name="T46" fmla="*/ 3 w 271"/>
                <a:gd name="T47" fmla="*/ 17 h 1364"/>
                <a:gd name="T48" fmla="*/ 3 w 271"/>
                <a:gd name="T49" fmla="*/ 15 h 1364"/>
                <a:gd name="T50" fmla="*/ 3 w 271"/>
                <a:gd name="T51" fmla="*/ 14 h 1364"/>
                <a:gd name="T52" fmla="*/ 3 w 271"/>
                <a:gd name="T53" fmla="*/ 12 h 1364"/>
                <a:gd name="T54" fmla="*/ 3 w 271"/>
                <a:gd name="T55" fmla="*/ 11 h 1364"/>
                <a:gd name="T56" fmla="*/ 3 w 271"/>
                <a:gd name="T57" fmla="*/ 10 h 1364"/>
                <a:gd name="T58" fmla="*/ 3 w 271"/>
                <a:gd name="T59" fmla="*/ 8 h 1364"/>
                <a:gd name="T60" fmla="*/ 3 w 271"/>
                <a:gd name="T61" fmla="*/ 7 h 1364"/>
                <a:gd name="T62" fmla="*/ 3 w 271"/>
                <a:gd name="T63" fmla="*/ 6 h 1364"/>
                <a:gd name="T64" fmla="*/ 3 w 271"/>
                <a:gd name="T65" fmla="*/ 5 h 1364"/>
                <a:gd name="T66" fmla="*/ 3 w 271"/>
                <a:gd name="T67" fmla="*/ 3 h 1364"/>
                <a:gd name="T68" fmla="*/ 3 w 271"/>
                <a:gd name="T69" fmla="*/ 2 h 1364"/>
                <a:gd name="T70" fmla="*/ 4 w 271"/>
                <a:gd name="T71" fmla="*/ 1 h 1364"/>
                <a:gd name="T72" fmla="*/ 4 w 271"/>
                <a:gd name="T73" fmla="*/ 0 h 1364"/>
                <a:gd name="T74" fmla="*/ 3 w 271"/>
                <a:gd name="T75" fmla="*/ 0 h 1364"/>
                <a:gd name="T76" fmla="*/ 2 w 271"/>
                <a:gd name="T77" fmla="*/ 0 h 1364"/>
                <a:gd name="T78" fmla="*/ 2 w 271"/>
                <a:gd name="T79" fmla="*/ 0 h 13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1"/>
                <a:gd name="T121" fmla="*/ 0 h 1364"/>
                <a:gd name="T122" fmla="*/ 271 w 271"/>
                <a:gd name="T123" fmla="*/ 1364 h 13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1" h="1364">
                  <a:moveTo>
                    <a:pt x="87" y="0"/>
                  </a:moveTo>
                  <a:lnTo>
                    <a:pt x="76" y="38"/>
                  </a:lnTo>
                  <a:lnTo>
                    <a:pt x="67" y="78"/>
                  </a:lnTo>
                  <a:lnTo>
                    <a:pt x="58" y="117"/>
                  </a:lnTo>
                  <a:lnTo>
                    <a:pt x="49" y="157"/>
                  </a:lnTo>
                  <a:lnTo>
                    <a:pt x="41" y="197"/>
                  </a:lnTo>
                  <a:lnTo>
                    <a:pt x="35" y="236"/>
                  </a:lnTo>
                  <a:lnTo>
                    <a:pt x="28" y="277"/>
                  </a:lnTo>
                  <a:lnTo>
                    <a:pt x="22" y="317"/>
                  </a:lnTo>
                  <a:lnTo>
                    <a:pt x="17" y="358"/>
                  </a:lnTo>
                  <a:lnTo>
                    <a:pt x="12" y="399"/>
                  </a:lnTo>
                  <a:lnTo>
                    <a:pt x="9" y="440"/>
                  </a:lnTo>
                  <a:lnTo>
                    <a:pt x="6" y="481"/>
                  </a:lnTo>
                  <a:lnTo>
                    <a:pt x="3" y="523"/>
                  </a:lnTo>
                  <a:lnTo>
                    <a:pt x="2" y="564"/>
                  </a:lnTo>
                  <a:lnTo>
                    <a:pt x="1" y="607"/>
                  </a:lnTo>
                  <a:lnTo>
                    <a:pt x="0" y="649"/>
                  </a:lnTo>
                  <a:lnTo>
                    <a:pt x="1" y="693"/>
                  </a:lnTo>
                  <a:lnTo>
                    <a:pt x="2" y="737"/>
                  </a:lnTo>
                  <a:lnTo>
                    <a:pt x="4" y="781"/>
                  </a:lnTo>
                  <a:lnTo>
                    <a:pt x="6" y="825"/>
                  </a:lnTo>
                  <a:lnTo>
                    <a:pt x="10" y="869"/>
                  </a:lnTo>
                  <a:lnTo>
                    <a:pt x="14" y="912"/>
                  </a:lnTo>
                  <a:lnTo>
                    <a:pt x="19" y="956"/>
                  </a:lnTo>
                  <a:lnTo>
                    <a:pt x="24" y="998"/>
                  </a:lnTo>
                  <a:lnTo>
                    <a:pt x="31" y="1041"/>
                  </a:lnTo>
                  <a:lnTo>
                    <a:pt x="38" y="1083"/>
                  </a:lnTo>
                  <a:lnTo>
                    <a:pt x="46" y="1126"/>
                  </a:lnTo>
                  <a:lnTo>
                    <a:pt x="55" y="1168"/>
                  </a:lnTo>
                  <a:lnTo>
                    <a:pt x="65" y="1209"/>
                  </a:lnTo>
                  <a:lnTo>
                    <a:pt x="74" y="1251"/>
                  </a:lnTo>
                  <a:lnTo>
                    <a:pt x="86" y="1292"/>
                  </a:lnTo>
                  <a:lnTo>
                    <a:pt x="97" y="1333"/>
                  </a:lnTo>
                  <a:lnTo>
                    <a:pt x="118" y="1337"/>
                  </a:lnTo>
                  <a:lnTo>
                    <a:pt x="140" y="1341"/>
                  </a:lnTo>
                  <a:lnTo>
                    <a:pt x="161" y="1345"/>
                  </a:lnTo>
                  <a:lnTo>
                    <a:pt x="183" y="1349"/>
                  </a:lnTo>
                  <a:lnTo>
                    <a:pt x="206" y="1353"/>
                  </a:lnTo>
                  <a:lnTo>
                    <a:pt x="228" y="1356"/>
                  </a:lnTo>
                  <a:lnTo>
                    <a:pt x="250" y="1361"/>
                  </a:lnTo>
                  <a:lnTo>
                    <a:pt x="271" y="1364"/>
                  </a:lnTo>
                  <a:lnTo>
                    <a:pt x="258" y="1321"/>
                  </a:lnTo>
                  <a:lnTo>
                    <a:pt x="245" y="1279"/>
                  </a:lnTo>
                  <a:lnTo>
                    <a:pt x="234" y="1236"/>
                  </a:lnTo>
                  <a:lnTo>
                    <a:pt x="223" y="1192"/>
                  </a:lnTo>
                  <a:lnTo>
                    <a:pt x="212" y="1149"/>
                  </a:lnTo>
                  <a:lnTo>
                    <a:pt x="203" y="1104"/>
                  </a:lnTo>
                  <a:lnTo>
                    <a:pt x="195" y="1060"/>
                  </a:lnTo>
                  <a:lnTo>
                    <a:pt x="187" y="1015"/>
                  </a:lnTo>
                  <a:lnTo>
                    <a:pt x="180" y="970"/>
                  </a:lnTo>
                  <a:lnTo>
                    <a:pt x="175" y="926"/>
                  </a:lnTo>
                  <a:lnTo>
                    <a:pt x="170" y="880"/>
                  </a:lnTo>
                  <a:lnTo>
                    <a:pt x="166" y="834"/>
                  </a:lnTo>
                  <a:lnTo>
                    <a:pt x="162" y="788"/>
                  </a:lnTo>
                  <a:lnTo>
                    <a:pt x="159" y="742"/>
                  </a:lnTo>
                  <a:lnTo>
                    <a:pt x="158" y="695"/>
                  </a:lnTo>
                  <a:lnTo>
                    <a:pt x="158" y="649"/>
                  </a:lnTo>
                  <a:lnTo>
                    <a:pt x="158" y="607"/>
                  </a:lnTo>
                  <a:lnTo>
                    <a:pt x="159" y="567"/>
                  </a:lnTo>
                  <a:lnTo>
                    <a:pt x="161" y="526"/>
                  </a:lnTo>
                  <a:lnTo>
                    <a:pt x="163" y="485"/>
                  </a:lnTo>
                  <a:lnTo>
                    <a:pt x="167" y="444"/>
                  </a:lnTo>
                  <a:lnTo>
                    <a:pt x="171" y="405"/>
                  </a:lnTo>
                  <a:lnTo>
                    <a:pt x="175" y="364"/>
                  </a:lnTo>
                  <a:lnTo>
                    <a:pt x="180" y="325"/>
                  </a:lnTo>
                  <a:lnTo>
                    <a:pt x="186" y="285"/>
                  </a:lnTo>
                  <a:lnTo>
                    <a:pt x="194" y="246"/>
                  </a:lnTo>
                  <a:lnTo>
                    <a:pt x="201" y="206"/>
                  </a:lnTo>
                  <a:lnTo>
                    <a:pt x="208" y="167"/>
                  </a:lnTo>
                  <a:lnTo>
                    <a:pt x="217" y="128"/>
                  </a:lnTo>
                  <a:lnTo>
                    <a:pt x="227" y="90"/>
                  </a:lnTo>
                  <a:lnTo>
                    <a:pt x="236" y="52"/>
                  </a:lnTo>
                  <a:lnTo>
                    <a:pt x="247" y="14"/>
                  </a:lnTo>
                  <a:lnTo>
                    <a:pt x="227" y="12"/>
                  </a:lnTo>
                  <a:lnTo>
                    <a:pt x="206" y="10"/>
                  </a:lnTo>
                  <a:lnTo>
                    <a:pt x="186" y="8"/>
                  </a:lnTo>
                  <a:lnTo>
                    <a:pt x="167" y="6"/>
                  </a:lnTo>
                  <a:lnTo>
                    <a:pt x="146" y="5"/>
                  </a:lnTo>
                  <a:lnTo>
                    <a:pt x="126" y="3"/>
                  </a:lnTo>
                  <a:lnTo>
                    <a:pt x="106" y="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81A4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3" name="Freeform 288"/>
            <p:cNvSpPr>
              <a:spLocks/>
            </p:cNvSpPr>
            <p:nvPr/>
          </p:nvSpPr>
          <p:spPr bwMode="auto">
            <a:xfrm>
              <a:off x="777" y="1631"/>
              <a:ext cx="35" cy="172"/>
            </a:xfrm>
            <a:custGeom>
              <a:avLst/>
              <a:gdLst>
                <a:gd name="T0" fmla="*/ 1 w 282"/>
                <a:gd name="T1" fmla="*/ 1 h 1371"/>
                <a:gd name="T2" fmla="*/ 1 w 282"/>
                <a:gd name="T3" fmla="*/ 2 h 1371"/>
                <a:gd name="T4" fmla="*/ 1 w 282"/>
                <a:gd name="T5" fmla="*/ 3 h 1371"/>
                <a:gd name="T6" fmla="*/ 0 w 282"/>
                <a:gd name="T7" fmla="*/ 4 h 1371"/>
                <a:gd name="T8" fmla="*/ 0 w 282"/>
                <a:gd name="T9" fmla="*/ 6 h 1371"/>
                <a:gd name="T10" fmla="*/ 0 w 282"/>
                <a:gd name="T11" fmla="*/ 7 h 1371"/>
                <a:gd name="T12" fmla="*/ 0 w 282"/>
                <a:gd name="T13" fmla="*/ 8 h 1371"/>
                <a:gd name="T14" fmla="*/ 0 w 282"/>
                <a:gd name="T15" fmla="*/ 9 h 1371"/>
                <a:gd name="T16" fmla="*/ 0 w 282"/>
                <a:gd name="T17" fmla="*/ 11 h 1371"/>
                <a:gd name="T18" fmla="*/ 0 w 282"/>
                <a:gd name="T19" fmla="*/ 12 h 1371"/>
                <a:gd name="T20" fmla="*/ 0 w 282"/>
                <a:gd name="T21" fmla="*/ 14 h 1371"/>
                <a:gd name="T22" fmla="*/ 0 w 282"/>
                <a:gd name="T23" fmla="*/ 15 h 1371"/>
                <a:gd name="T24" fmla="*/ 0 w 282"/>
                <a:gd name="T25" fmla="*/ 16 h 1371"/>
                <a:gd name="T26" fmla="*/ 1 w 282"/>
                <a:gd name="T27" fmla="*/ 18 h 1371"/>
                <a:gd name="T28" fmla="*/ 1 w 282"/>
                <a:gd name="T29" fmla="*/ 19 h 1371"/>
                <a:gd name="T30" fmla="*/ 1 w 282"/>
                <a:gd name="T31" fmla="*/ 20 h 1371"/>
                <a:gd name="T32" fmla="*/ 2 w 282"/>
                <a:gd name="T33" fmla="*/ 21 h 1371"/>
                <a:gd name="T34" fmla="*/ 3 w 282"/>
                <a:gd name="T35" fmla="*/ 21 h 1371"/>
                <a:gd name="T36" fmla="*/ 3 w 282"/>
                <a:gd name="T37" fmla="*/ 21 h 1371"/>
                <a:gd name="T38" fmla="*/ 4 w 282"/>
                <a:gd name="T39" fmla="*/ 22 h 1371"/>
                <a:gd name="T40" fmla="*/ 4 w 282"/>
                <a:gd name="T41" fmla="*/ 21 h 1371"/>
                <a:gd name="T42" fmla="*/ 4 w 282"/>
                <a:gd name="T43" fmla="*/ 20 h 1371"/>
                <a:gd name="T44" fmla="*/ 3 w 282"/>
                <a:gd name="T45" fmla="*/ 18 h 1371"/>
                <a:gd name="T46" fmla="*/ 3 w 282"/>
                <a:gd name="T47" fmla="*/ 17 h 1371"/>
                <a:gd name="T48" fmla="*/ 3 w 282"/>
                <a:gd name="T49" fmla="*/ 15 h 1371"/>
                <a:gd name="T50" fmla="*/ 3 w 282"/>
                <a:gd name="T51" fmla="*/ 14 h 1371"/>
                <a:gd name="T52" fmla="*/ 2 w 282"/>
                <a:gd name="T53" fmla="*/ 12 h 1371"/>
                <a:gd name="T54" fmla="*/ 2 w 282"/>
                <a:gd name="T55" fmla="*/ 11 h 1371"/>
                <a:gd name="T56" fmla="*/ 2 w 282"/>
                <a:gd name="T57" fmla="*/ 10 h 1371"/>
                <a:gd name="T58" fmla="*/ 2 w 282"/>
                <a:gd name="T59" fmla="*/ 8 h 1371"/>
                <a:gd name="T60" fmla="*/ 3 w 282"/>
                <a:gd name="T61" fmla="*/ 7 h 1371"/>
                <a:gd name="T62" fmla="*/ 3 w 282"/>
                <a:gd name="T63" fmla="*/ 6 h 1371"/>
                <a:gd name="T64" fmla="*/ 3 w 282"/>
                <a:gd name="T65" fmla="*/ 5 h 1371"/>
                <a:gd name="T66" fmla="*/ 3 w 282"/>
                <a:gd name="T67" fmla="*/ 3 h 1371"/>
                <a:gd name="T68" fmla="*/ 3 w 282"/>
                <a:gd name="T69" fmla="*/ 2 h 1371"/>
                <a:gd name="T70" fmla="*/ 4 w 282"/>
                <a:gd name="T71" fmla="*/ 1 h 1371"/>
                <a:gd name="T72" fmla="*/ 3 w 282"/>
                <a:gd name="T73" fmla="*/ 0 h 1371"/>
                <a:gd name="T74" fmla="*/ 3 w 282"/>
                <a:gd name="T75" fmla="*/ 0 h 1371"/>
                <a:gd name="T76" fmla="*/ 2 w 282"/>
                <a:gd name="T77" fmla="*/ 0 h 1371"/>
                <a:gd name="T78" fmla="*/ 2 w 282"/>
                <a:gd name="T79" fmla="*/ 0 h 137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82"/>
                <a:gd name="T121" fmla="*/ 0 h 1371"/>
                <a:gd name="T122" fmla="*/ 282 w 282"/>
                <a:gd name="T123" fmla="*/ 1371 h 137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82" h="1371">
                  <a:moveTo>
                    <a:pt x="89" y="0"/>
                  </a:moveTo>
                  <a:lnTo>
                    <a:pt x="78" y="38"/>
                  </a:lnTo>
                  <a:lnTo>
                    <a:pt x="69" y="78"/>
                  </a:lnTo>
                  <a:lnTo>
                    <a:pt x="60" y="116"/>
                  </a:lnTo>
                  <a:lnTo>
                    <a:pt x="51" y="156"/>
                  </a:lnTo>
                  <a:lnTo>
                    <a:pt x="43" y="195"/>
                  </a:lnTo>
                  <a:lnTo>
                    <a:pt x="36" y="235"/>
                  </a:lnTo>
                  <a:lnTo>
                    <a:pt x="29" y="274"/>
                  </a:lnTo>
                  <a:lnTo>
                    <a:pt x="23" y="315"/>
                  </a:lnTo>
                  <a:lnTo>
                    <a:pt x="18" y="355"/>
                  </a:lnTo>
                  <a:lnTo>
                    <a:pt x="14" y="395"/>
                  </a:lnTo>
                  <a:lnTo>
                    <a:pt x="10" y="436"/>
                  </a:lnTo>
                  <a:lnTo>
                    <a:pt x="7" y="477"/>
                  </a:lnTo>
                  <a:lnTo>
                    <a:pt x="3" y="518"/>
                  </a:lnTo>
                  <a:lnTo>
                    <a:pt x="2" y="559"/>
                  </a:lnTo>
                  <a:lnTo>
                    <a:pt x="1" y="601"/>
                  </a:lnTo>
                  <a:lnTo>
                    <a:pt x="0" y="643"/>
                  </a:lnTo>
                  <a:lnTo>
                    <a:pt x="1" y="688"/>
                  </a:lnTo>
                  <a:lnTo>
                    <a:pt x="2" y="734"/>
                  </a:lnTo>
                  <a:lnTo>
                    <a:pt x="5" y="779"/>
                  </a:lnTo>
                  <a:lnTo>
                    <a:pt x="8" y="824"/>
                  </a:lnTo>
                  <a:lnTo>
                    <a:pt x="12" y="869"/>
                  </a:lnTo>
                  <a:lnTo>
                    <a:pt x="16" y="913"/>
                  </a:lnTo>
                  <a:lnTo>
                    <a:pt x="21" y="957"/>
                  </a:lnTo>
                  <a:lnTo>
                    <a:pt x="27" y="1002"/>
                  </a:lnTo>
                  <a:lnTo>
                    <a:pt x="35" y="1045"/>
                  </a:lnTo>
                  <a:lnTo>
                    <a:pt x="43" y="1089"/>
                  </a:lnTo>
                  <a:lnTo>
                    <a:pt x="51" y="1131"/>
                  </a:lnTo>
                  <a:lnTo>
                    <a:pt x="61" y="1174"/>
                  </a:lnTo>
                  <a:lnTo>
                    <a:pt x="71" y="1218"/>
                  </a:lnTo>
                  <a:lnTo>
                    <a:pt x="82" y="1259"/>
                  </a:lnTo>
                  <a:lnTo>
                    <a:pt x="94" y="1302"/>
                  </a:lnTo>
                  <a:lnTo>
                    <a:pt x="106" y="1343"/>
                  </a:lnTo>
                  <a:lnTo>
                    <a:pt x="130" y="1347"/>
                  </a:lnTo>
                  <a:lnTo>
                    <a:pt x="155" y="1351"/>
                  </a:lnTo>
                  <a:lnTo>
                    <a:pt x="179" y="1356"/>
                  </a:lnTo>
                  <a:lnTo>
                    <a:pt x="204" y="1360"/>
                  </a:lnTo>
                  <a:lnTo>
                    <a:pt x="224" y="1363"/>
                  </a:lnTo>
                  <a:lnTo>
                    <a:pt x="243" y="1365"/>
                  </a:lnTo>
                  <a:lnTo>
                    <a:pt x="262" y="1368"/>
                  </a:lnTo>
                  <a:lnTo>
                    <a:pt x="282" y="1371"/>
                  </a:lnTo>
                  <a:lnTo>
                    <a:pt x="267" y="1328"/>
                  </a:lnTo>
                  <a:lnTo>
                    <a:pt x="254" y="1285"/>
                  </a:lnTo>
                  <a:lnTo>
                    <a:pt x="241" y="1241"/>
                  </a:lnTo>
                  <a:lnTo>
                    <a:pt x="229" y="1197"/>
                  </a:lnTo>
                  <a:lnTo>
                    <a:pt x="218" y="1152"/>
                  </a:lnTo>
                  <a:lnTo>
                    <a:pt x="208" y="1108"/>
                  </a:lnTo>
                  <a:lnTo>
                    <a:pt x="199" y="1063"/>
                  </a:lnTo>
                  <a:lnTo>
                    <a:pt x="190" y="1017"/>
                  </a:lnTo>
                  <a:lnTo>
                    <a:pt x="183" y="972"/>
                  </a:lnTo>
                  <a:lnTo>
                    <a:pt x="177" y="925"/>
                  </a:lnTo>
                  <a:lnTo>
                    <a:pt x="172" y="878"/>
                  </a:lnTo>
                  <a:lnTo>
                    <a:pt x="166" y="831"/>
                  </a:lnTo>
                  <a:lnTo>
                    <a:pt x="163" y="785"/>
                  </a:lnTo>
                  <a:lnTo>
                    <a:pt x="161" y="738"/>
                  </a:lnTo>
                  <a:lnTo>
                    <a:pt x="159" y="690"/>
                  </a:lnTo>
                  <a:lnTo>
                    <a:pt x="159" y="643"/>
                  </a:lnTo>
                  <a:lnTo>
                    <a:pt x="159" y="602"/>
                  </a:lnTo>
                  <a:lnTo>
                    <a:pt x="160" y="562"/>
                  </a:lnTo>
                  <a:lnTo>
                    <a:pt x="162" y="521"/>
                  </a:lnTo>
                  <a:lnTo>
                    <a:pt x="164" y="482"/>
                  </a:lnTo>
                  <a:lnTo>
                    <a:pt x="167" y="441"/>
                  </a:lnTo>
                  <a:lnTo>
                    <a:pt x="172" y="402"/>
                  </a:lnTo>
                  <a:lnTo>
                    <a:pt x="177" y="362"/>
                  </a:lnTo>
                  <a:lnTo>
                    <a:pt x="182" y="323"/>
                  </a:lnTo>
                  <a:lnTo>
                    <a:pt x="188" y="284"/>
                  </a:lnTo>
                  <a:lnTo>
                    <a:pt x="194" y="245"/>
                  </a:lnTo>
                  <a:lnTo>
                    <a:pt x="202" y="207"/>
                  </a:lnTo>
                  <a:lnTo>
                    <a:pt x="210" y="168"/>
                  </a:lnTo>
                  <a:lnTo>
                    <a:pt x="218" y="130"/>
                  </a:lnTo>
                  <a:lnTo>
                    <a:pt x="228" y="92"/>
                  </a:lnTo>
                  <a:lnTo>
                    <a:pt x="238" y="55"/>
                  </a:lnTo>
                  <a:lnTo>
                    <a:pt x="248" y="18"/>
                  </a:lnTo>
                  <a:lnTo>
                    <a:pt x="229" y="15"/>
                  </a:lnTo>
                  <a:lnTo>
                    <a:pt x="208" y="12"/>
                  </a:lnTo>
                  <a:lnTo>
                    <a:pt x="188" y="10"/>
                  </a:lnTo>
                  <a:lnTo>
                    <a:pt x="169" y="8"/>
                  </a:lnTo>
                  <a:lnTo>
                    <a:pt x="149" y="6"/>
                  </a:lnTo>
                  <a:lnTo>
                    <a:pt x="128" y="4"/>
                  </a:lnTo>
                  <a:lnTo>
                    <a:pt x="108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3A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" name="Freeform 289"/>
            <p:cNvSpPr>
              <a:spLocks/>
            </p:cNvSpPr>
            <p:nvPr/>
          </p:nvSpPr>
          <p:spPr bwMode="auto">
            <a:xfrm>
              <a:off x="787" y="1632"/>
              <a:ext cx="36" cy="172"/>
            </a:xfrm>
            <a:custGeom>
              <a:avLst/>
              <a:gdLst>
                <a:gd name="T0" fmla="*/ 1 w 290"/>
                <a:gd name="T1" fmla="*/ 1 h 1375"/>
                <a:gd name="T2" fmla="*/ 1 w 290"/>
                <a:gd name="T3" fmla="*/ 2 h 1375"/>
                <a:gd name="T4" fmla="*/ 1 w 290"/>
                <a:gd name="T5" fmla="*/ 3 h 1375"/>
                <a:gd name="T6" fmla="*/ 0 w 290"/>
                <a:gd name="T7" fmla="*/ 4 h 1375"/>
                <a:gd name="T8" fmla="*/ 0 w 290"/>
                <a:gd name="T9" fmla="*/ 6 h 1375"/>
                <a:gd name="T10" fmla="*/ 0 w 290"/>
                <a:gd name="T11" fmla="*/ 7 h 1375"/>
                <a:gd name="T12" fmla="*/ 0 w 290"/>
                <a:gd name="T13" fmla="*/ 8 h 1375"/>
                <a:gd name="T14" fmla="*/ 0 w 290"/>
                <a:gd name="T15" fmla="*/ 9 h 1375"/>
                <a:gd name="T16" fmla="*/ 0 w 290"/>
                <a:gd name="T17" fmla="*/ 11 h 1375"/>
                <a:gd name="T18" fmla="*/ 0 w 290"/>
                <a:gd name="T19" fmla="*/ 12 h 1375"/>
                <a:gd name="T20" fmla="*/ 0 w 290"/>
                <a:gd name="T21" fmla="*/ 14 h 1375"/>
                <a:gd name="T22" fmla="*/ 0 w 290"/>
                <a:gd name="T23" fmla="*/ 15 h 1375"/>
                <a:gd name="T24" fmla="*/ 1 w 290"/>
                <a:gd name="T25" fmla="*/ 16 h 1375"/>
                <a:gd name="T26" fmla="*/ 1 w 290"/>
                <a:gd name="T27" fmla="*/ 18 h 1375"/>
                <a:gd name="T28" fmla="*/ 1 w 290"/>
                <a:gd name="T29" fmla="*/ 19 h 1375"/>
                <a:gd name="T30" fmla="*/ 1 w 290"/>
                <a:gd name="T31" fmla="*/ 20 h 1375"/>
                <a:gd name="T32" fmla="*/ 2 w 290"/>
                <a:gd name="T33" fmla="*/ 21 h 1375"/>
                <a:gd name="T34" fmla="*/ 2 w 290"/>
                <a:gd name="T35" fmla="*/ 21 h 1375"/>
                <a:gd name="T36" fmla="*/ 3 w 290"/>
                <a:gd name="T37" fmla="*/ 21 h 1375"/>
                <a:gd name="T38" fmla="*/ 4 w 290"/>
                <a:gd name="T39" fmla="*/ 21 h 1375"/>
                <a:gd name="T40" fmla="*/ 4 w 290"/>
                <a:gd name="T41" fmla="*/ 22 h 1375"/>
                <a:gd name="T42" fmla="*/ 4 w 290"/>
                <a:gd name="T43" fmla="*/ 20 h 1375"/>
                <a:gd name="T44" fmla="*/ 4 w 290"/>
                <a:gd name="T45" fmla="*/ 19 h 1375"/>
                <a:gd name="T46" fmla="*/ 3 w 290"/>
                <a:gd name="T47" fmla="*/ 17 h 1375"/>
                <a:gd name="T48" fmla="*/ 3 w 290"/>
                <a:gd name="T49" fmla="*/ 16 h 1375"/>
                <a:gd name="T50" fmla="*/ 3 w 290"/>
                <a:gd name="T51" fmla="*/ 14 h 1375"/>
                <a:gd name="T52" fmla="*/ 3 w 290"/>
                <a:gd name="T53" fmla="*/ 13 h 1375"/>
                <a:gd name="T54" fmla="*/ 2 w 290"/>
                <a:gd name="T55" fmla="*/ 12 h 1375"/>
                <a:gd name="T56" fmla="*/ 2 w 290"/>
                <a:gd name="T57" fmla="*/ 10 h 1375"/>
                <a:gd name="T58" fmla="*/ 2 w 290"/>
                <a:gd name="T59" fmla="*/ 9 h 1375"/>
                <a:gd name="T60" fmla="*/ 2 w 290"/>
                <a:gd name="T61" fmla="*/ 8 h 1375"/>
                <a:gd name="T62" fmla="*/ 3 w 290"/>
                <a:gd name="T63" fmla="*/ 6 h 1375"/>
                <a:gd name="T64" fmla="*/ 3 w 290"/>
                <a:gd name="T65" fmla="*/ 5 h 1375"/>
                <a:gd name="T66" fmla="*/ 3 w 290"/>
                <a:gd name="T67" fmla="*/ 4 h 1375"/>
                <a:gd name="T68" fmla="*/ 3 w 290"/>
                <a:gd name="T69" fmla="*/ 3 h 1375"/>
                <a:gd name="T70" fmla="*/ 3 w 290"/>
                <a:gd name="T71" fmla="*/ 2 h 1375"/>
                <a:gd name="T72" fmla="*/ 4 w 290"/>
                <a:gd name="T73" fmla="*/ 0 h 1375"/>
                <a:gd name="T74" fmla="*/ 3 w 290"/>
                <a:gd name="T75" fmla="*/ 0 h 1375"/>
                <a:gd name="T76" fmla="*/ 3 w 290"/>
                <a:gd name="T77" fmla="*/ 0 h 1375"/>
                <a:gd name="T78" fmla="*/ 2 w 290"/>
                <a:gd name="T79" fmla="*/ 0 h 1375"/>
                <a:gd name="T80" fmla="*/ 1 w 290"/>
                <a:gd name="T81" fmla="*/ 0 h 13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90"/>
                <a:gd name="T124" fmla="*/ 0 h 1375"/>
                <a:gd name="T125" fmla="*/ 290 w 290"/>
                <a:gd name="T126" fmla="*/ 1375 h 137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90" h="1375">
                  <a:moveTo>
                    <a:pt x="89" y="0"/>
                  </a:moveTo>
                  <a:lnTo>
                    <a:pt x="78" y="38"/>
                  </a:lnTo>
                  <a:lnTo>
                    <a:pt x="69" y="76"/>
                  </a:lnTo>
                  <a:lnTo>
                    <a:pt x="59" y="114"/>
                  </a:lnTo>
                  <a:lnTo>
                    <a:pt x="50" y="153"/>
                  </a:lnTo>
                  <a:lnTo>
                    <a:pt x="43" y="192"/>
                  </a:lnTo>
                  <a:lnTo>
                    <a:pt x="36" y="232"/>
                  </a:lnTo>
                  <a:lnTo>
                    <a:pt x="28" y="271"/>
                  </a:lnTo>
                  <a:lnTo>
                    <a:pt x="22" y="311"/>
                  </a:lnTo>
                  <a:lnTo>
                    <a:pt x="17" y="350"/>
                  </a:lnTo>
                  <a:lnTo>
                    <a:pt x="13" y="391"/>
                  </a:lnTo>
                  <a:lnTo>
                    <a:pt x="9" y="430"/>
                  </a:lnTo>
                  <a:lnTo>
                    <a:pt x="5" y="471"/>
                  </a:lnTo>
                  <a:lnTo>
                    <a:pt x="3" y="512"/>
                  </a:lnTo>
                  <a:lnTo>
                    <a:pt x="1" y="553"/>
                  </a:lnTo>
                  <a:lnTo>
                    <a:pt x="0" y="593"/>
                  </a:lnTo>
                  <a:lnTo>
                    <a:pt x="0" y="635"/>
                  </a:lnTo>
                  <a:lnTo>
                    <a:pt x="0" y="681"/>
                  </a:lnTo>
                  <a:lnTo>
                    <a:pt x="1" y="728"/>
                  </a:lnTo>
                  <a:lnTo>
                    <a:pt x="4" y="774"/>
                  </a:lnTo>
                  <a:lnTo>
                    <a:pt x="8" y="820"/>
                  </a:lnTo>
                  <a:lnTo>
                    <a:pt x="12" y="866"/>
                  </a:lnTo>
                  <a:lnTo>
                    <a:pt x="17" y="912"/>
                  </a:lnTo>
                  <a:lnTo>
                    <a:pt x="22" y="956"/>
                  </a:lnTo>
                  <a:lnTo>
                    <a:pt x="29" y="1001"/>
                  </a:lnTo>
                  <a:lnTo>
                    <a:pt x="37" y="1046"/>
                  </a:lnTo>
                  <a:lnTo>
                    <a:pt x="45" y="1090"/>
                  </a:lnTo>
                  <a:lnTo>
                    <a:pt x="54" y="1135"/>
                  </a:lnTo>
                  <a:lnTo>
                    <a:pt x="65" y="1178"/>
                  </a:lnTo>
                  <a:lnTo>
                    <a:pt x="76" y="1222"/>
                  </a:lnTo>
                  <a:lnTo>
                    <a:pt x="87" y="1265"/>
                  </a:lnTo>
                  <a:lnTo>
                    <a:pt x="100" y="1307"/>
                  </a:lnTo>
                  <a:lnTo>
                    <a:pt x="113" y="1350"/>
                  </a:lnTo>
                  <a:lnTo>
                    <a:pt x="124" y="1352"/>
                  </a:lnTo>
                  <a:lnTo>
                    <a:pt x="145" y="1355"/>
                  </a:lnTo>
                  <a:lnTo>
                    <a:pt x="165" y="1358"/>
                  </a:lnTo>
                  <a:lnTo>
                    <a:pt x="186" y="1361"/>
                  </a:lnTo>
                  <a:lnTo>
                    <a:pt x="207" y="1364"/>
                  </a:lnTo>
                  <a:lnTo>
                    <a:pt x="228" y="1366"/>
                  </a:lnTo>
                  <a:lnTo>
                    <a:pt x="248" y="1369"/>
                  </a:lnTo>
                  <a:lnTo>
                    <a:pt x="269" y="1373"/>
                  </a:lnTo>
                  <a:lnTo>
                    <a:pt x="290" y="1375"/>
                  </a:lnTo>
                  <a:lnTo>
                    <a:pt x="274" y="1331"/>
                  </a:lnTo>
                  <a:lnTo>
                    <a:pt x="260" y="1287"/>
                  </a:lnTo>
                  <a:lnTo>
                    <a:pt x="246" y="1243"/>
                  </a:lnTo>
                  <a:lnTo>
                    <a:pt x="234" y="1198"/>
                  </a:lnTo>
                  <a:lnTo>
                    <a:pt x="221" y="1154"/>
                  </a:lnTo>
                  <a:lnTo>
                    <a:pt x="211" y="1108"/>
                  </a:lnTo>
                  <a:lnTo>
                    <a:pt x="201" y="1062"/>
                  </a:lnTo>
                  <a:lnTo>
                    <a:pt x="192" y="1015"/>
                  </a:lnTo>
                  <a:lnTo>
                    <a:pt x="184" y="969"/>
                  </a:lnTo>
                  <a:lnTo>
                    <a:pt x="178" y="922"/>
                  </a:lnTo>
                  <a:lnTo>
                    <a:pt x="172" y="875"/>
                  </a:lnTo>
                  <a:lnTo>
                    <a:pt x="166" y="828"/>
                  </a:lnTo>
                  <a:lnTo>
                    <a:pt x="163" y="780"/>
                  </a:lnTo>
                  <a:lnTo>
                    <a:pt x="160" y="732"/>
                  </a:lnTo>
                  <a:lnTo>
                    <a:pt x="158" y="683"/>
                  </a:lnTo>
                  <a:lnTo>
                    <a:pt x="158" y="635"/>
                  </a:lnTo>
                  <a:lnTo>
                    <a:pt x="158" y="594"/>
                  </a:lnTo>
                  <a:lnTo>
                    <a:pt x="159" y="555"/>
                  </a:lnTo>
                  <a:lnTo>
                    <a:pt x="161" y="515"/>
                  </a:lnTo>
                  <a:lnTo>
                    <a:pt x="164" y="476"/>
                  </a:lnTo>
                  <a:lnTo>
                    <a:pt x="167" y="436"/>
                  </a:lnTo>
                  <a:lnTo>
                    <a:pt x="172" y="398"/>
                  </a:lnTo>
                  <a:lnTo>
                    <a:pt x="176" y="358"/>
                  </a:lnTo>
                  <a:lnTo>
                    <a:pt x="181" y="320"/>
                  </a:lnTo>
                  <a:lnTo>
                    <a:pt x="187" y="282"/>
                  </a:lnTo>
                  <a:lnTo>
                    <a:pt x="193" y="243"/>
                  </a:lnTo>
                  <a:lnTo>
                    <a:pt x="202" y="206"/>
                  </a:lnTo>
                  <a:lnTo>
                    <a:pt x="209" y="168"/>
                  </a:lnTo>
                  <a:lnTo>
                    <a:pt x="218" y="131"/>
                  </a:lnTo>
                  <a:lnTo>
                    <a:pt x="228" y="94"/>
                  </a:lnTo>
                  <a:lnTo>
                    <a:pt x="237" y="56"/>
                  </a:lnTo>
                  <a:lnTo>
                    <a:pt x="248" y="20"/>
                  </a:lnTo>
                  <a:lnTo>
                    <a:pt x="228" y="17"/>
                  </a:lnTo>
                  <a:lnTo>
                    <a:pt x="208" y="15"/>
                  </a:lnTo>
                  <a:lnTo>
                    <a:pt x="188" y="12"/>
                  </a:lnTo>
                  <a:lnTo>
                    <a:pt x="168" y="10"/>
                  </a:lnTo>
                  <a:lnTo>
                    <a:pt x="148" y="7"/>
                  </a:lnTo>
                  <a:lnTo>
                    <a:pt x="128" y="4"/>
                  </a:lnTo>
                  <a:lnTo>
                    <a:pt x="108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5A8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5" name="Freeform 290"/>
            <p:cNvSpPr>
              <a:spLocks/>
            </p:cNvSpPr>
            <p:nvPr/>
          </p:nvSpPr>
          <p:spPr bwMode="auto">
            <a:xfrm>
              <a:off x="796" y="1633"/>
              <a:ext cx="38" cy="172"/>
            </a:xfrm>
            <a:custGeom>
              <a:avLst/>
              <a:gdLst>
                <a:gd name="T0" fmla="*/ 1 w 299"/>
                <a:gd name="T1" fmla="*/ 1 h 1375"/>
                <a:gd name="T2" fmla="*/ 1 w 299"/>
                <a:gd name="T3" fmla="*/ 2 h 1375"/>
                <a:gd name="T4" fmla="*/ 1 w 299"/>
                <a:gd name="T5" fmla="*/ 3 h 1375"/>
                <a:gd name="T6" fmla="*/ 1 w 299"/>
                <a:gd name="T7" fmla="*/ 4 h 1375"/>
                <a:gd name="T8" fmla="*/ 0 w 299"/>
                <a:gd name="T9" fmla="*/ 5 h 1375"/>
                <a:gd name="T10" fmla="*/ 0 w 299"/>
                <a:gd name="T11" fmla="*/ 7 h 1375"/>
                <a:gd name="T12" fmla="*/ 0 w 299"/>
                <a:gd name="T13" fmla="*/ 8 h 1375"/>
                <a:gd name="T14" fmla="*/ 0 w 299"/>
                <a:gd name="T15" fmla="*/ 9 h 1375"/>
                <a:gd name="T16" fmla="*/ 0 w 299"/>
                <a:gd name="T17" fmla="*/ 11 h 1375"/>
                <a:gd name="T18" fmla="*/ 0 w 299"/>
                <a:gd name="T19" fmla="*/ 12 h 1375"/>
                <a:gd name="T20" fmla="*/ 0 w 299"/>
                <a:gd name="T21" fmla="*/ 14 h 1375"/>
                <a:gd name="T22" fmla="*/ 0 w 299"/>
                <a:gd name="T23" fmla="*/ 15 h 1375"/>
                <a:gd name="T24" fmla="*/ 1 w 299"/>
                <a:gd name="T25" fmla="*/ 16 h 1375"/>
                <a:gd name="T26" fmla="*/ 1 w 299"/>
                <a:gd name="T27" fmla="*/ 18 h 1375"/>
                <a:gd name="T28" fmla="*/ 1 w 299"/>
                <a:gd name="T29" fmla="*/ 19 h 1375"/>
                <a:gd name="T30" fmla="*/ 2 w 299"/>
                <a:gd name="T31" fmla="*/ 21 h 1375"/>
                <a:gd name="T32" fmla="*/ 2 w 299"/>
                <a:gd name="T33" fmla="*/ 21 h 1375"/>
                <a:gd name="T34" fmla="*/ 3 w 299"/>
                <a:gd name="T35" fmla="*/ 21 h 1375"/>
                <a:gd name="T36" fmla="*/ 4 w 299"/>
                <a:gd name="T37" fmla="*/ 21 h 1375"/>
                <a:gd name="T38" fmla="*/ 4 w 299"/>
                <a:gd name="T39" fmla="*/ 22 h 1375"/>
                <a:gd name="T40" fmla="*/ 5 w 299"/>
                <a:gd name="T41" fmla="*/ 21 h 1375"/>
                <a:gd name="T42" fmla="*/ 4 w 299"/>
                <a:gd name="T43" fmla="*/ 19 h 1375"/>
                <a:gd name="T44" fmla="*/ 4 w 299"/>
                <a:gd name="T45" fmla="*/ 18 h 1375"/>
                <a:gd name="T46" fmla="*/ 3 w 299"/>
                <a:gd name="T47" fmla="*/ 17 h 1375"/>
                <a:gd name="T48" fmla="*/ 3 w 299"/>
                <a:gd name="T49" fmla="*/ 15 h 1375"/>
                <a:gd name="T50" fmla="*/ 3 w 299"/>
                <a:gd name="T51" fmla="*/ 14 h 1375"/>
                <a:gd name="T52" fmla="*/ 3 w 299"/>
                <a:gd name="T53" fmla="*/ 12 h 1375"/>
                <a:gd name="T54" fmla="*/ 3 w 299"/>
                <a:gd name="T55" fmla="*/ 11 h 1375"/>
                <a:gd name="T56" fmla="*/ 3 w 299"/>
                <a:gd name="T57" fmla="*/ 9 h 1375"/>
                <a:gd name="T58" fmla="*/ 3 w 299"/>
                <a:gd name="T59" fmla="*/ 8 h 1375"/>
                <a:gd name="T60" fmla="*/ 3 w 299"/>
                <a:gd name="T61" fmla="*/ 7 h 1375"/>
                <a:gd name="T62" fmla="*/ 3 w 299"/>
                <a:gd name="T63" fmla="*/ 6 h 1375"/>
                <a:gd name="T64" fmla="*/ 3 w 299"/>
                <a:gd name="T65" fmla="*/ 4 h 1375"/>
                <a:gd name="T66" fmla="*/ 3 w 299"/>
                <a:gd name="T67" fmla="*/ 3 h 1375"/>
                <a:gd name="T68" fmla="*/ 4 w 299"/>
                <a:gd name="T69" fmla="*/ 2 h 1375"/>
                <a:gd name="T70" fmla="*/ 4 w 299"/>
                <a:gd name="T71" fmla="*/ 1 h 1375"/>
                <a:gd name="T72" fmla="*/ 4 w 299"/>
                <a:gd name="T73" fmla="*/ 0 h 1375"/>
                <a:gd name="T74" fmla="*/ 3 w 299"/>
                <a:gd name="T75" fmla="*/ 0 h 1375"/>
                <a:gd name="T76" fmla="*/ 2 w 299"/>
                <a:gd name="T77" fmla="*/ 0 h 1375"/>
                <a:gd name="T78" fmla="*/ 2 w 299"/>
                <a:gd name="T79" fmla="*/ 0 h 137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99"/>
                <a:gd name="T121" fmla="*/ 0 h 1375"/>
                <a:gd name="T122" fmla="*/ 299 w 299"/>
                <a:gd name="T123" fmla="*/ 1375 h 137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99" h="1375">
                  <a:moveTo>
                    <a:pt x="89" y="0"/>
                  </a:moveTo>
                  <a:lnTo>
                    <a:pt x="79" y="37"/>
                  </a:lnTo>
                  <a:lnTo>
                    <a:pt x="69" y="74"/>
                  </a:lnTo>
                  <a:lnTo>
                    <a:pt x="59" y="112"/>
                  </a:lnTo>
                  <a:lnTo>
                    <a:pt x="51" y="150"/>
                  </a:lnTo>
                  <a:lnTo>
                    <a:pt x="43" y="189"/>
                  </a:lnTo>
                  <a:lnTo>
                    <a:pt x="35" y="227"/>
                  </a:lnTo>
                  <a:lnTo>
                    <a:pt x="29" y="266"/>
                  </a:lnTo>
                  <a:lnTo>
                    <a:pt x="23" y="305"/>
                  </a:lnTo>
                  <a:lnTo>
                    <a:pt x="18" y="344"/>
                  </a:lnTo>
                  <a:lnTo>
                    <a:pt x="13" y="384"/>
                  </a:lnTo>
                  <a:lnTo>
                    <a:pt x="8" y="423"/>
                  </a:lnTo>
                  <a:lnTo>
                    <a:pt x="5" y="464"/>
                  </a:lnTo>
                  <a:lnTo>
                    <a:pt x="3" y="503"/>
                  </a:lnTo>
                  <a:lnTo>
                    <a:pt x="1" y="544"/>
                  </a:lnTo>
                  <a:lnTo>
                    <a:pt x="0" y="584"/>
                  </a:lnTo>
                  <a:lnTo>
                    <a:pt x="0" y="625"/>
                  </a:lnTo>
                  <a:lnTo>
                    <a:pt x="0" y="672"/>
                  </a:lnTo>
                  <a:lnTo>
                    <a:pt x="2" y="720"/>
                  </a:lnTo>
                  <a:lnTo>
                    <a:pt x="4" y="767"/>
                  </a:lnTo>
                  <a:lnTo>
                    <a:pt x="7" y="813"/>
                  </a:lnTo>
                  <a:lnTo>
                    <a:pt x="13" y="860"/>
                  </a:lnTo>
                  <a:lnTo>
                    <a:pt x="18" y="907"/>
                  </a:lnTo>
                  <a:lnTo>
                    <a:pt x="24" y="954"/>
                  </a:lnTo>
                  <a:lnTo>
                    <a:pt x="31" y="999"/>
                  </a:lnTo>
                  <a:lnTo>
                    <a:pt x="40" y="1045"/>
                  </a:lnTo>
                  <a:lnTo>
                    <a:pt x="49" y="1090"/>
                  </a:lnTo>
                  <a:lnTo>
                    <a:pt x="59" y="1134"/>
                  </a:lnTo>
                  <a:lnTo>
                    <a:pt x="70" y="1179"/>
                  </a:lnTo>
                  <a:lnTo>
                    <a:pt x="82" y="1223"/>
                  </a:lnTo>
                  <a:lnTo>
                    <a:pt x="95" y="1267"/>
                  </a:lnTo>
                  <a:lnTo>
                    <a:pt x="108" y="1310"/>
                  </a:lnTo>
                  <a:lnTo>
                    <a:pt x="123" y="1353"/>
                  </a:lnTo>
                  <a:lnTo>
                    <a:pt x="145" y="1356"/>
                  </a:lnTo>
                  <a:lnTo>
                    <a:pt x="167" y="1359"/>
                  </a:lnTo>
                  <a:lnTo>
                    <a:pt x="189" y="1362"/>
                  </a:lnTo>
                  <a:lnTo>
                    <a:pt x="212" y="1365"/>
                  </a:lnTo>
                  <a:lnTo>
                    <a:pt x="234" y="1368"/>
                  </a:lnTo>
                  <a:lnTo>
                    <a:pt x="255" y="1370"/>
                  </a:lnTo>
                  <a:lnTo>
                    <a:pt x="277" y="1373"/>
                  </a:lnTo>
                  <a:lnTo>
                    <a:pt x="299" y="1375"/>
                  </a:lnTo>
                  <a:lnTo>
                    <a:pt x="282" y="1331"/>
                  </a:lnTo>
                  <a:lnTo>
                    <a:pt x="267" y="1287"/>
                  </a:lnTo>
                  <a:lnTo>
                    <a:pt x="252" y="1242"/>
                  </a:lnTo>
                  <a:lnTo>
                    <a:pt x="239" y="1196"/>
                  </a:lnTo>
                  <a:lnTo>
                    <a:pt x="226" y="1151"/>
                  </a:lnTo>
                  <a:lnTo>
                    <a:pt x="214" y="1105"/>
                  </a:lnTo>
                  <a:lnTo>
                    <a:pt x="204" y="1058"/>
                  </a:lnTo>
                  <a:lnTo>
                    <a:pt x="194" y="1012"/>
                  </a:lnTo>
                  <a:lnTo>
                    <a:pt x="186" y="965"/>
                  </a:lnTo>
                  <a:lnTo>
                    <a:pt x="179" y="917"/>
                  </a:lnTo>
                  <a:lnTo>
                    <a:pt x="172" y="870"/>
                  </a:lnTo>
                  <a:lnTo>
                    <a:pt x="167" y="821"/>
                  </a:lnTo>
                  <a:lnTo>
                    <a:pt x="163" y="772"/>
                  </a:lnTo>
                  <a:lnTo>
                    <a:pt x="160" y="723"/>
                  </a:lnTo>
                  <a:lnTo>
                    <a:pt x="159" y="674"/>
                  </a:lnTo>
                  <a:lnTo>
                    <a:pt x="158" y="625"/>
                  </a:lnTo>
                  <a:lnTo>
                    <a:pt x="158" y="585"/>
                  </a:lnTo>
                  <a:lnTo>
                    <a:pt x="159" y="547"/>
                  </a:lnTo>
                  <a:lnTo>
                    <a:pt x="161" y="507"/>
                  </a:lnTo>
                  <a:lnTo>
                    <a:pt x="164" y="469"/>
                  </a:lnTo>
                  <a:lnTo>
                    <a:pt x="167" y="430"/>
                  </a:lnTo>
                  <a:lnTo>
                    <a:pt x="171" y="392"/>
                  </a:lnTo>
                  <a:lnTo>
                    <a:pt x="176" y="354"/>
                  </a:lnTo>
                  <a:lnTo>
                    <a:pt x="181" y="316"/>
                  </a:lnTo>
                  <a:lnTo>
                    <a:pt x="187" y="278"/>
                  </a:lnTo>
                  <a:lnTo>
                    <a:pt x="194" y="240"/>
                  </a:lnTo>
                  <a:lnTo>
                    <a:pt x="201" y="204"/>
                  </a:lnTo>
                  <a:lnTo>
                    <a:pt x="209" y="167"/>
                  </a:lnTo>
                  <a:lnTo>
                    <a:pt x="218" y="130"/>
                  </a:lnTo>
                  <a:lnTo>
                    <a:pt x="227" y="94"/>
                  </a:lnTo>
                  <a:lnTo>
                    <a:pt x="237" y="58"/>
                  </a:lnTo>
                  <a:lnTo>
                    <a:pt x="248" y="21"/>
                  </a:lnTo>
                  <a:lnTo>
                    <a:pt x="227" y="18"/>
                  </a:lnTo>
                  <a:lnTo>
                    <a:pt x="208" y="15"/>
                  </a:lnTo>
                  <a:lnTo>
                    <a:pt x="188" y="13"/>
                  </a:lnTo>
                  <a:lnTo>
                    <a:pt x="168" y="10"/>
                  </a:lnTo>
                  <a:lnTo>
                    <a:pt x="149" y="7"/>
                  </a:lnTo>
                  <a:lnTo>
                    <a:pt x="129" y="5"/>
                  </a:lnTo>
                  <a:lnTo>
                    <a:pt x="109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7A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6" name="Freeform 291"/>
            <p:cNvSpPr>
              <a:spLocks/>
            </p:cNvSpPr>
            <p:nvPr/>
          </p:nvSpPr>
          <p:spPr bwMode="auto">
            <a:xfrm>
              <a:off x="806" y="1635"/>
              <a:ext cx="39" cy="171"/>
            </a:xfrm>
            <a:custGeom>
              <a:avLst/>
              <a:gdLst>
                <a:gd name="T0" fmla="*/ 1 w 309"/>
                <a:gd name="T1" fmla="*/ 0 h 1373"/>
                <a:gd name="T2" fmla="*/ 1 w 309"/>
                <a:gd name="T3" fmla="*/ 2 h 1373"/>
                <a:gd name="T4" fmla="*/ 1 w 309"/>
                <a:gd name="T5" fmla="*/ 3 h 1373"/>
                <a:gd name="T6" fmla="*/ 1 w 309"/>
                <a:gd name="T7" fmla="*/ 4 h 1373"/>
                <a:gd name="T8" fmla="*/ 0 w 309"/>
                <a:gd name="T9" fmla="*/ 5 h 1373"/>
                <a:gd name="T10" fmla="*/ 0 w 309"/>
                <a:gd name="T11" fmla="*/ 6 h 1373"/>
                <a:gd name="T12" fmla="*/ 0 w 309"/>
                <a:gd name="T13" fmla="*/ 8 h 1373"/>
                <a:gd name="T14" fmla="*/ 0 w 309"/>
                <a:gd name="T15" fmla="*/ 9 h 1373"/>
                <a:gd name="T16" fmla="*/ 0 w 309"/>
                <a:gd name="T17" fmla="*/ 10 h 1373"/>
                <a:gd name="T18" fmla="*/ 0 w 309"/>
                <a:gd name="T19" fmla="*/ 12 h 1373"/>
                <a:gd name="T20" fmla="*/ 0 w 309"/>
                <a:gd name="T21" fmla="*/ 13 h 1373"/>
                <a:gd name="T22" fmla="*/ 0 w 309"/>
                <a:gd name="T23" fmla="*/ 15 h 1373"/>
                <a:gd name="T24" fmla="*/ 1 w 309"/>
                <a:gd name="T25" fmla="*/ 16 h 1373"/>
                <a:gd name="T26" fmla="*/ 1 w 309"/>
                <a:gd name="T27" fmla="*/ 18 h 1373"/>
                <a:gd name="T28" fmla="*/ 1 w 309"/>
                <a:gd name="T29" fmla="*/ 19 h 1373"/>
                <a:gd name="T30" fmla="*/ 2 w 309"/>
                <a:gd name="T31" fmla="*/ 20 h 1373"/>
                <a:gd name="T32" fmla="*/ 3 w 309"/>
                <a:gd name="T33" fmla="*/ 21 h 1373"/>
                <a:gd name="T34" fmla="*/ 3 w 309"/>
                <a:gd name="T35" fmla="*/ 21 h 1373"/>
                <a:gd name="T36" fmla="*/ 4 w 309"/>
                <a:gd name="T37" fmla="*/ 21 h 1373"/>
                <a:gd name="T38" fmla="*/ 5 w 309"/>
                <a:gd name="T39" fmla="*/ 21 h 1373"/>
                <a:gd name="T40" fmla="*/ 5 w 309"/>
                <a:gd name="T41" fmla="*/ 21 h 1373"/>
                <a:gd name="T42" fmla="*/ 4 w 309"/>
                <a:gd name="T43" fmla="*/ 19 h 1373"/>
                <a:gd name="T44" fmla="*/ 4 w 309"/>
                <a:gd name="T45" fmla="*/ 18 h 1373"/>
                <a:gd name="T46" fmla="*/ 3 w 309"/>
                <a:gd name="T47" fmla="*/ 16 h 1373"/>
                <a:gd name="T48" fmla="*/ 3 w 309"/>
                <a:gd name="T49" fmla="*/ 15 h 1373"/>
                <a:gd name="T50" fmla="*/ 3 w 309"/>
                <a:gd name="T51" fmla="*/ 13 h 1373"/>
                <a:gd name="T52" fmla="*/ 3 w 309"/>
                <a:gd name="T53" fmla="*/ 12 h 1373"/>
                <a:gd name="T54" fmla="*/ 3 w 309"/>
                <a:gd name="T55" fmla="*/ 10 h 1373"/>
                <a:gd name="T56" fmla="*/ 3 w 309"/>
                <a:gd name="T57" fmla="*/ 9 h 1373"/>
                <a:gd name="T58" fmla="*/ 3 w 309"/>
                <a:gd name="T59" fmla="*/ 8 h 1373"/>
                <a:gd name="T60" fmla="*/ 3 w 309"/>
                <a:gd name="T61" fmla="*/ 7 h 1373"/>
                <a:gd name="T62" fmla="*/ 3 w 309"/>
                <a:gd name="T63" fmla="*/ 5 h 1373"/>
                <a:gd name="T64" fmla="*/ 3 w 309"/>
                <a:gd name="T65" fmla="*/ 4 h 1373"/>
                <a:gd name="T66" fmla="*/ 3 w 309"/>
                <a:gd name="T67" fmla="*/ 3 h 1373"/>
                <a:gd name="T68" fmla="*/ 4 w 309"/>
                <a:gd name="T69" fmla="*/ 2 h 1373"/>
                <a:gd name="T70" fmla="*/ 4 w 309"/>
                <a:gd name="T71" fmla="*/ 1 h 1373"/>
                <a:gd name="T72" fmla="*/ 4 w 309"/>
                <a:gd name="T73" fmla="*/ 0 h 1373"/>
                <a:gd name="T74" fmla="*/ 3 w 309"/>
                <a:gd name="T75" fmla="*/ 0 h 1373"/>
                <a:gd name="T76" fmla="*/ 2 w 309"/>
                <a:gd name="T77" fmla="*/ 0 h 1373"/>
                <a:gd name="T78" fmla="*/ 2 w 309"/>
                <a:gd name="T79" fmla="*/ 0 h 137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9"/>
                <a:gd name="T121" fmla="*/ 0 h 1373"/>
                <a:gd name="T122" fmla="*/ 309 w 309"/>
                <a:gd name="T123" fmla="*/ 1373 h 137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9" h="1373">
                  <a:moveTo>
                    <a:pt x="90" y="0"/>
                  </a:moveTo>
                  <a:lnTo>
                    <a:pt x="79" y="36"/>
                  </a:lnTo>
                  <a:lnTo>
                    <a:pt x="70" y="74"/>
                  </a:lnTo>
                  <a:lnTo>
                    <a:pt x="60" y="111"/>
                  </a:lnTo>
                  <a:lnTo>
                    <a:pt x="51" y="148"/>
                  </a:lnTo>
                  <a:lnTo>
                    <a:pt x="44" y="186"/>
                  </a:lnTo>
                  <a:lnTo>
                    <a:pt x="35" y="223"/>
                  </a:lnTo>
                  <a:lnTo>
                    <a:pt x="29" y="262"/>
                  </a:lnTo>
                  <a:lnTo>
                    <a:pt x="23" y="300"/>
                  </a:lnTo>
                  <a:lnTo>
                    <a:pt x="18" y="338"/>
                  </a:lnTo>
                  <a:lnTo>
                    <a:pt x="12" y="378"/>
                  </a:lnTo>
                  <a:lnTo>
                    <a:pt x="9" y="416"/>
                  </a:lnTo>
                  <a:lnTo>
                    <a:pt x="6" y="456"/>
                  </a:lnTo>
                  <a:lnTo>
                    <a:pt x="3" y="495"/>
                  </a:lnTo>
                  <a:lnTo>
                    <a:pt x="1" y="535"/>
                  </a:lnTo>
                  <a:lnTo>
                    <a:pt x="0" y="574"/>
                  </a:lnTo>
                  <a:lnTo>
                    <a:pt x="0" y="615"/>
                  </a:lnTo>
                  <a:lnTo>
                    <a:pt x="0" y="663"/>
                  </a:lnTo>
                  <a:lnTo>
                    <a:pt x="2" y="712"/>
                  </a:lnTo>
                  <a:lnTo>
                    <a:pt x="5" y="760"/>
                  </a:lnTo>
                  <a:lnTo>
                    <a:pt x="8" y="808"/>
                  </a:lnTo>
                  <a:lnTo>
                    <a:pt x="14" y="855"/>
                  </a:lnTo>
                  <a:lnTo>
                    <a:pt x="19" y="902"/>
                  </a:lnTo>
                  <a:lnTo>
                    <a:pt x="26" y="949"/>
                  </a:lnTo>
                  <a:lnTo>
                    <a:pt x="34" y="995"/>
                  </a:lnTo>
                  <a:lnTo>
                    <a:pt x="43" y="1042"/>
                  </a:lnTo>
                  <a:lnTo>
                    <a:pt x="53" y="1088"/>
                  </a:lnTo>
                  <a:lnTo>
                    <a:pt x="63" y="1134"/>
                  </a:lnTo>
                  <a:lnTo>
                    <a:pt x="75" y="1178"/>
                  </a:lnTo>
                  <a:lnTo>
                    <a:pt x="88" y="1223"/>
                  </a:lnTo>
                  <a:lnTo>
                    <a:pt x="102" y="1267"/>
                  </a:lnTo>
                  <a:lnTo>
                    <a:pt x="116" y="1311"/>
                  </a:lnTo>
                  <a:lnTo>
                    <a:pt x="132" y="1355"/>
                  </a:lnTo>
                  <a:lnTo>
                    <a:pt x="155" y="1358"/>
                  </a:lnTo>
                  <a:lnTo>
                    <a:pt x="176" y="1360"/>
                  </a:lnTo>
                  <a:lnTo>
                    <a:pt x="199" y="1363"/>
                  </a:lnTo>
                  <a:lnTo>
                    <a:pt x="221" y="1365"/>
                  </a:lnTo>
                  <a:lnTo>
                    <a:pt x="243" y="1367"/>
                  </a:lnTo>
                  <a:lnTo>
                    <a:pt x="265" y="1369"/>
                  </a:lnTo>
                  <a:lnTo>
                    <a:pt x="287" y="1371"/>
                  </a:lnTo>
                  <a:lnTo>
                    <a:pt x="309" y="1373"/>
                  </a:lnTo>
                  <a:lnTo>
                    <a:pt x="292" y="1330"/>
                  </a:lnTo>
                  <a:lnTo>
                    <a:pt x="275" y="1285"/>
                  </a:lnTo>
                  <a:lnTo>
                    <a:pt x="259" y="1239"/>
                  </a:lnTo>
                  <a:lnTo>
                    <a:pt x="244" y="1194"/>
                  </a:lnTo>
                  <a:lnTo>
                    <a:pt x="230" y="1148"/>
                  </a:lnTo>
                  <a:lnTo>
                    <a:pt x="218" y="1101"/>
                  </a:lnTo>
                  <a:lnTo>
                    <a:pt x="208" y="1055"/>
                  </a:lnTo>
                  <a:lnTo>
                    <a:pt x="197" y="1007"/>
                  </a:lnTo>
                  <a:lnTo>
                    <a:pt x="188" y="959"/>
                  </a:lnTo>
                  <a:lnTo>
                    <a:pt x="181" y="911"/>
                  </a:lnTo>
                  <a:lnTo>
                    <a:pt x="173" y="863"/>
                  </a:lnTo>
                  <a:lnTo>
                    <a:pt x="168" y="814"/>
                  </a:lnTo>
                  <a:lnTo>
                    <a:pt x="164" y="764"/>
                  </a:lnTo>
                  <a:lnTo>
                    <a:pt x="161" y="715"/>
                  </a:lnTo>
                  <a:lnTo>
                    <a:pt x="159" y="664"/>
                  </a:lnTo>
                  <a:lnTo>
                    <a:pt x="158" y="615"/>
                  </a:lnTo>
                  <a:lnTo>
                    <a:pt x="159" y="576"/>
                  </a:lnTo>
                  <a:lnTo>
                    <a:pt x="160" y="538"/>
                  </a:lnTo>
                  <a:lnTo>
                    <a:pt x="161" y="499"/>
                  </a:lnTo>
                  <a:lnTo>
                    <a:pt x="164" y="462"/>
                  </a:lnTo>
                  <a:lnTo>
                    <a:pt x="167" y="425"/>
                  </a:lnTo>
                  <a:lnTo>
                    <a:pt x="171" y="387"/>
                  </a:lnTo>
                  <a:lnTo>
                    <a:pt x="175" y="350"/>
                  </a:lnTo>
                  <a:lnTo>
                    <a:pt x="181" y="312"/>
                  </a:lnTo>
                  <a:lnTo>
                    <a:pt x="187" y="275"/>
                  </a:lnTo>
                  <a:lnTo>
                    <a:pt x="194" y="239"/>
                  </a:lnTo>
                  <a:lnTo>
                    <a:pt x="201" y="202"/>
                  </a:lnTo>
                  <a:lnTo>
                    <a:pt x="209" y="166"/>
                  </a:lnTo>
                  <a:lnTo>
                    <a:pt x="218" y="131"/>
                  </a:lnTo>
                  <a:lnTo>
                    <a:pt x="227" y="96"/>
                  </a:lnTo>
                  <a:lnTo>
                    <a:pt x="237" y="60"/>
                  </a:lnTo>
                  <a:lnTo>
                    <a:pt x="247" y="25"/>
                  </a:lnTo>
                  <a:lnTo>
                    <a:pt x="229" y="22"/>
                  </a:lnTo>
                  <a:lnTo>
                    <a:pt x="211" y="19"/>
                  </a:lnTo>
                  <a:lnTo>
                    <a:pt x="192" y="16"/>
                  </a:lnTo>
                  <a:lnTo>
                    <a:pt x="173" y="12"/>
                  </a:lnTo>
                  <a:lnTo>
                    <a:pt x="153" y="9"/>
                  </a:lnTo>
                  <a:lnTo>
                    <a:pt x="132" y="6"/>
                  </a:lnTo>
                  <a:lnTo>
                    <a:pt x="111" y="3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88A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7" name="Freeform 292"/>
            <p:cNvSpPr>
              <a:spLocks/>
            </p:cNvSpPr>
            <p:nvPr/>
          </p:nvSpPr>
          <p:spPr bwMode="auto">
            <a:xfrm>
              <a:off x="816" y="1636"/>
              <a:ext cx="40" cy="171"/>
            </a:xfrm>
            <a:custGeom>
              <a:avLst/>
              <a:gdLst>
                <a:gd name="T0" fmla="*/ 1 w 318"/>
                <a:gd name="T1" fmla="*/ 1 h 1370"/>
                <a:gd name="T2" fmla="*/ 1 w 318"/>
                <a:gd name="T3" fmla="*/ 2 h 1370"/>
                <a:gd name="T4" fmla="*/ 1 w 318"/>
                <a:gd name="T5" fmla="*/ 3 h 1370"/>
                <a:gd name="T6" fmla="*/ 1 w 318"/>
                <a:gd name="T7" fmla="*/ 4 h 1370"/>
                <a:gd name="T8" fmla="*/ 0 w 318"/>
                <a:gd name="T9" fmla="*/ 5 h 1370"/>
                <a:gd name="T10" fmla="*/ 0 w 318"/>
                <a:gd name="T11" fmla="*/ 6 h 1370"/>
                <a:gd name="T12" fmla="*/ 0 w 318"/>
                <a:gd name="T13" fmla="*/ 8 h 1370"/>
                <a:gd name="T14" fmla="*/ 0 w 318"/>
                <a:gd name="T15" fmla="*/ 9 h 1370"/>
                <a:gd name="T16" fmla="*/ 0 w 318"/>
                <a:gd name="T17" fmla="*/ 10 h 1370"/>
                <a:gd name="T18" fmla="*/ 0 w 318"/>
                <a:gd name="T19" fmla="*/ 12 h 1370"/>
                <a:gd name="T20" fmla="*/ 0 w 318"/>
                <a:gd name="T21" fmla="*/ 13 h 1370"/>
                <a:gd name="T22" fmla="*/ 1 w 318"/>
                <a:gd name="T23" fmla="*/ 15 h 1370"/>
                <a:gd name="T24" fmla="*/ 1 w 318"/>
                <a:gd name="T25" fmla="*/ 16 h 1370"/>
                <a:gd name="T26" fmla="*/ 1 w 318"/>
                <a:gd name="T27" fmla="*/ 18 h 1370"/>
                <a:gd name="T28" fmla="*/ 2 w 318"/>
                <a:gd name="T29" fmla="*/ 19 h 1370"/>
                <a:gd name="T30" fmla="*/ 2 w 318"/>
                <a:gd name="T31" fmla="*/ 20 h 1370"/>
                <a:gd name="T32" fmla="*/ 3 w 318"/>
                <a:gd name="T33" fmla="*/ 21 h 1370"/>
                <a:gd name="T34" fmla="*/ 3 w 318"/>
                <a:gd name="T35" fmla="*/ 21 h 1370"/>
                <a:gd name="T36" fmla="*/ 4 w 318"/>
                <a:gd name="T37" fmla="*/ 21 h 1370"/>
                <a:gd name="T38" fmla="*/ 5 w 318"/>
                <a:gd name="T39" fmla="*/ 21 h 1370"/>
                <a:gd name="T40" fmla="*/ 5 w 318"/>
                <a:gd name="T41" fmla="*/ 21 h 1370"/>
                <a:gd name="T42" fmla="*/ 4 w 318"/>
                <a:gd name="T43" fmla="*/ 19 h 1370"/>
                <a:gd name="T44" fmla="*/ 4 w 318"/>
                <a:gd name="T45" fmla="*/ 18 h 1370"/>
                <a:gd name="T46" fmla="*/ 3 w 318"/>
                <a:gd name="T47" fmla="*/ 16 h 1370"/>
                <a:gd name="T48" fmla="*/ 3 w 318"/>
                <a:gd name="T49" fmla="*/ 15 h 1370"/>
                <a:gd name="T50" fmla="*/ 3 w 318"/>
                <a:gd name="T51" fmla="*/ 13 h 1370"/>
                <a:gd name="T52" fmla="*/ 3 w 318"/>
                <a:gd name="T53" fmla="*/ 12 h 1370"/>
                <a:gd name="T54" fmla="*/ 3 w 318"/>
                <a:gd name="T55" fmla="*/ 10 h 1370"/>
                <a:gd name="T56" fmla="*/ 3 w 318"/>
                <a:gd name="T57" fmla="*/ 9 h 1370"/>
                <a:gd name="T58" fmla="*/ 3 w 318"/>
                <a:gd name="T59" fmla="*/ 8 h 1370"/>
                <a:gd name="T60" fmla="*/ 3 w 318"/>
                <a:gd name="T61" fmla="*/ 6 h 1370"/>
                <a:gd name="T62" fmla="*/ 3 w 318"/>
                <a:gd name="T63" fmla="*/ 5 h 1370"/>
                <a:gd name="T64" fmla="*/ 3 w 318"/>
                <a:gd name="T65" fmla="*/ 4 h 1370"/>
                <a:gd name="T66" fmla="*/ 3 w 318"/>
                <a:gd name="T67" fmla="*/ 3 h 1370"/>
                <a:gd name="T68" fmla="*/ 3 w 318"/>
                <a:gd name="T69" fmla="*/ 2 h 1370"/>
                <a:gd name="T70" fmla="*/ 4 w 318"/>
                <a:gd name="T71" fmla="*/ 1 h 1370"/>
                <a:gd name="T72" fmla="*/ 3 w 318"/>
                <a:gd name="T73" fmla="*/ 0 h 1370"/>
                <a:gd name="T74" fmla="*/ 2 w 318"/>
                <a:gd name="T75" fmla="*/ 0 h 1370"/>
                <a:gd name="T76" fmla="*/ 1 w 318"/>
                <a:gd name="T77" fmla="*/ 0 h 137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18"/>
                <a:gd name="T118" fmla="*/ 0 h 1370"/>
                <a:gd name="T119" fmla="*/ 318 w 318"/>
                <a:gd name="T120" fmla="*/ 1370 h 137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18" h="1370">
                  <a:moveTo>
                    <a:pt x="90" y="0"/>
                  </a:moveTo>
                  <a:lnTo>
                    <a:pt x="79" y="37"/>
                  </a:lnTo>
                  <a:lnTo>
                    <a:pt x="69" y="73"/>
                  </a:lnTo>
                  <a:lnTo>
                    <a:pt x="60" y="109"/>
                  </a:lnTo>
                  <a:lnTo>
                    <a:pt x="51" y="146"/>
                  </a:lnTo>
                  <a:lnTo>
                    <a:pt x="43" y="183"/>
                  </a:lnTo>
                  <a:lnTo>
                    <a:pt x="36" y="219"/>
                  </a:lnTo>
                  <a:lnTo>
                    <a:pt x="29" y="257"/>
                  </a:lnTo>
                  <a:lnTo>
                    <a:pt x="23" y="295"/>
                  </a:lnTo>
                  <a:lnTo>
                    <a:pt x="18" y="333"/>
                  </a:lnTo>
                  <a:lnTo>
                    <a:pt x="13" y="371"/>
                  </a:lnTo>
                  <a:lnTo>
                    <a:pt x="9" y="409"/>
                  </a:lnTo>
                  <a:lnTo>
                    <a:pt x="6" y="448"/>
                  </a:lnTo>
                  <a:lnTo>
                    <a:pt x="3" y="486"/>
                  </a:lnTo>
                  <a:lnTo>
                    <a:pt x="1" y="526"/>
                  </a:lnTo>
                  <a:lnTo>
                    <a:pt x="0" y="564"/>
                  </a:lnTo>
                  <a:lnTo>
                    <a:pt x="0" y="604"/>
                  </a:lnTo>
                  <a:lnTo>
                    <a:pt x="1" y="653"/>
                  </a:lnTo>
                  <a:lnTo>
                    <a:pt x="2" y="702"/>
                  </a:lnTo>
                  <a:lnTo>
                    <a:pt x="5" y="751"/>
                  </a:lnTo>
                  <a:lnTo>
                    <a:pt x="9" y="800"/>
                  </a:lnTo>
                  <a:lnTo>
                    <a:pt x="14" y="849"/>
                  </a:lnTo>
                  <a:lnTo>
                    <a:pt x="21" y="896"/>
                  </a:lnTo>
                  <a:lnTo>
                    <a:pt x="28" y="944"/>
                  </a:lnTo>
                  <a:lnTo>
                    <a:pt x="36" y="991"/>
                  </a:lnTo>
                  <a:lnTo>
                    <a:pt x="46" y="1037"/>
                  </a:lnTo>
                  <a:lnTo>
                    <a:pt x="56" y="1084"/>
                  </a:lnTo>
                  <a:lnTo>
                    <a:pt x="68" y="1130"/>
                  </a:lnTo>
                  <a:lnTo>
                    <a:pt x="81" y="1175"/>
                  </a:lnTo>
                  <a:lnTo>
                    <a:pt x="94" y="1221"/>
                  </a:lnTo>
                  <a:lnTo>
                    <a:pt x="109" y="1266"/>
                  </a:lnTo>
                  <a:lnTo>
                    <a:pt x="124" y="1310"/>
                  </a:lnTo>
                  <a:lnTo>
                    <a:pt x="141" y="1354"/>
                  </a:lnTo>
                  <a:lnTo>
                    <a:pt x="164" y="1356"/>
                  </a:lnTo>
                  <a:lnTo>
                    <a:pt x="186" y="1358"/>
                  </a:lnTo>
                  <a:lnTo>
                    <a:pt x="208" y="1360"/>
                  </a:lnTo>
                  <a:lnTo>
                    <a:pt x="230" y="1362"/>
                  </a:lnTo>
                  <a:lnTo>
                    <a:pt x="253" y="1364"/>
                  </a:lnTo>
                  <a:lnTo>
                    <a:pt x="275" y="1366"/>
                  </a:lnTo>
                  <a:lnTo>
                    <a:pt x="297" y="1368"/>
                  </a:lnTo>
                  <a:lnTo>
                    <a:pt x="318" y="1370"/>
                  </a:lnTo>
                  <a:lnTo>
                    <a:pt x="300" y="1325"/>
                  </a:lnTo>
                  <a:lnTo>
                    <a:pt x="282" y="1280"/>
                  </a:lnTo>
                  <a:lnTo>
                    <a:pt x="266" y="1235"/>
                  </a:lnTo>
                  <a:lnTo>
                    <a:pt x="250" y="1189"/>
                  </a:lnTo>
                  <a:lnTo>
                    <a:pt x="235" y="1142"/>
                  </a:lnTo>
                  <a:lnTo>
                    <a:pt x="223" y="1096"/>
                  </a:lnTo>
                  <a:lnTo>
                    <a:pt x="211" y="1049"/>
                  </a:lnTo>
                  <a:lnTo>
                    <a:pt x="200" y="1001"/>
                  </a:lnTo>
                  <a:lnTo>
                    <a:pt x="190" y="952"/>
                  </a:lnTo>
                  <a:lnTo>
                    <a:pt x="182" y="904"/>
                  </a:lnTo>
                  <a:lnTo>
                    <a:pt x="174" y="855"/>
                  </a:lnTo>
                  <a:lnTo>
                    <a:pt x="169" y="805"/>
                  </a:lnTo>
                  <a:lnTo>
                    <a:pt x="164" y="755"/>
                  </a:lnTo>
                  <a:lnTo>
                    <a:pt x="161" y="705"/>
                  </a:lnTo>
                  <a:lnTo>
                    <a:pt x="159" y="654"/>
                  </a:lnTo>
                  <a:lnTo>
                    <a:pt x="158" y="604"/>
                  </a:lnTo>
                  <a:lnTo>
                    <a:pt x="159" y="566"/>
                  </a:lnTo>
                  <a:lnTo>
                    <a:pt x="160" y="529"/>
                  </a:lnTo>
                  <a:lnTo>
                    <a:pt x="161" y="491"/>
                  </a:lnTo>
                  <a:lnTo>
                    <a:pt x="164" y="454"/>
                  </a:lnTo>
                  <a:lnTo>
                    <a:pt x="167" y="418"/>
                  </a:lnTo>
                  <a:lnTo>
                    <a:pt x="171" y="381"/>
                  </a:lnTo>
                  <a:lnTo>
                    <a:pt x="175" y="345"/>
                  </a:lnTo>
                  <a:lnTo>
                    <a:pt x="180" y="309"/>
                  </a:lnTo>
                  <a:lnTo>
                    <a:pt x="187" y="272"/>
                  </a:lnTo>
                  <a:lnTo>
                    <a:pt x="194" y="237"/>
                  </a:lnTo>
                  <a:lnTo>
                    <a:pt x="201" y="202"/>
                  </a:lnTo>
                  <a:lnTo>
                    <a:pt x="208" y="167"/>
                  </a:lnTo>
                  <a:lnTo>
                    <a:pt x="218" y="131"/>
                  </a:lnTo>
                  <a:lnTo>
                    <a:pt x="226" y="97"/>
                  </a:lnTo>
                  <a:lnTo>
                    <a:pt x="237" y="62"/>
                  </a:lnTo>
                  <a:lnTo>
                    <a:pt x="247" y="27"/>
                  </a:lnTo>
                  <a:lnTo>
                    <a:pt x="210" y="21"/>
                  </a:lnTo>
                  <a:lnTo>
                    <a:pt x="171" y="14"/>
                  </a:lnTo>
                  <a:lnTo>
                    <a:pt x="133" y="8"/>
                  </a:lnTo>
                  <a:lnTo>
                    <a:pt x="94" y="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8BA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8" name="Freeform 293"/>
            <p:cNvSpPr>
              <a:spLocks/>
            </p:cNvSpPr>
            <p:nvPr/>
          </p:nvSpPr>
          <p:spPr bwMode="auto">
            <a:xfrm>
              <a:off x="826" y="1638"/>
              <a:ext cx="41" cy="170"/>
            </a:xfrm>
            <a:custGeom>
              <a:avLst/>
              <a:gdLst>
                <a:gd name="T0" fmla="*/ 1 w 330"/>
                <a:gd name="T1" fmla="*/ 0 h 1361"/>
                <a:gd name="T2" fmla="*/ 1 w 330"/>
                <a:gd name="T3" fmla="*/ 2 h 1361"/>
                <a:gd name="T4" fmla="*/ 1 w 330"/>
                <a:gd name="T5" fmla="*/ 3 h 1361"/>
                <a:gd name="T6" fmla="*/ 0 w 330"/>
                <a:gd name="T7" fmla="*/ 4 h 1361"/>
                <a:gd name="T8" fmla="*/ 0 w 330"/>
                <a:gd name="T9" fmla="*/ 5 h 1361"/>
                <a:gd name="T10" fmla="*/ 0 w 330"/>
                <a:gd name="T11" fmla="*/ 6 h 1361"/>
                <a:gd name="T12" fmla="*/ 0 w 330"/>
                <a:gd name="T13" fmla="*/ 7 h 1361"/>
                <a:gd name="T14" fmla="*/ 0 w 330"/>
                <a:gd name="T15" fmla="*/ 9 h 1361"/>
                <a:gd name="T16" fmla="*/ 0 w 330"/>
                <a:gd name="T17" fmla="*/ 10 h 1361"/>
                <a:gd name="T18" fmla="*/ 0 w 330"/>
                <a:gd name="T19" fmla="*/ 11 h 1361"/>
                <a:gd name="T20" fmla="*/ 0 w 330"/>
                <a:gd name="T21" fmla="*/ 13 h 1361"/>
                <a:gd name="T22" fmla="*/ 0 w 330"/>
                <a:gd name="T23" fmla="*/ 15 h 1361"/>
                <a:gd name="T24" fmla="*/ 1 w 330"/>
                <a:gd name="T25" fmla="*/ 16 h 1361"/>
                <a:gd name="T26" fmla="*/ 1 w 330"/>
                <a:gd name="T27" fmla="*/ 17 h 1361"/>
                <a:gd name="T28" fmla="*/ 2 w 330"/>
                <a:gd name="T29" fmla="*/ 19 h 1361"/>
                <a:gd name="T30" fmla="*/ 2 w 330"/>
                <a:gd name="T31" fmla="*/ 20 h 1361"/>
                <a:gd name="T32" fmla="*/ 3 w 330"/>
                <a:gd name="T33" fmla="*/ 21 h 1361"/>
                <a:gd name="T34" fmla="*/ 3 w 330"/>
                <a:gd name="T35" fmla="*/ 21 h 1361"/>
                <a:gd name="T36" fmla="*/ 4 w 330"/>
                <a:gd name="T37" fmla="*/ 21 h 1361"/>
                <a:gd name="T38" fmla="*/ 5 w 330"/>
                <a:gd name="T39" fmla="*/ 21 h 1361"/>
                <a:gd name="T40" fmla="*/ 5 w 330"/>
                <a:gd name="T41" fmla="*/ 20 h 1361"/>
                <a:gd name="T42" fmla="*/ 4 w 330"/>
                <a:gd name="T43" fmla="*/ 19 h 1361"/>
                <a:gd name="T44" fmla="*/ 4 w 330"/>
                <a:gd name="T45" fmla="*/ 18 h 1361"/>
                <a:gd name="T46" fmla="*/ 3 w 330"/>
                <a:gd name="T47" fmla="*/ 16 h 1361"/>
                <a:gd name="T48" fmla="*/ 3 w 330"/>
                <a:gd name="T49" fmla="*/ 15 h 1361"/>
                <a:gd name="T50" fmla="*/ 3 w 330"/>
                <a:gd name="T51" fmla="*/ 13 h 1361"/>
                <a:gd name="T52" fmla="*/ 3 w 330"/>
                <a:gd name="T53" fmla="*/ 12 h 1361"/>
                <a:gd name="T54" fmla="*/ 2 w 330"/>
                <a:gd name="T55" fmla="*/ 10 h 1361"/>
                <a:gd name="T56" fmla="*/ 2 w 330"/>
                <a:gd name="T57" fmla="*/ 9 h 1361"/>
                <a:gd name="T58" fmla="*/ 2 w 330"/>
                <a:gd name="T59" fmla="*/ 7 h 1361"/>
                <a:gd name="T60" fmla="*/ 3 w 330"/>
                <a:gd name="T61" fmla="*/ 6 h 1361"/>
                <a:gd name="T62" fmla="*/ 3 w 330"/>
                <a:gd name="T63" fmla="*/ 5 h 1361"/>
                <a:gd name="T64" fmla="*/ 3 w 330"/>
                <a:gd name="T65" fmla="*/ 4 h 1361"/>
                <a:gd name="T66" fmla="*/ 3 w 330"/>
                <a:gd name="T67" fmla="*/ 3 h 1361"/>
                <a:gd name="T68" fmla="*/ 3 w 330"/>
                <a:gd name="T69" fmla="*/ 2 h 1361"/>
                <a:gd name="T70" fmla="*/ 4 w 330"/>
                <a:gd name="T71" fmla="*/ 1 h 1361"/>
                <a:gd name="T72" fmla="*/ 3 w 330"/>
                <a:gd name="T73" fmla="*/ 0 h 1361"/>
                <a:gd name="T74" fmla="*/ 2 w 330"/>
                <a:gd name="T75" fmla="*/ 0 h 136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30"/>
                <a:gd name="T115" fmla="*/ 0 h 1361"/>
                <a:gd name="T116" fmla="*/ 330 w 330"/>
                <a:gd name="T117" fmla="*/ 1361 h 136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30" h="1361">
                  <a:moveTo>
                    <a:pt x="89" y="0"/>
                  </a:moveTo>
                  <a:lnTo>
                    <a:pt x="79" y="35"/>
                  </a:lnTo>
                  <a:lnTo>
                    <a:pt x="69" y="71"/>
                  </a:lnTo>
                  <a:lnTo>
                    <a:pt x="60" y="106"/>
                  </a:lnTo>
                  <a:lnTo>
                    <a:pt x="51" y="141"/>
                  </a:lnTo>
                  <a:lnTo>
                    <a:pt x="43" y="177"/>
                  </a:lnTo>
                  <a:lnTo>
                    <a:pt x="36" y="214"/>
                  </a:lnTo>
                  <a:lnTo>
                    <a:pt x="29" y="250"/>
                  </a:lnTo>
                  <a:lnTo>
                    <a:pt x="23" y="287"/>
                  </a:lnTo>
                  <a:lnTo>
                    <a:pt x="17" y="325"/>
                  </a:lnTo>
                  <a:lnTo>
                    <a:pt x="13" y="362"/>
                  </a:lnTo>
                  <a:lnTo>
                    <a:pt x="9" y="400"/>
                  </a:lnTo>
                  <a:lnTo>
                    <a:pt x="6" y="437"/>
                  </a:lnTo>
                  <a:lnTo>
                    <a:pt x="3" y="474"/>
                  </a:lnTo>
                  <a:lnTo>
                    <a:pt x="2" y="513"/>
                  </a:lnTo>
                  <a:lnTo>
                    <a:pt x="1" y="551"/>
                  </a:lnTo>
                  <a:lnTo>
                    <a:pt x="0" y="590"/>
                  </a:lnTo>
                  <a:lnTo>
                    <a:pt x="1" y="639"/>
                  </a:lnTo>
                  <a:lnTo>
                    <a:pt x="3" y="690"/>
                  </a:lnTo>
                  <a:lnTo>
                    <a:pt x="6" y="739"/>
                  </a:lnTo>
                  <a:lnTo>
                    <a:pt x="10" y="789"/>
                  </a:lnTo>
                  <a:lnTo>
                    <a:pt x="15" y="838"/>
                  </a:lnTo>
                  <a:lnTo>
                    <a:pt x="23" y="886"/>
                  </a:lnTo>
                  <a:lnTo>
                    <a:pt x="30" y="934"/>
                  </a:lnTo>
                  <a:lnTo>
                    <a:pt x="39" y="982"/>
                  </a:lnTo>
                  <a:lnTo>
                    <a:pt x="50" y="1030"/>
                  </a:lnTo>
                  <a:lnTo>
                    <a:pt x="60" y="1076"/>
                  </a:lnTo>
                  <a:lnTo>
                    <a:pt x="72" y="1123"/>
                  </a:lnTo>
                  <a:lnTo>
                    <a:pt x="86" y="1169"/>
                  </a:lnTo>
                  <a:lnTo>
                    <a:pt x="101" y="1214"/>
                  </a:lnTo>
                  <a:lnTo>
                    <a:pt x="117" y="1260"/>
                  </a:lnTo>
                  <a:lnTo>
                    <a:pt x="134" y="1305"/>
                  </a:lnTo>
                  <a:lnTo>
                    <a:pt x="151" y="1348"/>
                  </a:lnTo>
                  <a:lnTo>
                    <a:pt x="174" y="1350"/>
                  </a:lnTo>
                  <a:lnTo>
                    <a:pt x="196" y="1352"/>
                  </a:lnTo>
                  <a:lnTo>
                    <a:pt x="219" y="1354"/>
                  </a:lnTo>
                  <a:lnTo>
                    <a:pt x="241" y="1356"/>
                  </a:lnTo>
                  <a:lnTo>
                    <a:pt x="263" y="1357"/>
                  </a:lnTo>
                  <a:lnTo>
                    <a:pt x="285" y="1358"/>
                  </a:lnTo>
                  <a:lnTo>
                    <a:pt x="307" y="1360"/>
                  </a:lnTo>
                  <a:lnTo>
                    <a:pt x="330" y="1361"/>
                  </a:lnTo>
                  <a:lnTo>
                    <a:pt x="309" y="1316"/>
                  </a:lnTo>
                  <a:lnTo>
                    <a:pt x="290" y="1272"/>
                  </a:lnTo>
                  <a:lnTo>
                    <a:pt x="273" y="1226"/>
                  </a:lnTo>
                  <a:lnTo>
                    <a:pt x="256" y="1180"/>
                  </a:lnTo>
                  <a:lnTo>
                    <a:pt x="241" y="1133"/>
                  </a:lnTo>
                  <a:lnTo>
                    <a:pt x="227" y="1087"/>
                  </a:lnTo>
                  <a:lnTo>
                    <a:pt x="215" y="1039"/>
                  </a:lnTo>
                  <a:lnTo>
                    <a:pt x="202" y="990"/>
                  </a:lnTo>
                  <a:lnTo>
                    <a:pt x="193" y="941"/>
                  </a:lnTo>
                  <a:lnTo>
                    <a:pt x="183" y="893"/>
                  </a:lnTo>
                  <a:lnTo>
                    <a:pt x="176" y="843"/>
                  </a:lnTo>
                  <a:lnTo>
                    <a:pt x="170" y="793"/>
                  </a:lnTo>
                  <a:lnTo>
                    <a:pt x="165" y="743"/>
                  </a:lnTo>
                  <a:lnTo>
                    <a:pt x="161" y="692"/>
                  </a:lnTo>
                  <a:lnTo>
                    <a:pt x="159" y="641"/>
                  </a:lnTo>
                  <a:lnTo>
                    <a:pt x="159" y="590"/>
                  </a:lnTo>
                  <a:lnTo>
                    <a:pt x="159" y="553"/>
                  </a:lnTo>
                  <a:lnTo>
                    <a:pt x="160" y="517"/>
                  </a:lnTo>
                  <a:lnTo>
                    <a:pt x="162" y="481"/>
                  </a:lnTo>
                  <a:lnTo>
                    <a:pt x="164" y="444"/>
                  </a:lnTo>
                  <a:lnTo>
                    <a:pt x="167" y="409"/>
                  </a:lnTo>
                  <a:lnTo>
                    <a:pt x="171" y="373"/>
                  </a:lnTo>
                  <a:lnTo>
                    <a:pt x="175" y="337"/>
                  </a:lnTo>
                  <a:lnTo>
                    <a:pt x="180" y="302"/>
                  </a:lnTo>
                  <a:lnTo>
                    <a:pt x="187" y="267"/>
                  </a:lnTo>
                  <a:lnTo>
                    <a:pt x="193" y="232"/>
                  </a:lnTo>
                  <a:lnTo>
                    <a:pt x="200" y="198"/>
                  </a:lnTo>
                  <a:lnTo>
                    <a:pt x="208" y="164"/>
                  </a:lnTo>
                  <a:lnTo>
                    <a:pt x="217" y="130"/>
                  </a:lnTo>
                  <a:lnTo>
                    <a:pt x="226" y="95"/>
                  </a:lnTo>
                  <a:lnTo>
                    <a:pt x="235" y="62"/>
                  </a:lnTo>
                  <a:lnTo>
                    <a:pt x="247" y="29"/>
                  </a:lnTo>
                  <a:lnTo>
                    <a:pt x="207" y="22"/>
                  </a:lnTo>
                  <a:lnTo>
                    <a:pt x="169" y="13"/>
                  </a:lnTo>
                  <a:lnTo>
                    <a:pt x="129" y="6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DAF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" name="Freeform 294"/>
            <p:cNvSpPr>
              <a:spLocks/>
            </p:cNvSpPr>
            <p:nvPr/>
          </p:nvSpPr>
          <p:spPr bwMode="auto">
            <a:xfrm>
              <a:off x="836" y="1640"/>
              <a:ext cx="42" cy="168"/>
            </a:xfrm>
            <a:custGeom>
              <a:avLst/>
              <a:gdLst>
                <a:gd name="T0" fmla="*/ 1 w 340"/>
                <a:gd name="T1" fmla="*/ 0 h 1351"/>
                <a:gd name="T2" fmla="*/ 1 w 340"/>
                <a:gd name="T3" fmla="*/ 2 h 1351"/>
                <a:gd name="T4" fmla="*/ 1 w 340"/>
                <a:gd name="T5" fmla="*/ 3 h 1351"/>
                <a:gd name="T6" fmla="*/ 0 w 340"/>
                <a:gd name="T7" fmla="*/ 4 h 1351"/>
                <a:gd name="T8" fmla="*/ 0 w 340"/>
                <a:gd name="T9" fmla="*/ 5 h 1351"/>
                <a:gd name="T10" fmla="*/ 0 w 340"/>
                <a:gd name="T11" fmla="*/ 6 h 1351"/>
                <a:gd name="T12" fmla="*/ 0 w 340"/>
                <a:gd name="T13" fmla="*/ 7 h 1351"/>
                <a:gd name="T14" fmla="*/ 0 w 340"/>
                <a:gd name="T15" fmla="*/ 8 h 1351"/>
                <a:gd name="T16" fmla="*/ 0 w 340"/>
                <a:gd name="T17" fmla="*/ 10 h 1351"/>
                <a:gd name="T18" fmla="*/ 0 w 340"/>
                <a:gd name="T19" fmla="*/ 11 h 1351"/>
                <a:gd name="T20" fmla="*/ 0 w 340"/>
                <a:gd name="T21" fmla="*/ 13 h 1351"/>
                <a:gd name="T22" fmla="*/ 0 w 340"/>
                <a:gd name="T23" fmla="*/ 14 h 1351"/>
                <a:gd name="T24" fmla="*/ 1 w 340"/>
                <a:gd name="T25" fmla="*/ 16 h 1351"/>
                <a:gd name="T26" fmla="*/ 1 w 340"/>
                <a:gd name="T27" fmla="*/ 17 h 1351"/>
                <a:gd name="T28" fmla="*/ 2 w 340"/>
                <a:gd name="T29" fmla="*/ 19 h 1351"/>
                <a:gd name="T30" fmla="*/ 2 w 340"/>
                <a:gd name="T31" fmla="*/ 20 h 1351"/>
                <a:gd name="T32" fmla="*/ 3 w 340"/>
                <a:gd name="T33" fmla="*/ 21 h 1351"/>
                <a:gd name="T34" fmla="*/ 3 w 340"/>
                <a:gd name="T35" fmla="*/ 21 h 1351"/>
                <a:gd name="T36" fmla="*/ 4 w 340"/>
                <a:gd name="T37" fmla="*/ 21 h 1351"/>
                <a:gd name="T38" fmla="*/ 5 w 340"/>
                <a:gd name="T39" fmla="*/ 21 h 1351"/>
                <a:gd name="T40" fmla="*/ 5 w 340"/>
                <a:gd name="T41" fmla="*/ 20 h 1351"/>
                <a:gd name="T42" fmla="*/ 4 w 340"/>
                <a:gd name="T43" fmla="*/ 19 h 1351"/>
                <a:gd name="T44" fmla="*/ 4 w 340"/>
                <a:gd name="T45" fmla="*/ 17 h 1351"/>
                <a:gd name="T46" fmla="*/ 3 w 340"/>
                <a:gd name="T47" fmla="*/ 16 h 1351"/>
                <a:gd name="T48" fmla="*/ 3 w 340"/>
                <a:gd name="T49" fmla="*/ 14 h 1351"/>
                <a:gd name="T50" fmla="*/ 3 w 340"/>
                <a:gd name="T51" fmla="*/ 13 h 1351"/>
                <a:gd name="T52" fmla="*/ 2 w 340"/>
                <a:gd name="T53" fmla="*/ 11 h 1351"/>
                <a:gd name="T54" fmla="*/ 2 w 340"/>
                <a:gd name="T55" fmla="*/ 10 h 1351"/>
                <a:gd name="T56" fmla="*/ 2 w 340"/>
                <a:gd name="T57" fmla="*/ 8 h 1351"/>
                <a:gd name="T58" fmla="*/ 2 w 340"/>
                <a:gd name="T59" fmla="*/ 7 h 1351"/>
                <a:gd name="T60" fmla="*/ 3 w 340"/>
                <a:gd name="T61" fmla="*/ 6 h 1351"/>
                <a:gd name="T62" fmla="*/ 3 w 340"/>
                <a:gd name="T63" fmla="*/ 5 h 1351"/>
                <a:gd name="T64" fmla="*/ 3 w 340"/>
                <a:gd name="T65" fmla="*/ 4 h 1351"/>
                <a:gd name="T66" fmla="*/ 3 w 340"/>
                <a:gd name="T67" fmla="*/ 3 h 1351"/>
                <a:gd name="T68" fmla="*/ 3 w 340"/>
                <a:gd name="T69" fmla="*/ 2 h 1351"/>
                <a:gd name="T70" fmla="*/ 4 w 340"/>
                <a:gd name="T71" fmla="*/ 1 h 1351"/>
                <a:gd name="T72" fmla="*/ 3 w 340"/>
                <a:gd name="T73" fmla="*/ 0 h 1351"/>
                <a:gd name="T74" fmla="*/ 2 w 340"/>
                <a:gd name="T75" fmla="*/ 0 h 135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0"/>
                <a:gd name="T115" fmla="*/ 0 h 1351"/>
                <a:gd name="T116" fmla="*/ 340 w 340"/>
                <a:gd name="T117" fmla="*/ 1351 h 135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0" h="1351">
                  <a:moveTo>
                    <a:pt x="89" y="0"/>
                  </a:moveTo>
                  <a:lnTo>
                    <a:pt x="79" y="35"/>
                  </a:lnTo>
                  <a:lnTo>
                    <a:pt x="69" y="70"/>
                  </a:lnTo>
                  <a:lnTo>
                    <a:pt x="60" y="104"/>
                  </a:lnTo>
                  <a:lnTo>
                    <a:pt x="50" y="140"/>
                  </a:lnTo>
                  <a:lnTo>
                    <a:pt x="43" y="175"/>
                  </a:lnTo>
                  <a:lnTo>
                    <a:pt x="36" y="210"/>
                  </a:lnTo>
                  <a:lnTo>
                    <a:pt x="29" y="245"/>
                  </a:lnTo>
                  <a:lnTo>
                    <a:pt x="22" y="282"/>
                  </a:lnTo>
                  <a:lnTo>
                    <a:pt x="17" y="318"/>
                  </a:lnTo>
                  <a:lnTo>
                    <a:pt x="13" y="354"/>
                  </a:lnTo>
                  <a:lnTo>
                    <a:pt x="9" y="391"/>
                  </a:lnTo>
                  <a:lnTo>
                    <a:pt x="6" y="427"/>
                  </a:lnTo>
                  <a:lnTo>
                    <a:pt x="4" y="464"/>
                  </a:lnTo>
                  <a:lnTo>
                    <a:pt x="2" y="502"/>
                  </a:lnTo>
                  <a:lnTo>
                    <a:pt x="1" y="539"/>
                  </a:lnTo>
                  <a:lnTo>
                    <a:pt x="0" y="577"/>
                  </a:lnTo>
                  <a:lnTo>
                    <a:pt x="1" y="627"/>
                  </a:lnTo>
                  <a:lnTo>
                    <a:pt x="3" y="678"/>
                  </a:lnTo>
                  <a:lnTo>
                    <a:pt x="6" y="728"/>
                  </a:lnTo>
                  <a:lnTo>
                    <a:pt x="11" y="778"/>
                  </a:lnTo>
                  <a:lnTo>
                    <a:pt x="16" y="828"/>
                  </a:lnTo>
                  <a:lnTo>
                    <a:pt x="24" y="877"/>
                  </a:lnTo>
                  <a:lnTo>
                    <a:pt x="32" y="925"/>
                  </a:lnTo>
                  <a:lnTo>
                    <a:pt x="42" y="974"/>
                  </a:lnTo>
                  <a:lnTo>
                    <a:pt x="53" y="1022"/>
                  </a:lnTo>
                  <a:lnTo>
                    <a:pt x="65" y="1069"/>
                  </a:lnTo>
                  <a:lnTo>
                    <a:pt x="77" y="1115"/>
                  </a:lnTo>
                  <a:lnTo>
                    <a:pt x="92" y="1162"/>
                  </a:lnTo>
                  <a:lnTo>
                    <a:pt x="108" y="1208"/>
                  </a:lnTo>
                  <a:lnTo>
                    <a:pt x="124" y="1253"/>
                  </a:lnTo>
                  <a:lnTo>
                    <a:pt x="142" y="1298"/>
                  </a:lnTo>
                  <a:lnTo>
                    <a:pt x="162" y="1343"/>
                  </a:lnTo>
                  <a:lnTo>
                    <a:pt x="183" y="1344"/>
                  </a:lnTo>
                  <a:lnTo>
                    <a:pt x="206" y="1345"/>
                  </a:lnTo>
                  <a:lnTo>
                    <a:pt x="229" y="1347"/>
                  </a:lnTo>
                  <a:lnTo>
                    <a:pt x="251" y="1348"/>
                  </a:lnTo>
                  <a:lnTo>
                    <a:pt x="274" y="1349"/>
                  </a:lnTo>
                  <a:lnTo>
                    <a:pt x="295" y="1349"/>
                  </a:lnTo>
                  <a:lnTo>
                    <a:pt x="317" y="1350"/>
                  </a:lnTo>
                  <a:lnTo>
                    <a:pt x="340" y="1351"/>
                  </a:lnTo>
                  <a:lnTo>
                    <a:pt x="318" y="1306"/>
                  </a:lnTo>
                  <a:lnTo>
                    <a:pt x="299" y="1262"/>
                  </a:lnTo>
                  <a:lnTo>
                    <a:pt x="280" y="1217"/>
                  </a:lnTo>
                  <a:lnTo>
                    <a:pt x="262" y="1170"/>
                  </a:lnTo>
                  <a:lnTo>
                    <a:pt x="246" y="1124"/>
                  </a:lnTo>
                  <a:lnTo>
                    <a:pt x="231" y="1077"/>
                  </a:lnTo>
                  <a:lnTo>
                    <a:pt x="218" y="1029"/>
                  </a:lnTo>
                  <a:lnTo>
                    <a:pt x="205" y="980"/>
                  </a:lnTo>
                  <a:lnTo>
                    <a:pt x="195" y="932"/>
                  </a:lnTo>
                  <a:lnTo>
                    <a:pt x="185" y="883"/>
                  </a:lnTo>
                  <a:lnTo>
                    <a:pt x="177" y="832"/>
                  </a:lnTo>
                  <a:lnTo>
                    <a:pt x="170" y="782"/>
                  </a:lnTo>
                  <a:lnTo>
                    <a:pt x="165" y="731"/>
                  </a:lnTo>
                  <a:lnTo>
                    <a:pt x="162" y="680"/>
                  </a:lnTo>
                  <a:lnTo>
                    <a:pt x="158" y="628"/>
                  </a:lnTo>
                  <a:lnTo>
                    <a:pt x="158" y="577"/>
                  </a:lnTo>
                  <a:lnTo>
                    <a:pt x="158" y="541"/>
                  </a:lnTo>
                  <a:lnTo>
                    <a:pt x="159" y="506"/>
                  </a:lnTo>
                  <a:lnTo>
                    <a:pt x="162" y="471"/>
                  </a:lnTo>
                  <a:lnTo>
                    <a:pt x="164" y="435"/>
                  </a:lnTo>
                  <a:lnTo>
                    <a:pt x="167" y="401"/>
                  </a:lnTo>
                  <a:lnTo>
                    <a:pt x="171" y="366"/>
                  </a:lnTo>
                  <a:lnTo>
                    <a:pt x="175" y="332"/>
                  </a:lnTo>
                  <a:lnTo>
                    <a:pt x="180" y="297"/>
                  </a:lnTo>
                  <a:lnTo>
                    <a:pt x="186" y="264"/>
                  </a:lnTo>
                  <a:lnTo>
                    <a:pt x="193" y="230"/>
                  </a:lnTo>
                  <a:lnTo>
                    <a:pt x="200" y="197"/>
                  </a:lnTo>
                  <a:lnTo>
                    <a:pt x="207" y="163"/>
                  </a:lnTo>
                  <a:lnTo>
                    <a:pt x="216" y="130"/>
                  </a:lnTo>
                  <a:lnTo>
                    <a:pt x="225" y="98"/>
                  </a:lnTo>
                  <a:lnTo>
                    <a:pt x="234" y="65"/>
                  </a:lnTo>
                  <a:lnTo>
                    <a:pt x="245" y="33"/>
                  </a:lnTo>
                  <a:lnTo>
                    <a:pt x="206" y="24"/>
                  </a:lnTo>
                  <a:lnTo>
                    <a:pt x="168" y="16"/>
                  </a:lnTo>
                  <a:lnTo>
                    <a:pt x="128" y="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EB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0" name="Freeform 295"/>
            <p:cNvSpPr>
              <a:spLocks/>
            </p:cNvSpPr>
            <p:nvPr/>
          </p:nvSpPr>
          <p:spPr bwMode="auto">
            <a:xfrm>
              <a:off x="846" y="1642"/>
              <a:ext cx="44" cy="166"/>
            </a:xfrm>
            <a:custGeom>
              <a:avLst/>
              <a:gdLst>
                <a:gd name="T0" fmla="*/ 1 w 349"/>
                <a:gd name="T1" fmla="*/ 0 h 1336"/>
                <a:gd name="T2" fmla="*/ 1 w 349"/>
                <a:gd name="T3" fmla="*/ 2 h 1336"/>
                <a:gd name="T4" fmla="*/ 1 w 349"/>
                <a:gd name="T5" fmla="*/ 3 h 1336"/>
                <a:gd name="T6" fmla="*/ 1 w 349"/>
                <a:gd name="T7" fmla="*/ 4 h 1336"/>
                <a:gd name="T8" fmla="*/ 0 w 349"/>
                <a:gd name="T9" fmla="*/ 5 h 1336"/>
                <a:gd name="T10" fmla="*/ 0 w 349"/>
                <a:gd name="T11" fmla="*/ 6 h 1336"/>
                <a:gd name="T12" fmla="*/ 0 w 349"/>
                <a:gd name="T13" fmla="*/ 7 h 1336"/>
                <a:gd name="T14" fmla="*/ 0 w 349"/>
                <a:gd name="T15" fmla="*/ 8 h 1336"/>
                <a:gd name="T16" fmla="*/ 0 w 349"/>
                <a:gd name="T17" fmla="*/ 9 h 1336"/>
                <a:gd name="T18" fmla="*/ 0 w 349"/>
                <a:gd name="T19" fmla="*/ 11 h 1336"/>
                <a:gd name="T20" fmla="*/ 0 w 349"/>
                <a:gd name="T21" fmla="*/ 13 h 1336"/>
                <a:gd name="T22" fmla="*/ 1 w 349"/>
                <a:gd name="T23" fmla="*/ 14 h 1336"/>
                <a:gd name="T24" fmla="*/ 1 w 349"/>
                <a:gd name="T25" fmla="*/ 16 h 1336"/>
                <a:gd name="T26" fmla="*/ 1 w 349"/>
                <a:gd name="T27" fmla="*/ 17 h 1336"/>
                <a:gd name="T28" fmla="*/ 2 w 349"/>
                <a:gd name="T29" fmla="*/ 19 h 1336"/>
                <a:gd name="T30" fmla="*/ 2 w 349"/>
                <a:gd name="T31" fmla="*/ 20 h 1336"/>
                <a:gd name="T32" fmla="*/ 3 w 349"/>
                <a:gd name="T33" fmla="*/ 21 h 1336"/>
                <a:gd name="T34" fmla="*/ 4 w 349"/>
                <a:gd name="T35" fmla="*/ 21 h 1336"/>
                <a:gd name="T36" fmla="*/ 5 w 349"/>
                <a:gd name="T37" fmla="*/ 21 h 1336"/>
                <a:gd name="T38" fmla="*/ 5 w 349"/>
                <a:gd name="T39" fmla="*/ 21 h 1336"/>
                <a:gd name="T40" fmla="*/ 5 w 349"/>
                <a:gd name="T41" fmla="*/ 20 h 1336"/>
                <a:gd name="T42" fmla="*/ 5 w 349"/>
                <a:gd name="T43" fmla="*/ 19 h 1336"/>
                <a:gd name="T44" fmla="*/ 4 w 349"/>
                <a:gd name="T45" fmla="*/ 17 h 1336"/>
                <a:gd name="T46" fmla="*/ 4 w 349"/>
                <a:gd name="T47" fmla="*/ 16 h 1336"/>
                <a:gd name="T48" fmla="*/ 3 w 349"/>
                <a:gd name="T49" fmla="*/ 14 h 1336"/>
                <a:gd name="T50" fmla="*/ 3 w 349"/>
                <a:gd name="T51" fmla="*/ 13 h 1336"/>
                <a:gd name="T52" fmla="*/ 3 w 349"/>
                <a:gd name="T53" fmla="*/ 11 h 1336"/>
                <a:gd name="T54" fmla="*/ 3 w 349"/>
                <a:gd name="T55" fmla="*/ 9 h 1336"/>
                <a:gd name="T56" fmla="*/ 3 w 349"/>
                <a:gd name="T57" fmla="*/ 8 h 1336"/>
                <a:gd name="T58" fmla="*/ 3 w 349"/>
                <a:gd name="T59" fmla="*/ 7 h 1336"/>
                <a:gd name="T60" fmla="*/ 3 w 349"/>
                <a:gd name="T61" fmla="*/ 6 h 1336"/>
                <a:gd name="T62" fmla="*/ 3 w 349"/>
                <a:gd name="T63" fmla="*/ 5 h 1336"/>
                <a:gd name="T64" fmla="*/ 3 w 349"/>
                <a:gd name="T65" fmla="*/ 4 h 1336"/>
                <a:gd name="T66" fmla="*/ 3 w 349"/>
                <a:gd name="T67" fmla="*/ 3 h 1336"/>
                <a:gd name="T68" fmla="*/ 3 w 349"/>
                <a:gd name="T69" fmla="*/ 2 h 1336"/>
                <a:gd name="T70" fmla="*/ 4 w 349"/>
                <a:gd name="T71" fmla="*/ 1 h 1336"/>
                <a:gd name="T72" fmla="*/ 3 w 349"/>
                <a:gd name="T73" fmla="*/ 0 h 1336"/>
                <a:gd name="T74" fmla="*/ 2 w 349"/>
                <a:gd name="T75" fmla="*/ 0 h 13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9"/>
                <a:gd name="T115" fmla="*/ 0 h 1336"/>
                <a:gd name="T116" fmla="*/ 349 w 349"/>
                <a:gd name="T117" fmla="*/ 1336 h 13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9" h="1336">
                  <a:moveTo>
                    <a:pt x="88" y="0"/>
                  </a:moveTo>
                  <a:lnTo>
                    <a:pt x="76" y="33"/>
                  </a:lnTo>
                  <a:lnTo>
                    <a:pt x="67" y="66"/>
                  </a:lnTo>
                  <a:lnTo>
                    <a:pt x="58" y="101"/>
                  </a:lnTo>
                  <a:lnTo>
                    <a:pt x="49" y="135"/>
                  </a:lnTo>
                  <a:lnTo>
                    <a:pt x="41" y="169"/>
                  </a:lnTo>
                  <a:lnTo>
                    <a:pt x="34" y="203"/>
                  </a:lnTo>
                  <a:lnTo>
                    <a:pt x="28" y="238"/>
                  </a:lnTo>
                  <a:lnTo>
                    <a:pt x="21" y="273"/>
                  </a:lnTo>
                  <a:lnTo>
                    <a:pt x="16" y="308"/>
                  </a:lnTo>
                  <a:lnTo>
                    <a:pt x="12" y="344"/>
                  </a:lnTo>
                  <a:lnTo>
                    <a:pt x="8" y="380"/>
                  </a:lnTo>
                  <a:lnTo>
                    <a:pt x="5" y="415"/>
                  </a:lnTo>
                  <a:lnTo>
                    <a:pt x="3" y="452"/>
                  </a:lnTo>
                  <a:lnTo>
                    <a:pt x="1" y="488"/>
                  </a:lnTo>
                  <a:lnTo>
                    <a:pt x="0" y="524"/>
                  </a:lnTo>
                  <a:lnTo>
                    <a:pt x="0" y="561"/>
                  </a:lnTo>
                  <a:lnTo>
                    <a:pt x="0" y="612"/>
                  </a:lnTo>
                  <a:lnTo>
                    <a:pt x="2" y="663"/>
                  </a:lnTo>
                  <a:lnTo>
                    <a:pt x="6" y="714"/>
                  </a:lnTo>
                  <a:lnTo>
                    <a:pt x="10" y="764"/>
                  </a:lnTo>
                  <a:lnTo>
                    <a:pt x="17" y="814"/>
                  </a:lnTo>
                  <a:lnTo>
                    <a:pt x="24" y="864"/>
                  </a:lnTo>
                  <a:lnTo>
                    <a:pt x="33" y="912"/>
                  </a:lnTo>
                  <a:lnTo>
                    <a:pt x="43" y="961"/>
                  </a:lnTo>
                  <a:lnTo>
                    <a:pt x="56" y="1010"/>
                  </a:lnTo>
                  <a:lnTo>
                    <a:pt x="68" y="1058"/>
                  </a:lnTo>
                  <a:lnTo>
                    <a:pt x="82" y="1104"/>
                  </a:lnTo>
                  <a:lnTo>
                    <a:pt x="97" y="1151"/>
                  </a:lnTo>
                  <a:lnTo>
                    <a:pt x="114" y="1197"/>
                  </a:lnTo>
                  <a:lnTo>
                    <a:pt x="131" y="1243"/>
                  </a:lnTo>
                  <a:lnTo>
                    <a:pt x="150" y="1287"/>
                  </a:lnTo>
                  <a:lnTo>
                    <a:pt x="171" y="1332"/>
                  </a:lnTo>
                  <a:lnTo>
                    <a:pt x="193" y="1333"/>
                  </a:lnTo>
                  <a:lnTo>
                    <a:pt x="215" y="1333"/>
                  </a:lnTo>
                  <a:lnTo>
                    <a:pt x="238" y="1334"/>
                  </a:lnTo>
                  <a:lnTo>
                    <a:pt x="261" y="1335"/>
                  </a:lnTo>
                  <a:lnTo>
                    <a:pt x="283" y="1335"/>
                  </a:lnTo>
                  <a:lnTo>
                    <a:pt x="306" y="1336"/>
                  </a:lnTo>
                  <a:lnTo>
                    <a:pt x="327" y="1336"/>
                  </a:lnTo>
                  <a:lnTo>
                    <a:pt x="349" y="1336"/>
                  </a:lnTo>
                  <a:lnTo>
                    <a:pt x="326" y="1292"/>
                  </a:lnTo>
                  <a:lnTo>
                    <a:pt x="306" y="1248"/>
                  </a:lnTo>
                  <a:lnTo>
                    <a:pt x="286" y="1203"/>
                  </a:lnTo>
                  <a:lnTo>
                    <a:pt x="267" y="1156"/>
                  </a:lnTo>
                  <a:lnTo>
                    <a:pt x="251" y="1110"/>
                  </a:lnTo>
                  <a:lnTo>
                    <a:pt x="235" y="1063"/>
                  </a:lnTo>
                  <a:lnTo>
                    <a:pt x="221" y="1015"/>
                  </a:lnTo>
                  <a:lnTo>
                    <a:pt x="207" y="966"/>
                  </a:lnTo>
                  <a:lnTo>
                    <a:pt x="196" y="918"/>
                  </a:lnTo>
                  <a:lnTo>
                    <a:pt x="185" y="868"/>
                  </a:lnTo>
                  <a:lnTo>
                    <a:pt x="177" y="818"/>
                  </a:lnTo>
                  <a:lnTo>
                    <a:pt x="170" y="767"/>
                  </a:lnTo>
                  <a:lnTo>
                    <a:pt x="165" y="716"/>
                  </a:lnTo>
                  <a:lnTo>
                    <a:pt x="160" y="664"/>
                  </a:lnTo>
                  <a:lnTo>
                    <a:pt x="158" y="612"/>
                  </a:lnTo>
                  <a:lnTo>
                    <a:pt x="157" y="561"/>
                  </a:lnTo>
                  <a:lnTo>
                    <a:pt x="157" y="526"/>
                  </a:lnTo>
                  <a:lnTo>
                    <a:pt x="158" y="492"/>
                  </a:lnTo>
                  <a:lnTo>
                    <a:pt x="160" y="458"/>
                  </a:lnTo>
                  <a:lnTo>
                    <a:pt x="162" y="425"/>
                  </a:lnTo>
                  <a:lnTo>
                    <a:pt x="166" y="390"/>
                  </a:lnTo>
                  <a:lnTo>
                    <a:pt x="170" y="357"/>
                  </a:lnTo>
                  <a:lnTo>
                    <a:pt x="174" y="324"/>
                  </a:lnTo>
                  <a:lnTo>
                    <a:pt x="179" y="291"/>
                  </a:lnTo>
                  <a:lnTo>
                    <a:pt x="184" y="257"/>
                  </a:lnTo>
                  <a:lnTo>
                    <a:pt x="192" y="225"/>
                  </a:lnTo>
                  <a:lnTo>
                    <a:pt x="198" y="193"/>
                  </a:lnTo>
                  <a:lnTo>
                    <a:pt x="206" y="161"/>
                  </a:lnTo>
                  <a:lnTo>
                    <a:pt x="214" y="129"/>
                  </a:lnTo>
                  <a:lnTo>
                    <a:pt x="223" y="98"/>
                  </a:lnTo>
                  <a:lnTo>
                    <a:pt x="232" y="65"/>
                  </a:lnTo>
                  <a:lnTo>
                    <a:pt x="242" y="34"/>
                  </a:lnTo>
                  <a:lnTo>
                    <a:pt x="204" y="26"/>
                  </a:lnTo>
                  <a:lnTo>
                    <a:pt x="166" y="17"/>
                  </a:lnTo>
                  <a:lnTo>
                    <a:pt x="126" y="8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0B2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1" name="Freeform 296"/>
            <p:cNvSpPr>
              <a:spLocks/>
            </p:cNvSpPr>
            <p:nvPr/>
          </p:nvSpPr>
          <p:spPr bwMode="auto">
            <a:xfrm>
              <a:off x="856" y="1644"/>
              <a:ext cx="45" cy="164"/>
            </a:xfrm>
            <a:custGeom>
              <a:avLst/>
              <a:gdLst>
                <a:gd name="T0" fmla="*/ 1 w 362"/>
                <a:gd name="T1" fmla="*/ 0 h 1319"/>
                <a:gd name="T2" fmla="*/ 1 w 362"/>
                <a:gd name="T3" fmla="*/ 1 h 1319"/>
                <a:gd name="T4" fmla="*/ 1 w 362"/>
                <a:gd name="T5" fmla="*/ 2 h 1319"/>
                <a:gd name="T6" fmla="*/ 0 w 362"/>
                <a:gd name="T7" fmla="*/ 4 h 1319"/>
                <a:gd name="T8" fmla="*/ 0 w 362"/>
                <a:gd name="T9" fmla="*/ 5 h 1319"/>
                <a:gd name="T10" fmla="*/ 0 w 362"/>
                <a:gd name="T11" fmla="*/ 6 h 1319"/>
                <a:gd name="T12" fmla="*/ 0 w 362"/>
                <a:gd name="T13" fmla="*/ 7 h 1319"/>
                <a:gd name="T14" fmla="*/ 0 w 362"/>
                <a:gd name="T15" fmla="*/ 8 h 1319"/>
                <a:gd name="T16" fmla="*/ 0 w 362"/>
                <a:gd name="T17" fmla="*/ 9 h 1319"/>
                <a:gd name="T18" fmla="*/ 0 w 362"/>
                <a:gd name="T19" fmla="*/ 11 h 1319"/>
                <a:gd name="T20" fmla="*/ 0 w 362"/>
                <a:gd name="T21" fmla="*/ 12 h 1319"/>
                <a:gd name="T22" fmla="*/ 1 w 362"/>
                <a:gd name="T23" fmla="*/ 14 h 1319"/>
                <a:gd name="T24" fmla="*/ 1 w 362"/>
                <a:gd name="T25" fmla="*/ 15 h 1319"/>
                <a:gd name="T26" fmla="*/ 1 w 362"/>
                <a:gd name="T27" fmla="*/ 17 h 1319"/>
                <a:gd name="T28" fmla="*/ 2 w 362"/>
                <a:gd name="T29" fmla="*/ 18 h 1319"/>
                <a:gd name="T30" fmla="*/ 2 w 362"/>
                <a:gd name="T31" fmla="*/ 20 h 1319"/>
                <a:gd name="T32" fmla="*/ 3 w 362"/>
                <a:gd name="T33" fmla="*/ 20 h 1319"/>
                <a:gd name="T34" fmla="*/ 4 w 362"/>
                <a:gd name="T35" fmla="*/ 20 h 1319"/>
                <a:gd name="T36" fmla="*/ 5 w 362"/>
                <a:gd name="T37" fmla="*/ 20 h 1319"/>
                <a:gd name="T38" fmla="*/ 5 w 362"/>
                <a:gd name="T39" fmla="*/ 20 h 1319"/>
                <a:gd name="T40" fmla="*/ 5 w 362"/>
                <a:gd name="T41" fmla="*/ 20 h 1319"/>
                <a:gd name="T42" fmla="*/ 5 w 362"/>
                <a:gd name="T43" fmla="*/ 18 h 1319"/>
                <a:gd name="T44" fmla="*/ 4 w 362"/>
                <a:gd name="T45" fmla="*/ 17 h 1319"/>
                <a:gd name="T46" fmla="*/ 3 w 362"/>
                <a:gd name="T47" fmla="*/ 15 h 1319"/>
                <a:gd name="T48" fmla="*/ 3 w 362"/>
                <a:gd name="T49" fmla="*/ 14 h 1319"/>
                <a:gd name="T50" fmla="*/ 3 w 362"/>
                <a:gd name="T51" fmla="*/ 12 h 1319"/>
                <a:gd name="T52" fmla="*/ 3 w 362"/>
                <a:gd name="T53" fmla="*/ 11 h 1319"/>
                <a:gd name="T54" fmla="*/ 2 w 362"/>
                <a:gd name="T55" fmla="*/ 9 h 1319"/>
                <a:gd name="T56" fmla="*/ 2 w 362"/>
                <a:gd name="T57" fmla="*/ 8 h 1319"/>
                <a:gd name="T58" fmla="*/ 2 w 362"/>
                <a:gd name="T59" fmla="*/ 7 h 1319"/>
                <a:gd name="T60" fmla="*/ 3 w 362"/>
                <a:gd name="T61" fmla="*/ 6 h 1319"/>
                <a:gd name="T62" fmla="*/ 3 w 362"/>
                <a:gd name="T63" fmla="*/ 5 h 1319"/>
                <a:gd name="T64" fmla="*/ 3 w 362"/>
                <a:gd name="T65" fmla="*/ 4 h 1319"/>
                <a:gd name="T66" fmla="*/ 3 w 362"/>
                <a:gd name="T67" fmla="*/ 3 h 1319"/>
                <a:gd name="T68" fmla="*/ 3 w 362"/>
                <a:gd name="T69" fmla="*/ 2 h 1319"/>
                <a:gd name="T70" fmla="*/ 4 w 362"/>
                <a:gd name="T71" fmla="*/ 1 h 1319"/>
                <a:gd name="T72" fmla="*/ 3 w 362"/>
                <a:gd name="T73" fmla="*/ 0 h 1319"/>
                <a:gd name="T74" fmla="*/ 2 w 362"/>
                <a:gd name="T75" fmla="*/ 0 h 131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2"/>
                <a:gd name="T115" fmla="*/ 0 h 1319"/>
                <a:gd name="T116" fmla="*/ 362 w 362"/>
                <a:gd name="T117" fmla="*/ 1319 h 131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2" h="1319">
                  <a:moveTo>
                    <a:pt x="87" y="0"/>
                  </a:moveTo>
                  <a:lnTo>
                    <a:pt x="76" y="32"/>
                  </a:lnTo>
                  <a:lnTo>
                    <a:pt x="67" y="65"/>
                  </a:lnTo>
                  <a:lnTo>
                    <a:pt x="58" y="97"/>
                  </a:lnTo>
                  <a:lnTo>
                    <a:pt x="49" y="130"/>
                  </a:lnTo>
                  <a:lnTo>
                    <a:pt x="42" y="164"/>
                  </a:lnTo>
                  <a:lnTo>
                    <a:pt x="35" y="197"/>
                  </a:lnTo>
                  <a:lnTo>
                    <a:pt x="28" y="231"/>
                  </a:lnTo>
                  <a:lnTo>
                    <a:pt x="22" y="264"/>
                  </a:lnTo>
                  <a:lnTo>
                    <a:pt x="17" y="299"/>
                  </a:lnTo>
                  <a:lnTo>
                    <a:pt x="13" y="333"/>
                  </a:lnTo>
                  <a:lnTo>
                    <a:pt x="9" y="368"/>
                  </a:lnTo>
                  <a:lnTo>
                    <a:pt x="6" y="402"/>
                  </a:lnTo>
                  <a:lnTo>
                    <a:pt x="4" y="438"/>
                  </a:lnTo>
                  <a:lnTo>
                    <a:pt x="1" y="473"/>
                  </a:lnTo>
                  <a:lnTo>
                    <a:pt x="0" y="508"/>
                  </a:lnTo>
                  <a:lnTo>
                    <a:pt x="0" y="544"/>
                  </a:lnTo>
                  <a:lnTo>
                    <a:pt x="0" y="595"/>
                  </a:lnTo>
                  <a:lnTo>
                    <a:pt x="4" y="647"/>
                  </a:lnTo>
                  <a:lnTo>
                    <a:pt x="7" y="698"/>
                  </a:lnTo>
                  <a:lnTo>
                    <a:pt x="12" y="749"/>
                  </a:lnTo>
                  <a:lnTo>
                    <a:pt x="19" y="799"/>
                  </a:lnTo>
                  <a:lnTo>
                    <a:pt x="27" y="850"/>
                  </a:lnTo>
                  <a:lnTo>
                    <a:pt x="37" y="899"/>
                  </a:lnTo>
                  <a:lnTo>
                    <a:pt x="47" y="947"/>
                  </a:lnTo>
                  <a:lnTo>
                    <a:pt x="60" y="996"/>
                  </a:lnTo>
                  <a:lnTo>
                    <a:pt x="73" y="1044"/>
                  </a:lnTo>
                  <a:lnTo>
                    <a:pt x="88" y="1091"/>
                  </a:lnTo>
                  <a:lnTo>
                    <a:pt x="104" y="1137"/>
                  </a:lnTo>
                  <a:lnTo>
                    <a:pt x="122" y="1184"/>
                  </a:lnTo>
                  <a:lnTo>
                    <a:pt x="141" y="1229"/>
                  </a:lnTo>
                  <a:lnTo>
                    <a:pt x="160" y="1273"/>
                  </a:lnTo>
                  <a:lnTo>
                    <a:pt x="182" y="1318"/>
                  </a:lnTo>
                  <a:lnTo>
                    <a:pt x="205" y="1318"/>
                  </a:lnTo>
                  <a:lnTo>
                    <a:pt x="228" y="1319"/>
                  </a:lnTo>
                  <a:lnTo>
                    <a:pt x="249" y="1319"/>
                  </a:lnTo>
                  <a:lnTo>
                    <a:pt x="272" y="1319"/>
                  </a:lnTo>
                  <a:lnTo>
                    <a:pt x="295" y="1319"/>
                  </a:lnTo>
                  <a:lnTo>
                    <a:pt x="317" y="1319"/>
                  </a:lnTo>
                  <a:lnTo>
                    <a:pt x="339" y="1319"/>
                  </a:lnTo>
                  <a:lnTo>
                    <a:pt x="362" y="1319"/>
                  </a:lnTo>
                  <a:lnTo>
                    <a:pt x="338" y="1275"/>
                  </a:lnTo>
                  <a:lnTo>
                    <a:pt x="315" y="1231"/>
                  </a:lnTo>
                  <a:lnTo>
                    <a:pt x="294" y="1186"/>
                  </a:lnTo>
                  <a:lnTo>
                    <a:pt x="275" y="1140"/>
                  </a:lnTo>
                  <a:lnTo>
                    <a:pt x="257" y="1094"/>
                  </a:lnTo>
                  <a:lnTo>
                    <a:pt x="240" y="1047"/>
                  </a:lnTo>
                  <a:lnTo>
                    <a:pt x="225" y="999"/>
                  </a:lnTo>
                  <a:lnTo>
                    <a:pt x="211" y="950"/>
                  </a:lnTo>
                  <a:lnTo>
                    <a:pt x="199" y="902"/>
                  </a:lnTo>
                  <a:lnTo>
                    <a:pt x="188" y="852"/>
                  </a:lnTo>
                  <a:lnTo>
                    <a:pt x="179" y="802"/>
                  </a:lnTo>
                  <a:lnTo>
                    <a:pt x="172" y="751"/>
                  </a:lnTo>
                  <a:lnTo>
                    <a:pt x="165" y="700"/>
                  </a:lnTo>
                  <a:lnTo>
                    <a:pt x="161" y="648"/>
                  </a:lnTo>
                  <a:lnTo>
                    <a:pt x="159" y="596"/>
                  </a:lnTo>
                  <a:lnTo>
                    <a:pt x="158" y="544"/>
                  </a:lnTo>
                  <a:lnTo>
                    <a:pt x="158" y="510"/>
                  </a:lnTo>
                  <a:lnTo>
                    <a:pt x="159" y="477"/>
                  </a:lnTo>
                  <a:lnTo>
                    <a:pt x="161" y="445"/>
                  </a:lnTo>
                  <a:lnTo>
                    <a:pt x="163" y="412"/>
                  </a:lnTo>
                  <a:lnTo>
                    <a:pt x="166" y="380"/>
                  </a:lnTo>
                  <a:lnTo>
                    <a:pt x="171" y="347"/>
                  </a:lnTo>
                  <a:lnTo>
                    <a:pt x="175" y="315"/>
                  </a:lnTo>
                  <a:lnTo>
                    <a:pt x="180" y="283"/>
                  </a:lnTo>
                  <a:lnTo>
                    <a:pt x="185" y="252"/>
                  </a:lnTo>
                  <a:lnTo>
                    <a:pt x="191" y="221"/>
                  </a:lnTo>
                  <a:lnTo>
                    <a:pt x="199" y="190"/>
                  </a:lnTo>
                  <a:lnTo>
                    <a:pt x="206" y="158"/>
                  </a:lnTo>
                  <a:lnTo>
                    <a:pt x="213" y="127"/>
                  </a:lnTo>
                  <a:lnTo>
                    <a:pt x="223" y="97"/>
                  </a:lnTo>
                  <a:lnTo>
                    <a:pt x="232" y="67"/>
                  </a:lnTo>
                  <a:lnTo>
                    <a:pt x="241" y="37"/>
                  </a:lnTo>
                  <a:lnTo>
                    <a:pt x="203" y="28"/>
                  </a:lnTo>
                  <a:lnTo>
                    <a:pt x="164" y="18"/>
                  </a:lnTo>
                  <a:lnTo>
                    <a:pt x="126" y="9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93B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2" name="Freeform 297"/>
            <p:cNvSpPr>
              <a:spLocks/>
            </p:cNvSpPr>
            <p:nvPr/>
          </p:nvSpPr>
          <p:spPr bwMode="auto">
            <a:xfrm>
              <a:off x="866" y="1646"/>
              <a:ext cx="46" cy="162"/>
            </a:xfrm>
            <a:custGeom>
              <a:avLst/>
              <a:gdLst>
                <a:gd name="T0" fmla="*/ 1 w 372"/>
                <a:gd name="T1" fmla="*/ 0 h 1302"/>
                <a:gd name="T2" fmla="*/ 1 w 372"/>
                <a:gd name="T3" fmla="*/ 1 h 1302"/>
                <a:gd name="T4" fmla="*/ 1 w 372"/>
                <a:gd name="T5" fmla="*/ 2 h 1302"/>
                <a:gd name="T6" fmla="*/ 0 w 372"/>
                <a:gd name="T7" fmla="*/ 3 h 1302"/>
                <a:gd name="T8" fmla="*/ 0 w 372"/>
                <a:gd name="T9" fmla="*/ 4 h 1302"/>
                <a:gd name="T10" fmla="*/ 0 w 372"/>
                <a:gd name="T11" fmla="*/ 5 h 1302"/>
                <a:gd name="T12" fmla="*/ 0 w 372"/>
                <a:gd name="T13" fmla="*/ 7 h 1302"/>
                <a:gd name="T14" fmla="*/ 0 w 372"/>
                <a:gd name="T15" fmla="*/ 8 h 1302"/>
                <a:gd name="T16" fmla="*/ 0 w 372"/>
                <a:gd name="T17" fmla="*/ 9 h 1302"/>
                <a:gd name="T18" fmla="*/ 0 w 372"/>
                <a:gd name="T19" fmla="*/ 11 h 1302"/>
                <a:gd name="T20" fmla="*/ 0 w 372"/>
                <a:gd name="T21" fmla="*/ 12 h 1302"/>
                <a:gd name="T22" fmla="*/ 1 w 372"/>
                <a:gd name="T23" fmla="*/ 14 h 1302"/>
                <a:gd name="T24" fmla="*/ 1 w 372"/>
                <a:gd name="T25" fmla="*/ 15 h 1302"/>
                <a:gd name="T26" fmla="*/ 1 w 372"/>
                <a:gd name="T27" fmla="*/ 17 h 1302"/>
                <a:gd name="T28" fmla="*/ 2 w 372"/>
                <a:gd name="T29" fmla="*/ 18 h 1302"/>
                <a:gd name="T30" fmla="*/ 3 w 372"/>
                <a:gd name="T31" fmla="*/ 20 h 1302"/>
                <a:gd name="T32" fmla="*/ 3 w 372"/>
                <a:gd name="T33" fmla="*/ 20 h 1302"/>
                <a:gd name="T34" fmla="*/ 4 w 372"/>
                <a:gd name="T35" fmla="*/ 20 h 1302"/>
                <a:gd name="T36" fmla="*/ 5 w 372"/>
                <a:gd name="T37" fmla="*/ 20 h 1302"/>
                <a:gd name="T38" fmla="*/ 5 w 372"/>
                <a:gd name="T39" fmla="*/ 20 h 1302"/>
                <a:gd name="T40" fmla="*/ 5 w 372"/>
                <a:gd name="T41" fmla="*/ 19 h 1302"/>
                <a:gd name="T42" fmla="*/ 5 w 372"/>
                <a:gd name="T43" fmla="*/ 18 h 1302"/>
                <a:gd name="T44" fmla="*/ 4 w 372"/>
                <a:gd name="T45" fmla="*/ 17 h 1302"/>
                <a:gd name="T46" fmla="*/ 3 w 372"/>
                <a:gd name="T47" fmla="*/ 15 h 1302"/>
                <a:gd name="T48" fmla="*/ 3 w 372"/>
                <a:gd name="T49" fmla="*/ 14 h 1302"/>
                <a:gd name="T50" fmla="*/ 3 w 372"/>
                <a:gd name="T51" fmla="*/ 12 h 1302"/>
                <a:gd name="T52" fmla="*/ 3 w 372"/>
                <a:gd name="T53" fmla="*/ 11 h 1302"/>
                <a:gd name="T54" fmla="*/ 2 w 372"/>
                <a:gd name="T55" fmla="*/ 9 h 1302"/>
                <a:gd name="T56" fmla="*/ 2 w 372"/>
                <a:gd name="T57" fmla="*/ 8 h 1302"/>
                <a:gd name="T58" fmla="*/ 2 w 372"/>
                <a:gd name="T59" fmla="*/ 7 h 1302"/>
                <a:gd name="T60" fmla="*/ 3 w 372"/>
                <a:gd name="T61" fmla="*/ 6 h 1302"/>
                <a:gd name="T62" fmla="*/ 3 w 372"/>
                <a:gd name="T63" fmla="*/ 5 h 1302"/>
                <a:gd name="T64" fmla="*/ 3 w 372"/>
                <a:gd name="T65" fmla="*/ 4 h 1302"/>
                <a:gd name="T66" fmla="*/ 3 w 372"/>
                <a:gd name="T67" fmla="*/ 3 h 1302"/>
                <a:gd name="T68" fmla="*/ 3 w 372"/>
                <a:gd name="T69" fmla="*/ 2 h 1302"/>
                <a:gd name="T70" fmla="*/ 3 w 372"/>
                <a:gd name="T71" fmla="*/ 1 h 1302"/>
                <a:gd name="T72" fmla="*/ 3 w 372"/>
                <a:gd name="T73" fmla="*/ 0 h 1302"/>
                <a:gd name="T74" fmla="*/ 2 w 372"/>
                <a:gd name="T75" fmla="*/ 0 h 130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72"/>
                <a:gd name="T115" fmla="*/ 0 h 1302"/>
                <a:gd name="T116" fmla="*/ 372 w 372"/>
                <a:gd name="T117" fmla="*/ 1302 h 130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72" h="1302">
                  <a:moveTo>
                    <a:pt x="85" y="0"/>
                  </a:moveTo>
                  <a:lnTo>
                    <a:pt x="75" y="31"/>
                  </a:lnTo>
                  <a:lnTo>
                    <a:pt x="66" y="64"/>
                  </a:lnTo>
                  <a:lnTo>
                    <a:pt x="57" y="95"/>
                  </a:lnTo>
                  <a:lnTo>
                    <a:pt x="49" y="127"/>
                  </a:lnTo>
                  <a:lnTo>
                    <a:pt x="41" y="159"/>
                  </a:lnTo>
                  <a:lnTo>
                    <a:pt x="35" y="191"/>
                  </a:lnTo>
                  <a:lnTo>
                    <a:pt x="27" y="223"/>
                  </a:lnTo>
                  <a:lnTo>
                    <a:pt x="22" y="257"/>
                  </a:lnTo>
                  <a:lnTo>
                    <a:pt x="17" y="290"/>
                  </a:lnTo>
                  <a:lnTo>
                    <a:pt x="13" y="323"/>
                  </a:lnTo>
                  <a:lnTo>
                    <a:pt x="9" y="356"/>
                  </a:lnTo>
                  <a:lnTo>
                    <a:pt x="5" y="391"/>
                  </a:lnTo>
                  <a:lnTo>
                    <a:pt x="3" y="424"/>
                  </a:lnTo>
                  <a:lnTo>
                    <a:pt x="1" y="458"/>
                  </a:lnTo>
                  <a:lnTo>
                    <a:pt x="0" y="492"/>
                  </a:lnTo>
                  <a:lnTo>
                    <a:pt x="0" y="527"/>
                  </a:lnTo>
                  <a:lnTo>
                    <a:pt x="1" y="578"/>
                  </a:lnTo>
                  <a:lnTo>
                    <a:pt x="3" y="630"/>
                  </a:lnTo>
                  <a:lnTo>
                    <a:pt x="8" y="682"/>
                  </a:lnTo>
                  <a:lnTo>
                    <a:pt x="13" y="733"/>
                  </a:lnTo>
                  <a:lnTo>
                    <a:pt x="20" y="784"/>
                  </a:lnTo>
                  <a:lnTo>
                    <a:pt x="28" y="834"/>
                  </a:lnTo>
                  <a:lnTo>
                    <a:pt x="39" y="884"/>
                  </a:lnTo>
                  <a:lnTo>
                    <a:pt x="50" y="932"/>
                  </a:lnTo>
                  <a:lnTo>
                    <a:pt x="64" y="981"/>
                  </a:lnTo>
                  <a:lnTo>
                    <a:pt x="78" y="1029"/>
                  </a:lnTo>
                  <a:lnTo>
                    <a:pt x="94" y="1076"/>
                  </a:lnTo>
                  <a:lnTo>
                    <a:pt x="110" y="1122"/>
                  </a:lnTo>
                  <a:lnTo>
                    <a:pt x="129" y="1169"/>
                  </a:lnTo>
                  <a:lnTo>
                    <a:pt x="149" y="1214"/>
                  </a:lnTo>
                  <a:lnTo>
                    <a:pt x="169" y="1258"/>
                  </a:lnTo>
                  <a:lnTo>
                    <a:pt x="192" y="1302"/>
                  </a:lnTo>
                  <a:lnTo>
                    <a:pt x="215" y="1302"/>
                  </a:lnTo>
                  <a:lnTo>
                    <a:pt x="238" y="1302"/>
                  </a:lnTo>
                  <a:lnTo>
                    <a:pt x="261" y="1302"/>
                  </a:lnTo>
                  <a:lnTo>
                    <a:pt x="284" y="1302"/>
                  </a:lnTo>
                  <a:lnTo>
                    <a:pt x="305" y="1301"/>
                  </a:lnTo>
                  <a:lnTo>
                    <a:pt x="328" y="1301"/>
                  </a:lnTo>
                  <a:lnTo>
                    <a:pt x="350" y="1300"/>
                  </a:lnTo>
                  <a:lnTo>
                    <a:pt x="372" y="1299"/>
                  </a:lnTo>
                  <a:lnTo>
                    <a:pt x="347" y="1256"/>
                  </a:lnTo>
                  <a:lnTo>
                    <a:pt x="324" y="1213"/>
                  </a:lnTo>
                  <a:lnTo>
                    <a:pt x="302" y="1168"/>
                  </a:lnTo>
                  <a:lnTo>
                    <a:pt x="282" y="1123"/>
                  </a:lnTo>
                  <a:lnTo>
                    <a:pt x="263" y="1077"/>
                  </a:lnTo>
                  <a:lnTo>
                    <a:pt x="245" y="1030"/>
                  </a:lnTo>
                  <a:lnTo>
                    <a:pt x="229" y="982"/>
                  </a:lnTo>
                  <a:lnTo>
                    <a:pt x="214" y="934"/>
                  </a:lnTo>
                  <a:lnTo>
                    <a:pt x="202" y="886"/>
                  </a:lnTo>
                  <a:lnTo>
                    <a:pt x="190" y="836"/>
                  </a:lnTo>
                  <a:lnTo>
                    <a:pt x="181" y="785"/>
                  </a:lnTo>
                  <a:lnTo>
                    <a:pt x="173" y="735"/>
                  </a:lnTo>
                  <a:lnTo>
                    <a:pt x="166" y="683"/>
                  </a:lnTo>
                  <a:lnTo>
                    <a:pt x="162" y="631"/>
                  </a:lnTo>
                  <a:lnTo>
                    <a:pt x="159" y="579"/>
                  </a:lnTo>
                  <a:lnTo>
                    <a:pt x="158" y="527"/>
                  </a:lnTo>
                  <a:lnTo>
                    <a:pt x="159" y="494"/>
                  </a:lnTo>
                  <a:lnTo>
                    <a:pt x="159" y="463"/>
                  </a:lnTo>
                  <a:lnTo>
                    <a:pt x="161" y="431"/>
                  </a:lnTo>
                  <a:lnTo>
                    <a:pt x="163" y="400"/>
                  </a:lnTo>
                  <a:lnTo>
                    <a:pt x="166" y="369"/>
                  </a:lnTo>
                  <a:lnTo>
                    <a:pt x="170" y="339"/>
                  </a:lnTo>
                  <a:lnTo>
                    <a:pt x="175" y="308"/>
                  </a:lnTo>
                  <a:lnTo>
                    <a:pt x="179" y="276"/>
                  </a:lnTo>
                  <a:lnTo>
                    <a:pt x="184" y="246"/>
                  </a:lnTo>
                  <a:lnTo>
                    <a:pt x="190" y="216"/>
                  </a:lnTo>
                  <a:lnTo>
                    <a:pt x="197" y="186"/>
                  </a:lnTo>
                  <a:lnTo>
                    <a:pt x="205" y="157"/>
                  </a:lnTo>
                  <a:lnTo>
                    <a:pt x="212" y="127"/>
                  </a:lnTo>
                  <a:lnTo>
                    <a:pt x="220" y="98"/>
                  </a:lnTo>
                  <a:lnTo>
                    <a:pt x="230" y="69"/>
                  </a:lnTo>
                  <a:lnTo>
                    <a:pt x="239" y="41"/>
                  </a:lnTo>
                  <a:lnTo>
                    <a:pt x="201" y="30"/>
                  </a:lnTo>
                  <a:lnTo>
                    <a:pt x="163" y="20"/>
                  </a:lnTo>
                  <a:lnTo>
                    <a:pt x="124" y="11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95B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3" name="Freeform 298"/>
            <p:cNvSpPr>
              <a:spLocks/>
            </p:cNvSpPr>
            <p:nvPr/>
          </p:nvSpPr>
          <p:spPr bwMode="auto">
            <a:xfrm>
              <a:off x="875" y="1648"/>
              <a:ext cx="48" cy="160"/>
            </a:xfrm>
            <a:custGeom>
              <a:avLst/>
              <a:gdLst>
                <a:gd name="T0" fmla="*/ 1 w 383"/>
                <a:gd name="T1" fmla="*/ 0 h 1282"/>
                <a:gd name="T2" fmla="*/ 1 w 383"/>
                <a:gd name="T3" fmla="*/ 1 h 1282"/>
                <a:gd name="T4" fmla="*/ 1 w 383"/>
                <a:gd name="T5" fmla="*/ 2 h 1282"/>
                <a:gd name="T6" fmla="*/ 0 w 383"/>
                <a:gd name="T7" fmla="*/ 3 h 1282"/>
                <a:gd name="T8" fmla="*/ 0 w 383"/>
                <a:gd name="T9" fmla="*/ 4 h 1282"/>
                <a:gd name="T10" fmla="*/ 0 w 383"/>
                <a:gd name="T11" fmla="*/ 5 h 1282"/>
                <a:gd name="T12" fmla="*/ 0 w 383"/>
                <a:gd name="T13" fmla="*/ 6 h 1282"/>
                <a:gd name="T14" fmla="*/ 0 w 383"/>
                <a:gd name="T15" fmla="*/ 7 h 1282"/>
                <a:gd name="T16" fmla="*/ 0 w 383"/>
                <a:gd name="T17" fmla="*/ 9 h 1282"/>
                <a:gd name="T18" fmla="*/ 0 w 383"/>
                <a:gd name="T19" fmla="*/ 10 h 1282"/>
                <a:gd name="T20" fmla="*/ 0 w 383"/>
                <a:gd name="T21" fmla="*/ 12 h 1282"/>
                <a:gd name="T22" fmla="*/ 1 w 383"/>
                <a:gd name="T23" fmla="*/ 13 h 1282"/>
                <a:gd name="T24" fmla="*/ 1 w 383"/>
                <a:gd name="T25" fmla="*/ 15 h 1282"/>
                <a:gd name="T26" fmla="*/ 2 w 383"/>
                <a:gd name="T27" fmla="*/ 16 h 1282"/>
                <a:gd name="T28" fmla="*/ 2 w 383"/>
                <a:gd name="T29" fmla="*/ 18 h 1282"/>
                <a:gd name="T30" fmla="*/ 3 w 383"/>
                <a:gd name="T31" fmla="*/ 19 h 1282"/>
                <a:gd name="T32" fmla="*/ 4 w 383"/>
                <a:gd name="T33" fmla="*/ 20 h 1282"/>
                <a:gd name="T34" fmla="*/ 4 w 383"/>
                <a:gd name="T35" fmla="*/ 20 h 1282"/>
                <a:gd name="T36" fmla="*/ 5 w 383"/>
                <a:gd name="T37" fmla="*/ 20 h 1282"/>
                <a:gd name="T38" fmla="*/ 6 w 383"/>
                <a:gd name="T39" fmla="*/ 20 h 1282"/>
                <a:gd name="T40" fmla="*/ 6 w 383"/>
                <a:gd name="T41" fmla="*/ 19 h 1282"/>
                <a:gd name="T42" fmla="*/ 5 w 383"/>
                <a:gd name="T43" fmla="*/ 18 h 1282"/>
                <a:gd name="T44" fmla="*/ 4 w 383"/>
                <a:gd name="T45" fmla="*/ 16 h 1282"/>
                <a:gd name="T46" fmla="*/ 4 w 383"/>
                <a:gd name="T47" fmla="*/ 15 h 1282"/>
                <a:gd name="T48" fmla="*/ 3 w 383"/>
                <a:gd name="T49" fmla="*/ 13 h 1282"/>
                <a:gd name="T50" fmla="*/ 3 w 383"/>
                <a:gd name="T51" fmla="*/ 12 h 1282"/>
                <a:gd name="T52" fmla="*/ 3 w 383"/>
                <a:gd name="T53" fmla="*/ 10 h 1282"/>
                <a:gd name="T54" fmla="*/ 3 w 383"/>
                <a:gd name="T55" fmla="*/ 9 h 1282"/>
                <a:gd name="T56" fmla="*/ 3 w 383"/>
                <a:gd name="T57" fmla="*/ 7 h 1282"/>
                <a:gd name="T58" fmla="*/ 3 w 383"/>
                <a:gd name="T59" fmla="*/ 6 h 1282"/>
                <a:gd name="T60" fmla="*/ 3 w 383"/>
                <a:gd name="T61" fmla="*/ 5 h 1282"/>
                <a:gd name="T62" fmla="*/ 3 w 383"/>
                <a:gd name="T63" fmla="*/ 5 h 1282"/>
                <a:gd name="T64" fmla="*/ 3 w 383"/>
                <a:gd name="T65" fmla="*/ 4 h 1282"/>
                <a:gd name="T66" fmla="*/ 3 w 383"/>
                <a:gd name="T67" fmla="*/ 3 h 1282"/>
                <a:gd name="T68" fmla="*/ 3 w 383"/>
                <a:gd name="T69" fmla="*/ 2 h 1282"/>
                <a:gd name="T70" fmla="*/ 4 w 383"/>
                <a:gd name="T71" fmla="*/ 1 h 1282"/>
                <a:gd name="T72" fmla="*/ 3 w 383"/>
                <a:gd name="T73" fmla="*/ 0 h 1282"/>
                <a:gd name="T74" fmla="*/ 2 w 383"/>
                <a:gd name="T75" fmla="*/ 0 h 128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3"/>
                <a:gd name="T115" fmla="*/ 0 h 1282"/>
                <a:gd name="T116" fmla="*/ 383 w 383"/>
                <a:gd name="T117" fmla="*/ 1282 h 128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3" h="1282">
                  <a:moveTo>
                    <a:pt x="83" y="0"/>
                  </a:moveTo>
                  <a:lnTo>
                    <a:pt x="74" y="30"/>
                  </a:lnTo>
                  <a:lnTo>
                    <a:pt x="65" y="60"/>
                  </a:lnTo>
                  <a:lnTo>
                    <a:pt x="55" y="90"/>
                  </a:lnTo>
                  <a:lnTo>
                    <a:pt x="48" y="121"/>
                  </a:lnTo>
                  <a:lnTo>
                    <a:pt x="40" y="153"/>
                  </a:lnTo>
                  <a:lnTo>
                    <a:pt x="33" y="184"/>
                  </a:lnTo>
                  <a:lnTo>
                    <a:pt x="27" y="215"/>
                  </a:lnTo>
                  <a:lnTo>
                    <a:pt x="22" y="246"/>
                  </a:lnTo>
                  <a:lnTo>
                    <a:pt x="17" y="278"/>
                  </a:lnTo>
                  <a:lnTo>
                    <a:pt x="13" y="310"/>
                  </a:lnTo>
                  <a:lnTo>
                    <a:pt x="8" y="343"/>
                  </a:lnTo>
                  <a:lnTo>
                    <a:pt x="5" y="375"/>
                  </a:lnTo>
                  <a:lnTo>
                    <a:pt x="3" y="408"/>
                  </a:lnTo>
                  <a:lnTo>
                    <a:pt x="1" y="440"/>
                  </a:lnTo>
                  <a:lnTo>
                    <a:pt x="0" y="473"/>
                  </a:lnTo>
                  <a:lnTo>
                    <a:pt x="0" y="507"/>
                  </a:lnTo>
                  <a:lnTo>
                    <a:pt x="1" y="559"/>
                  </a:lnTo>
                  <a:lnTo>
                    <a:pt x="3" y="611"/>
                  </a:lnTo>
                  <a:lnTo>
                    <a:pt x="7" y="663"/>
                  </a:lnTo>
                  <a:lnTo>
                    <a:pt x="14" y="714"/>
                  </a:lnTo>
                  <a:lnTo>
                    <a:pt x="21" y="765"/>
                  </a:lnTo>
                  <a:lnTo>
                    <a:pt x="30" y="815"/>
                  </a:lnTo>
                  <a:lnTo>
                    <a:pt x="41" y="865"/>
                  </a:lnTo>
                  <a:lnTo>
                    <a:pt x="53" y="913"/>
                  </a:lnTo>
                  <a:lnTo>
                    <a:pt x="67" y="962"/>
                  </a:lnTo>
                  <a:lnTo>
                    <a:pt x="82" y="1010"/>
                  </a:lnTo>
                  <a:lnTo>
                    <a:pt x="99" y="1057"/>
                  </a:lnTo>
                  <a:lnTo>
                    <a:pt x="117" y="1103"/>
                  </a:lnTo>
                  <a:lnTo>
                    <a:pt x="136" y="1149"/>
                  </a:lnTo>
                  <a:lnTo>
                    <a:pt x="157" y="1194"/>
                  </a:lnTo>
                  <a:lnTo>
                    <a:pt x="180" y="1238"/>
                  </a:lnTo>
                  <a:lnTo>
                    <a:pt x="204" y="1282"/>
                  </a:lnTo>
                  <a:lnTo>
                    <a:pt x="226" y="1281"/>
                  </a:lnTo>
                  <a:lnTo>
                    <a:pt x="249" y="1281"/>
                  </a:lnTo>
                  <a:lnTo>
                    <a:pt x="272" y="1280"/>
                  </a:lnTo>
                  <a:lnTo>
                    <a:pt x="294" y="1279"/>
                  </a:lnTo>
                  <a:lnTo>
                    <a:pt x="317" y="1278"/>
                  </a:lnTo>
                  <a:lnTo>
                    <a:pt x="338" y="1277"/>
                  </a:lnTo>
                  <a:lnTo>
                    <a:pt x="361" y="1276"/>
                  </a:lnTo>
                  <a:lnTo>
                    <a:pt x="383" y="1275"/>
                  </a:lnTo>
                  <a:lnTo>
                    <a:pt x="357" y="1232"/>
                  </a:lnTo>
                  <a:lnTo>
                    <a:pt x="332" y="1190"/>
                  </a:lnTo>
                  <a:lnTo>
                    <a:pt x="309" y="1145"/>
                  </a:lnTo>
                  <a:lnTo>
                    <a:pt x="288" y="1100"/>
                  </a:lnTo>
                  <a:lnTo>
                    <a:pt x="268" y="1055"/>
                  </a:lnTo>
                  <a:lnTo>
                    <a:pt x="249" y="1009"/>
                  </a:lnTo>
                  <a:lnTo>
                    <a:pt x="233" y="961"/>
                  </a:lnTo>
                  <a:lnTo>
                    <a:pt x="217" y="913"/>
                  </a:lnTo>
                  <a:lnTo>
                    <a:pt x="204" y="865"/>
                  </a:lnTo>
                  <a:lnTo>
                    <a:pt x="192" y="815"/>
                  </a:lnTo>
                  <a:lnTo>
                    <a:pt x="182" y="765"/>
                  </a:lnTo>
                  <a:lnTo>
                    <a:pt x="173" y="714"/>
                  </a:lnTo>
                  <a:lnTo>
                    <a:pt x="167" y="663"/>
                  </a:lnTo>
                  <a:lnTo>
                    <a:pt x="162" y="611"/>
                  </a:lnTo>
                  <a:lnTo>
                    <a:pt x="159" y="559"/>
                  </a:lnTo>
                  <a:lnTo>
                    <a:pt x="158" y="507"/>
                  </a:lnTo>
                  <a:lnTo>
                    <a:pt x="159" y="476"/>
                  </a:lnTo>
                  <a:lnTo>
                    <a:pt x="160" y="446"/>
                  </a:lnTo>
                  <a:lnTo>
                    <a:pt x="161" y="416"/>
                  </a:lnTo>
                  <a:lnTo>
                    <a:pt x="163" y="386"/>
                  </a:lnTo>
                  <a:lnTo>
                    <a:pt x="166" y="356"/>
                  </a:lnTo>
                  <a:lnTo>
                    <a:pt x="169" y="327"/>
                  </a:lnTo>
                  <a:lnTo>
                    <a:pt x="173" y="297"/>
                  </a:lnTo>
                  <a:lnTo>
                    <a:pt x="179" y="268"/>
                  </a:lnTo>
                  <a:lnTo>
                    <a:pt x="184" y="239"/>
                  </a:lnTo>
                  <a:lnTo>
                    <a:pt x="189" y="211"/>
                  </a:lnTo>
                  <a:lnTo>
                    <a:pt x="195" y="182"/>
                  </a:lnTo>
                  <a:lnTo>
                    <a:pt x="203" y="154"/>
                  </a:lnTo>
                  <a:lnTo>
                    <a:pt x="210" y="126"/>
                  </a:lnTo>
                  <a:lnTo>
                    <a:pt x="218" y="98"/>
                  </a:lnTo>
                  <a:lnTo>
                    <a:pt x="226" y="70"/>
                  </a:lnTo>
                  <a:lnTo>
                    <a:pt x="236" y="43"/>
                  </a:lnTo>
                  <a:lnTo>
                    <a:pt x="198" y="31"/>
                  </a:lnTo>
                  <a:lnTo>
                    <a:pt x="160" y="21"/>
                  </a:lnTo>
                  <a:lnTo>
                    <a:pt x="122" y="1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97B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4" name="Freeform 299"/>
            <p:cNvSpPr>
              <a:spLocks/>
            </p:cNvSpPr>
            <p:nvPr/>
          </p:nvSpPr>
          <p:spPr bwMode="auto">
            <a:xfrm>
              <a:off x="885" y="1651"/>
              <a:ext cx="50" cy="157"/>
            </a:xfrm>
            <a:custGeom>
              <a:avLst/>
              <a:gdLst>
                <a:gd name="T0" fmla="*/ 1 w 394"/>
                <a:gd name="T1" fmla="*/ 0 h 1258"/>
                <a:gd name="T2" fmla="*/ 1 w 394"/>
                <a:gd name="T3" fmla="*/ 1 h 1258"/>
                <a:gd name="T4" fmla="*/ 1 w 394"/>
                <a:gd name="T5" fmla="*/ 2 h 1258"/>
                <a:gd name="T6" fmla="*/ 0 w 394"/>
                <a:gd name="T7" fmla="*/ 3 h 1258"/>
                <a:gd name="T8" fmla="*/ 0 w 394"/>
                <a:gd name="T9" fmla="*/ 4 h 1258"/>
                <a:gd name="T10" fmla="*/ 0 w 394"/>
                <a:gd name="T11" fmla="*/ 5 h 1258"/>
                <a:gd name="T12" fmla="*/ 0 w 394"/>
                <a:gd name="T13" fmla="*/ 6 h 1258"/>
                <a:gd name="T14" fmla="*/ 0 w 394"/>
                <a:gd name="T15" fmla="*/ 7 h 1258"/>
                <a:gd name="T16" fmla="*/ 0 w 394"/>
                <a:gd name="T17" fmla="*/ 8 h 1258"/>
                <a:gd name="T18" fmla="*/ 0 w 394"/>
                <a:gd name="T19" fmla="*/ 10 h 1258"/>
                <a:gd name="T20" fmla="*/ 0 w 394"/>
                <a:gd name="T21" fmla="*/ 12 h 1258"/>
                <a:gd name="T22" fmla="*/ 1 w 394"/>
                <a:gd name="T23" fmla="*/ 13 h 1258"/>
                <a:gd name="T24" fmla="*/ 1 w 394"/>
                <a:gd name="T25" fmla="*/ 15 h 1258"/>
                <a:gd name="T26" fmla="*/ 2 w 394"/>
                <a:gd name="T27" fmla="*/ 16 h 1258"/>
                <a:gd name="T28" fmla="*/ 2 w 394"/>
                <a:gd name="T29" fmla="*/ 18 h 1258"/>
                <a:gd name="T30" fmla="*/ 3 w 394"/>
                <a:gd name="T31" fmla="*/ 19 h 1258"/>
                <a:gd name="T32" fmla="*/ 4 w 394"/>
                <a:gd name="T33" fmla="*/ 20 h 1258"/>
                <a:gd name="T34" fmla="*/ 5 w 394"/>
                <a:gd name="T35" fmla="*/ 20 h 1258"/>
                <a:gd name="T36" fmla="*/ 5 w 394"/>
                <a:gd name="T37" fmla="*/ 19 h 1258"/>
                <a:gd name="T38" fmla="*/ 6 w 394"/>
                <a:gd name="T39" fmla="*/ 19 h 1258"/>
                <a:gd name="T40" fmla="*/ 6 w 394"/>
                <a:gd name="T41" fmla="*/ 19 h 1258"/>
                <a:gd name="T42" fmla="*/ 5 w 394"/>
                <a:gd name="T43" fmla="*/ 17 h 1258"/>
                <a:gd name="T44" fmla="*/ 4 w 394"/>
                <a:gd name="T45" fmla="*/ 16 h 1258"/>
                <a:gd name="T46" fmla="*/ 4 w 394"/>
                <a:gd name="T47" fmla="*/ 15 h 1258"/>
                <a:gd name="T48" fmla="*/ 3 w 394"/>
                <a:gd name="T49" fmla="*/ 13 h 1258"/>
                <a:gd name="T50" fmla="*/ 3 w 394"/>
                <a:gd name="T51" fmla="*/ 12 h 1258"/>
                <a:gd name="T52" fmla="*/ 3 w 394"/>
                <a:gd name="T53" fmla="*/ 10 h 1258"/>
                <a:gd name="T54" fmla="*/ 3 w 394"/>
                <a:gd name="T55" fmla="*/ 8 h 1258"/>
                <a:gd name="T56" fmla="*/ 3 w 394"/>
                <a:gd name="T57" fmla="*/ 7 h 1258"/>
                <a:gd name="T58" fmla="*/ 3 w 394"/>
                <a:gd name="T59" fmla="*/ 6 h 1258"/>
                <a:gd name="T60" fmla="*/ 3 w 394"/>
                <a:gd name="T61" fmla="*/ 5 h 1258"/>
                <a:gd name="T62" fmla="*/ 3 w 394"/>
                <a:gd name="T63" fmla="*/ 4 h 1258"/>
                <a:gd name="T64" fmla="*/ 3 w 394"/>
                <a:gd name="T65" fmla="*/ 4 h 1258"/>
                <a:gd name="T66" fmla="*/ 3 w 394"/>
                <a:gd name="T67" fmla="*/ 3 h 1258"/>
                <a:gd name="T68" fmla="*/ 3 w 394"/>
                <a:gd name="T69" fmla="*/ 2 h 1258"/>
                <a:gd name="T70" fmla="*/ 4 w 394"/>
                <a:gd name="T71" fmla="*/ 1 h 1258"/>
                <a:gd name="T72" fmla="*/ 3 w 394"/>
                <a:gd name="T73" fmla="*/ 0 h 1258"/>
                <a:gd name="T74" fmla="*/ 2 w 394"/>
                <a:gd name="T75" fmla="*/ 0 h 125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94"/>
                <a:gd name="T115" fmla="*/ 0 h 1258"/>
                <a:gd name="T116" fmla="*/ 394 w 394"/>
                <a:gd name="T117" fmla="*/ 1258 h 125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94" h="1258">
                  <a:moveTo>
                    <a:pt x="81" y="0"/>
                  </a:moveTo>
                  <a:lnTo>
                    <a:pt x="72" y="28"/>
                  </a:lnTo>
                  <a:lnTo>
                    <a:pt x="62" y="57"/>
                  </a:lnTo>
                  <a:lnTo>
                    <a:pt x="54" y="86"/>
                  </a:lnTo>
                  <a:lnTo>
                    <a:pt x="47" y="116"/>
                  </a:lnTo>
                  <a:lnTo>
                    <a:pt x="39" y="145"/>
                  </a:lnTo>
                  <a:lnTo>
                    <a:pt x="32" y="175"/>
                  </a:lnTo>
                  <a:lnTo>
                    <a:pt x="26" y="205"/>
                  </a:lnTo>
                  <a:lnTo>
                    <a:pt x="21" y="235"/>
                  </a:lnTo>
                  <a:lnTo>
                    <a:pt x="17" y="267"/>
                  </a:lnTo>
                  <a:lnTo>
                    <a:pt x="12" y="298"/>
                  </a:lnTo>
                  <a:lnTo>
                    <a:pt x="8" y="328"/>
                  </a:lnTo>
                  <a:lnTo>
                    <a:pt x="5" y="359"/>
                  </a:lnTo>
                  <a:lnTo>
                    <a:pt x="3" y="390"/>
                  </a:lnTo>
                  <a:lnTo>
                    <a:pt x="1" y="422"/>
                  </a:lnTo>
                  <a:lnTo>
                    <a:pt x="1" y="453"/>
                  </a:lnTo>
                  <a:lnTo>
                    <a:pt x="0" y="486"/>
                  </a:lnTo>
                  <a:lnTo>
                    <a:pt x="1" y="538"/>
                  </a:lnTo>
                  <a:lnTo>
                    <a:pt x="4" y="590"/>
                  </a:lnTo>
                  <a:lnTo>
                    <a:pt x="8" y="642"/>
                  </a:lnTo>
                  <a:lnTo>
                    <a:pt x="15" y="694"/>
                  </a:lnTo>
                  <a:lnTo>
                    <a:pt x="23" y="744"/>
                  </a:lnTo>
                  <a:lnTo>
                    <a:pt x="32" y="795"/>
                  </a:lnTo>
                  <a:lnTo>
                    <a:pt x="44" y="845"/>
                  </a:lnTo>
                  <a:lnTo>
                    <a:pt x="56" y="893"/>
                  </a:lnTo>
                  <a:lnTo>
                    <a:pt x="71" y="941"/>
                  </a:lnTo>
                  <a:lnTo>
                    <a:pt x="87" y="989"/>
                  </a:lnTo>
                  <a:lnTo>
                    <a:pt x="105" y="1036"/>
                  </a:lnTo>
                  <a:lnTo>
                    <a:pt x="124" y="1082"/>
                  </a:lnTo>
                  <a:lnTo>
                    <a:pt x="144" y="1127"/>
                  </a:lnTo>
                  <a:lnTo>
                    <a:pt x="166" y="1172"/>
                  </a:lnTo>
                  <a:lnTo>
                    <a:pt x="189" y="1215"/>
                  </a:lnTo>
                  <a:lnTo>
                    <a:pt x="214" y="1258"/>
                  </a:lnTo>
                  <a:lnTo>
                    <a:pt x="238" y="1257"/>
                  </a:lnTo>
                  <a:lnTo>
                    <a:pt x="261" y="1256"/>
                  </a:lnTo>
                  <a:lnTo>
                    <a:pt x="283" y="1255"/>
                  </a:lnTo>
                  <a:lnTo>
                    <a:pt x="305" y="1253"/>
                  </a:lnTo>
                  <a:lnTo>
                    <a:pt x="328" y="1252"/>
                  </a:lnTo>
                  <a:lnTo>
                    <a:pt x="350" y="1250"/>
                  </a:lnTo>
                  <a:lnTo>
                    <a:pt x="373" y="1247"/>
                  </a:lnTo>
                  <a:lnTo>
                    <a:pt x="394" y="1245"/>
                  </a:lnTo>
                  <a:lnTo>
                    <a:pt x="366" y="1205"/>
                  </a:lnTo>
                  <a:lnTo>
                    <a:pt x="341" y="1162"/>
                  </a:lnTo>
                  <a:lnTo>
                    <a:pt x="318" y="1120"/>
                  </a:lnTo>
                  <a:lnTo>
                    <a:pt x="295" y="1075"/>
                  </a:lnTo>
                  <a:lnTo>
                    <a:pt x="274" y="1030"/>
                  </a:lnTo>
                  <a:lnTo>
                    <a:pt x="254" y="985"/>
                  </a:lnTo>
                  <a:lnTo>
                    <a:pt x="237" y="938"/>
                  </a:lnTo>
                  <a:lnTo>
                    <a:pt x="220" y="890"/>
                  </a:lnTo>
                  <a:lnTo>
                    <a:pt x="207" y="843"/>
                  </a:lnTo>
                  <a:lnTo>
                    <a:pt x="194" y="793"/>
                  </a:lnTo>
                  <a:lnTo>
                    <a:pt x="183" y="743"/>
                  </a:lnTo>
                  <a:lnTo>
                    <a:pt x="174" y="693"/>
                  </a:lnTo>
                  <a:lnTo>
                    <a:pt x="167" y="642"/>
                  </a:lnTo>
                  <a:lnTo>
                    <a:pt x="162" y="590"/>
                  </a:lnTo>
                  <a:lnTo>
                    <a:pt x="159" y="538"/>
                  </a:lnTo>
                  <a:lnTo>
                    <a:pt x="159" y="486"/>
                  </a:lnTo>
                  <a:lnTo>
                    <a:pt x="159" y="456"/>
                  </a:lnTo>
                  <a:lnTo>
                    <a:pt x="160" y="427"/>
                  </a:lnTo>
                  <a:lnTo>
                    <a:pt x="161" y="399"/>
                  </a:lnTo>
                  <a:lnTo>
                    <a:pt x="163" y="370"/>
                  </a:lnTo>
                  <a:lnTo>
                    <a:pt x="166" y="342"/>
                  </a:lnTo>
                  <a:lnTo>
                    <a:pt x="169" y="314"/>
                  </a:lnTo>
                  <a:lnTo>
                    <a:pt x="173" y="286"/>
                  </a:lnTo>
                  <a:lnTo>
                    <a:pt x="177" y="259"/>
                  </a:lnTo>
                  <a:lnTo>
                    <a:pt x="183" y="231"/>
                  </a:lnTo>
                  <a:lnTo>
                    <a:pt x="188" y="204"/>
                  </a:lnTo>
                  <a:lnTo>
                    <a:pt x="194" y="177"/>
                  </a:lnTo>
                  <a:lnTo>
                    <a:pt x="200" y="150"/>
                  </a:lnTo>
                  <a:lnTo>
                    <a:pt x="208" y="123"/>
                  </a:lnTo>
                  <a:lnTo>
                    <a:pt x="216" y="96"/>
                  </a:lnTo>
                  <a:lnTo>
                    <a:pt x="224" y="70"/>
                  </a:lnTo>
                  <a:lnTo>
                    <a:pt x="232" y="44"/>
                  </a:lnTo>
                  <a:lnTo>
                    <a:pt x="195" y="33"/>
                  </a:lnTo>
                  <a:lnTo>
                    <a:pt x="158" y="22"/>
                  </a:lnTo>
                  <a:lnTo>
                    <a:pt x="119" y="1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99B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5" name="Freeform 300"/>
            <p:cNvSpPr>
              <a:spLocks/>
            </p:cNvSpPr>
            <p:nvPr/>
          </p:nvSpPr>
          <p:spPr bwMode="auto">
            <a:xfrm>
              <a:off x="895" y="1654"/>
              <a:ext cx="51" cy="154"/>
            </a:xfrm>
            <a:custGeom>
              <a:avLst/>
              <a:gdLst>
                <a:gd name="T0" fmla="*/ 1 w 405"/>
                <a:gd name="T1" fmla="*/ 0 h 1232"/>
                <a:gd name="T2" fmla="*/ 1 w 405"/>
                <a:gd name="T3" fmla="*/ 1 h 1232"/>
                <a:gd name="T4" fmla="*/ 1 w 405"/>
                <a:gd name="T5" fmla="*/ 2 h 1232"/>
                <a:gd name="T6" fmla="*/ 0 w 405"/>
                <a:gd name="T7" fmla="*/ 3 h 1232"/>
                <a:gd name="T8" fmla="*/ 0 w 405"/>
                <a:gd name="T9" fmla="*/ 4 h 1232"/>
                <a:gd name="T10" fmla="*/ 0 w 405"/>
                <a:gd name="T11" fmla="*/ 5 h 1232"/>
                <a:gd name="T12" fmla="*/ 0 w 405"/>
                <a:gd name="T13" fmla="*/ 6 h 1232"/>
                <a:gd name="T14" fmla="*/ 0 w 405"/>
                <a:gd name="T15" fmla="*/ 7 h 1232"/>
                <a:gd name="T16" fmla="*/ 0 w 405"/>
                <a:gd name="T17" fmla="*/ 8 h 1232"/>
                <a:gd name="T18" fmla="*/ 0 w 405"/>
                <a:gd name="T19" fmla="*/ 10 h 1232"/>
                <a:gd name="T20" fmla="*/ 0 w 405"/>
                <a:gd name="T21" fmla="*/ 11 h 1232"/>
                <a:gd name="T22" fmla="*/ 1 w 405"/>
                <a:gd name="T23" fmla="*/ 13 h 1232"/>
                <a:gd name="T24" fmla="*/ 1 w 405"/>
                <a:gd name="T25" fmla="*/ 14 h 1232"/>
                <a:gd name="T26" fmla="*/ 2 w 405"/>
                <a:gd name="T27" fmla="*/ 16 h 1232"/>
                <a:gd name="T28" fmla="*/ 2 w 405"/>
                <a:gd name="T29" fmla="*/ 17 h 1232"/>
                <a:gd name="T30" fmla="*/ 3 w 405"/>
                <a:gd name="T31" fmla="*/ 19 h 1232"/>
                <a:gd name="T32" fmla="*/ 4 w 405"/>
                <a:gd name="T33" fmla="*/ 19 h 1232"/>
                <a:gd name="T34" fmla="*/ 5 w 405"/>
                <a:gd name="T35" fmla="*/ 19 h 1232"/>
                <a:gd name="T36" fmla="*/ 5 w 405"/>
                <a:gd name="T37" fmla="*/ 19 h 1232"/>
                <a:gd name="T38" fmla="*/ 6 w 405"/>
                <a:gd name="T39" fmla="*/ 19 h 1232"/>
                <a:gd name="T40" fmla="*/ 6 w 405"/>
                <a:gd name="T41" fmla="*/ 18 h 1232"/>
                <a:gd name="T42" fmla="*/ 5 w 405"/>
                <a:gd name="T43" fmla="*/ 17 h 1232"/>
                <a:gd name="T44" fmla="*/ 4 w 405"/>
                <a:gd name="T45" fmla="*/ 16 h 1232"/>
                <a:gd name="T46" fmla="*/ 4 w 405"/>
                <a:gd name="T47" fmla="*/ 14 h 1232"/>
                <a:gd name="T48" fmla="*/ 3 w 405"/>
                <a:gd name="T49" fmla="*/ 13 h 1232"/>
                <a:gd name="T50" fmla="*/ 3 w 405"/>
                <a:gd name="T51" fmla="*/ 11 h 1232"/>
                <a:gd name="T52" fmla="*/ 3 w 405"/>
                <a:gd name="T53" fmla="*/ 10 h 1232"/>
                <a:gd name="T54" fmla="*/ 3 w 405"/>
                <a:gd name="T55" fmla="*/ 9 h 1232"/>
                <a:gd name="T56" fmla="*/ 3 w 405"/>
                <a:gd name="T57" fmla="*/ 8 h 1232"/>
                <a:gd name="T58" fmla="*/ 3 w 405"/>
                <a:gd name="T59" fmla="*/ 7 h 1232"/>
                <a:gd name="T60" fmla="*/ 3 w 405"/>
                <a:gd name="T61" fmla="*/ 6 h 1232"/>
                <a:gd name="T62" fmla="*/ 3 w 405"/>
                <a:gd name="T63" fmla="*/ 5 h 1232"/>
                <a:gd name="T64" fmla="*/ 3 w 405"/>
                <a:gd name="T65" fmla="*/ 4 h 1232"/>
                <a:gd name="T66" fmla="*/ 3 w 405"/>
                <a:gd name="T67" fmla="*/ 3 h 1232"/>
                <a:gd name="T68" fmla="*/ 3 w 405"/>
                <a:gd name="T69" fmla="*/ 3 h 1232"/>
                <a:gd name="T70" fmla="*/ 3 w 405"/>
                <a:gd name="T71" fmla="*/ 2 h 1232"/>
                <a:gd name="T72" fmla="*/ 4 w 405"/>
                <a:gd name="T73" fmla="*/ 1 h 1232"/>
                <a:gd name="T74" fmla="*/ 3 w 405"/>
                <a:gd name="T75" fmla="*/ 1 h 1232"/>
                <a:gd name="T76" fmla="*/ 2 w 405"/>
                <a:gd name="T77" fmla="*/ 0 h 123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05"/>
                <a:gd name="T118" fmla="*/ 0 h 1232"/>
                <a:gd name="T119" fmla="*/ 405 w 405"/>
                <a:gd name="T120" fmla="*/ 1232 h 1232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05" h="1232">
                  <a:moveTo>
                    <a:pt x="78" y="0"/>
                  </a:moveTo>
                  <a:lnTo>
                    <a:pt x="68" y="27"/>
                  </a:lnTo>
                  <a:lnTo>
                    <a:pt x="60" y="55"/>
                  </a:lnTo>
                  <a:lnTo>
                    <a:pt x="52" y="83"/>
                  </a:lnTo>
                  <a:lnTo>
                    <a:pt x="45" y="111"/>
                  </a:lnTo>
                  <a:lnTo>
                    <a:pt x="37" y="139"/>
                  </a:lnTo>
                  <a:lnTo>
                    <a:pt x="31" y="168"/>
                  </a:lnTo>
                  <a:lnTo>
                    <a:pt x="26" y="196"/>
                  </a:lnTo>
                  <a:lnTo>
                    <a:pt x="21" y="225"/>
                  </a:lnTo>
                  <a:lnTo>
                    <a:pt x="15" y="254"/>
                  </a:lnTo>
                  <a:lnTo>
                    <a:pt x="11" y="284"/>
                  </a:lnTo>
                  <a:lnTo>
                    <a:pt x="8" y="313"/>
                  </a:lnTo>
                  <a:lnTo>
                    <a:pt x="5" y="343"/>
                  </a:lnTo>
                  <a:lnTo>
                    <a:pt x="3" y="373"/>
                  </a:lnTo>
                  <a:lnTo>
                    <a:pt x="2" y="403"/>
                  </a:lnTo>
                  <a:lnTo>
                    <a:pt x="1" y="433"/>
                  </a:lnTo>
                  <a:lnTo>
                    <a:pt x="0" y="464"/>
                  </a:lnTo>
                  <a:lnTo>
                    <a:pt x="1" y="516"/>
                  </a:lnTo>
                  <a:lnTo>
                    <a:pt x="4" y="568"/>
                  </a:lnTo>
                  <a:lnTo>
                    <a:pt x="9" y="620"/>
                  </a:lnTo>
                  <a:lnTo>
                    <a:pt x="15" y="671"/>
                  </a:lnTo>
                  <a:lnTo>
                    <a:pt x="24" y="722"/>
                  </a:lnTo>
                  <a:lnTo>
                    <a:pt x="34" y="772"/>
                  </a:lnTo>
                  <a:lnTo>
                    <a:pt x="46" y="822"/>
                  </a:lnTo>
                  <a:lnTo>
                    <a:pt x="59" y="870"/>
                  </a:lnTo>
                  <a:lnTo>
                    <a:pt x="75" y="918"/>
                  </a:lnTo>
                  <a:lnTo>
                    <a:pt x="91" y="966"/>
                  </a:lnTo>
                  <a:lnTo>
                    <a:pt x="110" y="1012"/>
                  </a:lnTo>
                  <a:lnTo>
                    <a:pt x="130" y="1057"/>
                  </a:lnTo>
                  <a:lnTo>
                    <a:pt x="151" y="1102"/>
                  </a:lnTo>
                  <a:lnTo>
                    <a:pt x="174" y="1147"/>
                  </a:lnTo>
                  <a:lnTo>
                    <a:pt x="199" y="1189"/>
                  </a:lnTo>
                  <a:lnTo>
                    <a:pt x="225" y="1232"/>
                  </a:lnTo>
                  <a:lnTo>
                    <a:pt x="248" y="1230"/>
                  </a:lnTo>
                  <a:lnTo>
                    <a:pt x="271" y="1228"/>
                  </a:lnTo>
                  <a:lnTo>
                    <a:pt x="294" y="1225"/>
                  </a:lnTo>
                  <a:lnTo>
                    <a:pt x="316" y="1223"/>
                  </a:lnTo>
                  <a:lnTo>
                    <a:pt x="339" y="1221"/>
                  </a:lnTo>
                  <a:lnTo>
                    <a:pt x="361" y="1219"/>
                  </a:lnTo>
                  <a:lnTo>
                    <a:pt x="383" y="1216"/>
                  </a:lnTo>
                  <a:lnTo>
                    <a:pt x="405" y="1214"/>
                  </a:lnTo>
                  <a:lnTo>
                    <a:pt x="377" y="1174"/>
                  </a:lnTo>
                  <a:lnTo>
                    <a:pt x="350" y="1133"/>
                  </a:lnTo>
                  <a:lnTo>
                    <a:pt x="325" y="1090"/>
                  </a:lnTo>
                  <a:lnTo>
                    <a:pt x="301" y="1048"/>
                  </a:lnTo>
                  <a:lnTo>
                    <a:pt x="279" y="1003"/>
                  </a:lnTo>
                  <a:lnTo>
                    <a:pt x="259" y="959"/>
                  </a:lnTo>
                  <a:lnTo>
                    <a:pt x="241" y="912"/>
                  </a:lnTo>
                  <a:lnTo>
                    <a:pt x="224" y="865"/>
                  </a:lnTo>
                  <a:lnTo>
                    <a:pt x="208" y="817"/>
                  </a:lnTo>
                  <a:lnTo>
                    <a:pt x="196" y="769"/>
                  </a:lnTo>
                  <a:lnTo>
                    <a:pt x="185" y="720"/>
                  </a:lnTo>
                  <a:lnTo>
                    <a:pt x="175" y="670"/>
                  </a:lnTo>
                  <a:lnTo>
                    <a:pt x="168" y="619"/>
                  </a:lnTo>
                  <a:lnTo>
                    <a:pt x="163" y="567"/>
                  </a:lnTo>
                  <a:lnTo>
                    <a:pt x="161" y="542"/>
                  </a:lnTo>
                  <a:lnTo>
                    <a:pt x="160" y="515"/>
                  </a:lnTo>
                  <a:lnTo>
                    <a:pt x="159" y="489"/>
                  </a:lnTo>
                  <a:lnTo>
                    <a:pt x="159" y="464"/>
                  </a:lnTo>
                  <a:lnTo>
                    <a:pt x="159" y="437"/>
                  </a:lnTo>
                  <a:lnTo>
                    <a:pt x="160" y="410"/>
                  </a:lnTo>
                  <a:lnTo>
                    <a:pt x="161" y="383"/>
                  </a:lnTo>
                  <a:lnTo>
                    <a:pt x="163" y="356"/>
                  </a:lnTo>
                  <a:lnTo>
                    <a:pt x="166" y="329"/>
                  </a:lnTo>
                  <a:lnTo>
                    <a:pt x="169" y="302"/>
                  </a:lnTo>
                  <a:lnTo>
                    <a:pt x="172" y="276"/>
                  </a:lnTo>
                  <a:lnTo>
                    <a:pt x="176" y="250"/>
                  </a:lnTo>
                  <a:lnTo>
                    <a:pt x="182" y="224"/>
                  </a:lnTo>
                  <a:lnTo>
                    <a:pt x="187" y="198"/>
                  </a:lnTo>
                  <a:lnTo>
                    <a:pt x="192" y="172"/>
                  </a:lnTo>
                  <a:lnTo>
                    <a:pt x="198" y="147"/>
                  </a:lnTo>
                  <a:lnTo>
                    <a:pt x="205" y="121"/>
                  </a:lnTo>
                  <a:lnTo>
                    <a:pt x="213" y="96"/>
                  </a:lnTo>
                  <a:lnTo>
                    <a:pt x="220" y="72"/>
                  </a:lnTo>
                  <a:lnTo>
                    <a:pt x="228" y="47"/>
                  </a:lnTo>
                  <a:lnTo>
                    <a:pt x="192" y="35"/>
                  </a:lnTo>
                  <a:lnTo>
                    <a:pt x="155" y="22"/>
                  </a:lnTo>
                  <a:lnTo>
                    <a:pt x="116" y="11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9BB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6" name="Freeform 301"/>
            <p:cNvSpPr>
              <a:spLocks/>
            </p:cNvSpPr>
            <p:nvPr/>
          </p:nvSpPr>
          <p:spPr bwMode="auto">
            <a:xfrm>
              <a:off x="905" y="1656"/>
              <a:ext cx="52" cy="151"/>
            </a:xfrm>
            <a:custGeom>
              <a:avLst/>
              <a:gdLst>
                <a:gd name="T0" fmla="*/ 1 w 415"/>
                <a:gd name="T1" fmla="*/ 0 h 1201"/>
                <a:gd name="T2" fmla="*/ 1 w 415"/>
                <a:gd name="T3" fmla="*/ 1 h 1201"/>
                <a:gd name="T4" fmla="*/ 1 w 415"/>
                <a:gd name="T5" fmla="*/ 2 h 1201"/>
                <a:gd name="T6" fmla="*/ 0 w 415"/>
                <a:gd name="T7" fmla="*/ 3 h 1201"/>
                <a:gd name="T8" fmla="*/ 0 w 415"/>
                <a:gd name="T9" fmla="*/ 4 h 1201"/>
                <a:gd name="T10" fmla="*/ 0 w 415"/>
                <a:gd name="T11" fmla="*/ 5 h 1201"/>
                <a:gd name="T12" fmla="*/ 0 w 415"/>
                <a:gd name="T13" fmla="*/ 6 h 1201"/>
                <a:gd name="T14" fmla="*/ 0 w 415"/>
                <a:gd name="T15" fmla="*/ 7 h 1201"/>
                <a:gd name="T16" fmla="*/ 0 w 415"/>
                <a:gd name="T17" fmla="*/ 8 h 1201"/>
                <a:gd name="T18" fmla="*/ 0 w 415"/>
                <a:gd name="T19" fmla="*/ 9 h 1201"/>
                <a:gd name="T20" fmla="*/ 0 w 415"/>
                <a:gd name="T21" fmla="*/ 11 h 1201"/>
                <a:gd name="T22" fmla="*/ 1 w 415"/>
                <a:gd name="T23" fmla="*/ 13 h 1201"/>
                <a:gd name="T24" fmla="*/ 1 w 415"/>
                <a:gd name="T25" fmla="*/ 14 h 1201"/>
                <a:gd name="T26" fmla="*/ 2 w 415"/>
                <a:gd name="T27" fmla="*/ 16 h 1201"/>
                <a:gd name="T28" fmla="*/ 3 w 415"/>
                <a:gd name="T29" fmla="*/ 17 h 1201"/>
                <a:gd name="T30" fmla="*/ 3 w 415"/>
                <a:gd name="T31" fmla="*/ 18 h 1201"/>
                <a:gd name="T32" fmla="*/ 4 w 415"/>
                <a:gd name="T33" fmla="*/ 19 h 1201"/>
                <a:gd name="T34" fmla="*/ 5 w 415"/>
                <a:gd name="T35" fmla="*/ 19 h 1201"/>
                <a:gd name="T36" fmla="*/ 6 w 415"/>
                <a:gd name="T37" fmla="*/ 19 h 1201"/>
                <a:gd name="T38" fmla="*/ 6 w 415"/>
                <a:gd name="T39" fmla="*/ 19 h 1201"/>
                <a:gd name="T40" fmla="*/ 6 w 415"/>
                <a:gd name="T41" fmla="*/ 18 h 1201"/>
                <a:gd name="T42" fmla="*/ 5 w 415"/>
                <a:gd name="T43" fmla="*/ 17 h 1201"/>
                <a:gd name="T44" fmla="*/ 4 w 415"/>
                <a:gd name="T45" fmla="*/ 15 h 1201"/>
                <a:gd name="T46" fmla="*/ 4 w 415"/>
                <a:gd name="T47" fmla="*/ 14 h 1201"/>
                <a:gd name="T48" fmla="*/ 3 w 415"/>
                <a:gd name="T49" fmla="*/ 12 h 1201"/>
                <a:gd name="T50" fmla="*/ 3 w 415"/>
                <a:gd name="T51" fmla="*/ 11 h 1201"/>
                <a:gd name="T52" fmla="*/ 3 w 415"/>
                <a:gd name="T53" fmla="*/ 11 h 1201"/>
                <a:gd name="T54" fmla="*/ 3 w 415"/>
                <a:gd name="T55" fmla="*/ 10 h 1201"/>
                <a:gd name="T56" fmla="*/ 3 w 415"/>
                <a:gd name="T57" fmla="*/ 9 h 1201"/>
                <a:gd name="T58" fmla="*/ 3 w 415"/>
                <a:gd name="T59" fmla="*/ 8 h 1201"/>
                <a:gd name="T60" fmla="*/ 3 w 415"/>
                <a:gd name="T61" fmla="*/ 7 h 1201"/>
                <a:gd name="T62" fmla="*/ 3 w 415"/>
                <a:gd name="T63" fmla="*/ 7 h 1201"/>
                <a:gd name="T64" fmla="*/ 3 w 415"/>
                <a:gd name="T65" fmla="*/ 6 h 1201"/>
                <a:gd name="T66" fmla="*/ 3 w 415"/>
                <a:gd name="T67" fmla="*/ 5 h 1201"/>
                <a:gd name="T68" fmla="*/ 3 w 415"/>
                <a:gd name="T69" fmla="*/ 3 h 1201"/>
                <a:gd name="T70" fmla="*/ 3 w 415"/>
                <a:gd name="T71" fmla="*/ 2 h 1201"/>
                <a:gd name="T72" fmla="*/ 3 w 415"/>
                <a:gd name="T73" fmla="*/ 1 h 1201"/>
                <a:gd name="T74" fmla="*/ 2 w 415"/>
                <a:gd name="T75" fmla="*/ 0 h 120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415"/>
                <a:gd name="T115" fmla="*/ 0 h 1201"/>
                <a:gd name="T116" fmla="*/ 415 w 415"/>
                <a:gd name="T117" fmla="*/ 1201 h 120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415" h="1201">
                  <a:moveTo>
                    <a:pt x="73" y="0"/>
                  </a:moveTo>
                  <a:lnTo>
                    <a:pt x="65" y="26"/>
                  </a:lnTo>
                  <a:lnTo>
                    <a:pt x="57" y="52"/>
                  </a:lnTo>
                  <a:lnTo>
                    <a:pt x="49" y="79"/>
                  </a:lnTo>
                  <a:lnTo>
                    <a:pt x="41" y="106"/>
                  </a:lnTo>
                  <a:lnTo>
                    <a:pt x="35" y="133"/>
                  </a:lnTo>
                  <a:lnTo>
                    <a:pt x="29" y="160"/>
                  </a:lnTo>
                  <a:lnTo>
                    <a:pt x="24" y="187"/>
                  </a:lnTo>
                  <a:lnTo>
                    <a:pt x="18" y="215"/>
                  </a:lnTo>
                  <a:lnTo>
                    <a:pt x="14" y="242"/>
                  </a:lnTo>
                  <a:lnTo>
                    <a:pt x="10" y="270"/>
                  </a:lnTo>
                  <a:lnTo>
                    <a:pt x="7" y="298"/>
                  </a:lnTo>
                  <a:lnTo>
                    <a:pt x="4" y="326"/>
                  </a:lnTo>
                  <a:lnTo>
                    <a:pt x="2" y="355"/>
                  </a:lnTo>
                  <a:lnTo>
                    <a:pt x="1" y="383"/>
                  </a:lnTo>
                  <a:lnTo>
                    <a:pt x="0" y="412"/>
                  </a:lnTo>
                  <a:lnTo>
                    <a:pt x="0" y="442"/>
                  </a:lnTo>
                  <a:lnTo>
                    <a:pt x="1" y="494"/>
                  </a:lnTo>
                  <a:lnTo>
                    <a:pt x="3" y="546"/>
                  </a:lnTo>
                  <a:lnTo>
                    <a:pt x="8" y="598"/>
                  </a:lnTo>
                  <a:lnTo>
                    <a:pt x="15" y="649"/>
                  </a:lnTo>
                  <a:lnTo>
                    <a:pt x="24" y="699"/>
                  </a:lnTo>
                  <a:lnTo>
                    <a:pt x="35" y="749"/>
                  </a:lnTo>
                  <a:lnTo>
                    <a:pt x="48" y="799"/>
                  </a:lnTo>
                  <a:lnTo>
                    <a:pt x="61" y="846"/>
                  </a:lnTo>
                  <a:lnTo>
                    <a:pt x="78" y="894"/>
                  </a:lnTo>
                  <a:lnTo>
                    <a:pt x="95" y="941"/>
                  </a:lnTo>
                  <a:lnTo>
                    <a:pt x="115" y="986"/>
                  </a:lnTo>
                  <a:lnTo>
                    <a:pt x="136" y="1031"/>
                  </a:lnTo>
                  <a:lnTo>
                    <a:pt x="159" y="1076"/>
                  </a:lnTo>
                  <a:lnTo>
                    <a:pt x="182" y="1118"/>
                  </a:lnTo>
                  <a:lnTo>
                    <a:pt x="208" y="1161"/>
                  </a:lnTo>
                  <a:lnTo>
                    <a:pt x="235" y="1201"/>
                  </a:lnTo>
                  <a:lnTo>
                    <a:pt x="258" y="1199"/>
                  </a:lnTo>
                  <a:lnTo>
                    <a:pt x="281" y="1197"/>
                  </a:lnTo>
                  <a:lnTo>
                    <a:pt x="304" y="1194"/>
                  </a:lnTo>
                  <a:lnTo>
                    <a:pt x="327" y="1192"/>
                  </a:lnTo>
                  <a:lnTo>
                    <a:pt x="350" y="1189"/>
                  </a:lnTo>
                  <a:lnTo>
                    <a:pt x="371" y="1186"/>
                  </a:lnTo>
                  <a:lnTo>
                    <a:pt x="393" y="1183"/>
                  </a:lnTo>
                  <a:lnTo>
                    <a:pt x="415" y="1179"/>
                  </a:lnTo>
                  <a:lnTo>
                    <a:pt x="385" y="1140"/>
                  </a:lnTo>
                  <a:lnTo>
                    <a:pt x="357" y="1101"/>
                  </a:lnTo>
                  <a:lnTo>
                    <a:pt x="331" y="1059"/>
                  </a:lnTo>
                  <a:lnTo>
                    <a:pt x="306" y="1018"/>
                  </a:lnTo>
                  <a:lnTo>
                    <a:pt x="283" y="974"/>
                  </a:lnTo>
                  <a:lnTo>
                    <a:pt x="262" y="930"/>
                  </a:lnTo>
                  <a:lnTo>
                    <a:pt x="243" y="885"/>
                  </a:lnTo>
                  <a:lnTo>
                    <a:pt x="226" y="839"/>
                  </a:lnTo>
                  <a:lnTo>
                    <a:pt x="210" y="791"/>
                  </a:lnTo>
                  <a:lnTo>
                    <a:pt x="196" y="744"/>
                  </a:lnTo>
                  <a:lnTo>
                    <a:pt x="190" y="720"/>
                  </a:lnTo>
                  <a:lnTo>
                    <a:pt x="185" y="695"/>
                  </a:lnTo>
                  <a:lnTo>
                    <a:pt x="179" y="671"/>
                  </a:lnTo>
                  <a:lnTo>
                    <a:pt x="175" y="646"/>
                  </a:lnTo>
                  <a:lnTo>
                    <a:pt x="171" y="621"/>
                  </a:lnTo>
                  <a:lnTo>
                    <a:pt x="167" y="595"/>
                  </a:lnTo>
                  <a:lnTo>
                    <a:pt x="165" y="570"/>
                  </a:lnTo>
                  <a:lnTo>
                    <a:pt x="162" y="545"/>
                  </a:lnTo>
                  <a:lnTo>
                    <a:pt x="160" y="519"/>
                  </a:lnTo>
                  <a:lnTo>
                    <a:pt x="159" y="493"/>
                  </a:lnTo>
                  <a:lnTo>
                    <a:pt x="158" y="467"/>
                  </a:lnTo>
                  <a:lnTo>
                    <a:pt x="158" y="442"/>
                  </a:lnTo>
                  <a:lnTo>
                    <a:pt x="158" y="416"/>
                  </a:lnTo>
                  <a:lnTo>
                    <a:pt x="159" y="391"/>
                  </a:lnTo>
                  <a:lnTo>
                    <a:pt x="160" y="365"/>
                  </a:lnTo>
                  <a:lnTo>
                    <a:pt x="162" y="340"/>
                  </a:lnTo>
                  <a:lnTo>
                    <a:pt x="167" y="290"/>
                  </a:lnTo>
                  <a:lnTo>
                    <a:pt x="174" y="241"/>
                  </a:lnTo>
                  <a:lnTo>
                    <a:pt x="183" y="192"/>
                  </a:lnTo>
                  <a:lnTo>
                    <a:pt x="195" y="145"/>
                  </a:lnTo>
                  <a:lnTo>
                    <a:pt x="208" y="98"/>
                  </a:lnTo>
                  <a:lnTo>
                    <a:pt x="223" y="51"/>
                  </a:lnTo>
                  <a:lnTo>
                    <a:pt x="187" y="39"/>
                  </a:lnTo>
                  <a:lnTo>
                    <a:pt x="149" y="25"/>
                  </a:lnTo>
                  <a:lnTo>
                    <a:pt x="112" y="13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9DB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7" name="Freeform 302"/>
            <p:cNvSpPr>
              <a:spLocks/>
            </p:cNvSpPr>
            <p:nvPr/>
          </p:nvSpPr>
          <p:spPr bwMode="auto">
            <a:xfrm>
              <a:off x="915" y="1660"/>
              <a:ext cx="53" cy="145"/>
            </a:xfrm>
            <a:custGeom>
              <a:avLst/>
              <a:gdLst>
                <a:gd name="T0" fmla="*/ 1 w 424"/>
                <a:gd name="T1" fmla="*/ 0 h 1167"/>
                <a:gd name="T2" fmla="*/ 1 w 424"/>
                <a:gd name="T3" fmla="*/ 1 h 1167"/>
                <a:gd name="T4" fmla="*/ 1 w 424"/>
                <a:gd name="T5" fmla="*/ 2 h 1167"/>
                <a:gd name="T6" fmla="*/ 0 w 424"/>
                <a:gd name="T7" fmla="*/ 3 h 1167"/>
                <a:gd name="T8" fmla="*/ 0 w 424"/>
                <a:gd name="T9" fmla="*/ 3 h 1167"/>
                <a:gd name="T10" fmla="*/ 0 w 424"/>
                <a:gd name="T11" fmla="*/ 4 h 1167"/>
                <a:gd name="T12" fmla="*/ 0 w 424"/>
                <a:gd name="T13" fmla="*/ 5 h 1167"/>
                <a:gd name="T14" fmla="*/ 0 w 424"/>
                <a:gd name="T15" fmla="*/ 6 h 1167"/>
                <a:gd name="T16" fmla="*/ 0 w 424"/>
                <a:gd name="T17" fmla="*/ 7 h 1167"/>
                <a:gd name="T18" fmla="*/ 0 w 424"/>
                <a:gd name="T19" fmla="*/ 8 h 1167"/>
                <a:gd name="T20" fmla="*/ 0 w 424"/>
                <a:gd name="T21" fmla="*/ 9 h 1167"/>
                <a:gd name="T22" fmla="*/ 0 w 424"/>
                <a:gd name="T23" fmla="*/ 10 h 1167"/>
                <a:gd name="T24" fmla="*/ 1 w 424"/>
                <a:gd name="T25" fmla="*/ 12 h 1167"/>
                <a:gd name="T26" fmla="*/ 1 w 424"/>
                <a:gd name="T27" fmla="*/ 13 h 1167"/>
                <a:gd name="T28" fmla="*/ 2 w 424"/>
                <a:gd name="T29" fmla="*/ 15 h 1167"/>
                <a:gd name="T30" fmla="*/ 3 w 424"/>
                <a:gd name="T31" fmla="*/ 16 h 1167"/>
                <a:gd name="T32" fmla="*/ 3 w 424"/>
                <a:gd name="T33" fmla="*/ 17 h 1167"/>
                <a:gd name="T34" fmla="*/ 4 w 424"/>
                <a:gd name="T35" fmla="*/ 18 h 1167"/>
                <a:gd name="T36" fmla="*/ 5 w 424"/>
                <a:gd name="T37" fmla="*/ 18 h 1167"/>
                <a:gd name="T38" fmla="*/ 6 w 424"/>
                <a:gd name="T39" fmla="*/ 18 h 1167"/>
                <a:gd name="T40" fmla="*/ 6 w 424"/>
                <a:gd name="T41" fmla="*/ 18 h 1167"/>
                <a:gd name="T42" fmla="*/ 6 w 424"/>
                <a:gd name="T43" fmla="*/ 17 h 1167"/>
                <a:gd name="T44" fmla="*/ 5 w 424"/>
                <a:gd name="T45" fmla="*/ 16 h 1167"/>
                <a:gd name="T46" fmla="*/ 5 w 424"/>
                <a:gd name="T47" fmla="*/ 15 h 1167"/>
                <a:gd name="T48" fmla="*/ 4 w 424"/>
                <a:gd name="T49" fmla="*/ 14 h 1167"/>
                <a:gd name="T50" fmla="*/ 4 w 424"/>
                <a:gd name="T51" fmla="*/ 13 h 1167"/>
                <a:gd name="T52" fmla="*/ 3 w 424"/>
                <a:gd name="T53" fmla="*/ 12 h 1167"/>
                <a:gd name="T54" fmla="*/ 3 w 424"/>
                <a:gd name="T55" fmla="*/ 11 h 1167"/>
                <a:gd name="T56" fmla="*/ 3 w 424"/>
                <a:gd name="T57" fmla="*/ 11 h 1167"/>
                <a:gd name="T58" fmla="*/ 3 w 424"/>
                <a:gd name="T59" fmla="*/ 10 h 1167"/>
                <a:gd name="T60" fmla="*/ 3 w 424"/>
                <a:gd name="T61" fmla="*/ 9 h 1167"/>
                <a:gd name="T62" fmla="*/ 3 w 424"/>
                <a:gd name="T63" fmla="*/ 8 h 1167"/>
                <a:gd name="T64" fmla="*/ 3 w 424"/>
                <a:gd name="T65" fmla="*/ 8 h 1167"/>
                <a:gd name="T66" fmla="*/ 3 w 424"/>
                <a:gd name="T67" fmla="*/ 7 h 1167"/>
                <a:gd name="T68" fmla="*/ 3 w 424"/>
                <a:gd name="T69" fmla="*/ 6 h 1167"/>
                <a:gd name="T70" fmla="*/ 3 w 424"/>
                <a:gd name="T71" fmla="*/ 4 h 1167"/>
                <a:gd name="T72" fmla="*/ 3 w 424"/>
                <a:gd name="T73" fmla="*/ 3 h 1167"/>
                <a:gd name="T74" fmla="*/ 3 w 424"/>
                <a:gd name="T75" fmla="*/ 1 h 1167"/>
                <a:gd name="T76" fmla="*/ 3 w 424"/>
                <a:gd name="T77" fmla="*/ 1 h 1167"/>
                <a:gd name="T78" fmla="*/ 2 w 424"/>
                <a:gd name="T79" fmla="*/ 0 h 116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24"/>
                <a:gd name="T121" fmla="*/ 0 h 1167"/>
                <a:gd name="T122" fmla="*/ 424 w 424"/>
                <a:gd name="T123" fmla="*/ 1167 h 116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24" h="1167">
                  <a:moveTo>
                    <a:pt x="69" y="0"/>
                  </a:moveTo>
                  <a:lnTo>
                    <a:pt x="61" y="25"/>
                  </a:lnTo>
                  <a:lnTo>
                    <a:pt x="54" y="49"/>
                  </a:lnTo>
                  <a:lnTo>
                    <a:pt x="46" y="75"/>
                  </a:lnTo>
                  <a:lnTo>
                    <a:pt x="39" y="100"/>
                  </a:lnTo>
                  <a:lnTo>
                    <a:pt x="33" y="125"/>
                  </a:lnTo>
                  <a:lnTo>
                    <a:pt x="28" y="151"/>
                  </a:lnTo>
                  <a:lnTo>
                    <a:pt x="23" y="177"/>
                  </a:lnTo>
                  <a:lnTo>
                    <a:pt x="17" y="203"/>
                  </a:lnTo>
                  <a:lnTo>
                    <a:pt x="13" y="229"/>
                  </a:lnTo>
                  <a:lnTo>
                    <a:pt x="10" y="255"/>
                  </a:lnTo>
                  <a:lnTo>
                    <a:pt x="7" y="282"/>
                  </a:lnTo>
                  <a:lnTo>
                    <a:pt x="4" y="309"/>
                  </a:lnTo>
                  <a:lnTo>
                    <a:pt x="2" y="336"/>
                  </a:lnTo>
                  <a:lnTo>
                    <a:pt x="1" y="363"/>
                  </a:lnTo>
                  <a:lnTo>
                    <a:pt x="0" y="390"/>
                  </a:lnTo>
                  <a:lnTo>
                    <a:pt x="0" y="417"/>
                  </a:lnTo>
                  <a:lnTo>
                    <a:pt x="0" y="442"/>
                  </a:lnTo>
                  <a:lnTo>
                    <a:pt x="1" y="468"/>
                  </a:lnTo>
                  <a:lnTo>
                    <a:pt x="2" y="495"/>
                  </a:lnTo>
                  <a:lnTo>
                    <a:pt x="4" y="520"/>
                  </a:lnTo>
                  <a:lnTo>
                    <a:pt x="9" y="572"/>
                  </a:lnTo>
                  <a:lnTo>
                    <a:pt x="16" y="623"/>
                  </a:lnTo>
                  <a:lnTo>
                    <a:pt x="26" y="673"/>
                  </a:lnTo>
                  <a:lnTo>
                    <a:pt x="37" y="722"/>
                  </a:lnTo>
                  <a:lnTo>
                    <a:pt x="49" y="770"/>
                  </a:lnTo>
                  <a:lnTo>
                    <a:pt x="65" y="818"/>
                  </a:lnTo>
                  <a:lnTo>
                    <a:pt x="82" y="865"/>
                  </a:lnTo>
                  <a:lnTo>
                    <a:pt x="100" y="912"/>
                  </a:lnTo>
                  <a:lnTo>
                    <a:pt x="120" y="956"/>
                  </a:lnTo>
                  <a:lnTo>
                    <a:pt x="142" y="1001"/>
                  </a:lnTo>
                  <a:lnTo>
                    <a:pt x="166" y="1043"/>
                  </a:lnTo>
                  <a:lnTo>
                    <a:pt x="191" y="1086"/>
                  </a:lnTo>
                  <a:lnTo>
                    <a:pt x="218" y="1127"/>
                  </a:lnTo>
                  <a:lnTo>
                    <a:pt x="246" y="1167"/>
                  </a:lnTo>
                  <a:lnTo>
                    <a:pt x="270" y="1164"/>
                  </a:lnTo>
                  <a:lnTo>
                    <a:pt x="292" y="1161"/>
                  </a:lnTo>
                  <a:lnTo>
                    <a:pt x="315" y="1157"/>
                  </a:lnTo>
                  <a:lnTo>
                    <a:pt x="337" y="1154"/>
                  </a:lnTo>
                  <a:lnTo>
                    <a:pt x="360" y="1149"/>
                  </a:lnTo>
                  <a:lnTo>
                    <a:pt x="382" y="1145"/>
                  </a:lnTo>
                  <a:lnTo>
                    <a:pt x="403" y="1141"/>
                  </a:lnTo>
                  <a:lnTo>
                    <a:pt x="424" y="1137"/>
                  </a:lnTo>
                  <a:lnTo>
                    <a:pt x="394" y="1101"/>
                  </a:lnTo>
                  <a:lnTo>
                    <a:pt x="365" y="1062"/>
                  </a:lnTo>
                  <a:lnTo>
                    <a:pt x="338" y="1023"/>
                  </a:lnTo>
                  <a:lnTo>
                    <a:pt x="312" y="981"/>
                  </a:lnTo>
                  <a:lnTo>
                    <a:pt x="289" y="940"/>
                  </a:lnTo>
                  <a:lnTo>
                    <a:pt x="266" y="897"/>
                  </a:lnTo>
                  <a:lnTo>
                    <a:pt x="256" y="874"/>
                  </a:lnTo>
                  <a:lnTo>
                    <a:pt x="247" y="852"/>
                  </a:lnTo>
                  <a:lnTo>
                    <a:pt x="237" y="830"/>
                  </a:lnTo>
                  <a:lnTo>
                    <a:pt x="228" y="808"/>
                  </a:lnTo>
                  <a:lnTo>
                    <a:pt x="220" y="785"/>
                  </a:lnTo>
                  <a:lnTo>
                    <a:pt x="212" y="761"/>
                  </a:lnTo>
                  <a:lnTo>
                    <a:pt x="205" y="738"/>
                  </a:lnTo>
                  <a:lnTo>
                    <a:pt x="198" y="714"/>
                  </a:lnTo>
                  <a:lnTo>
                    <a:pt x="192" y="691"/>
                  </a:lnTo>
                  <a:lnTo>
                    <a:pt x="185" y="667"/>
                  </a:lnTo>
                  <a:lnTo>
                    <a:pt x="180" y="643"/>
                  </a:lnTo>
                  <a:lnTo>
                    <a:pt x="176" y="618"/>
                  </a:lnTo>
                  <a:lnTo>
                    <a:pt x="172" y="593"/>
                  </a:lnTo>
                  <a:lnTo>
                    <a:pt x="168" y="569"/>
                  </a:lnTo>
                  <a:lnTo>
                    <a:pt x="165" y="544"/>
                  </a:lnTo>
                  <a:lnTo>
                    <a:pt x="162" y="518"/>
                  </a:lnTo>
                  <a:lnTo>
                    <a:pt x="161" y="493"/>
                  </a:lnTo>
                  <a:lnTo>
                    <a:pt x="158" y="467"/>
                  </a:lnTo>
                  <a:lnTo>
                    <a:pt x="157" y="442"/>
                  </a:lnTo>
                  <a:lnTo>
                    <a:pt x="157" y="417"/>
                  </a:lnTo>
                  <a:lnTo>
                    <a:pt x="158" y="369"/>
                  </a:lnTo>
                  <a:lnTo>
                    <a:pt x="162" y="322"/>
                  </a:lnTo>
                  <a:lnTo>
                    <a:pt x="167" y="276"/>
                  </a:lnTo>
                  <a:lnTo>
                    <a:pt x="173" y="231"/>
                  </a:lnTo>
                  <a:lnTo>
                    <a:pt x="181" y="185"/>
                  </a:lnTo>
                  <a:lnTo>
                    <a:pt x="192" y="140"/>
                  </a:lnTo>
                  <a:lnTo>
                    <a:pt x="204" y="97"/>
                  </a:lnTo>
                  <a:lnTo>
                    <a:pt x="219" y="54"/>
                  </a:lnTo>
                  <a:lnTo>
                    <a:pt x="182" y="41"/>
                  </a:lnTo>
                  <a:lnTo>
                    <a:pt x="145" y="26"/>
                  </a:lnTo>
                  <a:lnTo>
                    <a:pt x="108" y="14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9FB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8" name="Freeform 303"/>
            <p:cNvSpPr>
              <a:spLocks/>
            </p:cNvSpPr>
            <p:nvPr/>
          </p:nvSpPr>
          <p:spPr bwMode="auto">
            <a:xfrm>
              <a:off x="925" y="1663"/>
              <a:ext cx="54" cy="141"/>
            </a:xfrm>
            <a:custGeom>
              <a:avLst/>
              <a:gdLst>
                <a:gd name="T0" fmla="*/ 1 w 433"/>
                <a:gd name="T1" fmla="*/ 1 h 1128"/>
                <a:gd name="T2" fmla="*/ 0 w 433"/>
                <a:gd name="T3" fmla="*/ 2 h 1128"/>
                <a:gd name="T4" fmla="*/ 0 w 433"/>
                <a:gd name="T5" fmla="*/ 4 h 1128"/>
                <a:gd name="T6" fmla="*/ 0 w 433"/>
                <a:gd name="T7" fmla="*/ 5 h 1128"/>
                <a:gd name="T8" fmla="*/ 0 w 433"/>
                <a:gd name="T9" fmla="*/ 6 h 1128"/>
                <a:gd name="T10" fmla="*/ 0 w 433"/>
                <a:gd name="T11" fmla="*/ 6 h 1128"/>
                <a:gd name="T12" fmla="*/ 0 w 433"/>
                <a:gd name="T13" fmla="*/ 7 h 1128"/>
                <a:gd name="T14" fmla="*/ 0 w 433"/>
                <a:gd name="T15" fmla="*/ 8 h 1128"/>
                <a:gd name="T16" fmla="*/ 0 w 433"/>
                <a:gd name="T17" fmla="*/ 9 h 1128"/>
                <a:gd name="T18" fmla="*/ 0 w 433"/>
                <a:gd name="T19" fmla="*/ 10 h 1128"/>
                <a:gd name="T20" fmla="*/ 0 w 433"/>
                <a:gd name="T21" fmla="*/ 10 h 1128"/>
                <a:gd name="T22" fmla="*/ 1 w 433"/>
                <a:gd name="T23" fmla="*/ 11 h 1128"/>
                <a:gd name="T24" fmla="*/ 1 w 433"/>
                <a:gd name="T25" fmla="*/ 13 h 1128"/>
                <a:gd name="T26" fmla="*/ 2 w 433"/>
                <a:gd name="T27" fmla="*/ 14 h 1128"/>
                <a:gd name="T28" fmla="*/ 3 w 433"/>
                <a:gd name="T29" fmla="*/ 16 h 1128"/>
                <a:gd name="T30" fmla="*/ 3 w 433"/>
                <a:gd name="T31" fmla="*/ 17 h 1128"/>
                <a:gd name="T32" fmla="*/ 4 w 433"/>
                <a:gd name="T33" fmla="*/ 18 h 1128"/>
                <a:gd name="T34" fmla="*/ 5 w 433"/>
                <a:gd name="T35" fmla="*/ 17 h 1128"/>
                <a:gd name="T36" fmla="*/ 6 w 433"/>
                <a:gd name="T37" fmla="*/ 17 h 1128"/>
                <a:gd name="T38" fmla="*/ 6 w 433"/>
                <a:gd name="T39" fmla="*/ 17 h 1128"/>
                <a:gd name="T40" fmla="*/ 6 w 433"/>
                <a:gd name="T41" fmla="*/ 17 h 1128"/>
                <a:gd name="T42" fmla="*/ 6 w 433"/>
                <a:gd name="T43" fmla="*/ 16 h 1128"/>
                <a:gd name="T44" fmla="*/ 6 w 433"/>
                <a:gd name="T45" fmla="*/ 16 h 1128"/>
                <a:gd name="T46" fmla="*/ 5 w 433"/>
                <a:gd name="T47" fmla="*/ 15 h 1128"/>
                <a:gd name="T48" fmla="*/ 5 w 433"/>
                <a:gd name="T49" fmla="*/ 14 h 1128"/>
                <a:gd name="T50" fmla="*/ 4 w 433"/>
                <a:gd name="T51" fmla="*/ 14 h 1128"/>
                <a:gd name="T52" fmla="*/ 4 w 433"/>
                <a:gd name="T53" fmla="*/ 13 h 1128"/>
                <a:gd name="T54" fmla="*/ 4 w 433"/>
                <a:gd name="T55" fmla="*/ 12 h 1128"/>
                <a:gd name="T56" fmla="*/ 3 w 433"/>
                <a:gd name="T57" fmla="*/ 12 h 1128"/>
                <a:gd name="T58" fmla="*/ 3 w 433"/>
                <a:gd name="T59" fmla="*/ 11 h 1128"/>
                <a:gd name="T60" fmla="*/ 3 w 433"/>
                <a:gd name="T61" fmla="*/ 10 h 1128"/>
                <a:gd name="T62" fmla="*/ 3 w 433"/>
                <a:gd name="T63" fmla="*/ 10 h 1128"/>
                <a:gd name="T64" fmla="*/ 3 w 433"/>
                <a:gd name="T65" fmla="*/ 9 h 1128"/>
                <a:gd name="T66" fmla="*/ 3 w 433"/>
                <a:gd name="T67" fmla="*/ 8 h 1128"/>
                <a:gd name="T68" fmla="*/ 2 w 433"/>
                <a:gd name="T69" fmla="*/ 7 h 1128"/>
                <a:gd name="T70" fmla="*/ 2 w 433"/>
                <a:gd name="T71" fmla="*/ 6 h 1128"/>
                <a:gd name="T72" fmla="*/ 2 w 433"/>
                <a:gd name="T73" fmla="*/ 5 h 1128"/>
                <a:gd name="T74" fmla="*/ 3 w 433"/>
                <a:gd name="T75" fmla="*/ 4 h 1128"/>
                <a:gd name="T76" fmla="*/ 3 w 433"/>
                <a:gd name="T77" fmla="*/ 3 h 1128"/>
                <a:gd name="T78" fmla="*/ 3 w 433"/>
                <a:gd name="T79" fmla="*/ 1 h 1128"/>
                <a:gd name="T80" fmla="*/ 3 w 433"/>
                <a:gd name="T81" fmla="*/ 1 h 1128"/>
                <a:gd name="T82" fmla="*/ 2 w 433"/>
                <a:gd name="T83" fmla="*/ 0 h 11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33"/>
                <a:gd name="T127" fmla="*/ 0 h 1128"/>
                <a:gd name="T128" fmla="*/ 433 w 433"/>
                <a:gd name="T129" fmla="*/ 1128 h 11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33" h="1128">
                  <a:moveTo>
                    <a:pt x="65" y="0"/>
                  </a:moveTo>
                  <a:lnTo>
                    <a:pt x="50" y="47"/>
                  </a:lnTo>
                  <a:lnTo>
                    <a:pt x="37" y="94"/>
                  </a:lnTo>
                  <a:lnTo>
                    <a:pt x="25" y="141"/>
                  </a:lnTo>
                  <a:lnTo>
                    <a:pt x="16" y="190"/>
                  </a:lnTo>
                  <a:lnTo>
                    <a:pt x="9" y="239"/>
                  </a:lnTo>
                  <a:lnTo>
                    <a:pt x="4" y="289"/>
                  </a:lnTo>
                  <a:lnTo>
                    <a:pt x="2" y="314"/>
                  </a:lnTo>
                  <a:lnTo>
                    <a:pt x="1" y="340"/>
                  </a:lnTo>
                  <a:lnTo>
                    <a:pt x="0" y="365"/>
                  </a:lnTo>
                  <a:lnTo>
                    <a:pt x="0" y="391"/>
                  </a:lnTo>
                  <a:lnTo>
                    <a:pt x="0" y="416"/>
                  </a:lnTo>
                  <a:lnTo>
                    <a:pt x="1" y="442"/>
                  </a:lnTo>
                  <a:lnTo>
                    <a:pt x="2" y="468"/>
                  </a:lnTo>
                  <a:lnTo>
                    <a:pt x="4" y="494"/>
                  </a:lnTo>
                  <a:lnTo>
                    <a:pt x="7" y="519"/>
                  </a:lnTo>
                  <a:lnTo>
                    <a:pt x="9" y="544"/>
                  </a:lnTo>
                  <a:lnTo>
                    <a:pt x="13" y="570"/>
                  </a:lnTo>
                  <a:lnTo>
                    <a:pt x="17" y="595"/>
                  </a:lnTo>
                  <a:lnTo>
                    <a:pt x="21" y="620"/>
                  </a:lnTo>
                  <a:lnTo>
                    <a:pt x="27" y="644"/>
                  </a:lnTo>
                  <a:lnTo>
                    <a:pt x="32" y="669"/>
                  </a:lnTo>
                  <a:lnTo>
                    <a:pt x="38" y="693"/>
                  </a:lnTo>
                  <a:lnTo>
                    <a:pt x="52" y="740"/>
                  </a:lnTo>
                  <a:lnTo>
                    <a:pt x="68" y="788"/>
                  </a:lnTo>
                  <a:lnTo>
                    <a:pt x="85" y="834"/>
                  </a:lnTo>
                  <a:lnTo>
                    <a:pt x="104" y="879"/>
                  </a:lnTo>
                  <a:lnTo>
                    <a:pt x="125" y="923"/>
                  </a:lnTo>
                  <a:lnTo>
                    <a:pt x="148" y="967"/>
                  </a:lnTo>
                  <a:lnTo>
                    <a:pt x="173" y="1008"/>
                  </a:lnTo>
                  <a:lnTo>
                    <a:pt x="199" y="1050"/>
                  </a:lnTo>
                  <a:lnTo>
                    <a:pt x="227" y="1089"/>
                  </a:lnTo>
                  <a:lnTo>
                    <a:pt x="257" y="1128"/>
                  </a:lnTo>
                  <a:lnTo>
                    <a:pt x="280" y="1123"/>
                  </a:lnTo>
                  <a:lnTo>
                    <a:pt x="303" y="1119"/>
                  </a:lnTo>
                  <a:lnTo>
                    <a:pt x="325" y="1115"/>
                  </a:lnTo>
                  <a:lnTo>
                    <a:pt x="347" y="1111"/>
                  </a:lnTo>
                  <a:lnTo>
                    <a:pt x="370" y="1106"/>
                  </a:lnTo>
                  <a:lnTo>
                    <a:pt x="391" y="1102"/>
                  </a:lnTo>
                  <a:lnTo>
                    <a:pt x="413" y="1096"/>
                  </a:lnTo>
                  <a:lnTo>
                    <a:pt x="433" y="1091"/>
                  </a:lnTo>
                  <a:lnTo>
                    <a:pt x="418" y="1074"/>
                  </a:lnTo>
                  <a:lnTo>
                    <a:pt x="402" y="1056"/>
                  </a:lnTo>
                  <a:lnTo>
                    <a:pt x="387" y="1038"/>
                  </a:lnTo>
                  <a:lnTo>
                    <a:pt x="372" y="1020"/>
                  </a:lnTo>
                  <a:lnTo>
                    <a:pt x="359" y="1001"/>
                  </a:lnTo>
                  <a:lnTo>
                    <a:pt x="344" y="981"/>
                  </a:lnTo>
                  <a:lnTo>
                    <a:pt x="331" y="962"/>
                  </a:lnTo>
                  <a:lnTo>
                    <a:pt x="318" y="942"/>
                  </a:lnTo>
                  <a:lnTo>
                    <a:pt x="306" y="922"/>
                  </a:lnTo>
                  <a:lnTo>
                    <a:pt x="293" y="901"/>
                  </a:lnTo>
                  <a:lnTo>
                    <a:pt x="282" y="882"/>
                  </a:lnTo>
                  <a:lnTo>
                    <a:pt x="270" y="860"/>
                  </a:lnTo>
                  <a:lnTo>
                    <a:pt x="260" y="839"/>
                  </a:lnTo>
                  <a:lnTo>
                    <a:pt x="250" y="817"/>
                  </a:lnTo>
                  <a:lnTo>
                    <a:pt x="240" y="795"/>
                  </a:lnTo>
                  <a:lnTo>
                    <a:pt x="231" y="774"/>
                  </a:lnTo>
                  <a:lnTo>
                    <a:pt x="223" y="751"/>
                  </a:lnTo>
                  <a:lnTo>
                    <a:pt x="214" y="729"/>
                  </a:lnTo>
                  <a:lnTo>
                    <a:pt x="207" y="706"/>
                  </a:lnTo>
                  <a:lnTo>
                    <a:pt x="200" y="682"/>
                  </a:lnTo>
                  <a:lnTo>
                    <a:pt x="194" y="659"/>
                  </a:lnTo>
                  <a:lnTo>
                    <a:pt x="187" y="636"/>
                  </a:lnTo>
                  <a:lnTo>
                    <a:pt x="181" y="613"/>
                  </a:lnTo>
                  <a:lnTo>
                    <a:pt x="177" y="589"/>
                  </a:lnTo>
                  <a:lnTo>
                    <a:pt x="172" y="564"/>
                  </a:lnTo>
                  <a:lnTo>
                    <a:pt x="169" y="540"/>
                  </a:lnTo>
                  <a:lnTo>
                    <a:pt x="166" y="515"/>
                  </a:lnTo>
                  <a:lnTo>
                    <a:pt x="162" y="491"/>
                  </a:lnTo>
                  <a:lnTo>
                    <a:pt x="160" y="466"/>
                  </a:lnTo>
                  <a:lnTo>
                    <a:pt x="158" y="441"/>
                  </a:lnTo>
                  <a:lnTo>
                    <a:pt x="158" y="415"/>
                  </a:lnTo>
                  <a:lnTo>
                    <a:pt x="157" y="391"/>
                  </a:lnTo>
                  <a:lnTo>
                    <a:pt x="158" y="347"/>
                  </a:lnTo>
                  <a:lnTo>
                    <a:pt x="161" y="304"/>
                  </a:lnTo>
                  <a:lnTo>
                    <a:pt x="166" y="262"/>
                  </a:lnTo>
                  <a:lnTo>
                    <a:pt x="172" y="219"/>
                  </a:lnTo>
                  <a:lnTo>
                    <a:pt x="179" y="179"/>
                  </a:lnTo>
                  <a:lnTo>
                    <a:pt x="189" y="137"/>
                  </a:lnTo>
                  <a:lnTo>
                    <a:pt x="200" y="98"/>
                  </a:lnTo>
                  <a:lnTo>
                    <a:pt x="212" y="58"/>
                  </a:lnTo>
                  <a:lnTo>
                    <a:pt x="177" y="43"/>
                  </a:lnTo>
                  <a:lnTo>
                    <a:pt x="141" y="28"/>
                  </a:lnTo>
                  <a:lnTo>
                    <a:pt x="103" y="15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A1C1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9" name="Freeform 304"/>
            <p:cNvSpPr>
              <a:spLocks/>
            </p:cNvSpPr>
            <p:nvPr/>
          </p:nvSpPr>
          <p:spPr bwMode="auto">
            <a:xfrm>
              <a:off x="935" y="1666"/>
              <a:ext cx="55" cy="136"/>
            </a:xfrm>
            <a:custGeom>
              <a:avLst/>
              <a:gdLst>
                <a:gd name="T0" fmla="*/ 1 w 441"/>
                <a:gd name="T1" fmla="*/ 1 h 1083"/>
                <a:gd name="T2" fmla="*/ 0 w 441"/>
                <a:gd name="T3" fmla="*/ 2 h 1083"/>
                <a:gd name="T4" fmla="*/ 0 w 441"/>
                <a:gd name="T5" fmla="*/ 4 h 1083"/>
                <a:gd name="T6" fmla="*/ 0 w 441"/>
                <a:gd name="T7" fmla="*/ 5 h 1083"/>
                <a:gd name="T8" fmla="*/ 0 w 441"/>
                <a:gd name="T9" fmla="*/ 6 h 1083"/>
                <a:gd name="T10" fmla="*/ 0 w 441"/>
                <a:gd name="T11" fmla="*/ 7 h 1083"/>
                <a:gd name="T12" fmla="*/ 0 w 441"/>
                <a:gd name="T13" fmla="*/ 8 h 1083"/>
                <a:gd name="T14" fmla="*/ 0 w 441"/>
                <a:gd name="T15" fmla="*/ 9 h 1083"/>
                <a:gd name="T16" fmla="*/ 0 w 441"/>
                <a:gd name="T17" fmla="*/ 9 h 1083"/>
                <a:gd name="T18" fmla="*/ 0 w 441"/>
                <a:gd name="T19" fmla="*/ 10 h 1083"/>
                <a:gd name="T20" fmla="*/ 1 w 441"/>
                <a:gd name="T21" fmla="*/ 11 h 1083"/>
                <a:gd name="T22" fmla="*/ 1 w 441"/>
                <a:gd name="T23" fmla="*/ 12 h 1083"/>
                <a:gd name="T24" fmla="*/ 1 w 441"/>
                <a:gd name="T25" fmla="*/ 12 h 1083"/>
                <a:gd name="T26" fmla="*/ 1 w 441"/>
                <a:gd name="T27" fmla="*/ 13 h 1083"/>
                <a:gd name="T28" fmla="*/ 2 w 441"/>
                <a:gd name="T29" fmla="*/ 14 h 1083"/>
                <a:gd name="T30" fmla="*/ 3 w 441"/>
                <a:gd name="T31" fmla="*/ 15 h 1083"/>
                <a:gd name="T32" fmla="*/ 4 w 441"/>
                <a:gd name="T33" fmla="*/ 16 h 1083"/>
                <a:gd name="T34" fmla="*/ 4 w 441"/>
                <a:gd name="T35" fmla="*/ 17 h 1083"/>
                <a:gd name="T36" fmla="*/ 5 w 441"/>
                <a:gd name="T37" fmla="*/ 17 h 1083"/>
                <a:gd name="T38" fmla="*/ 6 w 441"/>
                <a:gd name="T39" fmla="*/ 17 h 1083"/>
                <a:gd name="T40" fmla="*/ 7 w 441"/>
                <a:gd name="T41" fmla="*/ 16 h 1083"/>
                <a:gd name="T42" fmla="*/ 7 w 441"/>
                <a:gd name="T43" fmla="*/ 16 h 1083"/>
                <a:gd name="T44" fmla="*/ 6 w 441"/>
                <a:gd name="T45" fmla="*/ 16 h 1083"/>
                <a:gd name="T46" fmla="*/ 6 w 441"/>
                <a:gd name="T47" fmla="*/ 15 h 1083"/>
                <a:gd name="T48" fmla="*/ 5 w 441"/>
                <a:gd name="T49" fmla="*/ 14 h 1083"/>
                <a:gd name="T50" fmla="*/ 5 w 441"/>
                <a:gd name="T51" fmla="*/ 14 h 1083"/>
                <a:gd name="T52" fmla="*/ 4 w 441"/>
                <a:gd name="T53" fmla="*/ 13 h 1083"/>
                <a:gd name="T54" fmla="*/ 4 w 441"/>
                <a:gd name="T55" fmla="*/ 13 h 1083"/>
                <a:gd name="T56" fmla="*/ 4 w 441"/>
                <a:gd name="T57" fmla="*/ 12 h 1083"/>
                <a:gd name="T58" fmla="*/ 3 w 441"/>
                <a:gd name="T59" fmla="*/ 11 h 1083"/>
                <a:gd name="T60" fmla="*/ 3 w 441"/>
                <a:gd name="T61" fmla="*/ 11 h 1083"/>
                <a:gd name="T62" fmla="*/ 3 w 441"/>
                <a:gd name="T63" fmla="*/ 10 h 1083"/>
                <a:gd name="T64" fmla="*/ 3 w 441"/>
                <a:gd name="T65" fmla="*/ 9 h 1083"/>
                <a:gd name="T66" fmla="*/ 3 w 441"/>
                <a:gd name="T67" fmla="*/ 8 h 1083"/>
                <a:gd name="T68" fmla="*/ 3 w 441"/>
                <a:gd name="T69" fmla="*/ 8 h 1083"/>
                <a:gd name="T70" fmla="*/ 2 w 441"/>
                <a:gd name="T71" fmla="*/ 7 h 1083"/>
                <a:gd name="T72" fmla="*/ 2 w 441"/>
                <a:gd name="T73" fmla="*/ 6 h 1083"/>
                <a:gd name="T74" fmla="*/ 2 w 441"/>
                <a:gd name="T75" fmla="*/ 5 h 1083"/>
                <a:gd name="T76" fmla="*/ 3 w 441"/>
                <a:gd name="T77" fmla="*/ 4 h 1083"/>
                <a:gd name="T78" fmla="*/ 3 w 441"/>
                <a:gd name="T79" fmla="*/ 3 h 1083"/>
                <a:gd name="T80" fmla="*/ 3 w 441"/>
                <a:gd name="T81" fmla="*/ 2 h 1083"/>
                <a:gd name="T82" fmla="*/ 3 w 441"/>
                <a:gd name="T83" fmla="*/ 1 h 1083"/>
                <a:gd name="T84" fmla="*/ 1 w 441"/>
                <a:gd name="T85" fmla="*/ 0 h 108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41"/>
                <a:gd name="T130" fmla="*/ 0 h 1083"/>
                <a:gd name="T131" fmla="*/ 441 w 441"/>
                <a:gd name="T132" fmla="*/ 1083 h 108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41" h="1083">
                  <a:moveTo>
                    <a:pt x="62" y="0"/>
                  </a:moveTo>
                  <a:lnTo>
                    <a:pt x="47" y="43"/>
                  </a:lnTo>
                  <a:lnTo>
                    <a:pt x="35" y="86"/>
                  </a:lnTo>
                  <a:lnTo>
                    <a:pt x="24" y="131"/>
                  </a:lnTo>
                  <a:lnTo>
                    <a:pt x="16" y="177"/>
                  </a:lnTo>
                  <a:lnTo>
                    <a:pt x="10" y="222"/>
                  </a:lnTo>
                  <a:lnTo>
                    <a:pt x="5" y="268"/>
                  </a:lnTo>
                  <a:lnTo>
                    <a:pt x="1" y="315"/>
                  </a:lnTo>
                  <a:lnTo>
                    <a:pt x="0" y="363"/>
                  </a:lnTo>
                  <a:lnTo>
                    <a:pt x="0" y="388"/>
                  </a:lnTo>
                  <a:lnTo>
                    <a:pt x="1" y="413"/>
                  </a:lnTo>
                  <a:lnTo>
                    <a:pt x="4" y="439"/>
                  </a:lnTo>
                  <a:lnTo>
                    <a:pt x="6" y="464"/>
                  </a:lnTo>
                  <a:lnTo>
                    <a:pt x="8" y="490"/>
                  </a:lnTo>
                  <a:lnTo>
                    <a:pt x="11" y="515"/>
                  </a:lnTo>
                  <a:lnTo>
                    <a:pt x="15" y="539"/>
                  </a:lnTo>
                  <a:lnTo>
                    <a:pt x="19" y="564"/>
                  </a:lnTo>
                  <a:lnTo>
                    <a:pt x="23" y="589"/>
                  </a:lnTo>
                  <a:lnTo>
                    <a:pt x="28" y="613"/>
                  </a:lnTo>
                  <a:lnTo>
                    <a:pt x="35" y="637"/>
                  </a:lnTo>
                  <a:lnTo>
                    <a:pt x="41" y="660"/>
                  </a:lnTo>
                  <a:lnTo>
                    <a:pt x="48" y="684"/>
                  </a:lnTo>
                  <a:lnTo>
                    <a:pt x="55" y="707"/>
                  </a:lnTo>
                  <a:lnTo>
                    <a:pt x="63" y="731"/>
                  </a:lnTo>
                  <a:lnTo>
                    <a:pt x="72" y="754"/>
                  </a:lnTo>
                  <a:lnTo>
                    <a:pt x="80" y="776"/>
                  </a:lnTo>
                  <a:lnTo>
                    <a:pt x="90" y="798"/>
                  </a:lnTo>
                  <a:lnTo>
                    <a:pt x="100" y="820"/>
                  </a:lnTo>
                  <a:lnTo>
                    <a:pt x="109" y="843"/>
                  </a:lnTo>
                  <a:lnTo>
                    <a:pt x="132" y="886"/>
                  </a:lnTo>
                  <a:lnTo>
                    <a:pt x="155" y="927"/>
                  </a:lnTo>
                  <a:lnTo>
                    <a:pt x="181" y="969"/>
                  </a:lnTo>
                  <a:lnTo>
                    <a:pt x="208" y="1008"/>
                  </a:lnTo>
                  <a:lnTo>
                    <a:pt x="237" y="1047"/>
                  </a:lnTo>
                  <a:lnTo>
                    <a:pt x="267" y="1083"/>
                  </a:lnTo>
                  <a:lnTo>
                    <a:pt x="291" y="1079"/>
                  </a:lnTo>
                  <a:lnTo>
                    <a:pt x="314" y="1074"/>
                  </a:lnTo>
                  <a:lnTo>
                    <a:pt x="336" y="1068"/>
                  </a:lnTo>
                  <a:lnTo>
                    <a:pt x="357" y="1062"/>
                  </a:lnTo>
                  <a:lnTo>
                    <a:pt x="379" y="1057"/>
                  </a:lnTo>
                  <a:lnTo>
                    <a:pt x="400" y="1051"/>
                  </a:lnTo>
                  <a:lnTo>
                    <a:pt x="422" y="1045"/>
                  </a:lnTo>
                  <a:lnTo>
                    <a:pt x="441" y="1038"/>
                  </a:lnTo>
                  <a:lnTo>
                    <a:pt x="426" y="1022"/>
                  </a:lnTo>
                  <a:lnTo>
                    <a:pt x="409" y="1005"/>
                  </a:lnTo>
                  <a:lnTo>
                    <a:pt x="395" y="988"/>
                  </a:lnTo>
                  <a:lnTo>
                    <a:pt x="379" y="971"/>
                  </a:lnTo>
                  <a:lnTo>
                    <a:pt x="365" y="953"/>
                  </a:lnTo>
                  <a:lnTo>
                    <a:pt x="350" y="934"/>
                  </a:lnTo>
                  <a:lnTo>
                    <a:pt x="337" y="916"/>
                  </a:lnTo>
                  <a:lnTo>
                    <a:pt x="323" y="897"/>
                  </a:lnTo>
                  <a:lnTo>
                    <a:pt x="311" y="878"/>
                  </a:lnTo>
                  <a:lnTo>
                    <a:pt x="298" y="859"/>
                  </a:lnTo>
                  <a:lnTo>
                    <a:pt x="287" y="839"/>
                  </a:lnTo>
                  <a:lnTo>
                    <a:pt x="275" y="818"/>
                  </a:lnTo>
                  <a:lnTo>
                    <a:pt x="264" y="798"/>
                  </a:lnTo>
                  <a:lnTo>
                    <a:pt x="254" y="778"/>
                  </a:lnTo>
                  <a:lnTo>
                    <a:pt x="244" y="757"/>
                  </a:lnTo>
                  <a:lnTo>
                    <a:pt x="235" y="735"/>
                  </a:lnTo>
                  <a:lnTo>
                    <a:pt x="226" y="713"/>
                  </a:lnTo>
                  <a:lnTo>
                    <a:pt x="217" y="692"/>
                  </a:lnTo>
                  <a:lnTo>
                    <a:pt x="209" y="670"/>
                  </a:lnTo>
                  <a:lnTo>
                    <a:pt x="202" y="647"/>
                  </a:lnTo>
                  <a:lnTo>
                    <a:pt x="196" y="625"/>
                  </a:lnTo>
                  <a:lnTo>
                    <a:pt x="189" y="602"/>
                  </a:lnTo>
                  <a:lnTo>
                    <a:pt x="183" y="578"/>
                  </a:lnTo>
                  <a:lnTo>
                    <a:pt x="178" y="556"/>
                  </a:lnTo>
                  <a:lnTo>
                    <a:pt x="174" y="532"/>
                  </a:lnTo>
                  <a:lnTo>
                    <a:pt x="170" y="509"/>
                  </a:lnTo>
                  <a:lnTo>
                    <a:pt x="166" y="485"/>
                  </a:lnTo>
                  <a:lnTo>
                    <a:pt x="163" y="460"/>
                  </a:lnTo>
                  <a:lnTo>
                    <a:pt x="161" y="436"/>
                  </a:lnTo>
                  <a:lnTo>
                    <a:pt x="160" y="411"/>
                  </a:lnTo>
                  <a:lnTo>
                    <a:pt x="159" y="387"/>
                  </a:lnTo>
                  <a:lnTo>
                    <a:pt x="158" y="363"/>
                  </a:lnTo>
                  <a:lnTo>
                    <a:pt x="159" y="323"/>
                  </a:lnTo>
                  <a:lnTo>
                    <a:pt x="161" y="285"/>
                  </a:lnTo>
                  <a:lnTo>
                    <a:pt x="165" y="246"/>
                  </a:lnTo>
                  <a:lnTo>
                    <a:pt x="171" y="208"/>
                  </a:lnTo>
                  <a:lnTo>
                    <a:pt x="178" y="171"/>
                  </a:lnTo>
                  <a:lnTo>
                    <a:pt x="186" y="133"/>
                  </a:lnTo>
                  <a:lnTo>
                    <a:pt x="197" y="97"/>
                  </a:lnTo>
                  <a:lnTo>
                    <a:pt x="207" y="62"/>
                  </a:lnTo>
                  <a:lnTo>
                    <a:pt x="172" y="46"/>
                  </a:lnTo>
                  <a:lnTo>
                    <a:pt x="135" y="30"/>
                  </a:lnTo>
                  <a:lnTo>
                    <a:pt x="99" y="1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2C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0" name="Freeform 305"/>
            <p:cNvSpPr>
              <a:spLocks/>
            </p:cNvSpPr>
            <p:nvPr/>
          </p:nvSpPr>
          <p:spPr bwMode="auto">
            <a:xfrm>
              <a:off x="945" y="1670"/>
              <a:ext cx="55" cy="129"/>
            </a:xfrm>
            <a:custGeom>
              <a:avLst/>
              <a:gdLst>
                <a:gd name="T0" fmla="*/ 1 w 447"/>
                <a:gd name="T1" fmla="*/ 1 h 1033"/>
                <a:gd name="T2" fmla="*/ 0 w 447"/>
                <a:gd name="T3" fmla="*/ 2 h 1033"/>
                <a:gd name="T4" fmla="*/ 0 w 447"/>
                <a:gd name="T5" fmla="*/ 3 h 1033"/>
                <a:gd name="T6" fmla="*/ 0 w 447"/>
                <a:gd name="T7" fmla="*/ 4 h 1033"/>
                <a:gd name="T8" fmla="*/ 0 w 447"/>
                <a:gd name="T9" fmla="*/ 6 h 1033"/>
                <a:gd name="T10" fmla="*/ 0 w 447"/>
                <a:gd name="T11" fmla="*/ 6 h 1033"/>
                <a:gd name="T12" fmla="*/ 0 w 447"/>
                <a:gd name="T13" fmla="*/ 7 h 1033"/>
                <a:gd name="T14" fmla="*/ 0 w 447"/>
                <a:gd name="T15" fmla="*/ 8 h 1033"/>
                <a:gd name="T16" fmla="*/ 0 w 447"/>
                <a:gd name="T17" fmla="*/ 9 h 1033"/>
                <a:gd name="T18" fmla="*/ 0 w 447"/>
                <a:gd name="T19" fmla="*/ 9 h 1033"/>
                <a:gd name="T20" fmla="*/ 1 w 447"/>
                <a:gd name="T21" fmla="*/ 10 h 1033"/>
                <a:gd name="T22" fmla="*/ 1 w 447"/>
                <a:gd name="T23" fmla="*/ 11 h 1033"/>
                <a:gd name="T24" fmla="*/ 1 w 447"/>
                <a:gd name="T25" fmla="*/ 11 h 1033"/>
                <a:gd name="T26" fmla="*/ 2 w 447"/>
                <a:gd name="T27" fmla="*/ 12 h 1033"/>
                <a:gd name="T28" fmla="*/ 2 w 447"/>
                <a:gd name="T29" fmla="*/ 13 h 1033"/>
                <a:gd name="T30" fmla="*/ 2 w 447"/>
                <a:gd name="T31" fmla="*/ 13 h 1033"/>
                <a:gd name="T32" fmla="*/ 3 w 447"/>
                <a:gd name="T33" fmla="*/ 14 h 1033"/>
                <a:gd name="T34" fmla="*/ 3 w 447"/>
                <a:gd name="T35" fmla="*/ 15 h 1033"/>
                <a:gd name="T36" fmla="*/ 3 w 447"/>
                <a:gd name="T37" fmla="*/ 15 h 1033"/>
                <a:gd name="T38" fmla="*/ 4 w 447"/>
                <a:gd name="T39" fmla="*/ 16 h 1033"/>
                <a:gd name="T40" fmla="*/ 5 w 447"/>
                <a:gd name="T41" fmla="*/ 16 h 1033"/>
                <a:gd name="T42" fmla="*/ 5 w 447"/>
                <a:gd name="T43" fmla="*/ 16 h 1033"/>
                <a:gd name="T44" fmla="*/ 6 w 447"/>
                <a:gd name="T45" fmla="*/ 16 h 1033"/>
                <a:gd name="T46" fmla="*/ 7 w 447"/>
                <a:gd name="T47" fmla="*/ 15 h 1033"/>
                <a:gd name="T48" fmla="*/ 7 w 447"/>
                <a:gd name="T49" fmla="*/ 15 h 1033"/>
                <a:gd name="T50" fmla="*/ 6 w 447"/>
                <a:gd name="T51" fmla="*/ 14 h 1033"/>
                <a:gd name="T52" fmla="*/ 6 w 447"/>
                <a:gd name="T53" fmla="*/ 14 h 1033"/>
                <a:gd name="T54" fmla="*/ 5 w 447"/>
                <a:gd name="T55" fmla="*/ 13 h 1033"/>
                <a:gd name="T56" fmla="*/ 5 w 447"/>
                <a:gd name="T57" fmla="*/ 13 h 1033"/>
                <a:gd name="T58" fmla="*/ 4 w 447"/>
                <a:gd name="T59" fmla="*/ 12 h 1033"/>
                <a:gd name="T60" fmla="*/ 4 w 447"/>
                <a:gd name="T61" fmla="*/ 12 h 1033"/>
                <a:gd name="T62" fmla="*/ 4 w 447"/>
                <a:gd name="T63" fmla="*/ 11 h 1033"/>
                <a:gd name="T64" fmla="*/ 3 w 447"/>
                <a:gd name="T65" fmla="*/ 10 h 1033"/>
                <a:gd name="T66" fmla="*/ 3 w 447"/>
                <a:gd name="T67" fmla="*/ 10 h 1033"/>
                <a:gd name="T68" fmla="*/ 3 w 447"/>
                <a:gd name="T69" fmla="*/ 9 h 1033"/>
                <a:gd name="T70" fmla="*/ 3 w 447"/>
                <a:gd name="T71" fmla="*/ 8 h 1033"/>
                <a:gd name="T72" fmla="*/ 3 w 447"/>
                <a:gd name="T73" fmla="*/ 8 h 1033"/>
                <a:gd name="T74" fmla="*/ 2 w 447"/>
                <a:gd name="T75" fmla="*/ 7 h 1033"/>
                <a:gd name="T76" fmla="*/ 2 w 447"/>
                <a:gd name="T77" fmla="*/ 6 h 1033"/>
                <a:gd name="T78" fmla="*/ 2 w 447"/>
                <a:gd name="T79" fmla="*/ 5 h 1033"/>
                <a:gd name="T80" fmla="*/ 2 w 447"/>
                <a:gd name="T81" fmla="*/ 5 h 1033"/>
                <a:gd name="T82" fmla="*/ 2 w 447"/>
                <a:gd name="T83" fmla="*/ 4 h 1033"/>
                <a:gd name="T84" fmla="*/ 3 w 447"/>
                <a:gd name="T85" fmla="*/ 2 h 1033"/>
                <a:gd name="T86" fmla="*/ 3 w 447"/>
                <a:gd name="T87" fmla="*/ 1 h 1033"/>
                <a:gd name="T88" fmla="*/ 2 w 447"/>
                <a:gd name="T89" fmla="*/ 1 h 1033"/>
                <a:gd name="T90" fmla="*/ 1 w 447"/>
                <a:gd name="T91" fmla="*/ 0 h 103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47"/>
                <a:gd name="T139" fmla="*/ 0 h 1033"/>
                <a:gd name="T140" fmla="*/ 447 w 447"/>
                <a:gd name="T141" fmla="*/ 1033 h 103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47" h="1033">
                  <a:moveTo>
                    <a:pt x="55" y="0"/>
                  </a:moveTo>
                  <a:lnTo>
                    <a:pt x="43" y="40"/>
                  </a:lnTo>
                  <a:lnTo>
                    <a:pt x="32" y="79"/>
                  </a:lnTo>
                  <a:lnTo>
                    <a:pt x="22" y="121"/>
                  </a:lnTo>
                  <a:lnTo>
                    <a:pt x="15" y="161"/>
                  </a:lnTo>
                  <a:lnTo>
                    <a:pt x="9" y="204"/>
                  </a:lnTo>
                  <a:lnTo>
                    <a:pt x="4" y="246"/>
                  </a:lnTo>
                  <a:lnTo>
                    <a:pt x="1" y="289"/>
                  </a:lnTo>
                  <a:lnTo>
                    <a:pt x="0" y="333"/>
                  </a:lnTo>
                  <a:lnTo>
                    <a:pt x="1" y="357"/>
                  </a:lnTo>
                  <a:lnTo>
                    <a:pt x="1" y="383"/>
                  </a:lnTo>
                  <a:lnTo>
                    <a:pt x="3" y="408"/>
                  </a:lnTo>
                  <a:lnTo>
                    <a:pt x="5" y="433"/>
                  </a:lnTo>
                  <a:lnTo>
                    <a:pt x="8" y="457"/>
                  </a:lnTo>
                  <a:lnTo>
                    <a:pt x="12" y="482"/>
                  </a:lnTo>
                  <a:lnTo>
                    <a:pt x="15" y="506"/>
                  </a:lnTo>
                  <a:lnTo>
                    <a:pt x="20" y="531"/>
                  </a:lnTo>
                  <a:lnTo>
                    <a:pt x="24" y="555"/>
                  </a:lnTo>
                  <a:lnTo>
                    <a:pt x="30" y="578"/>
                  </a:lnTo>
                  <a:lnTo>
                    <a:pt x="36" y="601"/>
                  </a:lnTo>
                  <a:lnTo>
                    <a:pt x="43" y="624"/>
                  </a:lnTo>
                  <a:lnTo>
                    <a:pt x="50" y="648"/>
                  </a:lnTo>
                  <a:lnTo>
                    <a:pt x="57" y="671"/>
                  </a:lnTo>
                  <a:lnTo>
                    <a:pt x="66" y="693"/>
                  </a:lnTo>
                  <a:lnTo>
                    <a:pt x="74" y="716"/>
                  </a:lnTo>
                  <a:lnTo>
                    <a:pt x="83" y="737"/>
                  </a:lnTo>
                  <a:lnTo>
                    <a:pt x="93" y="759"/>
                  </a:lnTo>
                  <a:lnTo>
                    <a:pt x="103" y="781"/>
                  </a:lnTo>
                  <a:lnTo>
                    <a:pt x="113" y="802"/>
                  </a:lnTo>
                  <a:lnTo>
                    <a:pt x="125" y="824"/>
                  </a:lnTo>
                  <a:lnTo>
                    <a:pt x="136" y="843"/>
                  </a:lnTo>
                  <a:lnTo>
                    <a:pt x="149" y="864"/>
                  </a:lnTo>
                  <a:lnTo>
                    <a:pt x="161" y="884"/>
                  </a:lnTo>
                  <a:lnTo>
                    <a:pt x="174" y="904"/>
                  </a:lnTo>
                  <a:lnTo>
                    <a:pt x="187" y="923"/>
                  </a:lnTo>
                  <a:lnTo>
                    <a:pt x="202" y="943"/>
                  </a:lnTo>
                  <a:lnTo>
                    <a:pt x="215" y="962"/>
                  </a:lnTo>
                  <a:lnTo>
                    <a:pt x="230" y="980"/>
                  </a:lnTo>
                  <a:lnTo>
                    <a:pt x="245" y="998"/>
                  </a:lnTo>
                  <a:lnTo>
                    <a:pt x="261" y="1016"/>
                  </a:lnTo>
                  <a:lnTo>
                    <a:pt x="276" y="1033"/>
                  </a:lnTo>
                  <a:lnTo>
                    <a:pt x="299" y="1027"/>
                  </a:lnTo>
                  <a:lnTo>
                    <a:pt x="322" y="1021"/>
                  </a:lnTo>
                  <a:lnTo>
                    <a:pt x="344" y="1015"/>
                  </a:lnTo>
                  <a:lnTo>
                    <a:pt x="366" y="1007"/>
                  </a:lnTo>
                  <a:lnTo>
                    <a:pt x="386" y="1001"/>
                  </a:lnTo>
                  <a:lnTo>
                    <a:pt x="407" y="994"/>
                  </a:lnTo>
                  <a:lnTo>
                    <a:pt x="427" y="986"/>
                  </a:lnTo>
                  <a:lnTo>
                    <a:pt x="447" y="979"/>
                  </a:lnTo>
                  <a:lnTo>
                    <a:pt x="430" y="964"/>
                  </a:lnTo>
                  <a:lnTo>
                    <a:pt x="414" y="948"/>
                  </a:lnTo>
                  <a:lnTo>
                    <a:pt x="399" y="932"/>
                  </a:lnTo>
                  <a:lnTo>
                    <a:pt x="383" y="916"/>
                  </a:lnTo>
                  <a:lnTo>
                    <a:pt x="369" y="899"/>
                  </a:lnTo>
                  <a:lnTo>
                    <a:pt x="354" y="882"/>
                  </a:lnTo>
                  <a:lnTo>
                    <a:pt x="341" y="865"/>
                  </a:lnTo>
                  <a:lnTo>
                    <a:pt x="327" y="846"/>
                  </a:lnTo>
                  <a:lnTo>
                    <a:pt x="314" y="829"/>
                  </a:lnTo>
                  <a:lnTo>
                    <a:pt x="301" y="810"/>
                  </a:lnTo>
                  <a:lnTo>
                    <a:pt x="289" y="791"/>
                  </a:lnTo>
                  <a:lnTo>
                    <a:pt x="277" y="772"/>
                  </a:lnTo>
                  <a:lnTo>
                    <a:pt x="267" y="753"/>
                  </a:lnTo>
                  <a:lnTo>
                    <a:pt x="256" y="732"/>
                  </a:lnTo>
                  <a:lnTo>
                    <a:pt x="246" y="712"/>
                  </a:lnTo>
                  <a:lnTo>
                    <a:pt x="236" y="692"/>
                  </a:lnTo>
                  <a:lnTo>
                    <a:pt x="228" y="672"/>
                  </a:lnTo>
                  <a:lnTo>
                    <a:pt x="218" y="650"/>
                  </a:lnTo>
                  <a:lnTo>
                    <a:pt x="211" y="629"/>
                  </a:lnTo>
                  <a:lnTo>
                    <a:pt x="203" y="608"/>
                  </a:lnTo>
                  <a:lnTo>
                    <a:pt x="196" y="586"/>
                  </a:lnTo>
                  <a:lnTo>
                    <a:pt x="190" y="564"/>
                  </a:lnTo>
                  <a:lnTo>
                    <a:pt x="184" y="542"/>
                  </a:lnTo>
                  <a:lnTo>
                    <a:pt x="179" y="519"/>
                  </a:lnTo>
                  <a:lnTo>
                    <a:pt x="174" y="497"/>
                  </a:lnTo>
                  <a:lnTo>
                    <a:pt x="170" y="474"/>
                  </a:lnTo>
                  <a:lnTo>
                    <a:pt x="166" y="451"/>
                  </a:lnTo>
                  <a:lnTo>
                    <a:pt x="163" y="427"/>
                  </a:lnTo>
                  <a:lnTo>
                    <a:pt x="161" y="404"/>
                  </a:lnTo>
                  <a:lnTo>
                    <a:pt x="160" y="380"/>
                  </a:lnTo>
                  <a:lnTo>
                    <a:pt x="159" y="356"/>
                  </a:lnTo>
                  <a:lnTo>
                    <a:pt x="159" y="333"/>
                  </a:lnTo>
                  <a:lnTo>
                    <a:pt x="159" y="297"/>
                  </a:lnTo>
                  <a:lnTo>
                    <a:pt x="161" y="263"/>
                  </a:lnTo>
                  <a:lnTo>
                    <a:pt x="164" y="229"/>
                  </a:lnTo>
                  <a:lnTo>
                    <a:pt x="169" y="196"/>
                  </a:lnTo>
                  <a:lnTo>
                    <a:pt x="176" y="162"/>
                  </a:lnTo>
                  <a:lnTo>
                    <a:pt x="183" y="129"/>
                  </a:lnTo>
                  <a:lnTo>
                    <a:pt x="191" y="97"/>
                  </a:lnTo>
                  <a:lnTo>
                    <a:pt x="201" y="65"/>
                  </a:lnTo>
                  <a:lnTo>
                    <a:pt x="165" y="48"/>
                  </a:lnTo>
                  <a:lnTo>
                    <a:pt x="130" y="33"/>
                  </a:lnTo>
                  <a:lnTo>
                    <a:pt x="93" y="1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A4C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1" name="Freeform 306"/>
            <p:cNvSpPr>
              <a:spLocks/>
            </p:cNvSpPr>
            <p:nvPr/>
          </p:nvSpPr>
          <p:spPr bwMode="auto">
            <a:xfrm>
              <a:off x="954" y="1674"/>
              <a:ext cx="56" cy="122"/>
            </a:xfrm>
            <a:custGeom>
              <a:avLst/>
              <a:gdLst>
                <a:gd name="T0" fmla="*/ 1 w 447"/>
                <a:gd name="T1" fmla="*/ 1 h 976"/>
                <a:gd name="T2" fmla="*/ 0 w 447"/>
                <a:gd name="T3" fmla="*/ 2 h 976"/>
                <a:gd name="T4" fmla="*/ 0 w 447"/>
                <a:gd name="T5" fmla="*/ 3 h 976"/>
                <a:gd name="T6" fmla="*/ 0 w 447"/>
                <a:gd name="T7" fmla="*/ 4 h 976"/>
                <a:gd name="T8" fmla="*/ 0 w 447"/>
                <a:gd name="T9" fmla="*/ 5 h 976"/>
                <a:gd name="T10" fmla="*/ 0 w 447"/>
                <a:gd name="T11" fmla="*/ 6 h 976"/>
                <a:gd name="T12" fmla="*/ 0 w 447"/>
                <a:gd name="T13" fmla="*/ 7 h 976"/>
                <a:gd name="T14" fmla="*/ 0 w 447"/>
                <a:gd name="T15" fmla="*/ 7 h 976"/>
                <a:gd name="T16" fmla="*/ 0 w 447"/>
                <a:gd name="T17" fmla="*/ 8 h 976"/>
                <a:gd name="T18" fmla="*/ 1 w 447"/>
                <a:gd name="T19" fmla="*/ 9 h 976"/>
                <a:gd name="T20" fmla="*/ 1 w 447"/>
                <a:gd name="T21" fmla="*/ 10 h 976"/>
                <a:gd name="T22" fmla="*/ 1 w 447"/>
                <a:gd name="T23" fmla="*/ 10 h 976"/>
                <a:gd name="T24" fmla="*/ 1 w 447"/>
                <a:gd name="T25" fmla="*/ 11 h 976"/>
                <a:gd name="T26" fmla="*/ 2 w 447"/>
                <a:gd name="T27" fmla="*/ 12 h 976"/>
                <a:gd name="T28" fmla="*/ 2 w 447"/>
                <a:gd name="T29" fmla="*/ 12 h 976"/>
                <a:gd name="T30" fmla="*/ 2 w 447"/>
                <a:gd name="T31" fmla="*/ 13 h 976"/>
                <a:gd name="T32" fmla="*/ 3 w 447"/>
                <a:gd name="T33" fmla="*/ 13 h 976"/>
                <a:gd name="T34" fmla="*/ 3 w 447"/>
                <a:gd name="T35" fmla="*/ 14 h 976"/>
                <a:gd name="T36" fmla="*/ 4 w 447"/>
                <a:gd name="T37" fmla="*/ 15 h 976"/>
                <a:gd name="T38" fmla="*/ 4 w 447"/>
                <a:gd name="T39" fmla="*/ 15 h 976"/>
                <a:gd name="T40" fmla="*/ 5 w 447"/>
                <a:gd name="T41" fmla="*/ 15 h 976"/>
                <a:gd name="T42" fmla="*/ 6 w 447"/>
                <a:gd name="T43" fmla="*/ 15 h 976"/>
                <a:gd name="T44" fmla="*/ 6 w 447"/>
                <a:gd name="T45" fmla="*/ 15 h 976"/>
                <a:gd name="T46" fmla="*/ 7 w 447"/>
                <a:gd name="T47" fmla="*/ 14 h 976"/>
                <a:gd name="T48" fmla="*/ 7 w 447"/>
                <a:gd name="T49" fmla="*/ 14 h 976"/>
                <a:gd name="T50" fmla="*/ 6 w 447"/>
                <a:gd name="T51" fmla="*/ 14 h 976"/>
                <a:gd name="T52" fmla="*/ 6 w 447"/>
                <a:gd name="T53" fmla="*/ 13 h 976"/>
                <a:gd name="T54" fmla="*/ 5 w 447"/>
                <a:gd name="T55" fmla="*/ 13 h 976"/>
                <a:gd name="T56" fmla="*/ 5 w 447"/>
                <a:gd name="T57" fmla="*/ 12 h 976"/>
                <a:gd name="T58" fmla="*/ 5 w 447"/>
                <a:gd name="T59" fmla="*/ 12 h 976"/>
                <a:gd name="T60" fmla="*/ 4 w 447"/>
                <a:gd name="T61" fmla="*/ 11 h 976"/>
                <a:gd name="T62" fmla="*/ 4 w 447"/>
                <a:gd name="T63" fmla="*/ 10 h 976"/>
                <a:gd name="T64" fmla="*/ 4 w 447"/>
                <a:gd name="T65" fmla="*/ 10 h 976"/>
                <a:gd name="T66" fmla="*/ 3 w 447"/>
                <a:gd name="T67" fmla="*/ 9 h 976"/>
                <a:gd name="T68" fmla="*/ 3 w 447"/>
                <a:gd name="T69" fmla="*/ 9 h 976"/>
                <a:gd name="T70" fmla="*/ 3 w 447"/>
                <a:gd name="T71" fmla="*/ 8 h 976"/>
                <a:gd name="T72" fmla="*/ 3 w 447"/>
                <a:gd name="T73" fmla="*/ 7 h 976"/>
                <a:gd name="T74" fmla="*/ 3 w 447"/>
                <a:gd name="T75" fmla="*/ 7 h 976"/>
                <a:gd name="T76" fmla="*/ 3 w 447"/>
                <a:gd name="T77" fmla="*/ 6 h 976"/>
                <a:gd name="T78" fmla="*/ 3 w 447"/>
                <a:gd name="T79" fmla="*/ 5 h 976"/>
                <a:gd name="T80" fmla="*/ 3 w 447"/>
                <a:gd name="T81" fmla="*/ 4 h 976"/>
                <a:gd name="T82" fmla="*/ 3 w 447"/>
                <a:gd name="T83" fmla="*/ 3 h 976"/>
                <a:gd name="T84" fmla="*/ 3 w 447"/>
                <a:gd name="T85" fmla="*/ 2 h 976"/>
                <a:gd name="T86" fmla="*/ 3 w 447"/>
                <a:gd name="T87" fmla="*/ 2 h 976"/>
                <a:gd name="T88" fmla="*/ 3 w 447"/>
                <a:gd name="T89" fmla="*/ 1 h 976"/>
                <a:gd name="T90" fmla="*/ 1 w 447"/>
                <a:gd name="T91" fmla="*/ 0 h 97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47"/>
                <a:gd name="T139" fmla="*/ 0 h 976"/>
                <a:gd name="T140" fmla="*/ 447 w 447"/>
                <a:gd name="T141" fmla="*/ 976 h 97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47" h="976">
                  <a:moveTo>
                    <a:pt x="49" y="0"/>
                  </a:moveTo>
                  <a:lnTo>
                    <a:pt x="39" y="35"/>
                  </a:lnTo>
                  <a:lnTo>
                    <a:pt x="28" y="71"/>
                  </a:lnTo>
                  <a:lnTo>
                    <a:pt x="20" y="109"/>
                  </a:lnTo>
                  <a:lnTo>
                    <a:pt x="13" y="146"/>
                  </a:lnTo>
                  <a:lnTo>
                    <a:pt x="7" y="184"/>
                  </a:lnTo>
                  <a:lnTo>
                    <a:pt x="3" y="223"/>
                  </a:lnTo>
                  <a:lnTo>
                    <a:pt x="1" y="261"/>
                  </a:lnTo>
                  <a:lnTo>
                    <a:pt x="0" y="301"/>
                  </a:lnTo>
                  <a:lnTo>
                    <a:pt x="1" y="325"/>
                  </a:lnTo>
                  <a:lnTo>
                    <a:pt x="2" y="349"/>
                  </a:lnTo>
                  <a:lnTo>
                    <a:pt x="3" y="374"/>
                  </a:lnTo>
                  <a:lnTo>
                    <a:pt x="5" y="398"/>
                  </a:lnTo>
                  <a:lnTo>
                    <a:pt x="8" y="423"/>
                  </a:lnTo>
                  <a:lnTo>
                    <a:pt x="12" y="447"/>
                  </a:lnTo>
                  <a:lnTo>
                    <a:pt x="16" y="470"/>
                  </a:lnTo>
                  <a:lnTo>
                    <a:pt x="20" y="494"/>
                  </a:lnTo>
                  <a:lnTo>
                    <a:pt x="25" y="516"/>
                  </a:lnTo>
                  <a:lnTo>
                    <a:pt x="31" y="540"/>
                  </a:lnTo>
                  <a:lnTo>
                    <a:pt x="38" y="563"/>
                  </a:lnTo>
                  <a:lnTo>
                    <a:pt x="44" y="585"/>
                  </a:lnTo>
                  <a:lnTo>
                    <a:pt x="51" y="608"/>
                  </a:lnTo>
                  <a:lnTo>
                    <a:pt x="59" y="630"/>
                  </a:lnTo>
                  <a:lnTo>
                    <a:pt x="68" y="651"/>
                  </a:lnTo>
                  <a:lnTo>
                    <a:pt x="77" y="673"/>
                  </a:lnTo>
                  <a:lnTo>
                    <a:pt x="86" y="695"/>
                  </a:lnTo>
                  <a:lnTo>
                    <a:pt x="96" y="716"/>
                  </a:lnTo>
                  <a:lnTo>
                    <a:pt x="106" y="736"/>
                  </a:lnTo>
                  <a:lnTo>
                    <a:pt x="117" y="756"/>
                  </a:lnTo>
                  <a:lnTo>
                    <a:pt x="129" y="777"/>
                  </a:lnTo>
                  <a:lnTo>
                    <a:pt x="140" y="797"/>
                  </a:lnTo>
                  <a:lnTo>
                    <a:pt x="153" y="816"/>
                  </a:lnTo>
                  <a:lnTo>
                    <a:pt x="165" y="835"/>
                  </a:lnTo>
                  <a:lnTo>
                    <a:pt x="179" y="854"/>
                  </a:lnTo>
                  <a:lnTo>
                    <a:pt x="192" y="872"/>
                  </a:lnTo>
                  <a:lnTo>
                    <a:pt x="207" y="891"/>
                  </a:lnTo>
                  <a:lnTo>
                    <a:pt x="221" y="909"/>
                  </a:lnTo>
                  <a:lnTo>
                    <a:pt x="237" y="926"/>
                  </a:lnTo>
                  <a:lnTo>
                    <a:pt x="251" y="943"/>
                  </a:lnTo>
                  <a:lnTo>
                    <a:pt x="268" y="960"/>
                  </a:lnTo>
                  <a:lnTo>
                    <a:pt x="283" y="976"/>
                  </a:lnTo>
                  <a:lnTo>
                    <a:pt x="306" y="969"/>
                  </a:lnTo>
                  <a:lnTo>
                    <a:pt x="328" y="962"/>
                  </a:lnTo>
                  <a:lnTo>
                    <a:pt x="349" y="953"/>
                  </a:lnTo>
                  <a:lnTo>
                    <a:pt x="370" y="946"/>
                  </a:lnTo>
                  <a:lnTo>
                    <a:pt x="390" y="938"/>
                  </a:lnTo>
                  <a:lnTo>
                    <a:pt x="410" y="930"/>
                  </a:lnTo>
                  <a:lnTo>
                    <a:pt x="429" y="920"/>
                  </a:lnTo>
                  <a:lnTo>
                    <a:pt x="447" y="912"/>
                  </a:lnTo>
                  <a:lnTo>
                    <a:pt x="431" y="897"/>
                  </a:lnTo>
                  <a:lnTo>
                    <a:pt x="415" y="883"/>
                  </a:lnTo>
                  <a:lnTo>
                    <a:pt x="400" y="868"/>
                  </a:lnTo>
                  <a:lnTo>
                    <a:pt x="384" y="854"/>
                  </a:lnTo>
                  <a:lnTo>
                    <a:pt x="370" y="838"/>
                  </a:lnTo>
                  <a:lnTo>
                    <a:pt x="355" y="823"/>
                  </a:lnTo>
                  <a:lnTo>
                    <a:pt x="342" y="806"/>
                  </a:lnTo>
                  <a:lnTo>
                    <a:pt x="328" y="789"/>
                  </a:lnTo>
                  <a:lnTo>
                    <a:pt x="315" y="773"/>
                  </a:lnTo>
                  <a:lnTo>
                    <a:pt x="302" y="755"/>
                  </a:lnTo>
                  <a:lnTo>
                    <a:pt x="290" y="738"/>
                  </a:lnTo>
                  <a:lnTo>
                    <a:pt x="278" y="719"/>
                  </a:lnTo>
                  <a:lnTo>
                    <a:pt x="267" y="701"/>
                  </a:lnTo>
                  <a:lnTo>
                    <a:pt x="256" y="683"/>
                  </a:lnTo>
                  <a:lnTo>
                    <a:pt x="246" y="663"/>
                  </a:lnTo>
                  <a:lnTo>
                    <a:pt x="237" y="644"/>
                  </a:lnTo>
                  <a:lnTo>
                    <a:pt x="227" y="624"/>
                  </a:lnTo>
                  <a:lnTo>
                    <a:pt x="219" y="605"/>
                  </a:lnTo>
                  <a:lnTo>
                    <a:pt x="211" y="584"/>
                  </a:lnTo>
                  <a:lnTo>
                    <a:pt x="204" y="564"/>
                  </a:lnTo>
                  <a:lnTo>
                    <a:pt x="196" y="543"/>
                  </a:lnTo>
                  <a:lnTo>
                    <a:pt x="190" y="522"/>
                  </a:lnTo>
                  <a:lnTo>
                    <a:pt x="184" y="501"/>
                  </a:lnTo>
                  <a:lnTo>
                    <a:pt x="179" y="479"/>
                  </a:lnTo>
                  <a:lnTo>
                    <a:pt x="175" y="457"/>
                  </a:lnTo>
                  <a:lnTo>
                    <a:pt x="170" y="435"/>
                  </a:lnTo>
                  <a:lnTo>
                    <a:pt x="166" y="414"/>
                  </a:lnTo>
                  <a:lnTo>
                    <a:pt x="164" y="392"/>
                  </a:lnTo>
                  <a:lnTo>
                    <a:pt x="162" y="369"/>
                  </a:lnTo>
                  <a:lnTo>
                    <a:pt x="160" y="346"/>
                  </a:lnTo>
                  <a:lnTo>
                    <a:pt x="159" y="323"/>
                  </a:lnTo>
                  <a:lnTo>
                    <a:pt x="159" y="301"/>
                  </a:lnTo>
                  <a:lnTo>
                    <a:pt x="159" y="270"/>
                  </a:lnTo>
                  <a:lnTo>
                    <a:pt x="161" y="240"/>
                  </a:lnTo>
                  <a:lnTo>
                    <a:pt x="164" y="211"/>
                  </a:lnTo>
                  <a:lnTo>
                    <a:pt x="167" y="182"/>
                  </a:lnTo>
                  <a:lnTo>
                    <a:pt x="172" y="153"/>
                  </a:lnTo>
                  <a:lnTo>
                    <a:pt x="179" y="125"/>
                  </a:lnTo>
                  <a:lnTo>
                    <a:pt x="185" y="97"/>
                  </a:lnTo>
                  <a:lnTo>
                    <a:pt x="193" y="69"/>
                  </a:lnTo>
                  <a:lnTo>
                    <a:pt x="159" y="51"/>
                  </a:lnTo>
                  <a:lnTo>
                    <a:pt x="123" y="34"/>
                  </a:lnTo>
                  <a:lnTo>
                    <a:pt x="86" y="1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7C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2" name="Freeform 307"/>
            <p:cNvSpPr>
              <a:spLocks/>
            </p:cNvSpPr>
            <p:nvPr/>
          </p:nvSpPr>
          <p:spPr bwMode="auto">
            <a:xfrm>
              <a:off x="964" y="1678"/>
              <a:ext cx="56" cy="114"/>
            </a:xfrm>
            <a:custGeom>
              <a:avLst/>
              <a:gdLst>
                <a:gd name="T0" fmla="*/ 1 w 441"/>
                <a:gd name="T1" fmla="*/ 0 h 914"/>
                <a:gd name="T2" fmla="*/ 0 w 441"/>
                <a:gd name="T3" fmla="*/ 1 h 914"/>
                <a:gd name="T4" fmla="*/ 0 w 441"/>
                <a:gd name="T5" fmla="*/ 2 h 914"/>
                <a:gd name="T6" fmla="*/ 0 w 441"/>
                <a:gd name="T7" fmla="*/ 4 h 914"/>
                <a:gd name="T8" fmla="*/ 0 w 441"/>
                <a:gd name="T9" fmla="*/ 4 h 914"/>
                <a:gd name="T10" fmla="*/ 0 w 441"/>
                <a:gd name="T11" fmla="*/ 5 h 914"/>
                <a:gd name="T12" fmla="*/ 0 w 441"/>
                <a:gd name="T13" fmla="*/ 6 h 914"/>
                <a:gd name="T14" fmla="*/ 0 w 441"/>
                <a:gd name="T15" fmla="*/ 7 h 914"/>
                <a:gd name="T16" fmla="*/ 0 w 441"/>
                <a:gd name="T17" fmla="*/ 7 h 914"/>
                <a:gd name="T18" fmla="*/ 1 w 441"/>
                <a:gd name="T19" fmla="*/ 8 h 914"/>
                <a:gd name="T20" fmla="*/ 1 w 441"/>
                <a:gd name="T21" fmla="*/ 9 h 914"/>
                <a:gd name="T22" fmla="*/ 1 w 441"/>
                <a:gd name="T23" fmla="*/ 9 h 914"/>
                <a:gd name="T24" fmla="*/ 1 w 441"/>
                <a:gd name="T25" fmla="*/ 10 h 914"/>
                <a:gd name="T26" fmla="*/ 2 w 441"/>
                <a:gd name="T27" fmla="*/ 11 h 914"/>
                <a:gd name="T28" fmla="*/ 2 w 441"/>
                <a:gd name="T29" fmla="*/ 11 h 914"/>
                <a:gd name="T30" fmla="*/ 3 w 441"/>
                <a:gd name="T31" fmla="*/ 12 h 914"/>
                <a:gd name="T32" fmla="*/ 3 w 441"/>
                <a:gd name="T33" fmla="*/ 12 h 914"/>
                <a:gd name="T34" fmla="*/ 3 w 441"/>
                <a:gd name="T35" fmla="*/ 13 h 914"/>
                <a:gd name="T36" fmla="*/ 4 w 441"/>
                <a:gd name="T37" fmla="*/ 13 h 914"/>
                <a:gd name="T38" fmla="*/ 4 w 441"/>
                <a:gd name="T39" fmla="*/ 14 h 914"/>
                <a:gd name="T40" fmla="*/ 5 w 441"/>
                <a:gd name="T41" fmla="*/ 14 h 914"/>
                <a:gd name="T42" fmla="*/ 6 w 441"/>
                <a:gd name="T43" fmla="*/ 13 h 914"/>
                <a:gd name="T44" fmla="*/ 7 w 441"/>
                <a:gd name="T45" fmla="*/ 13 h 914"/>
                <a:gd name="T46" fmla="*/ 7 w 441"/>
                <a:gd name="T47" fmla="*/ 13 h 914"/>
                <a:gd name="T48" fmla="*/ 6 w 441"/>
                <a:gd name="T49" fmla="*/ 12 h 914"/>
                <a:gd name="T50" fmla="*/ 6 w 441"/>
                <a:gd name="T51" fmla="*/ 12 h 914"/>
                <a:gd name="T52" fmla="*/ 5 w 441"/>
                <a:gd name="T53" fmla="*/ 11 h 914"/>
                <a:gd name="T54" fmla="*/ 5 w 441"/>
                <a:gd name="T55" fmla="*/ 11 h 914"/>
                <a:gd name="T56" fmla="*/ 5 w 441"/>
                <a:gd name="T57" fmla="*/ 11 h 914"/>
                <a:gd name="T58" fmla="*/ 4 w 441"/>
                <a:gd name="T59" fmla="*/ 10 h 914"/>
                <a:gd name="T60" fmla="*/ 4 w 441"/>
                <a:gd name="T61" fmla="*/ 9 h 914"/>
                <a:gd name="T62" fmla="*/ 4 w 441"/>
                <a:gd name="T63" fmla="*/ 9 h 914"/>
                <a:gd name="T64" fmla="*/ 3 w 441"/>
                <a:gd name="T65" fmla="*/ 8 h 914"/>
                <a:gd name="T66" fmla="*/ 3 w 441"/>
                <a:gd name="T67" fmla="*/ 8 h 914"/>
                <a:gd name="T68" fmla="*/ 3 w 441"/>
                <a:gd name="T69" fmla="*/ 7 h 914"/>
                <a:gd name="T70" fmla="*/ 3 w 441"/>
                <a:gd name="T71" fmla="*/ 6 h 914"/>
                <a:gd name="T72" fmla="*/ 3 w 441"/>
                <a:gd name="T73" fmla="*/ 6 h 914"/>
                <a:gd name="T74" fmla="*/ 3 w 441"/>
                <a:gd name="T75" fmla="*/ 5 h 914"/>
                <a:gd name="T76" fmla="*/ 3 w 441"/>
                <a:gd name="T77" fmla="*/ 4 h 914"/>
                <a:gd name="T78" fmla="*/ 3 w 441"/>
                <a:gd name="T79" fmla="*/ 4 h 914"/>
                <a:gd name="T80" fmla="*/ 3 w 441"/>
                <a:gd name="T81" fmla="*/ 3 h 914"/>
                <a:gd name="T82" fmla="*/ 3 w 441"/>
                <a:gd name="T83" fmla="*/ 2 h 914"/>
                <a:gd name="T84" fmla="*/ 3 w 441"/>
                <a:gd name="T85" fmla="*/ 1 h 914"/>
                <a:gd name="T86" fmla="*/ 2 w 441"/>
                <a:gd name="T87" fmla="*/ 1 h 914"/>
                <a:gd name="T88" fmla="*/ 1 w 441"/>
                <a:gd name="T89" fmla="*/ 0 h 91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41"/>
                <a:gd name="T136" fmla="*/ 0 h 914"/>
                <a:gd name="T137" fmla="*/ 441 w 441"/>
                <a:gd name="T138" fmla="*/ 914 h 91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41" h="914">
                  <a:moveTo>
                    <a:pt x="42" y="0"/>
                  </a:moveTo>
                  <a:lnTo>
                    <a:pt x="32" y="32"/>
                  </a:lnTo>
                  <a:lnTo>
                    <a:pt x="24" y="64"/>
                  </a:lnTo>
                  <a:lnTo>
                    <a:pt x="17" y="97"/>
                  </a:lnTo>
                  <a:lnTo>
                    <a:pt x="10" y="131"/>
                  </a:lnTo>
                  <a:lnTo>
                    <a:pt x="5" y="164"/>
                  </a:lnTo>
                  <a:lnTo>
                    <a:pt x="2" y="198"/>
                  </a:lnTo>
                  <a:lnTo>
                    <a:pt x="0" y="232"/>
                  </a:lnTo>
                  <a:lnTo>
                    <a:pt x="0" y="268"/>
                  </a:lnTo>
                  <a:lnTo>
                    <a:pt x="0" y="291"/>
                  </a:lnTo>
                  <a:lnTo>
                    <a:pt x="1" y="315"/>
                  </a:lnTo>
                  <a:lnTo>
                    <a:pt x="2" y="339"/>
                  </a:lnTo>
                  <a:lnTo>
                    <a:pt x="4" y="362"/>
                  </a:lnTo>
                  <a:lnTo>
                    <a:pt x="7" y="386"/>
                  </a:lnTo>
                  <a:lnTo>
                    <a:pt x="11" y="409"/>
                  </a:lnTo>
                  <a:lnTo>
                    <a:pt x="15" y="432"/>
                  </a:lnTo>
                  <a:lnTo>
                    <a:pt x="20" y="454"/>
                  </a:lnTo>
                  <a:lnTo>
                    <a:pt x="25" y="477"/>
                  </a:lnTo>
                  <a:lnTo>
                    <a:pt x="31" y="499"/>
                  </a:lnTo>
                  <a:lnTo>
                    <a:pt x="37" y="521"/>
                  </a:lnTo>
                  <a:lnTo>
                    <a:pt x="44" y="543"/>
                  </a:lnTo>
                  <a:lnTo>
                    <a:pt x="52" y="564"/>
                  </a:lnTo>
                  <a:lnTo>
                    <a:pt x="59" y="585"/>
                  </a:lnTo>
                  <a:lnTo>
                    <a:pt x="69" y="607"/>
                  </a:lnTo>
                  <a:lnTo>
                    <a:pt x="77" y="627"/>
                  </a:lnTo>
                  <a:lnTo>
                    <a:pt x="87" y="647"/>
                  </a:lnTo>
                  <a:lnTo>
                    <a:pt x="97" y="667"/>
                  </a:lnTo>
                  <a:lnTo>
                    <a:pt x="108" y="688"/>
                  </a:lnTo>
                  <a:lnTo>
                    <a:pt x="118" y="707"/>
                  </a:lnTo>
                  <a:lnTo>
                    <a:pt x="130" y="726"/>
                  </a:lnTo>
                  <a:lnTo>
                    <a:pt x="142" y="745"/>
                  </a:lnTo>
                  <a:lnTo>
                    <a:pt x="155" y="764"/>
                  </a:lnTo>
                  <a:lnTo>
                    <a:pt x="168" y="781"/>
                  </a:lnTo>
                  <a:lnTo>
                    <a:pt x="182" y="800"/>
                  </a:lnTo>
                  <a:lnTo>
                    <a:pt x="195" y="817"/>
                  </a:lnTo>
                  <a:lnTo>
                    <a:pt x="210" y="834"/>
                  </a:lnTo>
                  <a:lnTo>
                    <a:pt x="224" y="851"/>
                  </a:lnTo>
                  <a:lnTo>
                    <a:pt x="240" y="867"/>
                  </a:lnTo>
                  <a:lnTo>
                    <a:pt x="255" y="883"/>
                  </a:lnTo>
                  <a:lnTo>
                    <a:pt x="271" y="899"/>
                  </a:lnTo>
                  <a:lnTo>
                    <a:pt x="288" y="914"/>
                  </a:lnTo>
                  <a:lnTo>
                    <a:pt x="330" y="896"/>
                  </a:lnTo>
                  <a:lnTo>
                    <a:pt x="370" y="877"/>
                  </a:lnTo>
                  <a:lnTo>
                    <a:pt x="389" y="867"/>
                  </a:lnTo>
                  <a:lnTo>
                    <a:pt x="407" y="857"/>
                  </a:lnTo>
                  <a:lnTo>
                    <a:pt x="425" y="847"/>
                  </a:lnTo>
                  <a:lnTo>
                    <a:pt x="441" y="836"/>
                  </a:lnTo>
                  <a:lnTo>
                    <a:pt x="426" y="824"/>
                  </a:lnTo>
                  <a:lnTo>
                    <a:pt x="410" y="811"/>
                  </a:lnTo>
                  <a:lnTo>
                    <a:pt x="394" y="798"/>
                  </a:lnTo>
                  <a:lnTo>
                    <a:pt x="380" y="784"/>
                  </a:lnTo>
                  <a:lnTo>
                    <a:pt x="365" y="770"/>
                  </a:lnTo>
                  <a:lnTo>
                    <a:pt x="352" y="755"/>
                  </a:lnTo>
                  <a:lnTo>
                    <a:pt x="337" y="741"/>
                  </a:lnTo>
                  <a:lnTo>
                    <a:pt x="325" y="725"/>
                  </a:lnTo>
                  <a:lnTo>
                    <a:pt x="311" y="710"/>
                  </a:lnTo>
                  <a:lnTo>
                    <a:pt x="299" y="693"/>
                  </a:lnTo>
                  <a:lnTo>
                    <a:pt x="288" y="678"/>
                  </a:lnTo>
                  <a:lnTo>
                    <a:pt x="276" y="661"/>
                  </a:lnTo>
                  <a:lnTo>
                    <a:pt x="265" y="643"/>
                  </a:lnTo>
                  <a:lnTo>
                    <a:pt x="254" y="626"/>
                  </a:lnTo>
                  <a:lnTo>
                    <a:pt x="245" y="608"/>
                  </a:lnTo>
                  <a:lnTo>
                    <a:pt x="235" y="590"/>
                  </a:lnTo>
                  <a:lnTo>
                    <a:pt x="226" y="572"/>
                  </a:lnTo>
                  <a:lnTo>
                    <a:pt x="218" y="553"/>
                  </a:lnTo>
                  <a:lnTo>
                    <a:pt x="210" y="534"/>
                  </a:lnTo>
                  <a:lnTo>
                    <a:pt x="202" y="516"/>
                  </a:lnTo>
                  <a:lnTo>
                    <a:pt x="195" y="496"/>
                  </a:lnTo>
                  <a:lnTo>
                    <a:pt x="189" y="476"/>
                  </a:lnTo>
                  <a:lnTo>
                    <a:pt x="183" y="456"/>
                  </a:lnTo>
                  <a:lnTo>
                    <a:pt x="178" y="436"/>
                  </a:lnTo>
                  <a:lnTo>
                    <a:pt x="173" y="416"/>
                  </a:lnTo>
                  <a:lnTo>
                    <a:pt x="169" y="395"/>
                  </a:lnTo>
                  <a:lnTo>
                    <a:pt x="166" y="374"/>
                  </a:lnTo>
                  <a:lnTo>
                    <a:pt x="163" y="354"/>
                  </a:lnTo>
                  <a:lnTo>
                    <a:pt x="161" y="332"/>
                  </a:lnTo>
                  <a:lnTo>
                    <a:pt x="159" y="311"/>
                  </a:lnTo>
                  <a:lnTo>
                    <a:pt x="158" y="289"/>
                  </a:lnTo>
                  <a:lnTo>
                    <a:pt x="158" y="268"/>
                  </a:lnTo>
                  <a:lnTo>
                    <a:pt x="158" y="243"/>
                  </a:lnTo>
                  <a:lnTo>
                    <a:pt x="160" y="218"/>
                  </a:lnTo>
                  <a:lnTo>
                    <a:pt x="162" y="194"/>
                  </a:lnTo>
                  <a:lnTo>
                    <a:pt x="164" y="169"/>
                  </a:lnTo>
                  <a:lnTo>
                    <a:pt x="168" y="145"/>
                  </a:lnTo>
                  <a:lnTo>
                    <a:pt x="172" y="121"/>
                  </a:lnTo>
                  <a:lnTo>
                    <a:pt x="178" y="98"/>
                  </a:lnTo>
                  <a:lnTo>
                    <a:pt x="184" y="76"/>
                  </a:lnTo>
                  <a:lnTo>
                    <a:pt x="151" y="56"/>
                  </a:lnTo>
                  <a:lnTo>
                    <a:pt x="115" y="37"/>
                  </a:lnTo>
                  <a:lnTo>
                    <a:pt x="79" y="1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9C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3" name="Freeform 308"/>
            <p:cNvSpPr>
              <a:spLocks/>
            </p:cNvSpPr>
            <p:nvPr/>
          </p:nvSpPr>
          <p:spPr bwMode="auto">
            <a:xfrm>
              <a:off x="974" y="1683"/>
              <a:ext cx="54" cy="105"/>
            </a:xfrm>
            <a:custGeom>
              <a:avLst/>
              <a:gdLst>
                <a:gd name="T0" fmla="*/ 0 w 429"/>
                <a:gd name="T1" fmla="*/ 0 h 843"/>
                <a:gd name="T2" fmla="*/ 0 w 429"/>
                <a:gd name="T3" fmla="*/ 1 h 843"/>
                <a:gd name="T4" fmla="*/ 0 w 429"/>
                <a:gd name="T5" fmla="*/ 2 h 843"/>
                <a:gd name="T6" fmla="*/ 0 w 429"/>
                <a:gd name="T7" fmla="*/ 3 h 843"/>
                <a:gd name="T8" fmla="*/ 0 w 429"/>
                <a:gd name="T9" fmla="*/ 4 h 843"/>
                <a:gd name="T10" fmla="*/ 0 w 429"/>
                <a:gd name="T11" fmla="*/ 5 h 843"/>
                <a:gd name="T12" fmla="*/ 0 w 429"/>
                <a:gd name="T13" fmla="*/ 5 h 843"/>
                <a:gd name="T14" fmla="*/ 0 w 429"/>
                <a:gd name="T15" fmla="*/ 6 h 843"/>
                <a:gd name="T16" fmla="*/ 0 w 429"/>
                <a:gd name="T17" fmla="*/ 7 h 843"/>
                <a:gd name="T18" fmla="*/ 1 w 429"/>
                <a:gd name="T19" fmla="*/ 7 h 843"/>
                <a:gd name="T20" fmla="*/ 1 w 429"/>
                <a:gd name="T21" fmla="*/ 8 h 843"/>
                <a:gd name="T22" fmla="*/ 1 w 429"/>
                <a:gd name="T23" fmla="*/ 9 h 843"/>
                <a:gd name="T24" fmla="*/ 1 w 429"/>
                <a:gd name="T25" fmla="*/ 9 h 843"/>
                <a:gd name="T26" fmla="*/ 2 w 429"/>
                <a:gd name="T27" fmla="*/ 10 h 843"/>
                <a:gd name="T28" fmla="*/ 2 w 429"/>
                <a:gd name="T29" fmla="*/ 10 h 843"/>
                <a:gd name="T30" fmla="*/ 3 w 429"/>
                <a:gd name="T31" fmla="*/ 11 h 843"/>
                <a:gd name="T32" fmla="*/ 3 w 429"/>
                <a:gd name="T33" fmla="*/ 11 h 843"/>
                <a:gd name="T34" fmla="*/ 3 w 429"/>
                <a:gd name="T35" fmla="*/ 12 h 843"/>
                <a:gd name="T36" fmla="*/ 4 w 429"/>
                <a:gd name="T37" fmla="*/ 12 h 843"/>
                <a:gd name="T38" fmla="*/ 4 w 429"/>
                <a:gd name="T39" fmla="*/ 13 h 843"/>
                <a:gd name="T40" fmla="*/ 5 w 429"/>
                <a:gd name="T41" fmla="*/ 13 h 843"/>
                <a:gd name="T42" fmla="*/ 6 w 429"/>
                <a:gd name="T43" fmla="*/ 13 h 843"/>
                <a:gd name="T44" fmla="*/ 6 w 429"/>
                <a:gd name="T45" fmla="*/ 12 h 843"/>
                <a:gd name="T46" fmla="*/ 7 w 429"/>
                <a:gd name="T47" fmla="*/ 12 h 843"/>
                <a:gd name="T48" fmla="*/ 7 w 429"/>
                <a:gd name="T49" fmla="*/ 11 h 843"/>
                <a:gd name="T50" fmla="*/ 6 w 429"/>
                <a:gd name="T51" fmla="*/ 11 h 843"/>
                <a:gd name="T52" fmla="*/ 6 w 429"/>
                <a:gd name="T53" fmla="*/ 11 h 843"/>
                <a:gd name="T54" fmla="*/ 5 w 429"/>
                <a:gd name="T55" fmla="*/ 10 h 843"/>
                <a:gd name="T56" fmla="*/ 5 w 429"/>
                <a:gd name="T57" fmla="*/ 10 h 843"/>
                <a:gd name="T58" fmla="*/ 4 w 429"/>
                <a:gd name="T59" fmla="*/ 9 h 843"/>
                <a:gd name="T60" fmla="*/ 4 w 429"/>
                <a:gd name="T61" fmla="*/ 9 h 843"/>
                <a:gd name="T62" fmla="*/ 4 w 429"/>
                <a:gd name="T63" fmla="*/ 8 h 843"/>
                <a:gd name="T64" fmla="*/ 4 w 429"/>
                <a:gd name="T65" fmla="*/ 8 h 843"/>
                <a:gd name="T66" fmla="*/ 3 w 429"/>
                <a:gd name="T67" fmla="*/ 7 h 843"/>
                <a:gd name="T68" fmla="*/ 3 w 429"/>
                <a:gd name="T69" fmla="*/ 7 h 843"/>
                <a:gd name="T70" fmla="*/ 3 w 429"/>
                <a:gd name="T71" fmla="*/ 6 h 843"/>
                <a:gd name="T72" fmla="*/ 3 w 429"/>
                <a:gd name="T73" fmla="*/ 6 h 843"/>
                <a:gd name="T74" fmla="*/ 3 w 429"/>
                <a:gd name="T75" fmla="*/ 5 h 843"/>
                <a:gd name="T76" fmla="*/ 3 w 429"/>
                <a:gd name="T77" fmla="*/ 4 h 843"/>
                <a:gd name="T78" fmla="*/ 3 w 429"/>
                <a:gd name="T79" fmla="*/ 4 h 843"/>
                <a:gd name="T80" fmla="*/ 3 w 429"/>
                <a:gd name="T81" fmla="*/ 3 h 843"/>
                <a:gd name="T82" fmla="*/ 3 w 429"/>
                <a:gd name="T83" fmla="*/ 3 h 843"/>
                <a:gd name="T84" fmla="*/ 3 w 429"/>
                <a:gd name="T85" fmla="*/ 2 h 843"/>
                <a:gd name="T86" fmla="*/ 3 w 429"/>
                <a:gd name="T87" fmla="*/ 1 h 843"/>
                <a:gd name="T88" fmla="*/ 2 w 429"/>
                <a:gd name="T89" fmla="*/ 1 h 843"/>
                <a:gd name="T90" fmla="*/ 1 w 429"/>
                <a:gd name="T91" fmla="*/ 0 h 84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29"/>
                <a:gd name="T139" fmla="*/ 0 h 843"/>
                <a:gd name="T140" fmla="*/ 429 w 429"/>
                <a:gd name="T141" fmla="*/ 843 h 84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29" h="843">
                  <a:moveTo>
                    <a:pt x="34" y="0"/>
                  </a:moveTo>
                  <a:lnTo>
                    <a:pt x="26" y="28"/>
                  </a:lnTo>
                  <a:lnTo>
                    <a:pt x="20" y="56"/>
                  </a:lnTo>
                  <a:lnTo>
                    <a:pt x="13" y="84"/>
                  </a:lnTo>
                  <a:lnTo>
                    <a:pt x="8" y="113"/>
                  </a:lnTo>
                  <a:lnTo>
                    <a:pt x="5" y="142"/>
                  </a:lnTo>
                  <a:lnTo>
                    <a:pt x="2" y="171"/>
                  </a:lnTo>
                  <a:lnTo>
                    <a:pt x="0" y="201"/>
                  </a:lnTo>
                  <a:lnTo>
                    <a:pt x="0" y="232"/>
                  </a:lnTo>
                  <a:lnTo>
                    <a:pt x="0" y="254"/>
                  </a:lnTo>
                  <a:lnTo>
                    <a:pt x="1" y="277"/>
                  </a:lnTo>
                  <a:lnTo>
                    <a:pt x="3" y="300"/>
                  </a:lnTo>
                  <a:lnTo>
                    <a:pt x="5" y="323"/>
                  </a:lnTo>
                  <a:lnTo>
                    <a:pt x="7" y="345"/>
                  </a:lnTo>
                  <a:lnTo>
                    <a:pt x="11" y="366"/>
                  </a:lnTo>
                  <a:lnTo>
                    <a:pt x="16" y="388"/>
                  </a:lnTo>
                  <a:lnTo>
                    <a:pt x="20" y="410"/>
                  </a:lnTo>
                  <a:lnTo>
                    <a:pt x="25" y="432"/>
                  </a:lnTo>
                  <a:lnTo>
                    <a:pt x="31" y="453"/>
                  </a:lnTo>
                  <a:lnTo>
                    <a:pt x="37" y="474"/>
                  </a:lnTo>
                  <a:lnTo>
                    <a:pt x="45" y="495"/>
                  </a:lnTo>
                  <a:lnTo>
                    <a:pt x="52" y="515"/>
                  </a:lnTo>
                  <a:lnTo>
                    <a:pt x="60" y="536"/>
                  </a:lnTo>
                  <a:lnTo>
                    <a:pt x="68" y="555"/>
                  </a:lnTo>
                  <a:lnTo>
                    <a:pt x="78" y="575"/>
                  </a:lnTo>
                  <a:lnTo>
                    <a:pt x="87" y="594"/>
                  </a:lnTo>
                  <a:lnTo>
                    <a:pt x="97" y="614"/>
                  </a:lnTo>
                  <a:lnTo>
                    <a:pt x="109" y="632"/>
                  </a:lnTo>
                  <a:lnTo>
                    <a:pt x="119" y="650"/>
                  </a:lnTo>
                  <a:lnTo>
                    <a:pt x="131" y="669"/>
                  </a:lnTo>
                  <a:lnTo>
                    <a:pt x="143" y="686"/>
                  </a:lnTo>
                  <a:lnTo>
                    <a:pt x="156" y="704"/>
                  </a:lnTo>
                  <a:lnTo>
                    <a:pt x="169" y="720"/>
                  </a:lnTo>
                  <a:lnTo>
                    <a:pt x="183" y="737"/>
                  </a:lnTo>
                  <a:lnTo>
                    <a:pt x="196" y="754"/>
                  </a:lnTo>
                  <a:lnTo>
                    <a:pt x="211" y="769"/>
                  </a:lnTo>
                  <a:lnTo>
                    <a:pt x="225" y="785"/>
                  </a:lnTo>
                  <a:lnTo>
                    <a:pt x="241" y="799"/>
                  </a:lnTo>
                  <a:lnTo>
                    <a:pt x="256" y="814"/>
                  </a:lnTo>
                  <a:lnTo>
                    <a:pt x="272" y="828"/>
                  </a:lnTo>
                  <a:lnTo>
                    <a:pt x="288" y="843"/>
                  </a:lnTo>
                  <a:lnTo>
                    <a:pt x="309" y="831"/>
                  </a:lnTo>
                  <a:lnTo>
                    <a:pt x="328" y="821"/>
                  </a:lnTo>
                  <a:lnTo>
                    <a:pt x="347" y="810"/>
                  </a:lnTo>
                  <a:lnTo>
                    <a:pt x="365" y="798"/>
                  </a:lnTo>
                  <a:lnTo>
                    <a:pt x="382" y="787"/>
                  </a:lnTo>
                  <a:lnTo>
                    <a:pt x="398" y="775"/>
                  </a:lnTo>
                  <a:lnTo>
                    <a:pt x="414" y="763"/>
                  </a:lnTo>
                  <a:lnTo>
                    <a:pt x="429" y="751"/>
                  </a:lnTo>
                  <a:lnTo>
                    <a:pt x="413" y="739"/>
                  </a:lnTo>
                  <a:lnTo>
                    <a:pt x="398" y="728"/>
                  </a:lnTo>
                  <a:lnTo>
                    <a:pt x="384" y="716"/>
                  </a:lnTo>
                  <a:lnTo>
                    <a:pt x="369" y="704"/>
                  </a:lnTo>
                  <a:lnTo>
                    <a:pt x="356" y="691"/>
                  </a:lnTo>
                  <a:lnTo>
                    <a:pt x="342" y="678"/>
                  </a:lnTo>
                  <a:lnTo>
                    <a:pt x="330" y="665"/>
                  </a:lnTo>
                  <a:lnTo>
                    <a:pt x="318" y="651"/>
                  </a:lnTo>
                  <a:lnTo>
                    <a:pt x="305" y="637"/>
                  </a:lnTo>
                  <a:lnTo>
                    <a:pt x="294" y="623"/>
                  </a:lnTo>
                  <a:lnTo>
                    <a:pt x="282" y="607"/>
                  </a:lnTo>
                  <a:lnTo>
                    <a:pt x="271" y="593"/>
                  </a:lnTo>
                  <a:lnTo>
                    <a:pt x="260" y="577"/>
                  </a:lnTo>
                  <a:lnTo>
                    <a:pt x="250" y="562"/>
                  </a:lnTo>
                  <a:lnTo>
                    <a:pt x="241" y="545"/>
                  </a:lnTo>
                  <a:lnTo>
                    <a:pt x="231" y="528"/>
                  </a:lnTo>
                  <a:lnTo>
                    <a:pt x="223" y="512"/>
                  </a:lnTo>
                  <a:lnTo>
                    <a:pt x="215" y="495"/>
                  </a:lnTo>
                  <a:lnTo>
                    <a:pt x="207" y="478"/>
                  </a:lnTo>
                  <a:lnTo>
                    <a:pt x="200" y="460"/>
                  </a:lnTo>
                  <a:lnTo>
                    <a:pt x="194" y="442"/>
                  </a:lnTo>
                  <a:lnTo>
                    <a:pt x="188" y="424"/>
                  </a:lnTo>
                  <a:lnTo>
                    <a:pt x="182" y="406"/>
                  </a:lnTo>
                  <a:lnTo>
                    <a:pt x="177" y="387"/>
                  </a:lnTo>
                  <a:lnTo>
                    <a:pt x="172" y="369"/>
                  </a:lnTo>
                  <a:lnTo>
                    <a:pt x="169" y="349"/>
                  </a:lnTo>
                  <a:lnTo>
                    <a:pt x="165" y="330"/>
                  </a:lnTo>
                  <a:lnTo>
                    <a:pt x="163" y="310"/>
                  </a:lnTo>
                  <a:lnTo>
                    <a:pt x="161" y="291"/>
                  </a:lnTo>
                  <a:lnTo>
                    <a:pt x="159" y="271"/>
                  </a:lnTo>
                  <a:lnTo>
                    <a:pt x="158" y="251"/>
                  </a:lnTo>
                  <a:lnTo>
                    <a:pt x="158" y="232"/>
                  </a:lnTo>
                  <a:lnTo>
                    <a:pt x="158" y="212"/>
                  </a:lnTo>
                  <a:lnTo>
                    <a:pt x="159" y="193"/>
                  </a:lnTo>
                  <a:lnTo>
                    <a:pt x="161" y="174"/>
                  </a:lnTo>
                  <a:lnTo>
                    <a:pt x="162" y="156"/>
                  </a:lnTo>
                  <a:lnTo>
                    <a:pt x="165" y="137"/>
                  </a:lnTo>
                  <a:lnTo>
                    <a:pt x="168" y="118"/>
                  </a:lnTo>
                  <a:lnTo>
                    <a:pt x="171" y="100"/>
                  </a:lnTo>
                  <a:lnTo>
                    <a:pt x="175" y="82"/>
                  </a:lnTo>
                  <a:lnTo>
                    <a:pt x="142" y="61"/>
                  </a:lnTo>
                  <a:lnTo>
                    <a:pt x="107" y="41"/>
                  </a:lnTo>
                  <a:lnTo>
                    <a:pt x="72" y="2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ABCA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4" name="Freeform 309"/>
            <p:cNvSpPr>
              <a:spLocks/>
            </p:cNvSpPr>
            <p:nvPr/>
          </p:nvSpPr>
          <p:spPr bwMode="auto">
            <a:xfrm>
              <a:off x="984" y="1688"/>
              <a:ext cx="51" cy="95"/>
            </a:xfrm>
            <a:custGeom>
              <a:avLst/>
              <a:gdLst>
                <a:gd name="T0" fmla="*/ 0 w 404"/>
                <a:gd name="T1" fmla="*/ 0 h 760"/>
                <a:gd name="T2" fmla="*/ 0 w 404"/>
                <a:gd name="T3" fmla="*/ 1 h 760"/>
                <a:gd name="T4" fmla="*/ 0 w 404"/>
                <a:gd name="T5" fmla="*/ 2 h 760"/>
                <a:gd name="T6" fmla="*/ 0 w 404"/>
                <a:gd name="T7" fmla="*/ 3 h 760"/>
                <a:gd name="T8" fmla="*/ 0 w 404"/>
                <a:gd name="T9" fmla="*/ 3 h 760"/>
                <a:gd name="T10" fmla="*/ 0 w 404"/>
                <a:gd name="T11" fmla="*/ 4 h 760"/>
                <a:gd name="T12" fmla="*/ 0 w 404"/>
                <a:gd name="T13" fmla="*/ 5 h 760"/>
                <a:gd name="T14" fmla="*/ 0 w 404"/>
                <a:gd name="T15" fmla="*/ 5 h 760"/>
                <a:gd name="T16" fmla="*/ 0 w 404"/>
                <a:gd name="T17" fmla="*/ 6 h 760"/>
                <a:gd name="T18" fmla="*/ 1 w 404"/>
                <a:gd name="T19" fmla="*/ 6 h 760"/>
                <a:gd name="T20" fmla="*/ 1 w 404"/>
                <a:gd name="T21" fmla="*/ 7 h 760"/>
                <a:gd name="T22" fmla="*/ 1 w 404"/>
                <a:gd name="T23" fmla="*/ 8 h 760"/>
                <a:gd name="T24" fmla="*/ 1 w 404"/>
                <a:gd name="T25" fmla="*/ 8 h 760"/>
                <a:gd name="T26" fmla="*/ 2 w 404"/>
                <a:gd name="T27" fmla="*/ 9 h 760"/>
                <a:gd name="T28" fmla="*/ 2 w 404"/>
                <a:gd name="T29" fmla="*/ 9 h 760"/>
                <a:gd name="T30" fmla="*/ 2 w 404"/>
                <a:gd name="T31" fmla="*/ 10 h 760"/>
                <a:gd name="T32" fmla="*/ 3 w 404"/>
                <a:gd name="T33" fmla="*/ 10 h 760"/>
                <a:gd name="T34" fmla="*/ 3 w 404"/>
                <a:gd name="T35" fmla="*/ 11 h 760"/>
                <a:gd name="T36" fmla="*/ 4 w 404"/>
                <a:gd name="T37" fmla="*/ 11 h 760"/>
                <a:gd name="T38" fmla="*/ 4 w 404"/>
                <a:gd name="T39" fmla="*/ 12 h 760"/>
                <a:gd name="T40" fmla="*/ 5 w 404"/>
                <a:gd name="T41" fmla="*/ 12 h 760"/>
                <a:gd name="T42" fmla="*/ 5 w 404"/>
                <a:gd name="T43" fmla="*/ 11 h 760"/>
                <a:gd name="T44" fmla="*/ 6 w 404"/>
                <a:gd name="T45" fmla="*/ 11 h 760"/>
                <a:gd name="T46" fmla="*/ 6 w 404"/>
                <a:gd name="T47" fmla="*/ 10 h 760"/>
                <a:gd name="T48" fmla="*/ 6 w 404"/>
                <a:gd name="T49" fmla="*/ 10 h 760"/>
                <a:gd name="T50" fmla="*/ 5 w 404"/>
                <a:gd name="T51" fmla="*/ 9 h 760"/>
                <a:gd name="T52" fmla="*/ 4 w 404"/>
                <a:gd name="T53" fmla="*/ 8 h 760"/>
                <a:gd name="T54" fmla="*/ 4 w 404"/>
                <a:gd name="T55" fmla="*/ 8 h 760"/>
                <a:gd name="T56" fmla="*/ 3 w 404"/>
                <a:gd name="T57" fmla="*/ 7 h 760"/>
                <a:gd name="T58" fmla="*/ 3 w 404"/>
                <a:gd name="T59" fmla="*/ 6 h 760"/>
                <a:gd name="T60" fmla="*/ 3 w 404"/>
                <a:gd name="T61" fmla="*/ 5 h 760"/>
                <a:gd name="T62" fmla="*/ 3 w 404"/>
                <a:gd name="T63" fmla="*/ 5 h 760"/>
                <a:gd name="T64" fmla="*/ 3 w 404"/>
                <a:gd name="T65" fmla="*/ 4 h 760"/>
                <a:gd name="T66" fmla="*/ 3 w 404"/>
                <a:gd name="T67" fmla="*/ 4 h 760"/>
                <a:gd name="T68" fmla="*/ 3 w 404"/>
                <a:gd name="T69" fmla="*/ 3 h 760"/>
                <a:gd name="T70" fmla="*/ 3 w 404"/>
                <a:gd name="T71" fmla="*/ 3 h 760"/>
                <a:gd name="T72" fmla="*/ 3 w 404"/>
                <a:gd name="T73" fmla="*/ 2 h 760"/>
                <a:gd name="T74" fmla="*/ 2 w 404"/>
                <a:gd name="T75" fmla="*/ 1 h 760"/>
                <a:gd name="T76" fmla="*/ 1 w 404"/>
                <a:gd name="T77" fmla="*/ 0 h 76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04"/>
                <a:gd name="T118" fmla="*/ 0 h 760"/>
                <a:gd name="T119" fmla="*/ 404 w 404"/>
                <a:gd name="T120" fmla="*/ 760 h 76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04" h="760">
                  <a:moveTo>
                    <a:pt x="26" y="0"/>
                  </a:moveTo>
                  <a:lnTo>
                    <a:pt x="20" y="22"/>
                  </a:lnTo>
                  <a:lnTo>
                    <a:pt x="14" y="45"/>
                  </a:lnTo>
                  <a:lnTo>
                    <a:pt x="10" y="69"/>
                  </a:lnTo>
                  <a:lnTo>
                    <a:pt x="6" y="93"/>
                  </a:lnTo>
                  <a:lnTo>
                    <a:pt x="4" y="118"/>
                  </a:lnTo>
                  <a:lnTo>
                    <a:pt x="2" y="142"/>
                  </a:lnTo>
                  <a:lnTo>
                    <a:pt x="0" y="167"/>
                  </a:lnTo>
                  <a:lnTo>
                    <a:pt x="0" y="192"/>
                  </a:lnTo>
                  <a:lnTo>
                    <a:pt x="0" y="213"/>
                  </a:lnTo>
                  <a:lnTo>
                    <a:pt x="1" y="235"/>
                  </a:lnTo>
                  <a:lnTo>
                    <a:pt x="3" y="256"/>
                  </a:lnTo>
                  <a:lnTo>
                    <a:pt x="5" y="278"/>
                  </a:lnTo>
                  <a:lnTo>
                    <a:pt x="8" y="298"/>
                  </a:lnTo>
                  <a:lnTo>
                    <a:pt x="11" y="319"/>
                  </a:lnTo>
                  <a:lnTo>
                    <a:pt x="15" y="340"/>
                  </a:lnTo>
                  <a:lnTo>
                    <a:pt x="20" y="360"/>
                  </a:lnTo>
                  <a:lnTo>
                    <a:pt x="25" y="380"/>
                  </a:lnTo>
                  <a:lnTo>
                    <a:pt x="31" y="400"/>
                  </a:lnTo>
                  <a:lnTo>
                    <a:pt x="37" y="420"/>
                  </a:lnTo>
                  <a:lnTo>
                    <a:pt x="44" y="440"/>
                  </a:lnTo>
                  <a:lnTo>
                    <a:pt x="52" y="458"/>
                  </a:lnTo>
                  <a:lnTo>
                    <a:pt x="59" y="477"/>
                  </a:lnTo>
                  <a:lnTo>
                    <a:pt x="68" y="496"/>
                  </a:lnTo>
                  <a:lnTo>
                    <a:pt x="77" y="514"/>
                  </a:lnTo>
                  <a:lnTo>
                    <a:pt x="87" y="532"/>
                  </a:lnTo>
                  <a:lnTo>
                    <a:pt x="96" y="550"/>
                  </a:lnTo>
                  <a:lnTo>
                    <a:pt x="107" y="567"/>
                  </a:lnTo>
                  <a:lnTo>
                    <a:pt x="118" y="585"/>
                  </a:lnTo>
                  <a:lnTo>
                    <a:pt x="130" y="602"/>
                  </a:lnTo>
                  <a:lnTo>
                    <a:pt x="141" y="617"/>
                  </a:lnTo>
                  <a:lnTo>
                    <a:pt x="153" y="634"/>
                  </a:lnTo>
                  <a:lnTo>
                    <a:pt x="167" y="649"/>
                  </a:lnTo>
                  <a:lnTo>
                    <a:pt x="179" y="665"/>
                  </a:lnTo>
                  <a:lnTo>
                    <a:pt x="193" y="679"/>
                  </a:lnTo>
                  <a:lnTo>
                    <a:pt x="207" y="694"/>
                  </a:lnTo>
                  <a:lnTo>
                    <a:pt x="222" y="708"/>
                  </a:lnTo>
                  <a:lnTo>
                    <a:pt x="236" y="722"/>
                  </a:lnTo>
                  <a:lnTo>
                    <a:pt x="252" y="735"/>
                  </a:lnTo>
                  <a:lnTo>
                    <a:pt x="268" y="748"/>
                  </a:lnTo>
                  <a:lnTo>
                    <a:pt x="283" y="760"/>
                  </a:lnTo>
                  <a:lnTo>
                    <a:pt x="302" y="748"/>
                  </a:lnTo>
                  <a:lnTo>
                    <a:pt x="319" y="735"/>
                  </a:lnTo>
                  <a:lnTo>
                    <a:pt x="336" y="722"/>
                  </a:lnTo>
                  <a:lnTo>
                    <a:pt x="352" y="708"/>
                  </a:lnTo>
                  <a:lnTo>
                    <a:pt x="366" y="695"/>
                  </a:lnTo>
                  <a:lnTo>
                    <a:pt x="380" y="680"/>
                  </a:lnTo>
                  <a:lnTo>
                    <a:pt x="392" y="666"/>
                  </a:lnTo>
                  <a:lnTo>
                    <a:pt x="404" y="651"/>
                  </a:lnTo>
                  <a:lnTo>
                    <a:pt x="377" y="632"/>
                  </a:lnTo>
                  <a:lnTo>
                    <a:pt x="351" y="611"/>
                  </a:lnTo>
                  <a:lnTo>
                    <a:pt x="326" y="589"/>
                  </a:lnTo>
                  <a:lnTo>
                    <a:pt x="303" y="565"/>
                  </a:lnTo>
                  <a:lnTo>
                    <a:pt x="281" y="539"/>
                  </a:lnTo>
                  <a:lnTo>
                    <a:pt x="260" y="513"/>
                  </a:lnTo>
                  <a:lnTo>
                    <a:pt x="242" y="485"/>
                  </a:lnTo>
                  <a:lnTo>
                    <a:pt x="225" y="456"/>
                  </a:lnTo>
                  <a:lnTo>
                    <a:pt x="209" y="426"/>
                  </a:lnTo>
                  <a:lnTo>
                    <a:pt x="196" y="395"/>
                  </a:lnTo>
                  <a:lnTo>
                    <a:pt x="191" y="379"/>
                  </a:lnTo>
                  <a:lnTo>
                    <a:pt x="185" y="363"/>
                  </a:lnTo>
                  <a:lnTo>
                    <a:pt x="180" y="347"/>
                  </a:lnTo>
                  <a:lnTo>
                    <a:pt x="175" y="331"/>
                  </a:lnTo>
                  <a:lnTo>
                    <a:pt x="171" y="314"/>
                  </a:lnTo>
                  <a:lnTo>
                    <a:pt x="168" y="296"/>
                  </a:lnTo>
                  <a:lnTo>
                    <a:pt x="165" y="280"/>
                  </a:lnTo>
                  <a:lnTo>
                    <a:pt x="163" y="262"/>
                  </a:lnTo>
                  <a:lnTo>
                    <a:pt x="161" y="244"/>
                  </a:lnTo>
                  <a:lnTo>
                    <a:pt x="159" y="227"/>
                  </a:lnTo>
                  <a:lnTo>
                    <a:pt x="158" y="209"/>
                  </a:lnTo>
                  <a:lnTo>
                    <a:pt x="158" y="192"/>
                  </a:lnTo>
                  <a:lnTo>
                    <a:pt x="159" y="166"/>
                  </a:lnTo>
                  <a:lnTo>
                    <a:pt x="161" y="140"/>
                  </a:lnTo>
                  <a:lnTo>
                    <a:pt x="163" y="114"/>
                  </a:lnTo>
                  <a:lnTo>
                    <a:pt x="167" y="89"/>
                  </a:lnTo>
                  <a:lnTo>
                    <a:pt x="135" y="66"/>
                  </a:lnTo>
                  <a:lnTo>
                    <a:pt x="99" y="44"/>
                  </a:lnTo>
                  <a:lnTo>
                    <a:pt x="63" y="2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AEC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" name="Freeform 310"/>
            <p:cNvSpPr>
              <a:spLocks/>
            </p:cNvSpPr>
            <p:nvPr/>
          </p:nvSpPr>
          <p:spPr bwMode="auto">
            <a:xfrm>
              <a:off x="994" y="1693"/>
              <a:ext cx="45" cy="83"/>
            </a:xfrm>
            <a:custGeom>
              <a:avLst/>
              <a:gdLst>
                <a:gd name="T0" fmla="*/ 0 w 363"/>
                <a:gd name="T1" fmla="*/ 0 h 669"/>
                <a:gd name="T2" fmla="*/ 0 w 363"/>
                <a:gd name="T3" fmla="*/ 1 h 669"/>
                <a:gd name="T4" fmla="*/ 0 w 363"/>
                <a:gd name="T5" fmla="*/ 1 h 669"/>
                <a:gd name="T6" fmla="*/ 0 w 363"/>
                <a:gd name="T7" fmla="*/ 2 h 669"/>
                <a:gd name="T8" fmla="*/ 0 w 363"/>
                <a:gd name="T9" fmla="*/ 3 h 669"/>
                <a:gd name="T10" fmla="*/ 0 w 363"/>
                <a:gd name="T11" fmla="*/ 3 h 669"/>
                <a:gd name="T12" fmla="*/ 0 w 363"/>
                <a:gd name="T13" fmla="*/ 4 h 669"/>
                <a:gd name="T14" fmla="*/ 0 w 363"/>
                <a:gd name="T15" fmla="*/ 4 h 669"/>
                <a:gd name="T16" fmla="*/ 0 w 363"/>
                <a:gd name="T17" fmla="*/ 5 h 669"/>
                <a:gd name="T18" fmla="*/ 0 w 363"/>
                <a:gd name="T19" fmla="*/ 6 h 669"/>
                <a:gd name="T20" fmla="*/ 1 w 363"/>
                <a:gd name="T21" fmla="*/ 6 h 669"/>
                <a:gd name="T22" fmla="*/ 1 w 363"/>
                <a:gd name="T23" fmla="*/ 7 h 669"/>
                <a:gd name="T24" fmla="*/ 1 w 363"/>
                <a:gd name="T25" fmla="*/ 7 h 669"/>
                <a:gd name="T26" fmla="*/ 2 w 363"/>
                <a:gd name="T27" fmla="*/ 8 h 669"/>
                <a:gd name="T28" fmla="*/ 2 w 363"/>
                <a:gd name="T29" fmla="*/ 8 h 669"/>
                <a:gd name="T30" fmla="*/ 2 w 363"/>
                <a:gd name="T31" fmla="*/ 9 h 669"/>
                <a:gd name="T32" fmla="*/ 3 w 363"/>
                <a:gd name="T33" fmla="*/ 9 h 669"/>
                <a:gd name="T34" fmla="*/ 3 w 363"/>
                <a:gd name="T35" fmla="*/ 9 h 669"/>
                <a:gd name="T36" fmla="*/ 3 w 363"/>
                <a:gd name="T37" fmla="*/ 10 h 669"/>
                <a:gd name="T38" fmla="*/ 4 w 363"/>
                <a:gd name="T39" fmla="*/ 10 h 669"/>
                <a:gd name="T40" fmla="*/ 4 w 363"/>
                <a:gd name="T41" fmla="*/ 10 h 669"/>
                <a:gd name="T42" fmla="*/ 5 w 363"/>
                <a:gd name="T43" fmla="*/ 10 h 669"/>
                <a:gd name="T44" fmla="*/ 5 w 363"/>
                <a:gd name="T45" fmla="*/ 9 h 669"/>
                <a:gd name="T46" fmla="*/ 5 w 363"/>
                <a:gd name="T47" fmla="*/ 9 h 669"/>
                <a:gd name="T48" fmla="*/ 5 w 363"/>
                <a:gd name="T49" fmla="*/ 8 h 669"/>
                <a:gd name="T50" fmla="*/ 5 w 363"/>
                <a:gd name="T51" fmla="*/ 7 h 669"/>
                <a:gd name="T52" fmla="*/ 4 w 363"/>
                <a:gd name="T53" fmla="*/ 7 h 669"/>
                <a:gd name="T54" fmla="*/ 3 w 363"/>
                <a:gd name="T55" fmla="*/ 6 h 669"/>
                <a:gd name="T56" fmla="*/ 3 w 363"/>
                <a:gd name="T57" fmla="*/ 5 h 669"/>
                <a:gd name="T58" fmla="*/ 3 w 363"/>
                <a:gd name="T59" fmla="*/ 5 h 669"/>
                <a:gd name="T60" fmla="*/ 3 w 363"/>
                <a:gd name="T61" fmla="*/ 4 h 669"/>
                <a:gd name="T62" fmla="*/ 2 w 363"/>
                <a:gd name="T63" fmla="*/ 3 h 669"/>
                <a:gd name="T64" fmla="*/ 2 w 363"/>
                <a:gd name="T65" fmla="*/ 2 h 669"/>
                <a:gd name="T66" fmla="*/ 2 w 363"/>
                <a:gd name="T67" fmla="*/ 2 h 669"/>
                <a:gd name="T68" fmla="*/ 2 w 363"/>
                <a:gd name="T69" fmla="*/ 1 h 669"/>
                <a:gd name="T70" fmla="*/ 1 w 363"/>
                <a:gd name="T71" fmla="*/ 0 h 66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3"/>
                <a:gd name="T109" fmla="*/ 0 h 669"/>
                <a:gd name="T110" fmla="*/ 363 w 363"/>
                <a:gd name="T111" fmla="*/ 669 h 66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3" h="669">
                  <a:moveTo>
                    <a:pt x="17" y="0"/>
                  </a:moveTo>
                  <a:lnTo>
                    <a:pt x="13" y="18"/>
                  </a:lnTo>
                  <a:lnTo>
                    <a:pt x="10" y="36"/>
                  </a:lnTo>
                  <a:lnTo>
                    <a:pt x="7" y="55"/>
                  </a:lnTo>
                  <a:lnTo>
                    <a:pt x="4" y="74"/>
                  </a:lnTo>
                  <a:lnTo>
                    <a:pt x="3" y="92"/>
                  </a:lnTo>
                  <a:lnTo>
                    <a:pt x="1" y="111"/>
                  </a:lnTo>
                  <a:lnTo>
                    <a:pt x="0" y="130"/>
                  </a:lnTo>
                  <a:lnTo>
                    <a:pt x="0" y="150"/>
                  </a:lnTo>
                  <a:lnTo>
                    <a:pt x="0" y="169"/>
                  </a:lnTo>
                  <a:lnTo>
                    <a:pt x="1" y="189"/>
                  </a:lnTo>
                  <a:lnTo>
                    <a:pt x="3" y="209"/>
                  </a:lnTo>
                  <a:lnTo>
                    <a:pt x="5" y="228"/>
                  </a:lnTo>
                  <a:lnTo>
                    <a:pt x="7" y="248"/>
                  </a:lnTo>
                  <a:lnTo>
                    <a:pt x="11" y="267"/>
                  </a:lnTo>
                  <a:lnTo>
                    <a:pt x="14" y="287"/>
                  </a:lnTo>
                  <a:lnTo>
                    <a:pt x="19" y="305"/>
                  </a:lnTo>
                  <a:lnTo>
                    <a:pt x="24" y="324"/>
                  </a:lnTo>
                  <a:lnTo>
                    <a:pt x="30" y="342"/>
                  </a:lnTo>
                  <a:lnTo>
                    <a:pt x="36" y="360"/>
                  </a:lnTo>
                  <a:lnTo>
                    <a:pt x="42" y="378"/>
                  </a:lnTo>
                  <a:lnTo>
                    <a:pt x="49" y="396"/>
                  </a:lnTo>
                  <a:lnTo>
                    <a:pt x="57" y="413"/>
                  </a:lnTo>
                  <a:lnTo>
                    <a:pt x="65" y="430"/>
                  </a:lnTo>
                  <a:lnTo>
                    <a:pt x="73" y="446"/>
                  </a:lnTo>
                  <a:lnTo>
                    <a:pt x="83" y="463"/>
                  </a:lnTo>
                  <a:lnTo>
                    <a:pt x="92" y="480"/>
                  </a:lnTo>
                  <a:lnTo>
                    <a:pt x="102" y="495"/>
                  </a:lnTo>
                  <a:lnTo>
                    <a:pt x="113" y="511"/>
                  </a:lnTo>
                  <a:lnTo>
                    <a:pt x="124" y="525"/>
                  </a:lnTo>
                  <a:lnTo>
                    <a:pt x="136" y="541"/>
                  </a:lnTo>
                  <a:lnTo>
                    <a:pt x="147" y="555"/>
                  </a:lnTo>
                  <a:lnTo>
                    <a:pt x="160" y="569"/>
                  </a:lnTo>
                  <a:lnTo>
                    <a:pt x="172" y="583"/>
                  </a:lnTo>
                  <a:lnTo>
                    <a:pt x="184" y="596"/>
                  </a:lnTo>
                  <a:lnTo>
                    <a:pt x="198" y="609"/>
                  </a:lnTo>
                  <a:lnTo>
                    <a:pt x="211" y="622"/>
                  </a:lnTo>
                  <a:lnTo>
                    <a:pt x="226" y="634"/>
                  </a:lnTo>
                  <a:lnTo>
                    <a:pt x="240" y="646"/>
                  </a:lnTo>
                  <a:lnTo>
                    <a:pt x="255" y="657"/>
                  </a:lnTo>
                  <a:lnTo>
                    <a:pt x="271" y="669"/>
                  </a:lnTo>
                  <a:lnTo>
                    <a:pt x="286" y="654"/>
                  </a:lnTo>
                  <a:lnTo>
                    <a:pt x="301" y="638"/>
                  </a:lnTo>
                  <a:lnTo>
                    <a:pt x="314" y="623"/>
                  </a:lnTo>
                  <a:lnTo>
                    <a:pt x="327" y="607"/>
                  </a:lnTo>
                  <a:lnTo>
                    <a:pt x="337" y="591"/>
                  </a:lnTo>
                  <a:lnTo>
                    <a:pt x="347" y="574"/>
                  </a:lnTo>
                  <a:lnTo>
                    <a:pt x="356" y="557"/>
                  </a:lnTo>
                  <a:lnTo>
                    <a:pt x="363" y="540"/>
                  </a:lnTo>
                  <a:lnTo>
                    <a:pt x="340" y="523"/>
                  </a:lnTo>
                  <a:lnTo>
                    <a:pt x="318" y="506"/>
                  </a:lnTo>
                  <a:lnTo>
                    <a:pt x="298" y="486"/>
                  </a:lnTo>
                  <a:lnTo>
                    <a:pt x="279" y="465"/>
                  </a:lnTo>
                  <a:lnTo>
                    <a:pt x="260" y="444"/>
                  </a:lnTo>
                  <a:lnTo>
                    <a:pt x="244" y="421"/>
                  </a:lnTo>
                  <a:lnTo>
                    <a:pt x="228" y="398"/>
                  </a:lnTo>
                  <a:lnTo>
                    <a:pt x="213" y="374"/>
                  </a:lnTo>
                  <a:lnTo>
                    <a:pt x="201" y="348"/>
                  </a:lnTo>
                  <a:lnTo>
                    <a:pt x="190" y="322"/>
                  </a:lnTo>
                  <a:lnTo>
                    <a:pt x="180" y="295"/>
                  </a:lnTo>
                  <a:lnTo>
                    <a:pt x="172" y="267"/>
                  </a:lnTo>
                  <a:lnTo>
                    <a:pt x="166" y="239"/>
                  </a:lnTo>
                  <a:lnTo>
                    <a:pt x="162" y="210"/>
                  </a:lnTo>
                  <a:lnTo>
                    <a:pt x="158" y="180"/>
                  </a:lnTo>
                  <a:lnTo>
                    <a:pt x="157" y="150"/>
                  </a:lnTo>
                  <a:lnTo>
                    <a:pt x="158" y="137"/>
                  </a:lnTo>
                  <a:lnTo>
                    <a:pt x="158" y="126"/>
                  </a:lnTo>
                  <a:lnTo>
                    <a:pt x="160" y="114"/>
                  </a:lnTo>
                  <a:lnTo>
                    <a:pt x="161" y="102"/>
                  </a:lnTo>
                  <a:lnTo>
                    <a:pt x="127" y="76"/>
                  </a:lnTo>
                  <a:lnTo>
                    <a:pt x="93" y="51"/>
                  </a:lnTo>
                  <a:lnTo>
                    <a:pt x="56" y="2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AFC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6" name="Freeform 311"/>
            <p:cNvSpPr>
              <a:spLocks/>
            </p:cNvSpPr>
            <p:nvPr/>
          </p:nvSpPr>
          <p:spPr bwMode="auto">
            <a:xfrm>
              <a:off x="1004" y="1699"/>
              <a:ext cx="37" cy="70"/>
            </a:xfrm>
            <a:custGeom>
              <a:avLst/>
              <a:gdLst>
                <a:gd name="T0" fmla="*/ 0 w 299"/>
                <a:gd name="T1" fmla="*/ 0 h 562"/>
                <a:gd name="T2" fmla="*/ 0 w 299"/>
                <a:gd name="T3" fmla="*/ 0 h 562"/>
                <a:gd name="T4" fmla="*/ 0 w 299"/>
                <a:gd name="T5" fmla="*/ 1 h 562"/>
                <a:gd name="T6" fmla="*/ 0 w 299"/>
                <a:gd name="T7" fmla="*/ 1 h 562"/>
                <a:gd name="T8" fmla="*/ 0 w 299"/>
                <a:gd name="T9" fmla="*/ 2 h 562"/>
                <a:gd name="T10" fmla="*/ 0 w 299"/>
                <a:gd name="T11" fmla="*/ 2 h 562"/>
                <a:gd name="T12" fmla="*/ 0 w 299"/>
                <a:gd name="T13" fmla="*/ 2 h 562"/>
                <a:gd name="T14" fmla="*/ 0 w 299"/>
                <a:gd name="T15" fmla="*/ 2 h 562"/>
                <a:gd name="T16" fmla="*/ 0 w 299"/>
                <a:gd name="T17" fmla="*/ 3 h 562"/>
                <a:gd name="T18" fmla="*/ 0 w 299"/>
                <a:gd name="T19" fmla="*/ 3 h 562"/>
                <a:gd name="T20" fmla="*/ 0 w 299"/>
                <a:gd name="T21" fmla="*/ 3 h 562"/>
                <a:gd name="T22" fmla="*/ 0 w 299"/>
                <a:gd name="T23" fmla="*/ 3 h 562"/>
                <a:gd name="T24" fmla="*/ 0 w 299"/>
                <a:gd name="T25" fmla="*/ 4 h 562"/>
                <a:gd name="T26" fmla="*/ 0 w 299"/>
                <a:gd name="T27" fmla="*/ 4 h 562"/>
                <a:gd name="T28" fmla="*/ 0 w 299"/>
                <a:gd name="T29" fmla="*/ 4 h 562"/>
                <a:gd name="T30" fmla="*/ 0 w 299"/>
                <a:gd name="T31" fmla="*/ 4 h 562"/>
                <a:gd name="T32" fmla="*/ 1 w 299"/>
                <a:gd name="T33" fmla="*/ 5 h 562"/>
                <a:gd name="T34" fmla="*/ 1 w 299"/>
                <a:gd name="T35" fmla="*/ 5 h 562"/>
                <a:gd name="T36" fmla="*/ 1 w 299"/>
                <a:gd name="T37" fmla="*/ 6 h 562"/>
                <a:gd name="T38" fmla="*/ 1 w 299"/>
                <a:gd name="T39" fmla="*/ 6 h 562"/>
                <a:gd name="T40" fmla="*/ 2 w 299"/>
                <a:gd name="T41" fmla="*/ 7 h 562"/>
                <a:gd name="T42" fmla="*/ 2 w 299"/>
                <a:gd name="T43" fmla="*/ 7 h 562"/>
                <a:gd name="T44" fmla="*/ 2 w 299"/>
                <a:gd name="T45" fmla="*/ 7 h 562"/>
                <a:gd name="T46" fmla="*/ 3 w 299"/>
                <a:gd name="T47" fmla="*/ 8 h 562"/>
                <a:gd name="T48" fmla="*/ 3 w 299"/>
                <a:gd name="T49" fmla="*/ 8 h 562"/>
                <a:gd name="T50" fmla="*/ 3 w 299"/>
                <a:gd name="T51" fmla="*/ 8 h 562"/>
                <a:gd name="T52" fmla="*/ 4 w 299"/>
                <a:gd name="T53" fmla="*/ 9 h 562"/>
                <a:gd name="T54" fmla="*/ 4 w 299"/>
                <a:gd name="T55" fmla="*/ 8 h 562"/>
                <a:gd name="T56" fmla="*/ 4 w 299"/>
                <a:gd name="T57" fmla="*/ 8 h 562"/>
                <a:gd name="T58" fmla="*/ 4 w 299"/>
                <a:gd name="T59" fmla="*/ 8 h 562"/>
                <a:gd name="T60" fmla="*/ 4 w 299"/>
                <a:gd name="T61" fmla="*/ 8 h 562"/>
                <a:gd name="T62" fmla="*/ 4 w 299"/>
                <a:gd name="T63" fmla="*/ 8 h 562"/>
                <a:gd name="T64" fmla="*/ 4 w 299"/>
                <a:gd name="T65" fmla="*/ 7 h 562"/>
                <a:gd name="T66" fmla="*/ 4 w 299"/>
                <a:gd name="T67" fmla="*/ 7 h 562"/>
                <a:gd name="T68" fmla="*/ 5 w 299"/>
                <a:gd name="T69" fmla="*/ 7 h 562"/>
                <a:gd name="T70" fmla="*/ 5 w 299"/>
                <a:gd name="T71" fmla="*/ 7 h 562"/>
                <a:gd name="T72" fmla="*/ 5 w 299"/>
                <a:gd name="T73" fmla="*/ 7 h 562"/>
                <a:gd name="T74" fmla="*/ 5 w 299"/>
                <a:gd name="T75" fmla="*/ 6 h 562"/>
                <a:gd name="T76" fmla="*/ 5 w 299"/>
                <a:gd name="T77" fmla="*/ 6 h 562"/>
                <a:gd name="T78" fmla="*/ 4 w 299"/>
                <a:gd name="T79" fmla="*/ 6 h 562"/>
                <a:gd name="T80" fmla="*/ 4 w 299"/>
                <a:gd name="T81" fmla="*/ 6 h 562"/>
                <a:gd name="T82" fmla="*/ 4 w 299"/>
                <a:gd name="T83" fmla="*/ 6 h 562"/>
                <a:gd name="T84" fmla="*/ 4 w 299"/>
                <a:gd name="T85" fmla="*/ 5 h 562"/>
                <a:gd name="T86" fmla="*/ 4 w 299"/>
                <a:gd name="T87" fmla="*/ 5 h 562"/>
                <a:gd name="T88" fmla="*/ 3 w 299"/>
                <a:gd name="T89" fmla="*/ 5 h 562"/>
                <a:gd name="T90" fmla="*/ 3 w 299"/>
                <a:gd name="T91" fmla="*/ 5 h 562"/>
                <a:gd name="T92" fmla="*/ 3 w 299"/>
                <a:gd name="T93" fmla="*/ 4 h 562"/>
                <a:gd name="T94" fmla="*/ 3 w 299"/>
                <a:gd name="T95" fmla="*/ 4 h 562"/>
                <a:gd name="T96" fmla="*/ 3 w 299"/>
                <a:gd name="T97" fmla="*/ 4 h 562"/>
                <a:gd name="T98" fmla="*/ 3 w 299"/>
                <a:gd name="T99" fmla="*/ 3 h 562"/>
                <a:gd name="T100" fmla="*/ 3 w 299"/>
                <a:gd name="T101" fmla="*/ 3 h 562"/>
                <a:gd name="T102" fmla="*/ 3 w 299"/>
                <a:gd name="T103" fmla="*/ 3 h 562"/>
                <a:gd name="T104" fmla="*/ 2 w 299"/>
                <a:gd name="T105" fmla="*/ 3 h 562"/>
                <a:gd name="T106" fmla="*/ 2 w 299"/>
                <a:gd name="T107" fmla="*/ 2 h 562"/>
                <a:gd name="T108" fmla="*/ 2 w 299"/>
                <a:gd name="T109" fmla="*/ 2 h 562"/>
                <a:gd name="T110" fmla="*/ 2 w 299"/>
                <a:gd name="T111" fmla="*/ 2 h 562"/>
                <a:gd name="T112" fmla="*/ 2 w 299"/>
                <a:gd name="T113" fmla="*/ 1 h 562"/>
                <a:gd name="T114" fmla="*/ 2 w 299"/>
                <a:gd name="T115" fmla="*/ 1 h 562"/>
                <a:gd name="T116" fmla="*/ 1 w 299"/>
                <a:gd name="T117" fmla="*/ 1 h 562"/>
                <a:gd name="T118" fmla="*/ 1 w 299"/>
                <a:gd name="T119" fmla="*/ 0 h 562"/>
                <a:gd name="T120" fmla="*/ 0 w 299"/>
                <a:gd name="T121" fmla="*/ 0 h 56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99"/>
                <a:gd name="T184" fmla="*/ 0 h 562"/>
                <a:gd name="T185" fmla="*/ 299 w 299"/>
                <a:gd name="T186" fmla="*/ 562 h 56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99" h="562">
                  <a:moveTo>
                    <a:pt x="9" y="0"/>
                  </a:moveTo>
                  <a:lnTo>
                    <a:pt x="5" y="25"/>
                  </a:lnTo>
                  <a:lnTo>
                    <a:pt x="3" y="51"/>
                  </a:lnTo>
                  <a:lnTo>
                    <a:pt x="1" y="77"/>
                  </a:lnTo>
                  <a:lnTo>
                    <a:pt x="0" y="103"/>
                  </a:lnTo>
                  <a:lnTo>
                    <a:pt x="1" y="120"/>
                  </a:lnTo>
                  <a:lnTo>
                    <a:pt x="1" y="138"/>
                  </a:lnTo>
                  <a:lnTo>
                    <a:pt x="3" y="155"/>
                  </a:lnTo>
                  <a:lnTo>
                    <a:pt x="5" y="173"/>
                  </a:lnTo>
                  <a:lnTo>
                    <a:pt x="7" y="191"/>
                  </a:lnTo>
                  <a:lnTo>
                    <a:pt x="10" y="207"/>
                  </a:lnTo>
                  <a:lnTo>
                    <a:pt x="13" y="225"/>
                  </a:lnTo>
                  <a:lnTo>
                    <a:pt x="17" y="242"/>
                  </a:lnTo>
                  <a:lnTo>
                    <a:pt x="22" y="258"/>
                  </a:lnTo>
                  <a:lnTo>
                    <a:pt x="27" y="274"/>
                  </a:lnTo>
                  <a:lnTo>
                    <a:pt x="33" y="290"/>
                  </a:lnTo>
                  <a:lnTo>
                    <a:pt x="39" y="306"/>
                  </a:lnTo>
                  <a:lnTo>
                    <a:pt x="51" y="337"/>
                  </a:lnTo>
                  <a:lnTo>
                    <a:pt x="67" y="367"/>
                  </a:lnTo>
                  <a:lnTo>
                    <a:pt x="84" y="396"/>
                  </a:lnTo>
                  <a:lnTo>
                    <a:pt x="102" y="424"/>
                  </a:lnTo>
                  <a:lnTo>
                    <a:pt x="123" y="450"/>
                  </a:lnTo>
                  <a:lnTo>
                    <a:pt x="145" y="476"/>
                  </a:lnTo>
                  <a:lnTo>
                    <a:pt x="168" y="500"/>
                  </a:lnTo>
                  <a:lnTo>
                    <a:pt x="193" y="522"/>
                  </a:lnTo>
                  <a:lnTo>
                    <a:pt x="219" y="543"/>
                  </a:lnTo>
                  <a:lnTo>
                    <a:pt x="246" y="562"/>
                  </a:lnTo>
                  <a:lnTo>
                    <a:pt x="255" y="549"/>
                  </a:lnTo>
                  <a:lnTo>
                    <a:pt x="264" y="534"/>
                  </a:lnTo>
                  <a:lnTo>
                    <a:pt x="271" y="520"/>
                  </a:lnTo>
                  <a:lnTo>
                    <a:pt x="279" y="505"/>
                  </a:lnTo>
                  <a:lnTo>
                    <a:pt x="285" y="491"/>
                  </a:lnTo>
                  <a:lnTo>
                    <a:pt x="289" y="475"/>
                  </a:lnTo>
                  <a:lnTo>
                    <a:pt x="293" y="460"/>
                  </a:lnTo>
                  <a:lnTo>
                    <a:pt x="296" y="444"/>
                  </a:lnTo>
                  <a:lnTo>
                    <a:pt x="297" y="435"/>
                  </a:lnTo>
                  <a:lnTo>
                    <a:pt x="298" y="425"/>
                  </a:lnTo>
                  <a:lnTo>
                    <a:pt x="299" y="415"/>
                  </a:lnTo>
                  <a:lnTo>
                    <a:pt x="299" y="406"/>
                  </a:lnTo>
                  <a:lnTo>
                    <a:pt x="285" y="392"/>
                  </a:lnTo>
                  <a:lnTo>
                    <a:pt x="270" y="379"/>
                  </a:lnTo>
                  <a:lnTo>
                    <a:pt x="257" y="364"/>
                  </a:lnTo>
                  <a:lnTo>
                    <a:pt x="244" y="349"/>
                  </a:lnTo>
                  <a:lnTo>
                    <a:pt x="232" y="333"/>
                  </a:lnTo>
                  <a:lnTo>
                    <a:pt x="221" y="316"/>
                  </a:lnTo>
                  <a:lnTo>
                    <a:pt x="210" y="300"/>
                  </a:lnTo>
                  <a:lnTo>
                    <a:pt x="201" y="282"/>
                  </a:lnTo>
                  <a:lnTo>
                    <a:pt x="193" y="264"/>
                  </a:lnTo>
                  <a:lnTo>
                    <a:pt x="184" y="246"/>
                  </a:lnTo>
                  <a:lnTo>
                    <a:pt x="178" y="226"/>
                  </a:lnTo>
                  <a:lnTo>
                    <a:pt x="172" y="207"/>
                  </a:lnTo>
                  <a:lnTo>
                    <a:pt x="167" y="188"/>
                  </a:lnTo>
                  <a:lnTo>
                    <a:pt x="164" y="167"/>
                  </a:lnTo>
                  <a:lnTo>
                    <a:pt x="160" y="146"/>
                  </a:lnTo>
                  <a:lnTo>
                    <a:pt x="158" y="125"/>
                  </a:lnTo>
                  <a:lnTo>
                    <a:pt x="143" y="110"/>
                  </a:lnTo>
                  <a:lnTo>
                    <a:pt x="126" y="94"/>
                  </a:lnTo>
                  <a:lnTo>
                    <a:pt x="109" y="78"/>
                  </a:lnTo>
                  <a:lnTo>
                    <a:pt x="90" y="62"/>
                  </a:lnTo>
                  <a:lnTo>
                    <a:pt x="51" y="31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B1D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7" name="Freeform 312"/>
            <p:cNvSpPr>
              <a:spLocks/>
            </p:cNvSpPr>
            <p:nvPr/>
          </p:nvSpPr>
          <p:spPr bwMode="auto">
            <a:xfrm>
              <a:off x="1014" y="1706"/>
              <a:ext cx="27" cy="54"/>
            </a:xfrm>
            <a:custGeom>
              <a:avLst/>
              <a:gdLst>
                <a:gd name="T0" fmla="*/ 0 w 221"/>
                <a:gd name="T1" fmla="*/ 0 h 438"/>
                <a:gd name="T2" fmla="*/ 0 w 221"/>
                <a:gd name="T3" fmla="*/ 0 h 438"/>
                <a:gd name="T4" fmla="*/ 0 w 221"/>
                <a:gd name="T5" fmla="*/ 0 h 438"/>
                <a:gd name="T6" fmla="*/ 0 w 221"/>
                <a:gd name="T7" fmla="*/ 0 h 438"/>
                <a:gd name="T8" fmla="*/ 0 w 221"/>
                <a:gd name="T9" fmla="*/ 1 h 438"/>
                <a:gd name="T10" fmla="*/ 0 w 221"/>
                <a:gd name="T11" fmla="*/ 1 h 438"/>
                <a:gd name="T12" fmla="*/ 0 w 221"/>
                <a:gd name="T13" fmla="*/ 2 h 438"/>
                <a:gd name="T14" fmla="*/ 0 w 221"/>
                <a:gd name="T15" fmla="*/ 2 h 438"/>
                <a:gd name="T16" fmla="*/ 0 w 221"/>
                <a:gd name="T17" fmla="*/ 2 h 438"/>
                <a:gd name="T18" fmla="*/ 0 w 221"/>
                <a:gd name="T19" fmla="*/ 3 h 438"/>
                <a:gd name="T20" fmla="*/ 0 w 221"/>
                <a:gd name="T21" fmla="*/ 3 h 438"/>
                <a:gd name="T22" fmla="*/ 1 w 221"/>
                <a:gd name="T23" fmla="*/ 4 h 438"/>
                <a:gd name="T24" fmla="*/ 1 w 221"/>
                <a:gd name="T25" fmla="*/ 4 h 438"/>
                <a:gd name="T26" fmla="*/ 1 w 221"/>
                <a:gd name="T27" fmla="*/ 4 h 438"/>
                <a:gd name="T28" fmla="*/ 1 w 221"/>
                <a:gd name="T29" fmla="*/ 5 h 438"/>
                <a:gd name="T30" fmla="*/ 2 w 221"/>
                <a:gd name="T31" fmla="*/ 5 h 438"/>
                <a:gd name="T32" fmla="*/ 2 w 221"/>
                <a:gd name="T33" fmla="*/ 6 h 438"/>
                <a:gd name="T34" fmla="*/ 2 w 221"/>
                <a:gd name="T35" fmla="*/ 6 h 438"/>
                <a:gd name="T36" fmla="*/ 2 w 221"/>
                <a:gd name="T37" fmla="*/ 6 h 438"/>
                <a:gd name="T38" fmla="*/ 3 w 221"/>
                <a:gd name="T39" fmla="*/ 6 h 438"/>
                <a:gd name="T40" fmla="*/ 3 w 221"/>
                <a:gd name="T41" fmla="*/ 7 h 438"/>
                <a:gd name="T42" fmla="*/ 3 w 221"/>
                <a:gd name="T43" fmla="*/ 7 h 438"/>
                <a:gd name="T44" fmla="*/ 3 w 221"/>
                <a:gd name="T45" fmla="*/ 6 h 438"/>
                <a:gd name="T46" fmla="*/ 3 w 221"/>
                <a:gd name="T47" fmla="*/ 6 h 438"/>
                <a:gd name="T48" fmla="*/ 3 w 221"/>
                <a:gd name="T49" fmla="*/ 6 h 438"/>
                <a:gd name="T50" fmla="*/ 3 w 221"/>
                <a:gd name="T51" fmla="*/ 6 h 438"/>
                <a:gd name="T52" fmla="*/ 3 w 221"/>
                <a:gd name="T53" fmla="*/ 6 h 438"/>
                <a:gd name="T54" fmla="*/ 3 w 221"/>
                <a:gd name="T55" fmla="*/ 5 h 438"/>
                <a:gd name="T56" fmla="*/ 3 w 221"/>
                <a:gd name="T57" fmla="*/ 5 h 438"/>
                <a:gd name="T58" fmla="*/ 3 w 221"/>
                <a:gd name="T59" fmla="*/ 5 h 438"/>
                <a:gd name="T60" fmla="*/ 3 w 221"/>
                <a:gd name="T61" fmla="*/ 5 h 438"/>
                <a:gd name="T62" fmla="*/ 3 w 221"/>
                <a:gd name="T63" fmla="*/ 5 h 438"/>
                <a:gd name="T64" fmla="*/ 3 w 221"/>
                <a:gd name="T65" fmla="*/ 4 h 438"/>
                <a:gd name="T66" fmla="*/ 3 w 221"/>
                <a:gd name="T67" fmla="*/ 4 h 438"/>
                <a:gd name="T68" fmla="*/ 3 w 221"/>
                <a:gd name="T69" fmla="*/ 4 h 438"/>
                <a:gd name="T70" fmla="*/ 3 w 221"/>
                <a:gd name="T71" fmla="*/ 3 h 438"/>
                <a:gd name="T72" fmla="*/ 3 w 221"/>
                <a:gd name="T73" fmla="*/ 3 h 438"/>
                <a:gd name="T74" fmla="*/ 2 w 221"/>
                <a:gd name="T75" fmla="*/ 3 h 438"/>
                <a:gd name="T76" fmla="*/ 2 w 221"/>
                <a:gd name="T77" fmla="*/ 2 h 438"/>
                <a:gd name="T78" fmla="*/ 2 w 221"/>
                <a:gd name="T79" fmla="*/ 2 h 438"/>
                <a:gd name="T80" fmla="*/ 2 w 221"/>
                <a:gd name="T81" fmla="*/ 1 h 438"/>
                <a:gd name="T82" fmla="*/ 1 w 221"/>
                <a:gd name="T83" fmla="*/ 1 h 438"/>
                <a:gd name="T84" fmla="*/ 1 w 221"/>
                <a:gd name="T85" fmla="*/ 1 h 438"/>
                <a:gd name="T86" fmla="*/ 0 w 221"/>
                <a:gd name="T87" fmla="*/ 0 h 438"/>
                <a:gd name="T88" fmla="*/ 0 w 221"/>
                <a:gd name="T89" fmla="*/ 0 h 43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21"/>
                <a:gd name="T136" fmla="*/ 0 h 438"/>
                <a:gd name="T137" fmla="*/ 221 w 221"/>
                <a:gd name="T138" fmla="*/ 438 h 43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21" h="438">
                  <a:moveTo>
                    <a:pt x="4" y="0"/>
                  </a:moveTo>
                  <a:lnTo>
                    <a:pt x="3" y="12"/>
                  </a:lnTo>
                  <a:lnTo>
                    <a:pt x="1" y="24"/>
                  </a:lnTo>
                  <a:lnTo>
                    <a:pt x="1" y="35"/>
                  </a:lnTo>
                  <a:lnTo>
                    <a:pt x="0" y="48"/>
                  </a:lnTo>
                  <a:lnTo>
                    <a:pt x="1" y="78"/>
                  </a:lnTo>
                  <a:lnTo>
                    <a:pt x="5" y="108"/>
                  </a:lnTo>
                  <a:lnTo>
                    <a:pt x="9" y="137"/>
                  </a:lnTo>
                  <a:lnTo>
                    <a:pt x="15" y="165"/>
                  </a:lnTo>
                  <a:lnTo>
                    <a:pt x="23" y="193"/>
                  </a:lnTo>
                  <a:lnTo>
                    <a:pt x="33" y="220"/>
                  </a:lnTo>
                  <a:lnTo>
                    <a:pt x="44" y="246"/>
                  </a:lnTo>
                  <a:lnTo>
                    <a:pt x="56" y="272"/>
                  </a:lnTo>
                  <a:lnTo>
                    <a:pt x="71" y="296"/>
                  </a:lnTo>
                  <a:lnTo>
                    <a:pt x="87" y="319"/>
                  </a:lnTo>
                  <a:lnTo>
                    <a:pt x="103" y="342"/>
                  </a:lnTo>
                  <a:lnTo>
                    <a:pt x="122" y="363"/>
                  </a:lnTo>
                  <a:lnTo>
                    <a:pt x="141" y="384"/>
                  </a:lnTo>
                  <a:lnTo>
                    <a:pt x="161" y="404"/>
                  </a:lnTo>
                  <a:lnTo>
                    <a:pt x="183" y="421"/>
                  </a:lnTo>
                  <a:lnTo>
                    <a:pt x="206" y="438"/>
                  </a:lnTo>
                  <a:lnTo>
                    <a:pt x="210" y="426"/>
                  </a:lnTo>
                  <a:lnTo>
                    <a:pt x="213" y="414"/>
                  </a:lnTo>
                  <a:lnTo>
                    <a:pt x="216" y="401"/>
                  </a:lnTo>
                  <a:lnTo>
                    <a:pt x="218" y="389"/>
                  </a:lnTo>
                  <a:lnTo>
                    <a:pt x="220" y="378"/>
                  </a:lnTo>
                  <a:lnTo>
                    <a:pt x="221" y="365"/>
                  </a:lnTo>
                  <a:lnTo>
                    <a:pt x="221" y="353"/>
                  </a:lnTo>
                  <a:lnTo>
                    <a:pt x="221" y="341"/>
                  </a:lnTo>
                  <a:lnTo>
                    <a:pt x="220" y="329"/>
                  </a:lnTo>
                  <a:lnTo>
                    <a:pt x="219" y="317"/>
                  </a:lnTo>
                  <a:lnTo>
                    <a:pt x="217" y="305"/>
                  </a:lnTo>
                  <a:lnTo>
                    <a:pt x="215" y="293"/>
                  </a:lnTo>
                  <a:lnTo>
                    <a:pt x="209" y="269"/>
                  </a:lnTo>
                  <a:lnTo>
                    <a:pt x="200" y="244"/>
                  </a:lnTo>
                  <a:lnTo>
                    <a:pt x="189" y="219"/>
                  </a:lnTo>
                  <a:lnTo>
                    <a:pt x="177" y="195"/>
                  </a:lnTo>
                  <a:lnTo>
                    <a:pt x="161" y="170"/>
                  </a:lnTo>
                  <a:lnTo>
                    <a:pt x="145" y="146"/>
                  </a:lnTo>
                  <a:lnTo>
                    <a:pt x="126" y="121"/>
                  </a:lnTo>
                  <a:lnTo>
                    <a:pt x="105" y="96"/>
                  </a:lnTo>
                  <a:lnTo>
                    <a:pt x="82" y="72"/>
                  </a:lnTo>
                  <a:lnTo>
                    <a:pt x="58" y="49"/>
                  </a:lnTo>
                  <a:lnTo>
                    <a:pt x="32" y="2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B4D3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8" name="Freeform 313"/>
            <p:cNvSpPr>
              <a:spLocks/>
            </p:cNvSpPr>
            <p:nvPr/>
          </p:nvSpPr>
          <p:spPr bwMode="auto">
            <a:xfrm>
              <a:off x="1024" y="1714"/>
              <a:ext cx="17" cy="35"/>
            </a:xfrm>
            <a:custGeom>
              <a:avLst/>
              <a:gdLst>
                <a:gd name="T0" fmla="*/ 0 w 141"/>
                <a:gd name="T1" fmla="*/ 0 h 281"/>
                <a:gd name="T2" fmla="*/ 0 w 141"/>
                <a:gd name="T3" fmla="*/ 0 h 281"/>
                <a:gd name="T4" fmla="*/ 0 w 141"/>
                <a:gd name="T5" fmla="*/ 1 h 281"/>
                <a:gd name="T6" fmla="*/ 0 w 141"/>
                <a:gd name="T7" fmla="*/ 1 h 281"/>
                <a:gd name="T8" fmla="*/ 0 w 141"/>
                <a:gd name="T9" fmla="*/ 1 h 281"/>
                <a:gd name="T10" fmla="*/ 0 w 141"/>
                <a:gd name="T11" fmla="*/ 2 h 281"/>
                <a:gd name="T12" fmla="*/ 0 w 141"/>
                <a:gd name="T13" fmla="*/ 2 h 281"/>
                <a:gd name="T14" fmla="*/ 0 w 141"/>
                <a:gd name="T15" fmla="*/ 2 h 281"/>
                <a:gd name="T16" fmla="*/ 1 w 141"/>
                <a:gd name="T17" fmla="*/ 2 h 281"/>
                <a:gd name="T18" fmla="*/ 1 w 141"/>
                <a:gd name="T19" fmla="*/ 3 h 281"/>
                <a:gd name="T20" fmla="*/ 1 w 141"/>
                <a:gd name="T21" fmla="*/ 3 h 281"/>
                <a:gd name="T22" fmla="*/ 1 w 141"/>
                <a:gd name="T23" fmla="*/ 3 h 281"/>
                <a:gd name="T24" fmla="*/ 1 w 141"/>
                <a:gd name="T25" fmla="*/ 3 h 281"/>
                <a:gd name="T26" fmla="*/ 1 w 141"/>
                <a:gd name="T27" fmla="*/ 4 h 281"/>
                <a:gd name="T28" fmla="*/ 2 w 141"/>
                <a:gd name="T29" fmla="*/ 4 h 281"/>
                <a:gd name="T30" fmla="*/ 2 w 141"/>
                <a:gd name="T31" fmla="*/ 4 h 281"/>
                <a:gd name="T32" fmla="*/ 2 w 141"/>
                <a:gd name="T33" fmla="*/ 4 h 281"/>
                <a:gd name="T34" fmla="*/ 2 w 141"/>
                <a:gd name="T35" fmla="*/ 4 h 281"/>
                <a:gd name="T36" fmla="*/ 2 w 141"/>
                <a:gd name="T37" fmla="*/ 4 h 281"/>
                <a:gd name="T38" fmla="*/ 2 w 141"/>
                <a:gd name="T39" fmla="*/ 4 h 281"/>
                <a:gd name="T40" fmla="*/ 2 w 141"/>
                <a:gd name="T41" fmla="*/ 3 h 281"/>
                <a:gd name="T42" fmla="*/ 2 w 141"/>
                <a:gd name="T43" fmla="*/ 3 h 281"/>
                <a:gd name="T44" fmla="*/ 2 w 141"/>
                <a:gd name="T45" fmla="*/ 3 h 281"/>
                <a:gd name="T46" fmla="*/ 2 w 141"/>
                <a:gd name="T47" fmla="*/ 2 h 281"/>
                <a:gd name="T48" fmla="*/ 2 w 141"/>
                <a:gd name="T49" fmla="*/ 2 h 281"/>
                <a:gd name="T50" fmla="*/ 1 w 141"/>
                <a:gd name="T51" fmla="*/ 2 h 281"/>
                <a:gd name="T52" fmla="*/ 1 w 141"/>
                <a:gd name="T53" fmla="*/ 2 h 281"/>
                <a:gd name="T54" fmla="*/ 1 w 141"/>
                <a:gd name="T55" fmla="*/ 1 h 281"/>
                <a:gd name="T56" fmla="*/ 1 w 141"/>
                <a:gd name="T57" fmla="*/ 1 h 281"/>
                <a:gd name="T58" fmla="*/ 1 w 141"/>
                <a:gd name="T59" fmla="*/ 1 h 281"/>
                <a:gd name="T60" fmla="*/ 0 w 141"/>
                <a:gd name="T61" fmla="*/ 0 h 281"/>
                <a:gd name="T62" fmla="*/ 0 w 141"/>
                <a:gd name="T63" fmla="*/ 0 h 281"/>
                <a:gd name="T64" fmla="*/ 0 w 141"/>
                <a:gd name="T65" fmla="*/ 0 h 2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41"/>
                <a:gd name="T100" fmla="*/ 0 h 281"/>
                <a:gd name="T101" fmla="*/ 141 w 141"/>
                <a:gd name="T102" fmla="*/ 281 h 28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41" h="281">
                  <a:moveTo>
                    <a:pt x="0" y="0"/>
                  </a:moveTo>
                  <a:lnTo>
                    <a:pt x="2" y="21"/>
                  </a:lnTo>
                  <a:lnTo>
                    <a:pt x="6" y="42"/>
                  </a:lnTo>
                  <a:lnTo>
                    <a:pt x="9" y="63"/>
                  </a:lnTo>
                  <a:lnTo>
                    <a:pt x="14" y="82"/>
                  </a:lnTo>
                  <a:lnTo>
                    <a:pt x="20" y="101"/>
                  </a:lnTo>
                  <a:lnTo>
                    <a:pt x="26" y="121"/>
                  </a:lnTo>
                  <a:lnTo>
                    <a:pt x="35" y="139"/>
                  </a:lnTo>
                  <a:lnTo>
                    <a:pt x="43" y="157"/>
                  </a:lnTo>
                  <a:lnTo>
                    <a:pt x="52" y="175"/>
                  </a:lnTo>
                  <a:lnTo>
                    <a:pt x="63" y="191"/>
                  </a:lnTo>
                  <a:lnTo>
                    <a:pt x="74" y="208"/>
                  </a:lnTo>
                  <a:lnTo>
                    <a:pt x="86" y="224"/>
                  </a:lnTo>
                  <a:lnTo>
                    <a:pt x="99" y="239"/>
                  </a:lnTo>
                  <a:lnTo>
                    <a:pt x="112" y="254"/>
                  </a:lnTo>
                  <a:lnTo>
                    <a:pt x="127" y="267"/>
                  </a:lnTo>
                  <a:lnTo>
                    <a:pt x="141" y="281"/>
                  </a:lnTo>
                  <a:lnTo>
                    <a:pt x="140" y="263"/>
                  </a:lnTo>
                  <a:lnTo>
                    <a:pt x="139" y="246"/>
                  </a:lnTo>
                  <a:lnTo>
                    <a:pt x="136" y="229"/>
                  </a:lnTo>
                  <a:lnTo>
                    <a:pt x="132" y="211"/>
                  </a:lnTo>
                  <a:lnTo>
                    <a:pt x="127" y="193"/>
                  </a:lnTo>
                  <a:lnTo>
                    <a:pt x="121" y="176"/>
                  </a:lnTo>
                  <a:lnTo>
                    <a:pt x="113" y="158"/>
                  </a:lnTo>
                  <a:lnTo>
                    <a:pt x="105" y="141"/>
                  </a:lnTo>
                  <a:lnTo>
                    <a:pt x="96" y="123"/>
                  </a:lnTo>
                  <a:lnTo>
                    <a:pt x="85" y="105"/>
                  </a:lnTo>
                  <a:lnTo>
                    <a:pt x="74" y="89"/>
                  </a:lnTo>
                  <a:lnTo>
                    <a:pt x="61" y="71"/>
                  </a:lnTo>
                  <a:lnTo>
                    <a:pt x="47" y="53"/>
                  </a:lnTo>
                  <a:lnTo>
                    <a:pt x="33" y="36"/>
                  </a:lnTo>
                  <a:lnTo>
                    <a:pt x="17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D8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9" name="Freeform 314"/>
            <p:cNvSpPr>
              <a:spLocks/>
            </p:cNvSpPr>
            <p:nvPr/>
          </p:nvSpPr>
          <p:spPr bwMode="auto">
            <a:xfrm>
              <a:off x="589" y="1629"/>
              <a:ext cx="452" cy="179"/>
            </a:xfrm>
            <a:custGeom>
              <a:avLst/>
              <a:gdLst>
                <a:gd name="T0" fmla="*/ 33 w 3621"/>
                <a:gd name="T1" fmla="*/ 1 h 1437"/>
                <a:gd name="T2" fmla="*/ 37 w 3621"/>
                <a:gd name="T3" fmla="*/ 2 h 1437"/>
                <a:gd name="T4" fmla="*/ 41 w 3621"/>
                <a:gd name="T5" fmla="*/ 3 h 1437"/>
                <a:gd name="T6" fmla="*/ 44 w 3621"/>
                <a:gd name="T7" fmla="*/ 5 h 1437"/>
                <a:gd name="T8" fmla="*/ 47 w 3621"/>
                <a:gd name="T9" fmla="*/ 6 h 1437"/>
                <a:gd name="T10" fmla="*/ 50 w 3621"/>
                <a:gd name="T11" fmla="*/ 8 h 1437"/>
                <a:gd name="T12" fmla="*/ 52 w 3621"/>
                <a:gd name="T13" fmla="*/ 9 h 1437"/>
                <a:gd name="T14" fmla="*/ 54 w 3621"/>
                <a:gd name="T15" fmla="*/ 11 h 1437"/>
                <a:gd name="T16" fmla="*/ 56 w 3621"/>
                <a:gd name="T17" fmla="*/ 12 h 1437"/>
                <a:gd name="T18" fmla="*/ 56 w 3621"/>
                <a:gd name="T19" fmla="*/ 14 h 1437"/>
                <a:gd name="T20" fmla="*/ 56 w 3621"/>
                <a:gd name="T21" fmla="*/ 16 h 1437"/>
                <a:gd name="T22" fmla="*/ 56 w 3621"/>
                <a:gd name="T23" fmla="*/ 17 h 1437"/>
                <a:gd name="T24" fmla="*/ 55 w 3621"/>
                <a:gd name="T25" fmla="*/ 18 h 1437"/>
                <a:gd name="T26" fmla="*/ 53 w 3621"/>
                <a:gd name="T27" fmla="*/ 20 h 1437"/>
                <a:gd name="T28" fmla="*/ 51 w 3621"/>
                <a:gd name="T29" fmla="*/ 21 h 1437"/>
                <a:gd name="T30" fmla="*/ 48 w 3621"/>
                <a:gd name="T31" fmla="*/ 21 h 1437"/>
                <a:gd name="T32" fmla="*/ 45 w 3621"/>
                <a:gd name="T33" fmla="*/ 22 h 1437"/>
                <a:gd name="T34" fmla="*/ 41 w 3621"/>
                <a:gd name="T35" fmla="*/ 22 h 1437"/>
                <a:gd name="T36" fmla="*/ 38 w 3621"/>
                <a:gd name="T37" fmla="*/ 22 h 1437"/>
                <a:gd name="T38" fmla="*/ 34 w 3621"/>
                <a:gd name="T39" fmla="*/ 22 h 1437"/>
                <a:gd name="T40" fmla="*/ 29 w 3621"/>
                <a:gd name="T41" fmla="*/ 22 h 1437"/>
                <a:gd name="T42" fmla="*/ 25 w 3621"/>
                <a:gd name="T43" fmla="*/ 21 h 1437"/>
                <a:gd name="T44" fmla="*/ 21 w 3621"/>
                <a:gd name="T45" fmla="*/ 20 h 1437"/>
                <a:gd name="T46" fmla="*/ 17 w 3621"/>
                <a:gd name="T47" fmla="*/ 19 h 1437"/>
                <a:gd name="T48" fmla="*/ 13 w 3621"/>
                <a:gd name="T49" fmla="*/ 18 h 1437"/>
                <a:gd name="T50" fmla="*/ 10 w 3621"/>
                <a:gd name="T51" fmla="*/ 17 h 1437"/>
                <a:gd name="T52" fmla="*/ 7 w 3621"/>
                <a:gd name="T53" fmla="*/ 15 h 1437"/>
                <a:gd name="T54" fmla="*/ 5 w 3621"/>
                <a:gd name="T55" fmla="*/ 14 h 1437"/>
                <a:gd name="T56" fmla="*/ 3 w 3621"/>
                <a:gd name="T57" fmla="*/ 12 h 1437"/>
                <a:gd name="T58" fmla="*/ 1 w 3621"/>
                <a:gd name="T59" fmla="*/ 11 h 1437"/>
                <a:gd name="T60" fmla="*/ 0 w 3621"/>
                <a:gd name="T61" fmla="*/ 9 h 1437"/>
                <a:gd name="T62" fmla="*/ 0 w 3621"/>
                <a:gd name="T63" fmla="*/ 7 h 1437"/>
                <a:gd name="T64" fmla="*/ 0 w 3621"/>
                <a:gd name="T65" fmla="*/ 6 h 1437"/>
                <a:gd name="T66" fmla="*/ 1 w 3621"/>
                <a:gd name="T67" fmla="*/ 4 h 1437"/>
                <a:gd name="T68" fmla="*/ 3 w 3621"/>
                <a:gd name="T69" fmla="*/ 3 h 1437"/>
                <a:gd name="T70" fmla="*/ 5 w 3621"/>
                <a:gd name="T71" fmla="*/ 2 h 1437"/>
                <a:gd name="T72" fmla="*/ 7 w 3621"/>
                <a:gd name="T73" fmla="*/ 1 h 1437"/>
                <a:gd name="T74" fmla="*/ 10 w 3621"/>
                <a:gd name="T75" fmla="*/ 1 h 1437"/>
                <a:gd name="T76" fmla="*/ 14 w 3621"/>
                <a:gd name="T77" fmla="*/ 0 h 1437"/>
                <a:gd name="T78" fmla="*/ 17 w 3621"/>
                <a:gd name="T79" fmla="*/ 0 h 1437"/>
                <a:gd name="T80" fmla="*/ 21 w 3621"/>
                <a:gd name="T81" fmla="*/ 0 h 1437"/>
                <a:gd name="T82" fmla="*/ 25 w 3621"/>
                <a:gd name="T83" fmla="*/ 0 h 1437"/>
                <a:gd name="T84" fmla="*/ 30 w 3621"/>
                <a:gd name="T85" fmla="*/ 1 h 143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621"/>
                <a:gd name="T130" fmla="*/ 0 h 1437"/>
                <a:gd name="T131" fmla="*/ 3621 w 3621"/>
                <a:gd name="T132" fmla="*/ 1437 h 143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621" h="1437">
                  <a:moveTo>
                    <a:pt x="1914" y="59"/>
                  </a:moveTo>
                  <a:lnTo>
                    <a:pt x="2007" y="75"/>
                  </a:lnTo>
                  <a:lnTo>
                    <a:pt x="2099" y="92"/>
                  </a:lnTo>
                  <a:lnTo>
                    <a:pt x="2188" y="110"/>
                  </a:lnTo>
                  <a:lnTo>
                    <a:pt x="2277" y="130"/>
                  </a:lnTo>
                  <a:lnTo>
                    <a:pt x="2363" y="151"/>
                  </a:lnTo>
                  <a:lnTo>
                    <a:pt x="2448" y="174"/>
                  </a:lnTo>
                  <a:lnTo>
                    <a:pt x="2530" y="198"/>
                  </a:lnTo>
                  <a:lnTo>
                    <a:pt x="2610" y="221"/>
                  </a:lnTo>
                  <a:lnTo>
                    <a:pt x="2687" y="247"/>
                  </a:lnTo>
                  <a:lnTo>
                    <a:pt x="2763" y="274"/>
                  </a:lnTo>
                  <a:lnTo>
                    <a:pt x="2837" y="302"/>
                  </a:lnTo>
                  <a:lnTo>
                    <a:pt x="2907" y="330"/>
                  </a:lnTo>
                  <a:lnTo>
                    <a:pt x="2975" y="361"/>
                  </a:lnTo>
                  <a:lnTo>
                    <a:pt x="3040" y="391"/>
                  </a:lnTo>
                  <a:lnTo>
                    <a:pt x="3103" y="422"/>
                  </a:lnTo>
                  <a:lnTo>
                    <a:pt x="3163" y="454"/>
                  </a:lnTo>
                  <a:lnTo>
                    <a:pt x="3219" y="486"/>
                  </a:lnTo>
                  <a:lnTo>
                    <a:pt x="3272" y="518"/>
                  </a:lnTo>
                  <a:lnTo>
                    <a:pt x="3322" y="553"/>
                  </a:lnTo>
                  <a:lnTo>
                    <a:pt x="3367" y="586"/>
                  </a:lnTo>
                  <a:lnTo>
                    <a:pt x="3411" y="620"/>
                  </a:lnTo>
                  <a:lnTo>
                    <a:pt x="3450" y="654"/>
                  </a:lnTo>
                  <a:lnTo>
                    <a:pt x="3486" y="690"/>
                  </a:lnTo>
                  <a:lnTo>
                    <a:pt x="3517" y="724"/>
                  </a:lnTo>
                  <a:lnTo>
                    <a:pt x="3545" y="759"/>
                  </a:lnTo>
                  <a:lnTo>
                    <a:pt x="3569" y="794"/>
                  </a:lnTo>
                  <a:lnTo>
                    <a:pt x="3587" y="830"/>
                  </a:lnTo>
                  <a:lnTo>
                    <a:pt x="3603" y="865"/>
                  </a:lnTo>
                  <a:lnTo>
                    <a:pt x="3613" y="899"/>
                  </a:lnTo>
                  <a:lnTo>
                    <a:pt x="3619" y="935"/>
                  </a:lnTo>
                  <a:lnTo>
                    <a:pt x="3621" y="969"/>
                  </a:lnTo>
                  <a:lnTo>
                    <a:pt x="3618" y="1003"/>
                  </a:lnTo>
                  <a:lnTo>
                    <a:pt x="3611" y="1036"/>
                  </a:lnTo>
                  <a:lnTo>
                    <a:pt x="3599" y="1069"/>
                  </a:lnTo>
                  <a:lnTo>
                    <a:pt x="3582" y="1101"/>
                  </a:lnTo>
                  <a:lnTo>
                    <a:pt x="3561" y="1131"/>
                  </a:lnTo>
                  <a:lnTo>
                    <a:pt x="3535" y="1159"/>
                  </a:lnTo>
                  <a:lnTo>
                    <a:pt x="3506" y="1187"/>
                  </a:lnTo>
                  <a:lnTo>
                    <a:pt x="3473" y="1213"/>
                  </a:lnTo>
                  <a:lnTo>
                    <a:pt x="3436" y="1238"/>
                  </a:lnTo>
                  <a:lnTo>
                    <a:pt x="3395" y="1261"/>
                  </a:lnTo>
                  <a:lnTo>
                    <a:pt x="3351" y="1283"/>
                  </a:lnTo>
                  <a:lnTo>
                    <a:pt x="3303" y="1304"/>
                  </a:lnTo>
                  <a:lnTo>
                    <a:pt x="3252" y="1324"/>
                  </a:lnTo>
                  <a:lnTo>
                    <a:pt x="3197" y="1341"/>
                  </a:lnTo>
                  <a:lnTo>
                    <a:pt x="3140" y="1358"/>
                  </a:lnTo>
                  <a:lnTo>
                    <a:pt x="3079" y="1373"/>
                  </a:lnTo>
                  <a:lnTo>
                    <a:pt x="3015" y="1386"/>
                  </a:lnTo>
                  <a:lnTo>
                    <a:pt x="2949" y="1399"/>
                  </a:lnTo>
                  <a:lnTo>
                    <a:pt x="2881" y="1409"/>
                  </a:lnTo>
                  <a:lnTo>
                    <a:pt x="2809" y="1417"/>
                  </a:lnTo>
                  <a:lnTo>
                    <a:pt x="2735" y="1424"/>
                  </a:lnTo>
                  <a:lnTo>
                    <a:pt x="2659" y="1431"/>
                  </a:lnTo>
                  <a:lnTo>
                    <a:pt x="2582" y="1435"/>
                  </a:lnTo>
                  <a:lnTo>
                    <a:pt x="2501" y="1437"/>
                  </a:lnTo>
                  <a:lnTo>
                    <a:pt x="2419" y="1437"/>
                  </a:lnTo>
                  <a:lnTo>
                    <a:pt x="2335" y="1436"/>
                  </a:lnTo>
                  <a:lnTo>
                    <a:pt x="2250" y="1434"/>
                  </a:lnTo>
                  <a:lnTo>
                    <a:pt x="2162" y="1429"/>
                  </a:lnTo>
                  <a:lnTo>
                    <a:pt x="2073" y="1422"/>
                  </a:lnTo>
                  <a:lnTo>
                    <a:pt x="1984" y="1414"/>
                  </a:lnTo>
                  <a:lnTo>
                    <a:pt x="1893" y="1404"/>
                  </a:lnTo>
                  <a:lnTo>
                    <a:pt x="1800" y="1392"/>
                  </a:lnTo>
                  <a:lnTo>
                    <a:pt x="1707" y="1379"/>
                  </a:lnTo>
                  <a:lnTo>
                    <a:pt x="1614" y="1363"/>
                  </a:lnTo>
                  <a:lnTo>
                    <a:pt x="1523" y="1346"/>
                  </a:lnTo>
                  <a:lnTo>
                    <a:pt x="1433" y="1328"/>
                  </a:lnTo>
                  <a:lnTo>
                    <a:pt x="1345" y="1308"/>
                  </a:lnTo>
                  <a:lnTo>
                    <a:pt x="1258" y="1286"/>
                  </a:lnTo>
                  <a:lnTo>
                    <a:pt x="1174" y="1265"/>
                  </a:lnTo>
                  <a:lnTo>
                    <a:pt x="1091" y="1241"/>
                  </a:lnTo>
                  <a:lnTo>
                    <a:pt x="1011" y="1216"/>
                  </a:lnTo>
                  <a:lnTo>
                    <a:pt x="934" y="1190"/>
                  </a:lnTo>
                  <a:lnTo>
                    <a:pt x="858" y="1163"/>
                  </a:lnTo>
                  <a:lnTo>
                    <a:pt x="784" y="1136"/>
                  </a:lnTo>
                  <a:lnTo>
                    <a:pt x="714" y="1107"/>
                  </a:lnTo>
                  <a:lnTo>
                    <a:pt x="646" y="1078"/>
                  </a:lnTo>
                  <a:lnTo>
                    <a:pt x="581" y="1047"/>
                  </a:lnTo>
                  <a:lnTo>
                    <a:pt x="519" y="1017"/>
                  </a:lnTo>
                  <a:lnTo>
                    <a:pt x="459" y="984"/>
                  </a:lnTo>
                  <a:lnTo>
                    <a:pt x="402" y="952"/>
                  </a:lnTo>
                  <a:lnTo>
                    <a:pt x="349" y="919"/>
                  </a:lnTo>
                  <a:lnTo>
                    <a:pt x="300" y="886"/>
                  </a:lnTo>
                  <a:lnTo>
                    <a:pt x="254" y="851"/>
                  </a:lnTo>
                  <a:lnTo>
                    <a:pt x="210" y="818"/>
                  </a:lnTo>
                  <a:lnTo>
                    <a:pt x="172" y="783"/>
                  </a:lnTo>
                  <a:lnTo>
                    <a:pt x="136" y="749"/>
                  </a:lnTo>
                  <a:lnTo>
                    <a:pt x="104" y="713"/>
                  </a:lnTo>
                  <a:lnTo>
                    <a:pt x="76" y="679"/>
                  </a:lnTo>
                  <a:lnTo>
                    <a:pt x="54" y="644"/>
                  </a:lnTo>
                  <a:lnTo>
                    <a:pt x="34" y="609"/>
                  </a:lnTo>
                  <a:lnTo>
                    <a:pt x="18" y="573"/>
                  </a:lnTo>
                  <a:lnTo>
                    <a:pt x="8" y="538"/>
                  </a:lnTo>
                  <a:lnTo>
                    <a:pt x="2" y="504"/>
                  </a:lnTo>
                  <a:lnTo>
                    <a:pt x="0" y="468"/>
                  </a:lnTo>
                  <a:lnTo>
                    <a:pt x="3" y="434"/>
                  </a:lnTo>
                  <a:lnTo>
                    <a:pt x="10" y="401"/>
                  </a:lnTo>
                  <a:lnTo>
                    <a:pt x="22" y="369"/>
                  </a:lnTo>
                  <a:lnTo>
                    <a:pt x="39" y="338"/>
                  </a:lnTo>
                  <a:lnTo>
                    <a:pt x="60" y="308"/>
                  </a:lnTo>
                  <a:lnTo>
                    <a:pt x="86" y="279"/>
                  </a:lnTo>
                  <a:lnTo>
                    <a:pt x="115" y="252"/>
                  </a:lnTo>
                  <a:lnTo>
                    <a:pt x="148" y="226"/>
                  </a:lnTo>
                  <a:lnTo>
                    <a:pt x="185" y="201"/>
                  </a:lnTo>
                  <a:lnTo>
                    <a:pt x="226" y="177"/>
                  </a:lnTo>
                  <a:lnTo>
                    <a:pt x="271" y="155"/>
                  </a:lnTo>
                  <a:lnTo>
                    <a:pt x="318" y="134"/>
                  </a:lnTo>
                  <a:lnTo>
                    <a:pt x="369" y="115"/>
                  </a:lnTo>
                  <a:lnTo>
                    <a:pt x="424" y="97"/>
                  </a:lnTo>
                  <a:lnTo>
                    <a:pt x="481" y="80"/>
                  </a:lnTo>
                  <a:lnTo>
                    <a:pt x="542" y="65"/>
                  </a:lnTo>
                  <a:lnTo>
                    <a:pt x="606" y="51"/>
                  </a:lnTo>
                  <a:lnTo>
                    <a:pt x="672" y="40"/>
                  </a:lnTo>
                  <a:lnTo>
                    <a:pt x="741" y="29"/>
                  </a:lnTo>
                  <a:lnTo>
                    <a:pt x="812" y="20"/>
                  </a:lnTo>
                  <a:lnTo>
                    <a:pt x="886" y="13"/>
                  </a:lnTo>
                  <a:lnTo>
                    <a:pt x="962" y="8"/>
                  </a:lnTo>
                  <a:lnTo>
                    <a:pt x="1040" y="3"/>
                  </a:lnTo>
                  <a:lnTo>
                    <a:pt x="1120" y="1"/>
                  </a:lnTo>
                  <a:lnTo>
                    <a:pt x="1202" y="0"/>
                  </a:lnTo>
                  <a:lnTo>
                    <a:pt x="1286" y="1"/>
                  </a:lnTo>
                  <a:lnTo>
                    <a:pt x="1372" y="4"/>
                  </a:lnTo>
                  <a:lnTo>
                    <a:pt x="1459" y="9"/>
                  </a:lnTo>
                  <a:lnTo>
                    <a:pt x="1548" y="16"/>
                  </a:lnTo>
                  <a:lnTo>
                    <a:pt x="1637" y="24"/>
                  </a:lnTo>
                  <a:lnTo>
                    <a:pt x="1729" y="34"/>
                  </a:lnTo>
                  <a:lnTo>
                    <a:pt x="1821" y="46"/>
                  </a:lnTo>
                  <a:lnTo>
                    <a:pt x="1914" y="59"/>
                  </a:lnTo>
                  <a:close/>
                </a:path>
              </a:pathLst>
            </a:custGeom>
            <a:noFill/>
            <a:ln w="10">
              <a:solidFill>
                <a:srgbClr val="FEFEF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0" name="Freeform 315"/>
            <p:cNvSpPr>
              <a:spLocks/>
            </p:cNvSpPr>
            <p:nvPr/>
          </p:nvSpPr>
          <p:spPr bwMode="auto">
            <a:xfrm>
              <a:off x="360" y="1719"/>
              <a:ext cx="455" cy="1695"/>
            </a:xfrm>
            <a:custGeom>
              <a:avLst/>
              <a:gdLst>
                <a:gd name="T0" fmla="*/ 57 w 3641"/>
                <a:gd name="T1" fmla="*/ 0 h 13563"/>
                <a:gd name="T2" fmla="*/ 33 w 3641"/>
                <a:gd name="T3" fmla="*/ 2 h 13563"/>
                <a:gd name="T4" fmla="*/ 0 w 3641"/>
                <a:gd name="T5" fmla="*/ 212 h 13563"/>
                <a:gd name="T6" fmla="*/ 0 60000 65536"/>
                <a:gd name="T7" fmla="*/ 0 60000 65536"/>
                <a:gd name="T8" fmla="*/ 0 60000 65536"/>
                <a:gd name="T9" fmla="*/ 0 w 3641"/>
                <a:gd name="T10" fmla="*/ 0 h 13563"/>
                <a:gd name="T11" fmla="*/ 3641 w 3641"/>
                <a:gd name="T12" fmla="*/ 13563 h 135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41" h="13563">
                  <a:moveTo>
                    <a:pt x="3641" y="0"/>
                  </a:moveTo>
                  <a:lnTo>
                    <a:pt x="2111" y="151"/>
                  </a:lnTo>
                  <a:lnTo>
                    <a:pt x="0" y="13563"/>
                  </a:lnTo>
                </a:path>
              </a:pathLst>
            </a:custGeom>
            <a:noFill/>
            <a:ln w="20">
              <a:solidFill>
                <a:srgbClr val="4D897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1" name="Freeform 316"/>
            <p:cNvSpPr>
              <a:spLocks/>
            </p:cNvSpPr>
            <p:nvPr/>
          </p:nvSpPr>
          <p:spPr bwMode="auto">
            <a:xfrm>
              <a:off x="773" y="1715"/>
              <a:ext cx="45" cy="40"/>
            </a:xfrm>
            <a:custGeom>
              <a:avLst/>
              <a:gdLst>
                <a:gd name="T0" fmla="*/ 1 w 363"/>
                <a:gd name="T1" fmla="*/ 5 h 322"/>
                <a:gd name="T2" fmla="*/ 0 w 363"/>
                <a:gd name="T3" fmla="*/ 4 h 322"/>
                <a:gd name="T4" fmla="*/ 5 w 363"/>
                <a:gd name="T5" fmla="*/ 0 h 322"/>
                <a:gd name="T6" fmla="*/ 6 w 363"/>
                <a:gd name="T7" fmla="*/ 1 h 322"/>
                <a:gd name="T8" fmla="*/ 1 w 363"/>
                <a:gd name="T9" fmla="*/ 5 h 3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3"/>
                <a:gd name="T16" fmla="*/ 0 h 322"/>
                <a:gd name="T17" fmla="*/ 363 w 363"/>
                <a:gd name="T18" fmla="*/ 322 h 3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3" h="322">
                  <a:moveTo>
                    <a:pt x="52" y="322"/>
                  </a:moveTo>
                  <a:lnTo>
                    <a:pt x="0" y="260"/>
                  </a:lnTo>
                  <a:lnTo>
                    <a:pt x="311" y="0"/>
                  </a:lnTo>
                  <a:lnTo>
                    <a:pt x="363" y="63"/>
                  </a:lnTo>
                  <a:lnTo>
                    <a:pt x="52" y="32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2" name="Freeform 317"/>
            <p:cNvSpPr>
              <a:spLocks/>
            </p:cNvSpPr>
            <p:nvPr/>
          </p:nvSpPr>
          <p:spPr bwMode="auto">
            <a:xfrm>
              <a:off x="729" y="1780"/>
              <a:ext cx="11" cy="10"/>
            </a:xfrm>
            <a:custGeom>
              <a:avLst/>
              <a:gdLst>
                <a:gd name="T0" fmla="*/ 1 w 95"/>
                <a:gd name="T1" fmla="*/ 1 h 87"/>
                <a:gd name="T2" fmla="*/ 1 w 95"/>
                <a:gd name="T3" fmla="*/ 1 h 87"/>
                <a:gd name="T4" fmla="*/ 1 w 95"/>
                <a:gd name="T5" fmla="*/ 0 h 87"/>
                <a:gd name="T6" fmla="*/ 0 w 95"/>
                <a:gd name="T7" fmla="*/ 0 h 87"/>
                <a:gd name="T8" fmla="*/ 0 w 95"/>
                <a:gd name="T9" fmla="*/ 1 h 87"/>
                <a:gd name="T10" fmla="*/ 1 w 95"/>
                <a:gd name="T11" fmla="*/ 1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5"/>
                <a:gd name="T19" fmla="*/ 0 h 87"/>
                <a:gd name="T20" fmla="*/ 95 w 95"/>
                <a:gd name="T21" fmla="*/ 87 h 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5" h="87">
                  <a:moveTo>
                    <a:pt x="66" y="87"/>
                  </a:moveTo>
                  <a:lnTo>
                    <a:pt x="95" y="63"/>
                  </a:lnTo>
                  <a:lnTo>
                    <a:pt x="43" y="0"/>
                  </a:lnTo>
                  <a:lnTo>
                    <a:pt x="15" y="24"/>
                  </a:lnTo>
                  <a:lnTo>
                    <a:pt x="0" y="49"/>
                  </a:lnTo>
                  <a:lnTo>
                    <a:pt x="66" y="87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3" name="Freeform 318"/>
            <p:cNvSpPr>
              <a:spLocks/>
            </p:cNvSpPr>
            <p:nvPr/>
          </p:nvSpPr>
          <p:spPr bwMode="auto">
            <a:xfrm>
              <a:off x="729" y="1783"/>
              <a:ext cx="8" cy="8"/>
            </a:xfrm>
            <a:custGeom>
              <a:avLst/>
              <a:gdLst>
                <a:gd name="T0" fmla="*/ 0 w 66"/>
                <a:gd name="T1" fmla="*/ 0 h 72"/>
                <a:gd name="T2" fmla="*/ 0 w 66"/>
                <a:gd name="T3" fmla="*/ 0 h 72"/>
                <a:gd name="T4" fmla="*/ 0 w 66"/>
                <a:gd name="T5" fmla="*/ 0 h 72"/>
                <a:gd name="T6" fmla="*/ 0 w 66"/>
                <a:gd name="T7" fmla="*/ 0 h 72"/>
                <a:gd name="T8" fmla="*/ 0 w 66"/>
                <a:gd name="T9" fmla="*/ 0 h 72"/>
                <a:gd name="T10" fmla="*/ 0 w 66"/>
                <a:gd name="T11" fmla="*/ 0 h 72"/>
                <a:gd name="T12" fmla="*/ 0 w 66"/>
                <a:gd name="T13" fmla="*/ 0 h 72"/>
                <a:gd name="T14" fmla="*/ 0 w 66"/>
                <a:gd name="T15" fmla="*/ 0 h 72"/>
                <a:gd name="T16" fmla="*/ 0 w 66"/>
                <a:gd name="T17" fmla="*/ 0 h 72"/>
                <a:gd name="T18" fmla="*/ 0 w 66"/>
                <a:gd name="T19" fmla="*/ 0 h 72"/>
                <a:gd name="T20" fmla="*/ 0 w 66"/>
                <a:gd name="T21" fmla="*/ 0 h 72"/>
                <a:gd name="T22" fmla="*/ 0 w 66"/>
                <a:gd name="T23" fmla="*/ 1 h 72"/>
                <a:gd name="T24" fmla="*/ 0 w 66"/>
                <a:gd name="T25" fmla="*/ 1 h 72"/>
                <a:gd name="T26" fmla="*/ 0 w 66"/>
                <a:gd name="T27" fmla="*/ 1 h 72"/>
                <a:gd name="T28" fmla="*/ 0 w 66"/>
                <a:gd name="T29" fmla="*/ 1 h 72"/>
                <a:gd name="T30" fmla="*/ 0 w 66"/>
                <a:gd name="T31" fmla="*/ 1 h 72"/>
                <a:gd name="T32" fmla="*/ 0 w 66"/>
                <a:gd name="T33" fmla="*/ 1 h 72"/>
                <a:gd name="T34" fmla="*/ 0 w 66"/>
                <a:gd name="T35" fmla="*/ 1 h 72"/>
                <a:gd name="T36" fmla="*/ 0 w 66"/>
                <a:gd name="T37" fmla="*/ 1 h 72"/>
                <a:gd name="T38" fmla="*/ 0 w 66"/>
                <a:gd name="T39" fmla="*/ 1 h 72"/>
                <a:gd name="T40" fmla="*/ 0 w 66"/>
                <a:gd name="T41" fmla="*/ 1 h 72"/>
                <a:gd name="T42" fmla="*/ 0 w 66"/>
                <a:gd name="T43" fmla="*/ 1 h 72"/>
                <a:gd name="T44" fmla="*/ 0 w 66"/>
                <a:gd name="T45" fmla="*/ 1 h 72"/>
                <a:gd name="T46" fmla="*/ 0 w 66"/>
                <a:gd name="T47" fmla="*/ 1 h 72"/>
                <a:gd name="T48" fmla="*/ 1 w 66"/>
                <a:gd name="T49" fmla="*/ 1 h 72"/>
                <a:gd name="T50" fmla="*/ 1 w 66"/>
                <a:gd name="T51" fmla="*/ 1 h 72"/>
                <a:gd name="T52" fmla="*/ 1 w 66"/>
                <a:gd name="T53" fmla="*/ 1 h 72"/>
                <a:gd name="T54" fmla="*/ 1 w 66"/>
                <a:gd name="T55" fmla="*/ 1 h 72"/>
                <a:gd name="T56" fmla="*/ 1 w 66"/>
                <a:gd name="T57" fmla="*/ 1 h 72"/>
                <a:gd name="T58" fmla="*/ 1 w 66"/>
                <a:gd name="T59" fmla="*/ 1 h 72"/>
                <a:gd name="T60" fmla="*/ 1 w 66"/>
                <a:gd name="T61" fmla="*/ 1 h 72"/>
                <a:gd name="T62" fmla="*/ 1 w 66"/>
                <a:gd name="T63" fmla="*/ 1 h 72"/>
                <a:gd name="T64" fmla="*/ 0 w 66"/>
                <a:gd name="T65" fmla="*/ 0 h 7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6"/>
                <a:gd name="T100" fmla="*/ 0 h 72"/>
                <a:gd name="T101" fmla="*/ 66 w 66"/>
                <a:gd name="T102" fmla="*/ 72 h 7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6" h="72">
                  <a:moveTo>
                    <a:pt x="15" y="0"/>
                  </a:moveTo>
                  <a:lnTo>
                    <a:pt x="13" y="1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9" y="7"/>
                  </a:lnTo>
                  <a:lnTo>
                    <a:pt x="8" y="8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5" y="13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3" y="45"/>
                  </a:lnTo>
                  <a:lnTo>
                    <a:pt x="4" y="47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7" y="54"/>
                  </a:lnTo>
                  <a:lnTo>
                    <a:pt x="8" y="55"/>
                  </a:lnTo>
                  <a:lnTo>
                    <a:pt x="10" y="57"/>
                  </a:lnTo>
                  <a:lnTo>
                    <a:pt x="11" y="59"/>
                  </a:lnTo>
                  <a:lnTo>
                    <a:pt x="12" y="61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7" y="65"/>
                  </a:lnTo>
                  <a:lnTo>
                    <a:pt x="18" y="66"/>
                  </a:lnTo>
                  <a:lnTo>
                    <a:pt x="20" y="67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5" y="69"/>
                  </a:lnTo>
                  <a:lnTo>
                    <a:pt x="27" y="70"/>
                  </a:lnTo>
                  <a:lnTo>
                    <a:pt x="30" y="70"/>
                  </a:lnTo>
                  <a:lnTo>
                    <a:pt x="31" y="71"/>
                  </a:lnTo>
                  <a:lnTo>
                    <a:pt x="33" y="71"/>
                  </a:lnTo>
                  <a:lnTo>
                    <a:pt x="35" y="72"/>
                  </a:lnTo>
                  <a:lnTo>
                    <a:pt x="37" y="72"/>
                  </a:lnTo>
                  <a:lnTo>
                    <a:pt x="39" y="72"/>
                  </a:lnTo>
                  <a:lnTo>
                    <a:pt x="41" y="72"/>
                  </a:lnTo>
                  <a:lnTo>
                    <a:pt x="43" y="72"/>
                  </a:lnTo>
                  <a:lnTo>
                    <a:pt x="44" y="72"/>
                  </a:lnTo>
                  <a:lnTo>
                    <a:pt x="46" y="72"/>
                  </a:lnTo>
                  <a:lnTo>
                    <a:pt x="48" y="71"/>
                  </a:lnTo>
                  <a:lnTo>
                    <a:pt x="50" y="71"/>
                  </a:lnTo>
                  <a:lnTo>
                    <a:pt x="52" y="70"/>
                  </a:lnTo>
                  <a:lnTo>
                    <a:pt x="54" y="70"/>
                  </a:lnTo>
                  <a:lnTo>
                    <a:pt x="55" y="69"/>
                  </a:lnTo>
                  <a:lnTo>
                    <a:pt x="58" y="68"/>
                  </a:lnTo>
                  <a:lnTo>
                    <a:pt x="60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5" y="64"/>
                  </a:lnTo>
                  <a:lnTo>
                    <a:pt x="66" y="63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4" name="Freeform 319"/>
            <p:cNvSpPr>
              <a:spLocks/>
            </p:cNvSpPr>
            <p:nvPr/>
          </p:nvSpPr>
          <p:spPr bwMode="auto">
            <a:xfrm>
              <a:off x="722" y="1786"/>
              <a:ext cx="17" cy="46"/>
            </a:xfrm>
            <a:custGeom>
              <a:avLst/>
              <a:gdLst>
                <a:gd name="T0" fmla="*/ 1 w 137"/>
                <a:gd name="T1" fmla="*/ 6 h 375"/>
                <a:gd name="T2" fmla="*/ 0 w 137"/>
                <a:gd name="T3" fmla="*/ 5 h 375"/>
                <a:gd name="T4" fmla="*/ 1 w 137"/>
                <a:gd name="T5" fmla="*/ 0 h 375"/>
                <a:gd name="T6" fmla="*/ 2 w 137"/>
                <a:gd name="T7" fmla="*/ 0 h 375"/>
                <a:gd name="T8" fmla="*/ 1 w 137"/>
                <a:gd name="T9" fmla="*/ 6 h 3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"/>
                <a:gd name="T16" fmla="*/ 0 h 375"/>
                <a:gd name="T17" fmla="*/ 137 w 137"/>
                <a:gd name="T18" fmla="*/ 375 h 3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" h="375">
                  <a:moveTo>
                    <a:pt x="80" y="375"/>
                  </a:moveTo>
                  <a:lnTo>
                    <a:pt x="0" y="362"/>
                  </a:lnTo>
                  <a:lnTo>
                    <a:pt x="57" y="0"/>
                  </a:lnTo>
                  <a:lnTo>
                    <a:pt x="137" y="13"/>
                  </a:lnTo>
                  <a:lnTo>
                    <a:pt x="80" y="375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5" name="Freeform 320"/>
            <p:cNvSpPr>
              <a:spLocks/>
            </p:cNvSpPr>
            <p:nvPr/>
          </p:nvSpPr>
          <p:spPr bwMode="auto">
            <a:xfrm>
              <a:off x="706" y="1881"/>
              <a:ext cx="18" cy="51"/>
            </a:xfrm>
            <a:custGeom>
              <a:avLst/>
              <a:gdLst>
                <a:gd name="T0" fmla="*/ 1 w 143"/>
                <a:gd name="T1" fmla="*/ 6 h 412"/>
                <a:gd name="T2" fmla="*/ 0 w 143"/>
                <a:gd name="T3" fmla="*/ 6 h 412"/>
                <a:gd name="T4" fmla="*/ 1 w 143"/>
                <a:gd name="T5" fmla="*/ 0 h 412"/>
                <a:gd name="T6" fmla="*/ 2 w 143"/>
                <a:gd name="T7" fmla="*/ 0 h 412"/>
                <a:gd name="T8" fmla="*/ 1 w 143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3"/>
                <a:gd name="T16" fmla="*/ 0 h 412"/>
                <a:gd name="T17" fmla="*/ 143 w 143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3" h="412">
                  <a:moveTo>
                    <a:pt x="80" y="412"/>
                  </a:moveTo>
                  <a:lnTo>
                    <a:pt x="0" y="400"/>
                  </a:lnTo>
                  <a:lnTo>
                    <a:pt x="63" y="0"/>
                  </a:lnTo>
                  <a:lnTo>
                    <a:pt x="143" y="13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6" name="Freeform 321"/>
            <p:cNvSpPr>
              <a:spLocks/>
            </p:cNvSpPr>
            <p:nvPr/>
          </p:nvSpPr>
          <p:spPr bwMode="auto">
            <a:xfrm>
              <a:off x="690" y="1981"/>
              <a:ext cx="18" cy="51"/>
            </a:xfrm>
            <a:custGeom>
              <a:avLst/>
              <a:gdLst>
                <a:gd name="T0" fmla="*/ 1 w 142"/>
                <a:gd name="T1" fmla="*/ 6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400"/>
                  </a:lnTo>
                  <a:lnTo>
                    <a:pt x="62" y="0"/>
                  </a:lnTo>
                  <a:lnTo>
                    <a:pt x="142" y="13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7" name="Freeform 322"/>
            <p:cNvSpPr>
              <a:spLocks/>
            </p:cNvSpPr>
            <p:nvPr/>
          </p:nvSpPr>
          <p:spPr bwMode="auto">
            <a:xfrm>
              <a:off x="674" y="2081"/>
              <a:ext cx="18" cy="51"/>
            </a:xfrm>
            <a:custGeom>
              <a:avLst/>
              <a:gdLst>
                <a:gd name="T0" fmla="*/ 1 w 142"/>
                <a:gd name="T1" fmla="*/ 6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399"/>
                  </a:lnTo>
                  <a:lnTo>
                    <a:pt x="62" y="0"/>
                  </a:lnTo>
                  <a:lnTo>
                    <a:pt x="142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8" name="Freeform 323"/>
            <p:cNvSpPr>
              <a:spLocks/>
            </p:cNvSpPr>
            <p:nvPr/>
          </p:nvSpPr>
          <p:spPr bwMode="auto">
            <a:xfrm>
              <a:off x="659" y="2180"/>
              <a:ext cx="18" cy="52"/>
            </a:xfrm>
            <a:custGeom>
              <a:avLst/>
              <a:gdLst>
                <a:gd name="T0" fmla="*/ 1 w 142"/>
                <a:gd name="T1" fmla="*/ 7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399"/>
                  </a:lnTo>
                  <a:lnTo>
                    <a:pt x="62" y="0"/>
                  </a:lnTo>
                  <a:lnTo>
                    <a:pt x="142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" name="Freeform 324"/>
            <p:cNvSpPr>
              <a:spLocks/>
            </p:cNvSpPr>
            <p:nvPr/>
          </p:nvSpPr>
          <p:spPr bwMode="auto">
            <a:xfrm>
              <a:off x="643" y="2280"/>
              <a:ext cx="18" cy="52"/>
            </a:xfrm>
            <a:custGeom>
              <a:avLst/>
              <a:gdLst>
                <a:gd name="T0" fmla="*/ 1 w 144"/>
                <a:gd name="T1" fmla="*/ 7 h 412"/>
                <a:gd name="T2" fmla="*/ 0 w 144"/>
                <a:gd name="T3" fmla="*/ 6 h 412"/>
                <a:gd name="T4" fmla="*/ 1 w 144"/>
                <a:gd name="T5" fmla="*/ 0 h 412"/>
                <a:gd name="T6" fmla="*/ 2 w 144"/>
                <a:gd name="T7" fmla="*/ 0 h 412"/>
                <a:gd name="T8" fmla="*/ 1 w 144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412"/>
                <a:gd name="T17" fmla="*/ 144 w 144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412">
                  <a:moveTo>
                    <a:pt x="80" y="412"/>
                  </a:moveTo>
                  <a:lnTo>
                    <a:pt x="0" y="400"/>
                  </a:lnTo>
                  <a:lnTo>
                    <a:pt x="64" y="0"/>
                  </a:lnTo>
                  <a:lnTo>
                    <a:pt x="144" y="13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0" name="Freeform 325"/>
            <p:cNvSpPr>
              <a:spLocks/>
            </p:cNvSpPr>
            <p:nvPr/>
          </p:nvSpPr>
          <p:spPr bwMode="auto">
            <a:xfrm>
              <a:off x="627" y="2380"/>
              <a:ext cx="18" cy="52"/>
            </a:xfrm>
            <a:custGeom>
              <a:avLst/>
              <a:gdLst>
                <a:gd name="T0" fmla="*/ 1 w 143"/>
                <a:gd name="T1" fmla="*/ 7 h 412"/>
                <a:gd name="T2" fmla="*/ 0 w 143"/>
                <a:gd name="T3" fmla="*/ 6 h 412"/>
                <a:gd name="T4" fmla="*/ 1 w 143"/>
                <a:gd name="T5" fmla="*/ 0 h 412"/>
                <a:gd name="T6" fmla="*/ 2 w 143"/>
                <a:gd name="T7" fmla="*/ 0 h 412"/>
                <a:gd name="T8" fmla="*/ 1 w 143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3"/>
                <a:gd name="T16" fmla="*/ 0 h 412"/>
                <a:gd name="T17" fmla="*/ 143 w 143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3" h="412">
                  <a:moveTo>
                    <a:pt x="80" y="412"/>
                  </a:moveTo>
                  <a:lnTo>
                    <a:pt x="0" y="400"/>
                  </a:lnTo>
                  <a:lnTo>
                    <a:pt x="63" y="0"/>
                  </a:lnTo>
                  <a:lnTo>
                    <a:pt x="143" y="14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1" name="Freeform 326"/>
            <p:cNvSpPr>
              <a:spLocks/>
            </p:cNvSpPr>
            <p:nvPr/>
          </p:nvSpPr>
          <p:spPr bwMode="auto">
            <a:xfrm>
              <a:off x="612" y="2480"/>
              <a:ext cx="17" cy="52"/>
            </a:xfrm>
            <a:custGeom>
              <a:avLst/>
              <a:gdLst>
                <a:gd name="T0" fmla="*/ 1 w 144"/>
                <a:gd name="T1" fmla="*/ 7 h 412"/>
                <a:gd name="T2" fmla="*/ 0 w 144"/>
                <a:gd name="T3" fmla="*/ 6 h 412"/>
                <a:gd name="T4" fmla="*/ 1 w 144"/>
                <a:gd name="T5" fmla="*/ 0 h 412"/>
                <a:gd name="T6" fmla="*/ 2 w 144"/>
                <a:gd name="T7" fmla="*/ 0 h 412"/>
                <a:gd name="T8" fmla="*/ 1 w 144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412"/>
                <a:gd name="T17" fmla="*/ 144 w 144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412">
                  <a:moveTo>
                    <a:pt x="80" y="412"/>
                  </a:moveTo>
                  <a:lnTo>
                    <a:pt x="0" y="399"/>
                  </a:lnTo>
                  <a:lnTo>
                    <a:pt x="64" y="0"/>
                  </a:lnTo>
                  <a:lnTo>
                    <a:pt x="144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2" name="Freeform 327"/>
            <p:cNvSpPr>
              <a:spLocks/>
            </p:cNvSpPr>
            <p:nvPr/>
          </p:nvSpPr>
          <p:spPr bwMode="auto">
            <a:xfrm>
              <a:off x="596" y="2580"/>
              <a:ext cx="18" cy="51"/>
            </a:xfrm>
            <a:custGeom>
              <a:avLst/>
              <a:gdLst>
                <a:gd name="T0" fmla="*/ 1 w 142"/>
                <a:gd name="T1" fmla="*/ 6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399"/>
                  </a:lnTo>
                  <a:lnTo>
                    <a:pt x="62" y="0"/>
                  </a:lnTo>
                  <a:lnTo>
                    <a:pt x="142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3" name="Freeform 328"/>
            <p:cNvSpPr>
              <a:spLocks/>
            </p:cNvSpPr>
            <p:nvPr/>
          </p:nvSpPr>
          <p:spPr bwMode="auto">
            <a:xfrm>
              <a:off x="580" y="2680"/>
              <a:ext cx="18" cy="51"/>
            </a:xfrm>
            <a:custGeom>
              <a:avLst/>
              <a:gdLst>
                <a:gd name="T0" fmla="*/ 1 w 142"/>
                <a:gd name="T1" fmla="*/ 6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400"/>
                  </a:lnTo>
                  <a:lnTo>
                    <a:pt x="62" y="0"/>
                  </a:lnTo>
                  <a:lnTo>
                    <a:pt x="142" y="13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4" name="Freeform 329"/>
            <p:cNvSpPr>
              <a:spLocks/>
            </p:cNvSpPr>
            <p:nvPr/>
          </p:nvSpPr>
          <p:spPr bwMode="auto">
            <a:xfrm>
              <a:off x="564" y="2780"/>
              <a:ext cx="18" cy="51"/>
            </a:xfrm>
            <a:custGeom>
              <a:avLst/>
              <a:gdLst>
                <a:gd name="T0" fmla="*/ 1 w 142"/>
                <a:gd name="T1" fmla="*/ 6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400"/>
                  </a:lnTo>
                  <a:lnTo>
                    <a:pt x="62" y="0"/>
                  </a:lnTo>
                  <a:lnTo>
                    <a:pt x="142" y="14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5" name="Freeform 330"/>
            <p:cNvSpPr>
              <a:spLocks/>
            </p:cNvSpPr>
            <p:nvPr/>
          </p:nvSpPr>
          <p:spPr bwMode="auto">
            <a:xfrm>
              <a:off x="549" y="2880"/>
              <a:ext cx="18" cy="51"/>
            </a:xfrm>
            <a:custGeom>
              <a:avLst/>
              <a:gdLst>
                <a:gd name="T0" fmla="*/ 1 w 143"/>
                <a:gd name="T1" fmla="*/ 6 h 412"/>
                <a:gd name="T2" fmla="*/ 0 w 143"/>
                <a:gd name="T3" fmla="*/ 6 h 412"/>
                <a:gd name="T4" fmla="*/ 1 w 143"/>
                <a:gd name="T5" fmla="*/ 0 h 412"/>
                <a:gd name="T6" fmla="*/ 2 w 143"/>
                <a:gd name="T7" fmla="*/ 0 h 412"/>
                <a:gd name="T8" fmla="*/ 1 w 143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3"/>
                <a:gd name="T16" fmla="*/ 0 h 412"/>
                <a:gd name="T17" fmla="*/ 143 w 143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3" h="412">
                  <a:moveTo>
                    <a:pt x="80" y="412"/>
                  </a:moveTo>
                  <a:lnTo>
                    <a:pt x="0" y="399"/>
                  </a:lnTo>
                  <a:lnTo>
                    <a:pt x="63" y="0"/>
                  </a:lnTo>
                  <a:lnTo>
                    <a:pt x="143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6" name="Freeform 331"/>
            <p:cNvSpPr>
              <a:spLocks/>
            </p:cNvSpPr>
            <p:nvPr/>
          </p:nvSpPr>
          <p:spPr bwMode="auto">
            <a:xfrm>
              <a:off x="533" y="2979"/>
              <a:ext cx="18" cy="52"/>
            </a:xfrm>
            <a:custGeom>
              <a:avLst/>
              <a:gdLst>
                <a:gd name="T0" fmla="*/ 1 w 144"/>
                <a:gd name="T1" fmla="*/ 7 h 412"/>
                <a:gd name="T2" fmla="*/ 0 w 144"/>
                <a:gd name="T3" fmla="*/ 6 h 412"/>
                <a:gd name="T4" fmla="*/ 1 w 144"/>
                <a:gd name="T5" fmla="*/ 0 h 412"/>
                <a:gd name="T6" fmla="*/ 2 w 144"/>
                <a:gd name="T7" fmla="*/ 0 h 412"/>
                <a:gd name="T8" fmla="*/ 1 w 144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412"/>
                <a:gd name="T17" fmla="*/ 144 w 144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412">
                  <a:moveTo>
                    <a:pt x="80" y="412"/>
                  </a:moveTo>
                  <a:lnTo>
                    <a:pt x="0" y="400"/>
                  </a:lnTo>
                  <a:lnTo>
                    <a:pt x="64" y="0"/>
                  </a:lnTo>
                  <a:lnTo>
                    <a:pt x="144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7" name="Freeform 332"/>
            <p:cNvSpPr>
              <a:spLocks/>
            </p:cNvSpPr>
            <p:nvPr/>
          </p:nvSpPr>
          <p:spPr bwMode="auto">
            <a:xfrm>
              <a:off x="517" y="3079"/>
              <a:ext cx="18" cy="52"/>
            </a:xfrm>
            <a:custGeom>
              <a:avLst/>
              <a:gdLst>
                <a:gd name="T0" fmla="*/ 1 w 143"/>
                <a:gd name="T1" fmla="*/ 7 h 412"/>
                <a:gd name="T2" fmla="*/ 0 w 143"/>
                <a:gd name="T3" fmla="*/ 6 h 412"/>
                <a:gd name="T4" fmla="*/ 1 w 143"/>
                <a:gd name="T5" fmla="*/ 0 h 412"/>
                <a:gd name="T6" fmla="*/ 2 w 143"/>
                <a:gd name="T7" fmla="*/ 0 h 412"/>
                <a:gd name="T8" fmla="*/ 1 w 143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3"/>
                <a:gd name="T16" fmla="*/ 0 h 412"/>
                <a:gd name="T17" fmla="*/ 143 w 143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3" h="412">
                  <a:moveTo>
                    <a:pt x="80" y="412"/>
                  </a:moveTo>
                  <a:lnTo>
                    <a:pt x="0" y="400"/>
                  </a:lnTo>
                  <a:lnTo>
                    <a:pt x="63" y="0"/>
                  </a:lnTo>
                  <a:lnTo>
                    <a:pt x="143" y="13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8" name="Freeform 333"/>
            <p:cNvSpPr>
              <a:spLocks/>
            </p:cNvSpPr>
            <p:nvPr/>
          </p:nvSpPr>
          <p:spPr bwMode="auto">
            <a:xfrm>
              <a:off x="502" y="3179"/>
              <a:ext cx="17" cy="52"/>
            </a:xfrm>
            <a:custGeom>
              <a:avLst/>
              <a:gdLst>
                <a:gd name="T0" fmla="*/ 1 w 142"/>
                <a:gd name="T1" fmla="*/ 7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400"/>
                  </a:lnTo>
                  <a:lnTo>
                    <a:pt x="63" y="0"/>
                  </a:lnTo>
                  <a:lnTo>
                    <a:pt x="142" y="14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9" name="Freeform 334"/>
            <p:cNvSpPr>
              <a:spLocks/>
            </p:cNvSpPr>
            <p:nvPr/>
          </p:nvSpPr>
          <p:spPr bwMode="auto">
            <a:xfrm>
              <a:off x="486" y="3279"/>
              <a:ext cx="18" cy="52"/>
            </a:xfrm>
            <a:custGeom>
              <a:avLst/>
              <a:gdLst>
                <a:gd name="T0" fmla="*/ 1 w 142"/>
                <a:gd name="T1" fmla="*/ 7 h 412"/>
                <a:gd name="T2" fmla="*/ 0 w 142"/>
                <a:gd name="T3" fmla="*/ 6 h 412"/>
                <a:gd name="T4" fmla="*/ 1 w 142"/>
                <a:gd name="T5" fmla="*/ 0 h 412"/>
                <a:gd name="T6" fmla="*/ 2 w 142"/>
                <a:gd name="T7" fmla="*/ 0 h 412"/>
                <a:gd name="T8" fmla="*/ 1 w 142"/>
                <a:gd name="T9" fmla="*/ 7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412"/>
                <a:gd name="T17" fmla="*/ 142 w 142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412">
                  <a:moveTo>
                    <a:pt x="80" y="412"/>
                  </a:moveTo>
                  <a:lnTo>
                    <a:pt x="0" y="399"/>
                  </a:lnTo>
                  <a:lnTo>
                    <a:pt x="62" y="0"/>
                  </a:lnTo>
                  <a:lnTo>
                    <a:pt x="142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0" name="Freeform 335"/>
            <p:cNvSpPr>
              <a:spLocks/>
            </p:cNvSpPr>
            <p:nvPr/>
          </p:nvSpPr>
          <p:spPr bwMode="auto">
            <a:xfrm>
              <a:off x="470" y="3379"/>
              <a:ext cx="18" cy="51"/>
            </a:xfrm>
            <a:custGeom>
              <a:avLst/>
              <a:gdLst>
                <a:gd name="T0" fmla="*/ 1 w 143"/>
                <a:gd name="T1" fmla="*/ 6 h 412"/>
                <a:gd name="T2" fmla="*/ 0 w 143"/>
                <a:gd name="T3" fmla="*/ 6 h 412"/>
                <a:gd name="T4" fmla="*/ 1 w 143"/>
                <a:gd name="T5" fmla="*/ 0 h 412"/>
                <a:gd name="T6" fmla="*/ 2 w 143"/>
                <a:gd name="T7" fmla="*/ 0 h 412"/>
                <a:gd name="T8" fmla="*/ 1 w 143"/>
                <a:gd name="T9" fmla="*/ 6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3"/>
                <a:gd name="T16" fmla="*/ 0 h 412"/>
                <a:gd name="T17" fmla="*/ 143 w 143"/>
                <a:gd name="T18" fmla="*/ 412 h 4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3" h="412">
                  <a:moveTo>
                    <a:pt x="80" y="412"/>
                  </a:moveTo>
                  <a:lnTo>
                    <a:pt x="0" y="400"/>
                  </a:lnTo>
                  <a:lnTo>
                    <a:pt x="63" y="0"/>
                  </a:lnTo>
                  <a:lnTo>
                    <a:pt x="143" y="12"/>
                  </a:lnTo>
                  <a:lnTo>
                    <a:pt x="80" y="412"/>
                  </a:lnTo>
                  <a:close/>
                </a:path>
              </a:pathLst>
            </a:custGeom>
            <a:solidFill>
              <a:srgbClr val="4D8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1" name="Freeform 336"/>
            <p:cNvSpPr>
              <a:spLocks/>
            </p:cNvSpPr>
            <p:nvPr/>
          </p:nvSpPr>
          <p:spPr bwMode="auto">
            <a:xfrm>
              <a:off x="325" y="1629"/>
              <a:ext cx="716" cy="1856"/>
            </a:xfrm>
            <a:custGeom>
              <a:avLst/>
              <a:gdLst>
                <a:gd name="T0" fmla="*/ 56 w 5729"/>
                <a:gd name="T1" fmla="*/ 226 h 14849"/>
                <a:gd name="T2" fmla="*/ 56 w 5729"/>
                <a:gd name="T3" fmla="*/ 227 h 14849"/>
                <a:gd name="T4" fmla="*/ 54 w 5729"/>
                <a:gd name="T5" fmla="*/ 228 h 14849"/>
                <a:gd name="T6" fmla="*/ 52 w 5729"/>
                <a:gd name="T7" fmla="*/ 230 h 14849"/>
                <a:gd name="T8" fmla="*/ 50 w 5729"/>
                <a:gd name="T9" fmla="*/ 230 h 14849"/>
                <a:gd name="T10" fmla="*/ 47 w 5729"/>
                <a:gd name="T11" fmla="*/ 231 h 14849"/>
                <a:gd name="T12" fmla="*/ 44 w 5729"/>
                <a:gd name="T13" fmla="*/ 232 h 14849"/>
                <a:gd name="T14" fmla="*/ 40 w 5729"/>
                <a:gd name="T15" fmla="*/ 232 h 14849"/>
                <a:gd name="T16" fmla="*/ 36 w 5729"/>
                <a:gd name="T17" fmla="*/ 232 h 14849"/>
                <a:gd name="T18" fmla="*/ 32 w 5729"/>
                <a:gd name="T19" fmla="*/ 232 h 14849"/>
                <a:gd name="T20" fmla="*/ 28 w 5729"/>
                <a:gd name="T21" fmla="*/ 231 h 14849"/>
                <a:gd name="T22" fmla="*/ 24 w 5729"/>
                <a:gd name="T23" fmla="*/ 231 h 14849"/>
                <a:gd name="T24" fmla="*/ 20 w 5729"/>
                <a:gd name="T25" fmla="*/ 230 h 14849"/>
                <a:gd name="T26" fmla="*/ 16 w 5729"/>
                <a:gd name="T27" fmla="*/ 228 h 14849"/>
                <a:gd name="T28" fmla="*/ 12 w 5729"/>
                <a:gd name="T29" fmla="*/ 227 h 14849"/>
                <a:gd name="T30" fmla="*/ 9 w 5729"/>
                <a:gd name="T31" fmla="*/ 226 h 14849"/>
                <a:gd name="T32" fmla="*/ 6 w 5729"/>
                <a:gd name="T33" fmla="*/ 224 h 14849"/>
                <a:gd name="T34" fmla="*/ 4 w 5729"/>
                <a:gd name="T35" fmla="*/ 223 h 14849"/>
                <a:gd name="T36" fmla="*/ 2 w 5729"/>
                <a:gd name="T37" fmla="*/ 221 h 14849"/>
                <a:gd name="T38" fmla="*/ 1 w 5729"/>
                <a:gd name="T39" fmla="*/ 220 h 14849"/>
                <a:gd name="T40" fmla="*/ 0 w 5729"/>
                <a:gd name="T41" fmla="*/ 218 h 14849"/>
                <a:gd name="T42" fmla="*/ 0 w 5729"/>
                <a:gd name="T43" fmla="*/ 216 h 14849"/>
                <a:gd name="T44" fmla="*/ 33 w 5729"/>
                <a:gd name="T45" fmla="*/ 6 h 14849"/>
                <a:gd name="T46" fmla="*/ 34 w 5729"/>
                <a:gd name="T47" fmla="*/ 4 h 14849"/>
                <a:gd name="T48" fmla="*/ 36 w 5729"/>
                <a:gd name="T49" fmla="*/ 3 h 14849"/>
                <a:gd name="T50" fmla="*/ 38 w 5729"/>
                <a:gd name="T51" fmla="*/ 2 h 14849"/>
                <a:gd name="T52" fmla="*/ 40 w 5729"/>
                <a:gd name="T53" fmla="*/ 1 h 14849"/>
                <a:gd name="T54" fmla="*/ 43 w 5729"/>
                <a:gd name="T55" fmla="*/ 1 h 14849"/>
                <a:gd name="T56" fmla="*/ 47 w 5729"/>
                <a:gd name="T57" fmla="*/ 0 h 14849"/>
                <a:gd name="T58" fmla="*/ 50 w 5729"/>
                <a:gd name="T59" fmla="*/ 0 h 14849"/>
                <a:gd name="T60" fmla="*/ 54 w 5729"/>
                <a:gd name="T61" fmla="*/ 0 h 14849"/>
                <a:gd name="T62" fmla="*/ 58 w 5729"/>
                <a:gd name="T63" fmla="*/ 0 h 14849"/>
                <a:gd name="T64" fmla="*/ 63 w 5729"/>
                <a:gd name="T65" fmla="*/ 1 h 14849"/>
                <a:gd name="T66" fmla="*/ 67 w 5729"/>
                <a:gd name="T67" fmla="*/ 2 h 14849"/>
                <a:gd name="T68" fmla="*/ 71 w 5729"/>
                <a:gd name="T69" fmla="*/ 3 h 14849"/>
                <a:gd name="T70" fmla="*/ 75 w 5729"/>
                <a:gd name="T71" fmla="*/ 4 h 14849"/>
                <a:gd name="T72" fmla="*/ 78 w 5729"/>
                <a:gd name="T73" fmla="*/ 5 h 14849"/>
                <a:gd name="T74" fmla="*/ 81 w 5729"/>
                <a:gd name="T75" fmla="*/ 7 h 14849"/>
                <a:gd name="T76" fmla="*/ 84 w 5729"/>
                <a:gd name="T77" fmla="*/ 8 h 14849"/>
                <a:gd name="T78" fmla="*/ 86 w 5729"/>
                <a:gd name="T79" fmla="*/ 10 h 14849"/>
                <a:gd name="T80" fmla="*/ 88 w 5729"/>
                <a:gd name="T81" fmla="*/ 11 h 14849"/>
                <a:gd name="T82" fmla="*/ 89 w 5729"/>
                <a:gd name="T83" fmla="*/ 13 h 14849"/>
                <a:gd name="T84" fmla="*/ 89 w 5729"/>
                <a:gd name="T85" fmla="*/ 15 h 1484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729"/>
                <a:gd name="T130" fmla="*/ 0 h 14849"/>
                <a:gd name="T131" fmla="*/ 5729 w 5729"/>
                <a:gd name="T132" fmla="*/ 14849 h 1484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729" h="14849">
                  <a:moveTo>
                    <a:pt x="5726" y="1003"/>
                  </a:moveTo>
                  <a:lnTo>
                    <a:pt x="3619" y="14415"/>
                  </a:lnTo>
                  <a:lnTo>
                    <a:pt x="3611" y="14448"/>
                  </a:lnTo>
                  <a:lnTo>
                    <a:pt x="3599" y="14481"/>
                  </a:lnTo>
                  <a:lnTo>
                    <a:pt x="3582" y="14513"/>
                  </a:lnTo>
                  <a:lnTo>
                    <a:pt x="3561" y="14543"/>
                  </a:lnTo>
                  <a:lnTo>
                    <a:pt x="3536" y="14571"/>
                  </a:lnTo>
                  <a:lnTo>
                    <a:pt x="3507" y="14599"/>
                  </a:lnTo>
                  <a:lnTo>
                    <a:pt x="3473" y="14625"/>
                  </a:lnTo>
                  <a:lnTo>
                    <a:pt x="3436" y="14650"/>
                  </a:lnTo>
                  <a:lnTo>
                    <a:pt x="3396" y="14673"/>
                  </a:lnTo>
                  <a:lnTo>
                    <a:pt x="3351" y="14695"/>
                  </a:lnTo>
                  <a:lnTo>
                    <a:pt x="3303" y="14716"/>
                  </a:lnTo>
                  <a:lnTo>
                    <a:pt x="3252" y="14736"/>
                  </a:lnTo>
                  <a:lnTo>
                    <a:pt x="3197" y="14753"/>
                  </a:lnTo>
                  <a:lnTo>
                    <a:pt x="3140" y="14770"/>
                  </a:lnTo>
                  <a:lnTo>
                    <a:pt x="3079" y="14785"/>
                  </a:lnTo>
                  <a:lnTo>
                    <a:pt x="3016" y="14798"/>
                  </a:lnTo>
                  <a:lnTo>
                    <a:pt x="2949" y="14811"/>
                  </a:lnTo>
                  <a:lnTo>
                    <a:pt x="2881" y="14821"/>
                  </a:lnTo>
                  <a:lnTo>
                    <a:pt x="2809" y="14829"/>
                  </a:lnTo>
                  <a:lnTo>
                    <a:pt x="2736" y="14836"/>
                  </a:lnTo>
                  <a:lnTo>
                    <a:pt x="2660" y="14843"/>
                  </a:lnTo>
                  <a:lnTo>
                    <a:pt x="2581" y="14847"/>
                  </a:lnTo>
                  <a:lnTo>
                    <a:pt x="2501" y="14849"/>
                  </a:lnTo>
                  <a:lnTo>
                    <a:pt x="2419" y="14849"/>
                  </a:lnTo>
                  <a:lnTo>
                    <a:pt x="2335" y="14848"/>
                  </a:lnTo>
                  <a:lnTo>
                    <a:pt x="2249" y="14846"/>
                  </a:lnTo>
                  <a:lnTo>
                    <a:pt x="2162" y="14841"/>
                  </a:lnTo>
                  <a:lnTo>
                    <a:pt x="2073" y="14834"/>
                  </a:lnTo>
                  <a:lnTo>
                    <a:pt x="1983" y="14826"/>
                  </a:lnTo>
                  <a:lnTo>
                    <a:pt x="1893" y="14816"/>
                  </a:lnTo>
                  <a:lnTo>
                    <a:pt x="1800" y="14804"/>
                  </a:lnTo>
                  <a:lnTo>
                    <a:pt x="1707" y="14791"/>
                  </a:lnTo>
                  <a:lnTo>
                    <a:pt x="1614" y="14775"/>
                  </a:lnTo>
                  <a:lnTo>
                    <a:pt x="1522" y="14758"/>
                  </a:lnTo>
                  <a:lnTo>
                    <a:pt x="1433" y="14740"/>
                  </a:lnTo>
                  <a:lnTo>
                    <a:pt x="1345" y="14720"/>
                  </a:lnTo>
                  <a:lnTo>
                    <a:pt x="1259" y="14698"/>
                  </a:lnTo>
                  <a:lnTo>
                    <a:pt x="1174" y="14677"/>
                  </a:lnTo>
                  <a:lnTo>
                    <a:pt x="1092" y="14653"/>
                  </a:lnTo>
                  <a:lnTo>
                    <a:pt x="1012" y="14628"/>
                  </a:lnTo>
                  <a:lnTo>
                    <a:pt x="934" y="14602"/>
                  </a:lnTo>
                  <a:lnTo>
                    <a:pt x="858" y="14575"/>
                  </a:lnTo>
                  <a:lnTo>
                    <a:pt x="784" y="14548"/>
                  </a:lnTo>
                  <a:lnTo>
                    <a:pt x="714" y="14519"/>
                  </a:lnTo>
                  <a:lnTo>
                    <a:pt x="646" y="14490"/>
                  </a:lnTo>
                  <a:lnTo>
                    <a:pt x="581" y="14459"/>
                  </a:lnTo>
                  <a:lnTo>
                    <a:pt x="519" y="14429"/>
                  </a:lnTo>
                  <a:lnTo>
                    <a:pt x="459" y="14396"/>
                  </a:lnTo>
                  <a:lnTo>
                    <a:pt x="403" y="14364"/>
                  </a:lnTo>
                  <a:lnTo>
                    <a:pt x="350" y="14331"/>
                  </a:lnTo>
                  <a:lnTo>
                    <a:pt x="300" y="14298"/>
                  </a:lnTo>
                  <a:lnTo>
                    <a:pt x="254" y="14263"/>
                  </a:lnTo>
                  <a:lnTo>
                    <a:pt x="211" y="14230"/>
                  </a:lnTo>
                  <a:lnTo>
                    <a:pt x="171" y="14195"/>
                  </a:lnTo>
                  <a:lnTo>
                    <a:pt x="136" y="14161"/>
                  </a:lnTo>
                  <a:lnTo>
                    <a:pt x="105" y="14125"/>
                  </a:lnTo>
                  <a:lnTo>
                    <a:pt x="77" y="14091"/>
                  </a:lnTo>
                  <a:lnTo>
                    <a:pt x="53" y="14056"/>
                  </a:lnTo>
                  <a:lnTo>
                    <a:pt x="34" y="14021"/>
                  </a:lnTo>
                  <a:lnTo>
                    <a:pt x="19" y="13985"/>
                  </a:lnTo>
                  <a:lnTo>
                    <a:pt x="8" y="13950"/>
                  </a:lnTo>
                  <a:lnTo>
                    <a:pt x="2" y="13916"/>
                  </a:lnTo>
                  <a:lnTo>
                    <a:pt x="0" y="13880"/>
                  </a:lnTo>
                  <a:lnTo>
                    <a:pt x="3" y="13846"/>
                  </a:lnTo>
                  <a:lnTo>
                    <a:pt x="2111" y="434"/>
                  </a:lnTo>
                  <a:lnTo>
                    <a:pt x="2118" y="401"/>
                  </a:lnTo>
                  <a:lnTo>
                    <a:pt x="2130" y="369"/>
                  </a:lnTo>
                  <a:lnTo>
                    <a:pt x="2147" y="338"/>
                  </a:lnTo>
                  <a:lnTo>
                    <a:pt x="2168" y="308"/>
                  </a:lnTo>
                  <a:lnTo>
                    <a:pt x="2194" y="279"/>
                  </a:lnTo>
                  <a:lnTo>
                    <a:pt x="2223" y="252"/>
                  </a:lnTo>
                  <a:lnTo>
                    <a:pt x="2256" y="226"/>
                  </a:lnTo>
                  <a:lnTo>
                    <a:pt x="2293" y="201"/>
                  </a:lnTo>
                  <a:lnTo>
                    <a:pt x="2334" y="177"/>
                  </a:lnTo>
                  <a:lnTo>
                    <a:pt x="2379" y="155"/>
                  </a:lnTo>
                  <a:lnTo>
                    <a:pt x="2426" y="134"/>
                  </a:lnTo>
                  <a:lnTo>
                    <a:pt x="2477" y="115"/>
                  </a:lnTo>
                  <a:lnTo>
                    <a:pt x="2532" y="97"/>
                  </a:lnTo>
                  <a:lnTo>
                    <a:pt x="2589" y="80"/>
                  </a:lnTo>
                  <a:lnTo>
                    <a:pt x="2650" y="65"/>
                  </a:lnTo>
                  <a:lnTo>
                    <a:pt x="2714" y="51"/>
                  </a:lnTo>
                  <a:lnTo>
                    <a:pt x="2780" y="40"/>
                  </a:lnTo>
                  <a:lnTo>
                    <a:pt x="2849" y="29"/>
                  </a:lnTo>
                  <a:lnTo>
                    <a:pt x="2920" y="20"/>
                  </a:lnTo>
                  <a:lnTo>
                    <a:pt x="2994" y="13"/>
                  </a:lnTo>
                  <a:lnTo>
                    <a:pt x="3070" y="8"/>
                  </a:lnTo>
                  <a:lnTo>
                    <a:pt x="3149" y="3"/>
                  </a:lnTo>
                  <a:lnTo>
                    <a:pt x="3228" y="1"/>
                  </a:lnTo>
                  <a:lnTo>
                    <a:pt x="3310" y="0"/>
                  </a:lnTo>
                  <a:lnTo>
                    <a:pt x="3394" y="1"/>
                  </a:lnTo>
                  <a:lnTo>
                    <a:pt x="3480" y="4"/>
                  </a:lnTo>
                  <a:lnTo>
                    <a:pt x="3568" y="9"/>
                  </a:lnTo>
                  <a:lnTo>
                    <a:pt x="3656" y="16"/>
                  </a:lnTo>
                  <a:lnTo>
                    <a:pt x="3746" y="24"/>
                  </a:lnTo>
                  <a:lnTo>
                    <a:pt x="3837" y="34"/>
                  </a:lnTo>
                  <a:lnTo>
                    <a:pt x="3929" y="46"/>
                  </a:lnTo>
                  <a:lnTo>
                    <a:pt x="4022" y="59"/>
                  </a:lnTo>
                  <a:lnTo>
                    <a:pt x="4115" y="75"/>
                  </a:lnTo>
                  <a:lnTo>
                    <a:pt x="4207" y="92"/>
                  </a:lnTo>
                  <a:lnTo>
                    <a:pt x="4296" y="110"/>
                  </a:lnTo>
                  <a:lnTo>
                    <a:pt x="4385" y="130"/>
                  </a:lnTo>
                  <a:lnTo>
                    <a:pt x="4471" y="151"/>
                  </a:lnTo>
                  <a:lnTo>
                    <a:pt x="4555" y="174"/>
                  </a:lnTo>
                  <a:lnTo>
                    <a:pt x="4638" y="198"/>
                  </a:lnTo>
                  <a:lnTo>
                    <a:pt x="4718" y="221"/>
                  </a:lnTo>
                  <a:lnTo>
                    <a:pt x="4795" y="247"/>
                  </a:lnTo>
                  <a:lnTo>
                    <a:pt x="4871" y="274"/>
                  </a:lnTo>
                  <a:lnTo>
                    <a:pt x="4945" y="302"/>
                  </a:lnTo>
                  <a:lnTo>
                    <a:pt x="5015" y="330"/>
                  </a:lnTo>
                  <a:lnTo>
                    <a:pt x="5083" y="361"/>
                  </a:lnTo>
                  <a:lnTo>
                    <a:pt x="5148" y="391"/>
                  </a:lnTo>
                  <a:lnTo>
                    <a:pt x="5211" y="422"/>
                  </a:lnTo>
                  <a:lnTo>
                    <a:pt x="5270" y="454"/>
                  </a:lnTo>
                  <a:lnTo>
                    <a:pt x="5327" y="486"/>
                  </a:lnTo>
                  <a:lnTo>
                    <a:pt x="5380" y="518"/>
                  </a:lnTo>
                  <a:lnTo>
                    <a:pt x="5430" y="553"/>
                  </a:lnTo>
                  <a:lnTo>
                    <a:pt x="5475" y="586"/>
                  </a:lnTo>
                  <a:lnTo>
                    <a:pt x="5519" y="620"/>
                  </a:lnTo>
                  <a:lnTo>
                    <a:pt x="5557" y="654"/>
                  </a:lnTo>
                  <a:lnTo>
                    <a:pt x="5594" y="690"/>
                  </a:lnTo>
                  <a:lnTo>
                    <a:pt x="5625" y="724"/>
                  </a:lnTo>
                  <a:lnTo>
                    <a:pt x="5653" y="759"/>
                  </a:lnTo>
                  <a:lnTo>
                    <a:pt x="5677" y="794"/>
                  </a:lnTo>
                  <a:lnTo>
                    <a:pt x="5695" y="830"/>
                  </a:lnTo>
                  <a:lnTo>
                    <a:pt x="5711" y="865"/>
                  </a:lnTo>
                  <a:lnTo>
                    <a:pt x="5721" y="899"/>
                  </a:lnTo>
                  <a:lnTo>
                    <a:pt x="5727" y="935"/>
                  </a:lnTo>
                  <a:lnTo>
                    <a:pt x="5729" y="969"/>
                  </a:lnTo>
                  <a:lnTo>
                    <a:pt x="5726" y="1003"/>
                  </a:lnTo>
                  <a:close/>
                </a:path>
              </a:pathLst>
            </a:custGeom>
            <a:noFill/>
            <a:ln w="20">
              <a:solidFill>
                <a:srgbClr val="AFCF6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2" name="Freeform 337"/>
            <p:cNvSpPr>
              <a:spLocks/>
            </p:cNvSpPr>
            <p:nvPr/>
          </p:nvSpPr>
          <p:spPr bwMode="auto">
            <a:xfrm>
              <a:off x="721" y="2211"/>
              <a:ext cx="111" cy="121"/>
            </a:xfrm>
            <a:custGeom>
              <a:avLst/>
              <a:gdLst>
                <a:gd name="T0" fmla="*/ 9 w 885"/>
                <a:gd name="T1" fmla="*/ 0 h 965"/>
                <a:gd name="T2" fmla="*/ 10 w 885"/>
                <a:gd name="T3" fmla="*/ 1 h 965"/>
                <a:gd name="T4" fmla="*/ 11 w 885"/>
                <a:gd name="T5" fmla="*/ 1 h 965"/>
                <a:gd name="T6" fmla="*/ 11 w 885"/>
                <a:gd name="T7" fmla="*/ 2 h 965"/>
                <a:gd name="T8" fmla="*/ 12 w 885"/>
                <a:gd name="T9" fmla="*/ 3 h 965"/>
                <a:gd name="T10" fmla="*/ 13 w 885"/>
                <a:gd name="T11" fmla="*/ 4 h 965"/>
                <a:gd name="T12" fmla="*/ 13 w 885"/>
                <a:gd name="T13" fmla="*/ 5 h 965"/>
                <a:gd name="T14" fmla="*/ 14 w 885"/>
                <a:gd name="T15" fmla="*/ 6 h 965"/>
                <a:gd name="T16" fmla="*/ 14 w 885"/>
                <a:gd name="T17" fmla="*/ 7 h 965"/>
                <a:gd name="T18" fmla="*/ 14 w 885"/>
                <a:gd name="T19" fmla="*/ 8 h 965"/>
                <a:gd name="T20" fmla="*/ 14 w 885"/>
                <a:gd name="T21" fmla="*/ 9 h 965"/>
                <a:gd name="T22" fmla="*/ 13 w 885"/>
                <a:gd name="T23" fmla="*/ 10 h 965"/>
                <a:gd name="T24" fmla="*/ 13 w 885"/>
                <a:gd name="T25" fmla="*/ 11 h 965"/>
                <a:gd name="T26" fmla="*/ 12 w 885"/>
                <a:gd name="T27" fmla="*/ 12 h 965"/>
                <a:gd name="T28" fmla="*/ 12 w 885"/>
                <a:gd name="T29" fmla="*/ 13 h 965"/>
                <a:gd name="T30" fmla="*/ 11 w 885"/>
                <a:gd name="T31" fmla="*/ 14 h 965"/>
                <a:gd name="T32" fmla="*/ 10 w 885"/>
                <a:gd name="T33" fmla="*/ 14 h 965"/>
                <a:gd name="T34" fmla="*/ 9 w 885"/>
                <a:gd name="T35" fmla="*/ 15 h 965"/>
                <a:gd name="T36" fmla="*/ 8 w 885"/>
                <a:gd name="T37" fmla="*/ 15 h 965"/>
                <a:gd name="T38" fmla="*/ 7 w 885"/>
                <a:gd name="T39" fmla="*/ 15 h 965"/>
                <a:gd name="T40" fmla="*/ 6 w 885"/>
                <a:gd name="T41" fmla="*/ 15 h 965"/>
                <a:gd name="T42" fmla="*/ 5 w 885"/>
                <a:gd name="T43" fmla="*/ 15 h 965"/>
                <a:gd name="T44" fmla="*/ 4 w 885"/>
                <a:gd name="T45" fmla="*/ 15 h 965"/>
                <a:gd name="T46" fmla="*/ 3 w 885"/>
                <a:gd name="T47" fmla="*/ 14 h 965"/>
                <a:gd name="T48" fmla="*/ 2 w 885"/>
                <a:gd name="T49" fmla="*/ 13 h 965"/>
                <a:gd name="T50" fmla="*/ 1 w 885"/>
                <a:gd name="T51" fmla="*/ 13 h 965"/>
                <a:gd name="T52" fmla="*/ 1 w 885"/>
                <a:gd name="T53" fmla="*/ 12 h 965"/>
                <a:gd name="T54" fmla="*/ 0 w 885"/>
                <a:gd name="T55" fmla="*/ 11 h 965"/>
                <a:gd name="T56" fmla="*/ 0 w 885"/>
                <a:gd name="T57" fmla="*/ 10 h 965"/>
                <a:gd name="T58" fmla="*/ 0 w 885"/>
                <a:gd name="T59" fmla="*/ 9 h 965"/>
                <a:gd name="T60" fmla="*/ 0 w 885"/>
                <a:gd name="T61" fmla="*/ 7 h 965"/>
                <a:gd name="T62" fmla="*/ 0 w 885"/>
                <a:gd name="T63" fmla="*/ 6 h 965"/>
                <a:gd name="T64" fmla="*/ 0 w 885"/>
                <a:gd name="T65" fmla="*/ 5 h 965"/>
                <a:gd name="T66" fmla="*/ 1 w 885"/>
                <a:gd name="T67" fmla="*/ 4 h 965"/>
                <a:gd name="T68" fmla="*/ 1 w 885"/>
                <a:gd name="T69" fmla="*/ 3 h 965"/>
                <a:gd name="T70" fmla="*/ 2 w 885"/>
                <a:gd name="T71" fmla="*/ 2 h 965"/>
                <a:gd name="T72" fmla="*/ 2 w 885"/>
                <a:gd name="T73" fmla="*/ 2 h 965"/>
                <a:gd name="T74" fmla="*/ 3 w 885"/>
                <a:gd name="T75" fmla="*/ 1 h 965"/>
                <a:gd name="T76" fmla="*/ 4 w 885"/>
                <a:gd name="T77" fmla="*/ 1 h 965"/>
                <a:gd name="T78" fmla="*/ 5 w 885"/>
                <a:gd name="T79" fmla="*/ 0 h 965"/>
                <a:gd name="T80" fmla="*/ 6 w 885"/>
                <a:gd name="T81" fmla="*/ 0 h 965"/>
                <a:gd name="T82" fmla="*/ 7 w 885"/>
                <a:gd name="T83" fmla="*/ 0 h 965"/>
                <a:gd name="T84" fmla="*/ 8 w 885"/>
                <a:gd name="T85" fmla="*/ 0 h 96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85"/>
                <a:gd name="T130" fmla="*/ 0 h 965"/>
                <a:gd name="T131" fmla="*/ 885 w 885"/>
                <a:gd name="T132" fmla="*/ 965 h 96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85" h="965">
                  <a:moveTo>
                    <a:pt x="495" y="10"/>
                  </a:moveTo>
                  <a:lnTo>
                    <a:pt x="519" y="15"/>
                  </a:lnTo>
                  <a:lnTo>
                    <a:pt x="543" y="22"/>
                  </a:lnTo>
                  <a:lnTo>
                    <a:pt x="566" y="29"/>
                  </a:lnTo>
                  <a:lnTo>
                    <a:pt x="589" y="38"/>
                  </a:lnTo>
                  <a:lnTo>
                    <a:pt x="610" y="48"/>
                  </a:lnTo>
                  <a:lnTo>
                    <a:pt x="631" y="58"/>
                  </a:lnTo>
                  <a:lnTo>
                    <a:pt x="652" y="70"/>
                  </a:lnTo>
                  <a:lnTo>
                    <a:pt x="672" y="83"/>
                  </a:lnTo>
                  <a:lnTo>
                    <a:pt x="691" y="96"/>
                  </a:lnTo>
                  <a:lnTo>
                    <a:pt x="710" y="111"/>
                  </a:lnTo>
                  <a:lnTo>
                    <a:pt x="727" y="126"/>
                  </a:lnTo>
                  <a:lnTo>
                    <a:pt x="744" y="142"/>
                  </a:lnTo>
                  <a:lnTo>
                    <a:pt x="760" y="159"/>
                  </a:lnTo>
                  <a:lnTo>
                    <a:pt x="775" y="176"/>
                  </a:lnTo>
                  <a:lnTo>
                    <a:pt x="789" y="194"/>
                  </a:lnTo>
                  <a:lnTo>
                    <a:pt x="802" y="213"/>
                  </a:lnTo>
                  <a:lnTo>
                    <a:pt x="815" y="232"/>
                  </a:lnTo>
                  <a:lnTo>
                    <a:pt x="827" y="253"/>
                  </a:lnTo>
                  <a:lnTo>
                    <a:pt x="838" y="273"/>
                  </a:lnTo>
                  <a:lnTo>
                    <a:pt x="847" y="295"/>
                  </a:lnTo>
                  <a:lnTo>
                    <a:pt x="855" y="315"/>
                  </a:lnTo>
                  <a:lnTo>
                    <a:pt x="864" y="338"/>
                  </a:lnTo>
                  <a:lnTo>
                    <a:pt x="870" y="360"/>
                  </a:lnTo>
                  <a:lnTo>
                    <a:pt x="875" y="383"/>
                  </a:lnTo>
                  <a:lnTo>
                    <a:pt x="879" y="407"/>
                  </a:lnTo>
                  <a:lnTo>
                    <a:pt x="882" y="430"/>
                  </a:lnTo>
                  <a:lnTo>
                    <a:pt x="884" y="454"/>
                  </a:lnTo>
                  <a:lnTo>
                    <a:pt x="885" y="477"/>
                  </a:lnTo>
                  <a:lnTo>
                    <a:pt x="885" y="501"/>
                  </a:lnTo>
                  <a:lnTo>
                    <a:pt x="883" y="526"/>
                  </a:lnTo>
                  <a:lnTo>
                    <a:pt x="880" y="550"/>
                  </a:lnTo>
                  <a:lnTo>
                    <a:pt x="877" y="575"/>
                  </a:lnTo>
                  <a:lnTo>
                    <a:pt x="871" y="599"/>
                  </a:lnTo>
                  <a:lnTo>
                    <a:pt x="865" y="623"/>
                  </a:lnTo>
                  <a:lnTo>
                    <a:pt x="857" y="646"/>
                  </a:lnTo>
                  <a:lnTo>
                    <a:pt x="848" y="668"/>
                  </a:lnTo>
                  <a:lnTo>
                    <a:pt x="839" y="690"/>
                  </a:lnTo>
                  <a:lnTo>
                    <a:pt x="828" y="711"/>
                  </a:lnTo>
                  <a:lnTo>
                    <a:pt x="817" y="732"/>
                  </a:lnTo>
                  <a:lnTo>
                    <a:pt x="803" y="751"/>
                  </a:lnTo>
                  <a:lnTo>
                    <a:pt x="790" y="771"/>
                  </a:lnTo>
                  <a:lnTo>
                    <a:pt x="775" y="789"/>
                  </a:lnTo>
                  <a:lnTo>
                    <a:pt x="761" y="806"/>
                  </a:lnTo>
                  <a:lnTo>
                    <a:pt x="744" y="823"/>
                  </a:lnTo>
                  <a:lnTo>
                    <a:pt x="728" y="840"/>
                  </a:lnTo>
                  <a:lnTo>
                    <a:pt x="710" y="854"/>
                  </a:lnTo>
                  <a:lnTo>
                    <a:pt x="692" y="869"/>
                  </a:lnTo>
                  <a:lnTo>
                    <a:pt x="674" y="882"/>
                  </a:lnTo>
                  <a:lnTo>
                    <a:pt x="654" y="895"/>
                  </a:lnTo>
                  <a:lnTo>
                    <a:pt x="634" y="906"/>
                  </a:lnTo>
                  <a:lnTo>
                    <a:pt x="614" y="916"/>
                  </a:lnTo>
                  <a:lnTo>
                    <a:pt x="592" y="927"/>
                  </a:lnTo>
                  <a:lnTo>
                    <a:pt x="571" y="935"/>
                  </a:lnTo>
                  <a:lnTo>
                    <a:pt x="548" y="942"/>
                  </a:lnTo>
                  <a:lnTo>
                    <a:pt x="526" y="950"/>
                  </a:lnTo>
                  <a:lnTo>
                    <a:pt x="504" y="955"/>
                  </a:lnTo>
                  <a:lnTo>
                    <a:pt x="481" y="959"/>
                  </a:lnTo>
                  <a:lnTo>
                    <a:pt x="457" y="962"/>
                  </a:lnTo>
                  <a:lnTo>
                    <a:pt x="433" y="964"/>
                  </a:lnTo>
                  <a:lnTo>
                    <a:pt x="409" y="965"/>
                  </a:lnTo>
                  <a:lnTo>
                    <a:pt x="385" y="964"/>
                  </a:lnTo>
                  <a:lnTo>
                    <a:pt x="361" y="963"/>
                  </a:lnTo>
                  <a:lnTo>
                    <a:pt x="336" y="960"/>
                  </a:lnTo>
                  <a:lnTo>
                    <a:pt x="312" y="956"/>
                  </a:lnTo>
                  <a:lnTo>
                    <a:pt x="288" y="951"/>
                  </a:lnTo>
                  <a:lnTo>
                    <a:pt x="265" y="944"/>
                  </a:lnTo>
                  <a:lnTo>
                    <a:pt x="243" y="936"/>
                  </a:lnTo>
                  <a:lnTo>
                    <a:pt x="222" y="928"/>
                  </a:lnTo>
                  <a:lnTo>
                    <a:pt x="203" y="918"/>
                  </a:lnTo>
                  <a:lnTo>
                    <a:pt x="183" y="906"/>
                  </a:lnTo>
                  <a:lnTo>
                    <a:pt x="165" y="894"/>
                  </a:lnTo>
                  <a:lnTo>
                    <a:pt x="149" y="881"/>
                  </a:lnTo>
                  <a:lnTo>
                    <a:pt x="132" y="867"/>
                  </a:lnTo>
                  <a:lnTo>
                    <a:pt x="116" y="852"/>
                  </a:lnTo>
                  <a:lnTo>
                    <a:pt x="103" y="836"/>
                  </a:lnTo>
                  <a:lnTo>
                    <a:pt x="90" y="819"/>
                  </a:lnTo>
                  <a:lnTo>
                    <a:pt x="77" y="802"/>
                  </a:lnTo>
                  <a:lnTo>
                    <a:pt x="66" y="784"/>
                  </a:lnTo>
                  <a:lnTo>
                    <a:pt x="55" y="765"/>
                  </a:lnTo>
                  <a:lnTo>
                    <a:pt x="46" y="745"/>
                  </a:lnTo>
                  <a:lnTo>
                    <a:pt x="38" y="725"/>
                  </a:lnTo>
                  <a:lnTo>
                    <a:pt x="30" y="704"/>
                  </a:lnTo>
                  <a:lnTo>
                    <a:pt x="23" y="683"/>
                  </a:lnTo>
                  <a:lnTo>
                    <a:pt x="17" y="661"/>
                  </a:lnTo>
                  <a:lnTo>
                    <a:pt x="13" y="639"/>
                  </a:lnTo>
                  <a:lnTo>
                    <a:pt x="9" y="616"/>
                  </a:lnTo>
                  <a:lnTo>
                    <a:pt x="4" y="594"/>
                  </a:lnTo>
                  <a:lnTo>
                    <a:pt x="2" y="570"/>
                  </a:lnTo>
                  <a:lnTo>
                    <a:pt x="1" y="546"/>
                  </a:lnTo>
                  <a:lnTo>
                    <a:pt x="0" y="522"/>
                  </a:lnTo>
                  <a:lnTo>
                    <a:pt x="0" y="498"/>
                  </a:lnTo>
                  <a:lnTo>
                    <a:pt x="1" y="474"/>
                  </a:lnTo>
                  <a:lnTo>
                    <a:pt x="3" y="449"/>
                  </a:lnTo>
                  <a:lnTo>
                    <a:pt x="6" y="425"/>
                  </a:lnTo>
                  <a:lnTo>
                    <a:pt x="10" y="401"/>
                  </a:lnTo>
                  <a:lnTo>
                    <a:pt x="14" y="376"/>
                  </a:lnTo>
                  <a:lnTo>
                    <a:pt x="19" y="352"/>
                  </a:lnTo>
                  <a:lnTo>
                    <a:pt x="25" y="328"/>
                  </a:lnTo>
                  <a:lnTo>
                    <a:pt x="31" y="305"/>
                  </a:lnTo>
                  <a:lnTo>
                    <a:pt x="39" y="283"/>
                  </a:lnTo>
                  <a:lnTo>
                    <a:pt x="46" y="261"/>
                  </a:lnTo>
                  <a:lnTo>
                    <a:pt x="55" y="241"/>
                  </a:lnTo>
                  <a:lnTo>
                    <a:pt x="64" y="221"/>
                  </a:lnTo>
                  <a:lnTo>
                    <a:pt x="74" y="201"/>
                  </a:lnTo>
                  <a:lnTo>
                    <a:pt x="84" y="183"/>
                  </a:lnTo>
                  <a:lnTo>
                    <a:pt x="96" y="165"/>
                  </a:lnTo>
                  <a:lnTo>
                    <a:pt x="107" y="148"/>
                  </a:lnTo>
                  <a:lnTo>
                    <a:pt x="120" y="132"/>
                  </a:lnTo>
                  <a:lnTo>
                    <a:pt x="133" y="117"/>
                  </a:lnTo>
                  <a:lnTo>
                    <a:pt x="147" y="103"/>
                  </a:lnTo>
                  <a:lnTo>
                    <a:pt x="161" y="89"/>
                  </a:lnTo>
                  <a:lnTo>
                    <a:pt x="176" y="76"/>
                  </a:lnTo>
                  <a:lnTo>
                    <a:pt x="191" y="64"/>
                  </a:lnTo>
                  <a:lnTo>
                    <a:pt x="207" y="54"/>
                  </a:lnTo>
                  <a:lnTo>
                    <a:pt x="224" y="44"/>
                  </a:lnTo>
                  <a:lnTo>
                    <a:pt x="241" y="34"/>
                  </a:lnTo>
                  <a:lnTo>
                    <a:pt x="260" y="27"/>
                  </a:lnTo>
                  <a:lnTo>
                    <a:pt x="278" y="20"/>
                  </a:lnTo>
                  <a:lnTo>
                    <a:pt x="297" y="13"/>
                  </a:lnTo>
                  <a:lnTo>
                    <a:pt x="317" y="9"/>
                  </a:lnTo>
                  <a:lnTo>
                    <a:pt x="338" y="5"/>
                  </a:lnTo>
                  <a:lnTo>
                    <a:pt x="358" y="2"/>
                  </a:lnTo>
                  <a:lnTo>
                    <a:pt x="379" y="1"/>
                  </a:lnTo>
                  <a:lnTo>
                    <a:pt x="402" y="0"/>
                  </a:lnTo>
                  <a:lnTo>
                    <a:pt x="424" y="1"/>
                  </a:lnTo>
                  <a:lnTo>
                    <a:pt x="448" y="3"/>
                  </a:lnTo>
                  <a:lnTo>
                    <a:pt x="471" y="6"/>
                  </a:lnTo>
                  <a:lnTo>
                    <a:pt x="495" y="10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" name="Freeform 338"/>
            <p:cNvSpPr>
              <a:spLocks/>
            </p:cNvSpPr>
            <p:nvPr/>
          </p:nvSpPr>
          <p:spPr bwMode="auto">
            <a:xfrm>
              <a:off x="721" y="2211"/>
              <a:ext cx="111" cy="121"/>
            </a:xfrm>
            <a:custGeom>
              <a:avLst/>
              <a:gdLst>
                <a:gd name="T0" fmla="*/ 9 w 885"/>
                <a:gd name="T1" fmla="*/ 0 h 965"/>
                <a:gd name="T2" fmla="*/ 10 w 885"/>
                <a:gd name="T3" fmla="*/ 1 h 965"/>
                <a:gd name="T4" fmla="*/ 11 w 885"/>
                <a:gd name="T5" fmla="*/ 1 h 965"/>
                <a:gd name="T6" fmla="*/ 11 w 885"/>
                <a:gd name="T7" fmla="*/ 2 h 965"/>
                <a:gd name="T8" fmla="*/ 12 w 885"/>
                <a:gd name="T9" fmla="*/ 3 h 965"/>
                <a:gd name="T10" fmla="*/ 13 w 885"/>
                <a:gd name="T11" fmla="*/ 4 h 965"/>
                <a:gd name="T12" fmla="*/ 13 w 885"/>
                <a:gd name="T13" fmla="*/ 5 h 965"/>
                <a:gd name="T14" fmla="*/ 14 w 885"/>
                <a:gd name="T15" fmla="*/ 6 h 965"/>
                <a:gd name="T16" fmla="*/ 14 w 885"/>
                <a:gd name="T17" fmla="*/ 7 h 965"/>
                <a:gd name="T18" fmla="*/ 14 w 885"/>
                <a:gd name="T19" fmla="*/ 8 h 965"/>
                <a:gd name="T20" fmla="*/ 14 w 885"/>
                <a:gd name="T21" fmla="*/ 9 h 965"/>
                <a:gd name="T22" fmla="*/ 13 w 885"/>
                <a:gd name="T23" fmla="*/ 10 h 965"/>
                <a:gd name="T24" fmla="*/ 13 w 885"/>
                <a:gd name="T25" fmla="*/ 11 h 965"/>
                <a:gd name="T26" fmla="*/ 12 w 885"/>
                <a:gd name="T27" fmla="*/ 12 h 965"/>
                <a:gd name="T28" fmla="*/ 12 w 885"/>
                <a:gd name="T29" fmla="*/ 13 h 965"/>
                <a:gd name="T30" fmla="*/ 11 w 885"/>
                <a:gd name="T31" fmla="*/ 14 h 965"/>
                <a:gd name="T32" fmla="*/ 10 w 885"/>
                <a:gd name="T33" fmla="*/ 14 h 965"/>
                <a:gd name="T34" fmla="*/ 9 w 885"/>
                <a:gd name="T35" fmla="*/ 15 h 965"/>
                <a:gd name="T36" fmla="*/ 8 w 885"/>
                <a:gd name="T37" fmla="*/ 15 h 965"/>
                <a:gd name="T38" fmla="*/ 7 w 885"/>
                <a:gd name="T39" fmla="*/ 15 h 965"/>
                <a:gd name="T40" fmla="*/ 6 w 885"/>
                <a:gd name="T41" fmla="*/ 15 h 965"/>
                <a:gd name="T42" fmla="*/ 5 w 885"/>
                <a:gd name="T43" fmla="*/ 15 h 965"/>
                <a:gd name="T44" fmla="*/ 4 w 885"/>
                <a:gd name="T45" fmla="*/ 15 h 965"/>
                <a:gd name="T46" fmla="*/ 3 w 885"/>
                <a:gd name="T47" fmla="*/ 14 h 965"/>
                <a:gd name="T48" fmla="*/ 2 w 885"/>
                <a:gd name="T49" fmla="*/ 13 h 965"/>
                <a:gd name="T50" fmla="*/ 1 w 885"/>
                <a:gd name="T51" fmla="*/ 13 h 965"/>
                <a:gd name="T52" fmla="*/ 1 w 885"/>
                <a:gd name="T53" fmla="*/ 12 h 965"/>
                <a:gd name="T54" fmla="*/ 0 w 885"/>
                <a:gd name="T55" fmla="*/ 11 h 965"/>
                <a:gd name="T56" fmla="*/ 0 w 885"/>
                <a:gd name="T57" fmla="*/ 10 h 965"/>
                <a:gd name="T58" fmla="*/ 0 w 885"/>
                <a:gd name="T59" fmla="*/ 9 h 965"/>
                <a:gd name="T60" fmla="*/ 0 w 885"/>
                <a:gd name="T61" fmla="*/ 7 h 965"/>
                <a:gd name="T62" fmla="*/ 0 w 885"/>
                <a:gd name="T63" fmla="*/ 6 h 965"/>
                <a:gd name="T64" fmla="*/ 0 w 885"/>
                <a:gd name="T65" fmla="*/ 5 h 965"/>
                <a:gd name="T66" fmla="*/ 1 w 885"/>
                <a:gd name="T67" fmla="*/ 4 h 965"/>
                <a:gd name="T68" fmla="*/ 1 w 885"/>
                <a:gd name="T69" fmla="*/ 3 h 965"/>
                <a:gd name="T70" fmla="*/ 2 w 885"/>
                <a:gd name="T71" fmla="*/ 2 h 965"/>
                <a:gd name="T72" fmla="*/ 2 w 885"/>
                <a:gd name="T73" fmla="*/ 2 h 965"/>
                <a:gd name="T74" fmla="*/ 3 w 885"/>
                <a:gd name="T75" fmla="*/ 1 h 965"/>
                <a:gd name="T76" fmla="*/ 4 w 885"/>
                <a:gd name="T77" fmla="*/ 1 h 965"/>
                <a:gd name="T78" fmla="*/ 5 w 885"/>
                <a:gd name="T79" fmla="*/ 0 h 965"/>
                <a:gd name="T80" fmla="*/ 6 w 885"/>
                <a:gd name="T81" fmla="*/ 0 h 965"/>
                <a:gd name="T82" fmla="*/ 7 w 885"/>
                <a:gd name="T83" fmla="*/ 0 h 965"/>
                <a:gd name="T84" fmla="*/ 8 w 885"/>
                <a:gd name="T85" fmla="*/ 0 h 96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85"/>
                <a:gd name="T130" fmla="*/ 0 h 965"/>
                <a:gd name="T131" fmla="*/ 885 w 885"/>
                <a:gd name="T132" fmla="*/ 965 h 96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85" h="965">
                  <a:moveTo>
                    <a:pt x="495" y="10"/>
                  </a:moveTo>
                  <a:lnTo>
                    <a:pt x="519" y="15"/>
                  </a:lnTo>
                  <a:lnTo>
                    <a:pt x="543" y="22"/>
                  </a:lnTo>
                  <a:lnTo>
                    <a:pt x="566" y="29"/>
                  </a:lnTo>
                  <a:lnTo>
                    <a:pt x="589" y="38"/>
                  </a:lnTo>
                  <a:lnTo>
                    <a:pt x="610" y="48"/>
                  </a:lnTo>
                  <a:lnTo>
                    <a:pt x="631" y="58"/>
                  </a:lnTo>
                  <a:lnTo>
                    <a:pt x="652" y="70"/>
                  </a:lnTo>
                  <a:lnTo>
                    <a:pt x="672" y="83"/>
                  </a:lnTo>
                  <a:lnTo>
                    <a:pt x="691" y="96"/>
                  </a:lnTo>
                  <a:lnTo>
                    <a:pt x="710" y="111"/>
                  </a:lnTo>
                  <a:lnTo>
                    <a:pt x="727" y="126"/>
                  </a:lnTo>
                  <a:lnTo>
                    <a:pt x="744" y="142"/>
                  </a:lnTo>
                  <a:lnTo>
                    <a:pt x="760" y="159"/>
                  </a:lnTo>
                  <a:lnTo>
                    <a:pt x="775" y="176"/>
                  </a:lnTo>
                  <a:lnTo>
                    <a:pt x="789" y="194"/>
                  </a:lnTo>
                  <a:lnTo>
                    <a:pt x="802" y="213"/>
                  </a:lnTo>
                  <a:lnTo>
                    <a:pt x="815" y="232"/>
                  </a:lnTo>
                  <a:lnTo>
                    <a:pt x="827" y="253"/>
                  </a:lnTo>
                  <a:lnTo>
                    <a:pt x="838" y="273"/>
                  </a:lnTo>
                  <a:lnTo>
                    <a:pt x="847" y="295"/>
                  </a:lnTo>
                  <a:lnTo>
                    <a:pt x="855" y="315"/>
                  </a:lnTo>
                  <a:lnTo>
                    <a:pt x="864" y="338"/>
                  </a:lnTo>
                  <a:lnTo>
                    <a:pt x="870" y="360"/>
                  </a:lnTo>
                  <a:lnTo>
                    <a:pt x="875" y="383"/>
                  </a:lnTo>
                  <a:lnTo>
                    <a:pt x="879" y="407"/>
                  </a:lnTo>
                  <a:lnTo>
                    <a:pt x="882" y="430"/>
                  </a:lnTo>
                  <a:lnTo>
                    <a:pt x="884" y="454"/>
                  </a:lnTo>
                  <a:lnTo>
                    <a:pt x="885" y="477"/>
                  </a:lnTo>
                  <a:lnTo>
                    <a:pt x="885" y="501"/>
                  </a:lnTo>
                  <a:lnTo>
                    <a:pt x="883" y="526"/>
                  </a:lnTo>
                  <a:lnTo>
                    <a:pt x="880" y="550"/>
                  </a:lnTo>
                  <a:lnTo>
                    <a:pt x="877" y="575"/>
                  </a:lnTo>
                  <a:lnTo>
                    <a:pt x="871" y="599"/>
                  </a:lnTo>
                  <a:lnTo>
                    <a:pt x="865" y="623"/>
                  </a:lnTo>
                  <a:lnTo>
                    <a:pt x="857" y="646"/>
                  </a:lnTo>
                  <a:lnTo>
                    <a:pt x="848" y="668"/>
                  </a:lnTo>
                  <a:lnTo>
                    <a:pt x="839" y="690"/>
                  </a:lnTo>
                  <a:lnTo>
                    <a:pt x="828" y="711"/>
                  </a:lnTo>
                  <a:lnTo>
                    <a:pt x="817" y="732"/>
                  </a:lnTo>
                  <a:lnTo>
                    <a:pt x="803" y="751"/>
                  </a:lnTo>
                  <a:lnTo>
                    <a:pt x="790" y="771"/>
                  </a:lnTo>
                  <a:lnTo>
                    <a:pt x="775" y="789"/>
                  </a:lnTo>
                  <a:lnTo>
                    <a:pt x="761" y="806"/>
                  </a:lnTo>
                  <a:lnTo>
                    <a:pt x="744" y="823"/>
                  </a:lnTo>
                  <a:lnTo>
                    <a:pt x="728" y="840"/>
                  </a:lnTo>
                  <a:lnTo>
                    <a:pt x="710" y="854"/>
                  </a:lnTo>
                  <a:lnTo>
                    <a:pt x="692" y="869"/>
                  </a:lnTo>
                  <a:lnTo>
                    <a:pt x="674" y="882"/>
                  </a:lnTo>
                  <a:lnTo>
                    <a:pt x="654" y="895"/>
                  </a:lnTo>
                  <a:lnTo>
                    <a:pt x="634" y="906"/>
                  </a:lnTo>
                  <a:lnTo>
                    <a:pt x="614" y="916"/>
                  </a:lnTo>
                  <a:lnTo>
                    <a:pt x="592" y="927"/>
                  </a:lnTo>
                  <a:lnTo>
                    <a:pt x="571" y="935"/>
                  </a:lnTo>
                  <a:lnTo>
                    <a:pt x="548" y="942"/>
                  </a:lnTo>
                  <a:lnTo>
                    <a:pt x="526" y="950"/>
                  </a:lnTo>
                  <a:lnTo>
                    <a:pt x="504" y="955"/>
                  </a:lnTo>
                  <a:lnTo>
                    <a:pt x="481" y="959"/>
                  </a:lnTo>
                  <a:lnTo>
                    <a:pt x="457" y="962"/>
                  </a:lnTo>
                  <a:lnTo>
                    <a:pt x="433" y="964"/>
                  </a:lnTo>
                  <a:lnTo>
                    <a:pt x="409" y="965"/>
                  </a:lnTo>
                  <a:lnTo>
                    <a:pt x="385" y="964"/>
                  </a:lnTo>
                  <a:lnTo>
                    <a:pt x="361" y="963"/>
                  </a:lnTo>
                  <a:lnTo>
                    <a:pt x="336" y="960"/>
                  </a:lnTo>
                  <a:lnTo>
                    <a:pt x="312" y="956"/>
                  </a:lnTo>
                  <a:lnTo>
                    <a:pt x="288" y="951"/>
                  </a:lnTo>
                  <a:lnTo>
                    <a:pt x="265" y="944"/>
                  </a:lnTo>
                  <a:lnTo>
                    <a:pt x="243" y="936"/>
                  </a:lnTo>
                  <a:lnTo>
                    <a:pt x="222" y="928"/>
                  </a:lnTo>
                  <a:lnTo>
                    <a:pt x="203" y="918"/>
                  </a:lnTo>
                  <a:lnTo>
                    <a:pt x="183" y="906"/>
                  </a:lnTo>
                  <a:lnTo>
                    <a:pt x="165" y="894"/>
                  </a:lnTo>
                  <a:lnTo>
                    <a:pt x="149" y="881"/>
                  </a:lnTo>
                  <a:lnTo>
                    <a:pt x="132" y="867"/>
                  </a:lnTo>
                  <a:lnTo>
                    <a:pt x="116" y="852"/>
                  </a:lnTo>
                  <a:lnTo>
                    <a:pt x="103" y="836"/>
                  </a:lnTo>
                  <a:lnTo>
                    <a:pt x="90" y="819"/>
                  </a:lnTo>
                  <a:lnTo>
                    <a:pt x="77" y="802"/>
                  </a:lnTo>
                  <a:lnTo>
                    <a:pt x="66" y="784"/>
                  </a:lnTo>
                  <a:lnTo>
                    <a:pt x="55" y="765"/>
                  </a:lnTo>
                  <a:lnTo>
                    <a:pt x="46" y="745"/>
                  </a:lnTo>
                  <a:lnTo>
                    <a:pt x="38" y="725"/>
                  </a:lnTo>
                  <a:lnTo>
                    <a:pt x="30" y="704"/>
                  </a:lnTo>
                  <a:lnTo>
                    <a:pt x="23" y="683"/>
                  </a:lnTo>
                  <a:lnTo>
                    <a:pt x="17" y="661"/>
                  </a:lnTo>
                  <a:lnTo>
                    <a:pt x="13" y="639"/>
                  </a:lnTo>
                  <a:lnTo>
                    <a:pt x="9" y="616"/>
                  </a:lnTo>
                  <a:lnTo>
                    <a:pt x="4" y="594"/>
                  </a:lnTo>
                  <a:lnTo>
                    <a:pt x="2" y="570"/>
                  </a:lnTo>
                  <a:lnTo>
                    <a:pt x="1" y="546"/>
                  </a:lnTo>
                  <a:lnTo>
                    <a:pt x="0" y="522"/>
                  </a:lnTo>
                  <a:lnTo>
                    <a:pt x="0" y="498"/>
                  </a:lnTo>
                  <a:lnTo>
                    <a:pt x="1" y="474"/>
                  </a:lnTo>
                  <a:lnTo>
                    <a:pt x="3" y="449"/>
                  </a:lnTo>
                  <a:lnTo>
                    <a:pt x="6" y="425"/>
                  </a:lnTo>
                  <a:lnTo>
                    <a:pt x="10" y="401"/>
                  </a:lnTo>
                  <a:lnTo>
                    <a:pt x="14" y="376"/>
                  </a:lnTo>
                  <a:lnTo>
                    <a:pt x="19" y="352"/>
                  </a:lnTo>
                  <a:lnTo>
                    <a:pt x="25" y="328"/>
                  </a:lnTo>
                  <a:lnTo>
                    <a:pt x="31" y="305"/>
                  </a:lnTo>
                  <a:lnTo>
                    <a:pt x="39" y="283"/>
                  </a:lnTo>
                  <a:lnTo>
                    <a:pt x="46" y="261"/>
                  </a:lnTo>
                  <a:lnTo>
                    <a:pt x="55" y="241"/>
                  </a:lnTo>
                  <a:lnTo>
                    <a:pt x="64" y="221"/>
                  </a:lnTo>
                  <a:lnTo>
                    <a:pt x="74" y="201"/>
                  </a:lnTo>
                  <a:lnTo>
                    <a:pt x="84" y="183"/>
                  </a:lnTo>
                  <a:lnTo>
                    <a:pt x="96" y="165"/>
                  </a:lnTo>
                  <a:lnTo>
                    <a:pt x="107" y="148"/>
                  </a:lnTo>
                  <a:lnTo>
                    <a:pt x="120" y="132"/>
                  </a:lnTo>
                  <a:lnTo>
                    <a:pt x="133" y="117"/>
                  </a:lnTo>
                  <a:lnTo>
                    <a:pt x="147" y="103"/>
                  </a:lnTo>
                  <a:lnTo>
                    <a:pt x="161" y="89"/>
                  </a:lnTo>
                  <a:lnTo>
                    <a:pt x="176" y="76"/>
                  </a:lnTo>
                  <a:lnTo>
                    <a:pt x="191" y="64"/>
                  </a:lnTo>
                  <a:lnTo>
                    <a:pt x="207" y="54"/>
                  </a:lnTo>
                  <a:lnTo>
                    <a:pt x="224" y="44"/>
                  </a:lnTo>
                  <a:lnTo>
                    <a:pt x="241" y="34"/>
                  </a:lnTo>
                  <a:lnTo>
                    <a:pt x="260" y="27"/>
                  </a:lnTo>
                  <a:lnTo>
                    <a:pt x="278" y="20"/>
                  </a:lnTo>
                  <a:lnTo>
                    <a:pt x="297" y="13"/>
                  </a:lnTo>
                  <a:lnTo>
                    <a:pt x="317" y="9"/>
                  </a:lnTo>
                  <a:lnTo>
                    <a:pt x="338" y="5"/>
                  </a:lnTo>
                  <a:lnTo>
                    <a:pt x="358" y="2"/>
                  </a:lnTo>
                  <a:lnTo>
                    <a:pt x="379" y="1"/>
                  </a:lnTo>
                  <a:lnTo>
                    <a:pt x="402" y="0"/>
                  </a:lnTo>
                  <a:lnTo>
                    <a:pt x="424" y="1"/>
                  </a:lnTo>
                  <a:lnTo>
                    <a:pt x="448" y="3"/>
                  </a:lnTo>
                  <a:lnTo>
                    <a:pt x="471" y="6"/>
                  </a:lnTo>
                  <a:lnTo>
                    <a:pt x="495" y="10"/>
                  </a:lnTo>
                  <a:close/>
                </a:path>
              </a:pathLst>
            </a:custGeom>
            <a:noFill/>
            <a:ln w="10">
              <a:solidFill>
                <a:srgbClr val="F0836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4" name="Freeform 339"/>
            <p:cNvSpPr>
              <a:spLocks/>
            </p:cNvSpPr>
            <p:nvPr/>
          </p:nvSpPr>
          <p:spPr bwMode="auto">
            <a:xfrm>
              <a:off x="616" y="2839"/>
              <a:ext cx="110" cy="120"/>
            </a:xfrm>
            <a:custGeom>
              <a:avLst/>
              <a:gdLst>
                <a:gd name="T0" fmla="*/ 8 w 885"/>
                <a:gd name="T1" fmla="*/ 0 h 964"/>
                <a:gd name="T2" fmla="*/ 9 w 885"/>
                <a:gd name="T3" fmla="*/ 1 h 964"/>
                <a:gd name="T4" fmla="*/ 10 w 885"/>
                <a:gd name="T5" fmla="*/ 1 h 964"/>
                <a:gd name="T6" fmla="*/ 11 w 885"/>
                <a:gd name="T7" fmla="*/ 2 h 964"/>
                <a:gd name="T8" fmla="*/ 12 w 885"/>
                <a:gd name="T9" fmla="*/ 3 h 964"/>
                <a:gd name="T10" fmla="*/ 13 w 885"/>
                <a:gd name="T11" fmla="*/ 4 h 964"/>
                <a:gd name="T12" fmla="*/ 13 w 885"/>
                <a:gd name="T13" fmla="*/ 4 h 964"/>
                <a:gd name="T14" fmla="*/ 13 w 885"/>
                <a:gd name="T15" fmla="*/ 6 h 964"/>
                <a:gd name="T16" fmla="*/ 14 w 885"/>
                <a:gd name="T17" fmla="*/ 7 h 964"/>
                <a:gd name="T18" fmla="*/ 14 w 885"/>
                <a:gd name="T19" fmla="*/ 8 h 964"/>
                <a:gd name="T20" fmla="*/ 14 w 885"/>
                <a:gd name="T21" fmla="*/ 9 h 964"/>
                <a:gd name="T22" fmla="*/ 13 w 885"/>
                <a:gd name="T23" fmla="*/ 10 h 964"/>
                <a:gd name="T24" fmla="*/ 13 w 885"/>
                <a:gd name="T25" fmla="*/ 11 h 964"/>
                <a:gd name="T26" fmla="*/ 12 w 885"/>
                <a:gd name="T27" fmla="*/ 12 h 964"/>
                <a:gd name="T28" fmla="*/ 11 w 885"/>
                <a:gd name="T29" fmla="*/ 13 h 964"/>
                <a:gd name="T30" fmla="*/ 11 w 885"/>
                <a:gd name="T31" fmla="*/ 13 h 964"/>
                <a:gd name="T32" fmla="*/ 10 w 885"/>
                <a:gd name="T33" fmla="*/ 14 h 964"/>
                <a:gd name="T34" fmla="*/ 9 w 885"/>
                <a:gd name="T35" fmla="*/ 14 h 964"/>
                <a:gd name="T36" fmla="*/ 8 w 885"/>
                <a:gd name="T37" fmla="*/ 15 h 964"/>
                <a:gd name="T38" fmla="*/ 7 w 885"/>
                <a:gd name="T39" fmla="*/ 15 h 964"/>
                <a:gd name="T40" fmla="*/ 6 w 885"/>
                <a:gd name="T41" fmla="*/ 15 h 964"/>
                <a:gd name="T42" fmla="*/ 4 w 885"/>
                <a:gd name="T43" fmla="*/ 15 h 964"/>
                <a:gd name="T44" fmla="*/ 3 w 885"/>
                <a:gd name="T45" fmla="*/ 14 h 964"/>
                <a:gd name="T46" fmla="*/ 3 w 885"/>
                <a:gd name="T47" fmla="*/ 14 h 964"/>
                <a:gd name="T48" fmla="*/ 2 w 885"/>
                <a:gd name="T49" fmla="*/ 13 h 964"/>
                <a:gd name="T50" fmla="*/ 1 w 885"/>
                <a:gd name="T51" fmla="*/ 12 h 964"/>
                <a:gd name="T52" fmla="*/ 1 w 885"/>
                <a:gd name="T53" fmla="*/ 12 h 964"/>
                <a:gd name="T54" fmla="*/ 0 w 885"/>
                <a:gd name="T55" fmla="*/ 11 h 964"/>
                <a:gd name="T56" fmla="*/ 0 w 885"/>
                <a:gd name="T57" fmla="*/ 10 h 964"/>
                <a:gd name="T58" fmla="*/ 0 w 885"/>
                <a:gd name="T59" fmla="*/ 8 h 964"/>
                <a:gd name="T60" fmla="*/ 0 w 885"/>
                <a:gd name="T61" fmla="*/ 7 h 964"/>
                <a:gd name="T62" fmla="*/ 0 w 885"/>
                <a:gd name="T63" fmla="*/ 6 h 964"/>
                <a:gd name="T64" fmla="*/ 0 w 885"/>
                <a:gd name="T65" fmla="*/ 5 h 964"/>
                <a:gd name="T66" fmla="*/ 1 w 885"/>
                <a:gd name="T67" fmla="*/ 4 h 964"/>
                <a:gd name="T68" fmla="*/ 1 w 885"/>
                <a:gd name="T69" fmla="*/ 3 h 964"/>
                <a:gd name="T70" fmla="*/ 2 w 885"/>
                <a:gd name="T71" fmla="*/ 2 h 964"/>
                <a:gd name="T72" fmla="*/ 2 w 885"/>
                <a:gd name="T73" fmla="*/ 2 h 964"/>
                <a:gd name="T74" fmla="*/ 3 w 885"/>
                <a:gd name="T75" fmla="*/ 1 h 964"/>
                <a:gd name="T76" fmla="*/ 4 w 885"/>
                <a:gd name="T77" fmla="*/ 0 h 964"/>
                <a:gd name="T78" fmla="*/ 5 w 885"/>
                <a:gd name="T79" fmla="*/ 0 h 964"/>
                <a:gd name="T80" fmla="*/ 5 w 885"/>
                <a:gd name="T81" fmla="*/ 0 h 964"/>
                <a:gd name="T82" fmla="*/ 7 w 885"/>
                <a:gd name="T83" fmla="*/ 0 h 964"/>
                <a:gd name="T84" fmla="*/ 8 w 885"/>
                <a:gd name="T85" fmla="*/ 0 h 9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85"/>
                <a:gd name="T130" fmla="*/ 0 h 964"/>
                <a:gd name="T131" fmla="*/ 885 w 885"/>
                <a:gd name="T132" fmla="*/ 964 h 9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85" h="964">
                  <a:moveTo>
                    <a:pt x="495" y="9"/>
                  </a:moveTo>
                  <a:lnTo>
                    <a:pt x="518" y="14"/>
                  </a:lnTo>
                  <a:lnTo>
                    <a:pt x="542" y="20"/>
                  </a:lnTo>
                  <a:lnTo>
                    <a:pt x="565" y="29"/>
                  </a:lnTo>
                  <a:lnTo>
                    <a:pt x="588" y="37"/>
                  </a:lnTo>
                  <a:lnTo>
                    <a:pt x="610" y="46"/>
                  </a:lnTo>
                  <a:lnTo>
                    <a:pt x="631" y="58"/>
                  </a:lnTo>
                  <a:lnTo>
                    <a:pt x="651" y="69"/>
                  </a:lnTo>
                  <a:lnTo>
                    <a:pt x="671" y="82"/>
                  </a:lnTo>
                  <a:lnTo>
                    <a:pt x="691" y="95"/>
                  </a:lnTo>
                  <a:lnTo>
                    <a:pt x="708" y="110"/>
                  </a:lnTo>
                  <a:lnTo>
                    <a:pt x="726" y="125"/>
                  </a:lnTo>
                  <a:lnTo>
                    <a:pt x="744" y="141"/>
                  </a:lnTo>
                  <a:lnTo>
                    <a:pt x="759" y="157"/>
                  </a:lnTo>
                  <a:lnTo>
                    <a:pt x="775" y="175"/>
                  </a:lnTo>
                  <a:lnTo>
                    <a:pt x="788" y="194"/>
                  </a:lnTo>
                  <a:lnTo>
                    <a:pt x="802" y="212"/>
                  </a:lnTo>
                  <a:lnTo>
                    <a:pt x="814" y="232"/>
                  </a:lnTo>
                  <a:lnTo>
                    <a:pt x="826" y="252"/>
                  </a:lnTo>
                  <a:lnTo>
                    <a:pt x="837" y="273"/>
                  </a:lnTo>
                  <a:lnTo>
                    <a:pt x="846" y="293"/>
                  </a:lnTo>
                  <a:lnTo>
                    <a:pt x="855" y="315"/>
                  </a:lnTo>
                  <a:lnTo>
                    <a:pt x="863" y="337"/>
                  </a:lnTo>
                  <a:lnTo>
                    <a:pt x="869" y="360"/>
                  </a:lnTo>
                  <a:lnTo>
                    <a:pt x="874" y="383"/>
                  </a:lnTo>
                  <a:lnTo>
                    <a:pt x="879" y="405"/>
                  </a:lnTo>
                  <a:lnTo>
                    <a:pt x="882" y="429"/>
                  </a:lnTo>
                  <a:lnTo>
                    <a:pt x="884" y="452"/>
                  </a:lnTo>
                  <a:lnTo>
                    <a:pt x="885" y="476"/>
                  </a:lnTo>
                  <a:lnTo>
                    <a:pt x="885" y="501"/>
                  </a:lnTo>
                  <a:lnTo>
                    <a:pt x="883" y="525"/>
                  </a:lnTo>
                  <a:lnTo>
                    <a:pt x="880" y="550"/>
                  </a:lnTo>
                  <a:lnTo>
                    <a:pt x="876" y="574"/>
                  </a:lnTo>
                  <a:lnTo>
                    <a:pt x="870" y="597"/>
                  </a:lnTo>
                  <a:lnTo>
                    <a:pt x="864" y="621"/>
                  </a:lnTo>
                  <a:lnTo>
                    <a:pt x="857" y="645"/>
                  </a:lnTo>
                  <a:lnTo>
                    <a:pt x="847" y="667"/>
                  </a:lnTo>
                  <a:lnTo>
                    <a:pt x="838" y="689"/>
                  </a:lnTo>
                  <a:lnTo>
                    <a:pt x="828" y="711"/>
                  </a:lnTo>
                  <a:lnTo>
                    <a:pt x="816" y="731"/>
                  </a:lnTo>
                  <a:lnTo>
                    <a:pt x="803" y="751"/>
                  </a:lnTo>
                  <a:lnTo>
                    <a:pt x="789" y="770"/>
                  </a:lnTo>
                  <a:lnTo>
                    <a:pt x="775" y="788"/>
                  </a:lnTo>
                  <a:lnTo>
                    <a:pt x="760" y="806"/>
                  </a:lnTo>
                  <a:lnTo>
                    <a:pt x="744" y="823"/>
                  </a:lnTo>
                  <a:lnTo>
                    <a:pt x="727" y="838"/>
                  </a:lnTo>
                  <a:lnTo>
                    <a:pt x="709" y="854"/>
                  </a:lnTo>
                  <a:lnTo>
                    <a:pt x="692" y="868"/>
                  </a:lnTo>
                  <a:lnTo>
                    <a:pt x="673" y="882"/>
                  </a:lnTo>
                  <a:lnTo>
                    <a:pt x="653" y="894"/>
                  </a:lnTo>
                  <a:lnTo>
                    <a:pt x="634" y="906"/>
                  </a:lnTo>
                  <a:lnTo>
                    <a:pt x="613" y="916"/>
                  </a:lnTo>
                  <a:lnTo>
                    <a:pt x="591" y="925"/>
                  </a:lnTo>
                  <a:lnTo>
                    <a:pt x="570" y="934"/>
                  </a:lnTo>
                  <a:lnTo>
                    <a:pt x="547" y="942"/>
                  </a:lnTo>
                  <a:lnTo>
                    <a:pt x="526" y="948"/>
                  </a:lnTo>
                  <a:lnTo>
                    <a:pt x="503" y="954"/>
                  </a:lnTo>
                  <a:lnTo>
                    <a:pt x="480" y="958"/>
                  </a:lnTo>
                  <a:lnTo>
                    <a:pt x="456" y="962"/>
                  </a:lnTo>
                  <a:lnTo>
                    <a:pt x="432" y="963"/>
                  </a:lnTo>
                  <a:lnTo>
                    <a:pt x="408" y="964"/>
                  </a:lnTo>
                  <a:lnTo>
                    <a:pt x="385" y="964"/>
                  </a:lnTo>
                  <a:lnTo>
                    <a:pt x="361" y="962"/>
                  </a:lnTo>
                  <a:lnTo>
                    <a:pt x="336" y="960"/>
                  </a:lnTo>
                  <a:lnTo>
                    <a:pt x="311" y="956"/>
                  </a:lnTo>
                  <a:lnTo>
                    <a:pt x="287" y="950"/>
                  </a:lnTo>
                  <a:lnTo>
                    <a:pt x="264" y="943"/>
                  </a:lnTo>
                  <a:lnTo>
                    <a:pt x="242" y="936"/>
                  </a:lnTo>
                  <a:lnTo>
                    <a:pt x="222" y="927"/>
                  </a:lnTo>
                  <a:lnTo>
                    <a:pt x="202" y="916"/>
                  </a:lnTo>
                  <a:lnTo>
                    <a:pt x="182" y="906"/>
                  </a:lnTo>
                  <a:lnTo>
                    <a:pt x="165" y="893"/>
                  </a:lnTo>
                  <a:lnTo>
                    <a:pt x="148" y="880"/>
                  </a:lnTo>
                  <a:lnTo>
                    <a:pt x="131" y="866"/>
                  </a:lnTo>
                  <a:lnTo>
                    <a:pt x="116" y="851"/>
                  </a:lnTo>
                  <a:lnTo>
                    <a:pt x="102" y="835"/>
                  </a:lnTo>
                  <a:lnTo>
                    <a:pt x="89" y="819"/>
                  </a:lnTo>
                  <a:lnTo>
                    <a:pt x="76" y="801"/>
                  </a:lnTo>
                  <a:lnTo>
                    <a:pt x="65" y="783"/>
                  </a:lnTo>
                  <a:lnTo>
                    <a:pt x="55" y="764"/>
                  </a:lnTo>
                  <a:lnTo>
                    <a:pt x="45" y="744"/>
                  </a:lnTo>
                  <a:lnTo>
                    <a:pt x="37" y="724"/>
                  </a:lnTo>
                  <a:lnTo>
                    <a:pt x="30" y="703"/>
                  </a:lnTo>
                  <a:lnTo>
                    <a:pt x="22" y="682"/>
                  </a:lnTo>
                  <a:lnTo>
                    <a:pt x="16" y="660"/>
                  </a:lnTo>
                  <a:lnTo>
                    <a:pt x="12" y="638"/>
                  </a:lnTo>
                  <a:lnTo>
                    <a:pt x="8" y="615"/>
                  </a:lnTo>
                  <a:lnTo>
                    <a:pt x="4" y="592"/>
                  </a:lnTo>
                  <a:lnTo>
                    <a:pt x="2" y="569"/>
                  </a:lnTo>
                  <a:lnTo>
                    <a:pt x="1" y="546"/>
                  </a:lnTo>
                  <a:lnTo>
                    <a:pt x="0" y="522"/>
                  </a:lnTo>
                  <a:lnTo>
                    <a:pt x="0" y="498"/>
                  </a:lnTo>
                  <a:lnTo>
                    <a:pt x="1" y="473"/>
                  </a:lnTo>
                  <a:lnTo>
                    <a:pt x="3" y="449"/>
                  </a:lnTo>
                  <a:lnTo>
                    <a:pt x="6" y="424"/>
                  </a:lnTo>
                  <a:lnTo>
                    <a:pt x="9" y="399"/>
                  </a:lnTo>
                  <a:lnTo>
                    <a:pt x="13" y="375"/>
                  </a:lnTo>
                  <a:lnTo>
                    <a:pt x="18" y="351"/>
                  </a:lnTo>
                  <a:lnTo>
                    <a:pt x="24" y="328"/>
                  </a:lnTo>
                  <a:lnTo>
                    <a:pt x="31" y="305"/>
                  </a:lnTo>
                  <a:lnTo>
                    <a:pt x="38" y="282"/>
                  </a:lnTo>
                  <a:lnTo>
                    <a:pt x="45" y="261"/>
                  </a:lnTo>
                  <a:lnTo>
                    <a:pt x="55" y="240"/>
                  </a:lnTo>
                  <a:lnTo>
                    <a:pt x="63" y="220"/>
                  </a:lnTo>
                  <a:lnTo>
                    <a:pt x="73" y="201"/>
                  </a:lnTo>
                  <a:lnTo>
                    <a:pt x="84" y="182"/>
                  </a:lnTo>
                  <a:lnTo>
                    <a:pt x="95" y="165"/>
                  </a:lnTo>
                  <a:lnTo>
                    <a:pt x="106" y="147"/>
                  </a:lnTo>
                  <a:lnTo>
                    <a:pt x="119" y="131"/>
                  </a:lnTo>
                  <a:lnTo>
                    <a:pt x="132" y="116"/>
                  </a:lnTo>
                  <a:lnTo>
                    <a:pt x="146" y="101"/>
                  </a:lnTo>
                  <a:lnTo>
                    <a:pt x="160" y="88"/>
                  </a:lnTo>
                  <a:lnTo>
                    <a:pt x="175" y="75"/>
                  </a:lnTo>
                  <a:lnTo>
                    <a:pt x="190" y="63"/>
                  </a:lnTo>
                  <a:lnTo>
                    <a:pt x="207" y="53"/>
                  </a:lnTo>
                  <a:lnTo>
                    <a:pt x="224" y="43"/>
                  </a:lnTo>
                  <a:lnTo>
                    <a:pt x="240" y="34"/>
                  </a:lnTo>
                  <a:lnTo>
                    <a:pt x="259" y="26"/>
                  </a:lnTo>
                  <a:lnTo>
                    <a:pt x="278" y="19"/>
                  </a:lnTo>
                  <a:lnTo>
                    <a:pt x="296" y="13"/>
                  </a:lnTo>
                  <a:lnTo>
                    <a:pt x="316" y="8"/>
                  </a:lnTo>
                  <a:lnTo>
                    <a:pt x="337" y="5"/>
                  </a:lnTo>
                  <a:lnTo>
                    <a:pt x="358" y="2"/>
                  </a:lnTo>
                  <a:lnTo>
                    <a:pt x="378" y="0"/>
                  </a:lnTo>
                  <a:lnTo>
                    <a:pt x="401" y="0"/>
                  </a:lnTo>
                  <a:lnTo>
                    <a:pt x="423" y="1"/>
                  </a:lnTo>
                  <a:lnTo>
                    <a:pt x="447" y="2"/>
                  </a:lnTo>
                  <a:lnTo>
                    <a:pt x="471" y="5"/>
                  </a:lnTo>
                  <a:lnTo>
                    <a:pt x="495" y="9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5" name="Freeform 340"/>
            <p:cNvSpPr>
              <a:spLocks/>
            </p:cNvSpPr>
            <p:nvPr/>
          </p:nvSpPr>
          <p:spPr bwMode="auto">
            <a:xfrm>
              <a:off x="616" y="2839"/>
              <a:ext cx="110" cy="120"/>
            </a:xfrm>
            <a:custGeom>
              <a:avLst/>
              <a:gdLst>
                <a:gd name="T0" fmla="*/ 8 w 885"/>
                <a:gd name="T1" fmla="*/ 0 h 964"/>
                <a:gd name="T2" fmla="*/ 9 w 885"/>
                <a:gd name="T3" fmla="*/ 1 h 964"/>
                <a:gd name="T4" fmla="*/ 10 w 885"/>
                <a:gd name="T5" fmla="*/ 1 h 964"/>
                <a:gd name="T6" fmla="*/ 11 w 885"/>
                <a:gd name="T7" fmla="*/ 2 h 964"/>
                <a:gd name="T8" fmla="*/ 12 w 885"/>
                <a:gd name="T9" fmla="*/ 3 h 964"/>
                <a:gd name="T10" fmla="*/ 13 w 885"/>
                <a:gd name="T11" fmla="*/ 4 h 964"/>
                <a:gd name="T12" fmla="*/ 13 w 885"/>
                <a:gd name="T13" fmla="*/ 4 h 964"/>
                <a:gd name="T14" fmla="*/ 13 w 885"/>
                <a:gd name="T15" fmla="*/ 6 h 964"/>
                <a:gd name="T16" fmla="*/ 14 w 885"/>
                <a:gd name="T17" fmla="*/ 7 h 964"/>
                <a:gd name="T18" fmla="*/ 14 w 885"/>
                <a:gd name="T19" fmla="*/ 8 h 964"/>
                <a:gd name="T20" fmla="*/ 14 w 885"/>
                <a:gd name="T21" fmla="*/ 9 h 964"/>
                <a:gd name="T22" fmla="*/ 13 w 885"/>
                <a:gd name="T23" fmla="*/ 10 h 964"/>
                <a:gd name="T24" fmla="*/ 13 w 885"/>
                <a:gd name="T25" fmla="*/ 11 h 964"/>
                <a:gd name="T26" fmla="*/ 12 w 885"/>
                <a:gd name="T27" fmla="*/ 12 h 964"/>
                <a:gd name="T28" fmla="*/ 11 w 885"/>
                <a:gd name="T29" fmla="*/ 13 h 964"/>
                <a:gd name="T30" fmla="*/ 11 w 885"/>
                <a:gd name="T31" fmla="*/ 13 h 964"/>
                <a:gd name="T32" fmla="*/ 10 w 885"/>
                <a:gd name="T33" fmla="*/ 14 h 964"/>
                <a:gd name="T34" fmla="*/ 9 w 885"/>
                <a:gd name="T35" fmla="*/ 14 h 964"/>
                <a:gd name="T36" fmla="*/ 8 w 885"/>
                <a:gd name="T37" fmla="*/ 15 h 964"/>
                <a:gd name="T38" fmla="*/ 7 w 885"/>
                <a:gd name="T39" fmla="*/ 15 h 964"/>
                <a:gd name="T40" fmla="*/ 6 w 885"/>
                <a:gd name="T41" fmla="*/ 15 h 964"/>
                <a:gd name="T42" fmla="*/ 4 w 885"/>
                <a:gd name="T43" fmla="*/ 15 h 964"/>
                <a:gd name="T44" fmla="*/ 3 w 885"/>
                <a:gd name="T45" fmla="*/ 14 h 964"/>
                <a:gd name="T46" fmla="*/ 3 w 885"/>
                <a:gd name="T47" fmla="*/ 14 h 964"/>
                <a:gd name="T48" fmla="*/ 2 w 885"/>
                <a:gd name="T49" fmla="*/ 13 h 964"/>
                <a:gd name="T50" fmla="*/ 1 w 885"/>
                <a:gd name="T51" fmla="*/ 12 h 964"/>
                <a:gd name="T52" fmla="*/ 1 w 885"/>
                <a:gd name="T53" fmla="*/ 12 h 964"/>
                <a:gd name="T54" fmla="*/ 0 w 885"/>
                <a:gd name="T55" fmla="*/ 11 h 964"/>
                <a:gd name="T56" fmla="*/ 0 w 885"/>
                <a:gd name="T57" fmla="*/ 10 h 964"/>
                <a:gd name="T58" fmla="*/ 0 w 885"/>
                <a:gd name="T59" fmla="*/ 8 h 964"/>
                <a:gd name="T60" fmla="*/ 0 w 885"/>
                <a:gd name="T61" fmla="*/ 7 h 964"/>
                <a:gd name="T62" fmla="*/ 0 w 885"/>
                <a:gd name="T63" fmla="*/ 6 h 964"/>
                <a:gd name="T64" fmla="*/ 0 w 885"/>
                <a:gd name="T65" fmla="*/ 5 h 964"/>
                <a:gd name="T66" fmla="*/ 1 w 885"/>
                <a:gd name="T67" fmla="*/ 4 h 964"/>
                <a:gd name="T68" fmla="*/ 1 w 885"/>
                <a:gd name="T69" fmla="*/ 3 h 964"/>
                <a:gd name="T70" fmla="*/ 2 w 885"/>
                <a:gd name="T71" fmla="*/ 2 h 964"/>
                <a:gd name="T72" fmla="*/ 2 w 885"/>
                <a:gd name="T73" fmla="*/ 2 h 964"/>
                <a:gd name="T74" fmla="*/ 3 w 885"/>
                <a:gd name="T75" fmla="*/ 1 h 964"/>
                <a:gd name="T76" fmla="*/ 4 w 885"/>
                <a:gd name="T77" fmla="*/ 0 h 964"/>
                <a:gd name="T78" fmla="*/ 5 w 885"/>
                <a:gd name="T79" fmla="*/ 0 h 964"/>
                <a:gd name="T80" fmla="*/ 5 w 885"/>
                <a:gd name="T81" fmla="*/ 0 h 964"/>
                <a:gd name="T82" fmla="*/ 7 w 885"/>
                <a:gd name="T83" fmla="*/ 0 h 964"/>
                <a:gd name="T84" fmla="*/ 8 w 885"/>
                <a:gd name="T85" fmla="*/ 0 h 9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85"/>
                <a:gd name="T130" fmla="*/ 0 h 964"/>
                <a:gd name="T131" fmla="*/ 885 w 885"/>
                <a:gd name="T132" fmla="*/ 964 h 9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85" h="964">
                  <a:moveTo>
                    <a:pt x="495" y="9"/>
                  </a:moveTo>
                  <a:lnTo>
                    <a:pt x="518" y="14"/>
                  </a:lnTo>
                  <a:lnTo>
                    <a:pt x="542" y="20"/>
                  </a:lnTo>
                  <a:lnTo>
                    <a:pt x="565" y="29"/>
                  </a:lnTo>
                  <a:lnTo>
                    <a:pt x="588" y="37"/>
                  </a:lnTo>
                  <a:lnTo>
                    <a:pt x="610" y="46"/>
                  </a:lnTo>
                  <a:lnTo>
                    <a:pt x="631" y="58"/>
                  </a:lnTo>
                  <a:lnTo>
                    <a:pt x="651" y="69"/>
                  </a:lnTo>
                  <a:lnTo>
                    <a:pt x="671" y="82"/>
                  </a:lnTo>
                  <a:lnTo>
                    <a:pt x="691" y="95"/>
                  </a:lnTo>
                  <a:lnTo>
                    <a:pt x="708" y="110"/>
                  </a:lnTo>
                  <a:lnTo>
                    <a:pt x="726" y="125"/>
                  </a:lnTo>
                  <a:lnTo>
                    <a:pt x="744" y="141"/>
                  </a:lnTo>
                  <a:lnTo>
                    <a:pt x="759" y="157"/>
                  </a:lnTo>
                  <a:lnTo>
                    <a:pt x="775" y="175"/>
                  </a:lnTo>
                  <a:lnTo>
                    <a:pt x="788" y="194"/>
                  </a:lnTo>
                  <a:lnTo>
                    <a:pt x="802" y="212"/>
                  </a:lnTo>
                  <a:lnTo>
                    <a:pt x="814" y="232"/>
                  </a:lnTo>
                  <a:lnTo>
                    <a:pt x="826" y="252"/>
                  </a:lnTo>
                  <a:lnTo>
                    <a:pt x="837" y="273"/>
                  </a:lnTo>
                  <a:lnTo>
                    <a:pt x="846" y="293"/>
                  </a:lnTo>
                  <a:lnTo>
                    <a:pt x="855" y="315"/>
                  </a:lnTo>
                  <a:lnTo>
                    <a:pt x="863" y="337"/>
                  </a:lnTo>
                  <a:lnTo>
                    <a:pt x="869" y="360"/>
                  </a:lnTo>
                  <a:lnTo>
                    <a:pt x="874" y="383"/>
                  </a:lnTo>
                  <a:lnTo>
                    <a:pt x="879" y="405"/>
                  </a:lnTo>
                  <a:lnTo>
                    <a:pt x="882" y="429"/>
                  </a:lnTo>
                  <a:lnTo>
                    <a:pt x="884" y="452"/>
                  </a:lnTo>
                  <a:lnTo>
                    <a:pt x="885" y="476"/>
                  </a:lnTo>
                  <a:lnTo>
                    <a:pt x="885" y="501"/>
                  </a:lnTo>
                  <a:lnTo>
                    <a:pt x="883" y="525"/>
                  </a:lnTo>
                  <a:lnTo>
                    <a:pt x="880" y="550"/>
                  </a:lnTo>
                  <a:lnTo>
                    <a:pt x="876" y="574"/>
                  </a:lnTo>
                  <a:lnTo>
                    <a:pt x="870" y="597"/>
                  </a:lnTo>
                  <a:lnTo>
                    <a:pt x="864" y="621"/>
                  </a:lnTo>
                  <a:lnTo>
                    <a:pt x="857" y="645"/>
                  </a:lnTo>
                  <a:lnTo>
                    <a:pt x="847" y="667"/>
                  </a:lnTo>
                  <a:lnTo>
                    <a:pt x="838" y="689"/>
                  </a:lnTo>
                  <a:lnTo>
                    <a:pt x="828" y="711"/>
                  </a:lnTo>
                  <a:lnTo>
                    <a:pt x="816" y="731"/>
                  </a:lnTo>
                  <a:lnTo>
                    <a:pt x="803" y="751"/>
                  </a:lnTo>
                  <a:lnTo>
                    <a:pt x="789" y="770"/>
                  </a:lnTo>
                  <a:lnTo>
                    <a:pt x="775" y="788"/>
                  </a:lnTo>
                  <a:lnTo>
                    <a:pt x="760" y="806"/>
                  </a:lnTo>
                  <a:lnTo>
                    <a:pt x="744" y="823"/>
                  </a:lnTo>
                  <a:lnTo>
                    <a:pt x="727" y="838"/>
                  </a:lnTo>
                  <a:lnTo>
                    <a:pt x="709" y="854"/>
                  </a:lnTo>
                  <a:lnTo>
                    <a:pt x="692" y="868"/>
                  </a:lnTo>
                  <a:lnTo>
                    <a:pt x="673" y="882"/>
                  </a:lnTo>
                  <a:lnTo>
                    <a:pt x="653" y="894"/>
                  </a:lnTo>
                  <a:lnTo>
                    <a:pt x="634" y="906"/>
                  </a:lnTo>
                  <a:lnTo>
                    <a:pt x="613" y="916"/>
                  </a:lnTo>
                  <a:lnTo>
                    <a:pt x="591" y="925"/>
                  </a:lnTo>
                  <a:lnTo>
                    <a:pt x="570" y="934"/>
                  </a:lnTo>
                  <a:lnTo>
                    <a:pt x="547" y="942"/>
                  </a:lnTo>
                  <a:lnTo>
                    <a:pt x="526" y="948"/>
                  </a:lnTo>
                  <a:lnTo>
                    <a:pt x="503" y="954"/>
                  </a:lnTo>
                  <a:lnTo>
                    <a:pt x="480" y="958"/>
                  </a:lnTo>
                  <a:lnTo>
                    <a:pt x="456" y="962"/>
                  </a:lnTo>
                  <a:lnTo>
                    <a:pt x="432" y="963"/>
                  </a:lnTo>
                  <a:lnTo>
                    <a:pt x="408" y="964"/>
                  </a:lnTo>
                  <a:lnTo>
                    <a:pt x="385" y="964"/>
                  </a:lnTo>
                  <a:lnTo>
                    <a:pt x="361" y="962"/>
                  </a:lnTo>
                  <a:lnTo>
                    <a:pt x="336" y="960"/>
                  </a:lnTo>
                  <a:lnTo>
                    <a:pt x="311" y="956"/>
                  </a:lnTo>
                  <a:lnTo>
                    <a:pt x="287" y="950"/>
                  </a:lnTo>
                  <a:lnTo>
                    <a:pt x="264" y="943"/>
                  </a:lnTo>
                  <a:lnTo>
                    <a:pt x="242" y="936"/>
                  </a:lnTo>
                  <a:lnTo>
                    <a:pt x="222" y="927"/>
                  </a:lnTo>
                  <a:lnTo>
                    <a:pt x="202" y="916"/>
                  </a:lnTo>
                  <a:lnTo>
                    <a:pt x="182" y="906"/>
                  </a:lnTo>
                  <a:lnTo>
                    <a:pt x="165" y="893"/>
                  </a:lnTo>
                  <a:lnTo>
                    <a:pt x="148" y="880"/>
                  </a:lnTo>
                  <a:lnTo>
                    <a:pt x="131" y="866"/>
                  </a:lnTo>
                  <a:lnTo>
                    <a:pt x="116" y="851"/>
                  </a:lnTo>
                  <a:lnTo>
                    <a:pt x="102" y="835"/>
                  </a:lnTo>
                  <a:lnTo>
                    <a:pt x="89" y="819"/>
                  </a:lnTo>
                  <a:lnTo>
                    <a:pt x="76" y="801"/>
                  </a:lnTo>
                  <a:lnTo>
                    <a:pt x="65" y="783"/>
                  </a:lnTo>
                  <a:lnTo>
                    <a:pt x="55" y="764"/>
                  </a:lnTo>
                  <a:lnTo>
                    <a:pt x="45" y="744"/>
                  </a:lnTo>
                  <a:lnTo>
                    <a:pt x="37" y="724"/>
                  </a:lnTo>
                  <a:lnTo>
                    <a:pt x="30" y="703"/>
                  </a:lnTo>
                  <a:lnTo>
                    <a:pt x="22" y="682"/>
                  </a:lnTo>
                  <a:lnTo>
                    <a:pt x="16" y="660"/>
                  </a:lnTo>
                  <a:lnTo>
                    <a:pt x="12" y="638"/>
                  </a:lnTo>
                  <a:lnTo>
                    <a:pt x="8" y="615"/>
                  </a:lnTo>
                  <a:lnTo>
                    <a:pt x="4" y="592"/>
                  </a:lnTo>
                  <a:lnTo>
                    <a:pt x="2" y="569"/>
                  </a:lnTo>
                  <a:lnTo>
                    <a:pt x="1" y="546"/>
                  </a:lnTo>
                  <a:lnTo>
                    <a:pt x="0" y="522"/>
                  </a:lnTo>
                  <a:lnTo>
                    <a:pt x="0" y="498"/>
                  </a:lnTo>
                  <a:lnTo>
                    <a:pt x="1" y="473"/>
                  </a:lnTo>
                  <a:lnTo>
                    <a:pt x="3" y="449"/>
                  </a:lnTo>
                  <a:lnTo>
                    <a:pt x="6" y="424"/>
                  </a:lnTo>
                  <a:lnTo>
                    <a:pt x="9" y="399"/>
                  </a:lnTo>
                  <a:lnTo>
                    <a:pt x="13" y="375"/>
                  </a:lnTo>
                  <a:lnTo>
                    <a:pt x="18" y="351"/>
                  </a:lnTo>
                  <a:lnTo>
                    <a:pt x="24" y="328"/>
                  </a:lnTo>
                  <a:lnTo>
                    <a:pt x="31" y="305"/>
                  </a:lnTo>
                  <a:lnTo>
                    <a:pt x="38" y="282"/>
                  </a:lnTo>
                  <a:lnTo>
                    <a:pt x="45" y="261"/>
                  </a:lnTo>
                  <a:lnTo>
                    <a:pt x="55" y="240"/>
                  </a:lnTo>
                  <a:lnTo>
                    <a:pt x="63" y="220"/>
                  </a:lnTo>
                  <a:lnTo>
                    <a:pt x="73" y="201"/>
                  </a:lnTo>
                  <a:lnTo>
                    <a:pt x="84" y="182"/>
                  </a:lnTo>
                  <a:lnTo>
                    <a:pt x="95" y="165"/>
                  </a:lnTo>
                  <a:lnTo>
                    <a:pt x="106" y="147"/>
                  </a:lnTo>
                  <a:lnTo>
                    <a:pt x="119" y="131"/>
                  </a:lnTo>
                  <a:lnTo>
                    <a:pt x="132" y="116"/>
                  </a:lnTo>
                  <a:lnTo>
                    <a:pt x="146" y="101"/>
                  </a:lnTo>
                  <a:lnTo>
                    <a:pt x="160" y="88"/>
                  </a:lnTo>
                  <a:lnTo>
                    <a:pt x="175" y="75"/>
                  </a:lnTo>
                  <a:lnTo>
                    <a:pt x="190" y="63"/>
                  </a:lnTo>
                  <a:lnTo>
                    <a:pt x="207" y="53"/>
                  </a:lnTo>
                  <a:lnTo>
                    <a:pt x="224" y="43"/>
                  </a:lnTo>
                  <a:lnTo>
                    <a:pt x="240" y="34"/>
                  </a:lnTo>
                  <a:lnTo>
                    <a:pt x="259" y="26"/>
                  </a:lnTo>
                  <a:lnTo>
                    <a:pt x="278" y="19"/>
                  </a:lnTo>
                  <a:lnTo>
                    <a:pt x="296" y="13"/>
                  </a:lnTo>
                  <a:lnTo>
                    <a:pt x="316" y="8"/>
                  </a:lnTo>
                  <a:lnTo>
                    <a:pt x="337" y="5"/>
                  </a:lnTo>
                  <a:lnTo>
                    <a:pt x="358" y="2"/>
                  </a:lnTo>
                  <a:lnTo>
                    <a:pt x="378" y="0"/>
                  </a:lnTo>
                  <a:lnTo>
                    <a:pt x="401" y="0"/>
                  </a:lnTo>
                  <a:lnTo>
                    <a:pt x="423" y="1"/>
                  </a:lnTo>
                  <a:lnTo>
                    <a:pt x="447" y="2"/>
                  </a:lnTo>
                  <a:lnTo>
                    <a:pt x="471" y="5"/>
                  </a:lnTo>
                  <a:lnTo>
                    <a:pt x="495" y="9"/>
                  </a:lnTo>
                  <a:close/>
                </a:path>
              </a:pathLst>
            </a:custGeom>
            <a:noFill/>
            <a:ln w="10">
              <a:solidFill>
                <a:srgbClr val="F0836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6" name="Freeform 341"/>
            <p:cNvSpPr>
              <a:spLocks/>
            </p:cNvSpPr>
            <p:nvPr/>
          </p:nvSpPr>
          <p:spPr bwMode="auto">
            <a:xfrm>
              <a:off x="587" y="3329"/>
              <a:ext cx="111" cy="121"/>
            </a:xfrm>
            <a:custGeom>
              <a:avLst/>
              <a:gdLst>
                <a:gd name="T0" fmla="*/ 9 w 885"/>
                <a:gd name="T1" fmla="*/ 0 h 965"/>
                <a:gd name="T2" fmla="*/ 10 w 885"/>
                <a:gd name="T3" fmla="*/ 1 h 965"/>
                <a:gd name="T4" fmla="*/ 11 w 885"/>
                <a:gd name="T5" fmla="*/ 1 h 965"/>
                <a:gd name="T6" fmla="*/ 11 w 885"/>
                <a:gd name="T7" fmla="*/ 2 h 965"/>
                <a:gd name="T8" fmla="*/ 12 w 885"/>
                <a:gd name="T9" fmla="*/ 3 h 965"/>
                <a:gd name="T10" fmla="*/ 13 w 885"/>
                <a:gd name="T11" fmla="*/ 4 h 965"/>
                <a:gd name="T12" fmla="*/ 13 w 885"/>
                <a:gd name="T13" fmla="*/ 5 h 965"/>
                <a:gd name="T14" fmla="*/ 14 w 885"/>
                <a:gd name="T15" fmla="*/ 6 h 965"/>
                <a:gd name="T16" fmla="*/ 14 w 885"/>
                <a:gd name="T17" fmla="*/ 7 h 965"/>
                <a:gd name="T18" fmla="*/ 14 w 885"/>
                <a:gd name="T19" fmla="*/ 8 h 965"/>
                <a:gd name="T20" fmla="*/ 14 w 885"/>
                <a:gd name="T21" fmla="*/ 9 h 965"/>
                <a:gd name="T22" fmla="*/ 13 w 885"/>
                <a:gd name="T23" fmla="*/ 10 h 965"/>
                <a:gd name="T24" fmla="*/ 13 w 885"/>
                <a:gd name="T25" fmla="*/ 11 h 965"/>
                <a:gd name="T26" fmla="*/ 12 w 885"/>
                <a:gd name="T27" fmla="*/ 12 h 965"/>
                <a:gd name="T28" fmla="*/ 12 w 885"/>
                <a:gd name="T29" fmla="*/ 13 h 965"/>
                <a:gd name="T30" fmla="*/ 11 w 885"/>
                <a:gd name="T31" fmla="*/ 14 h 965"/>
                <a:gd name="T32" fmla="*/ 10 w 885"/>
                <a:gd name="T33" fmla="*/ 14 h 965"/>
                <a:gd name="T34" fmla="*/ 9 w 885"/>
                <a:gd name="T35" fmla="*/ 15 h 965"/>
                <a:gd name="T36" fmla="*/ 8 w 885"/>
                <a:gd name="T37" fmla="*/ 15 h 965"/>
                <a:gd name="T38" fmla="*/ 7 w 885"/>
                <a:gd name="T39" fmla="*/ 15 h 965"/>
                <a:gd name="T40" fmla="*/ 6 w 885"/>
                <a:gd name="T41" fmla="*/ 15 h 965"/>
                <a:gd name="T42" fmla="*/ 5 w 885"/>
                <a:gd name="T43" fmla="*/ 15 h 965"/>
                <a:gd name="T44" fmla="*/ 4 w 885"/>
                <a:gd name="T45" fmla="*/ 15 h 965"/>
                <a:gd name="T46" fmla="*/ 3 w 885"/>
                <a:gd name="T47" fmla="*/ 14 h 965"/>
                <a:gd name="T48" fmla="*/ 2 w 885"/>
                <a:gd name="T49" fmla="*/ 13 h 965"/>
                <a:gd name="T50" fmla="*/ 1 w 885"/>
                <a:gd name="T51" fmla="*/ 13 h 965"/>
                <a:gd name="T52" fmla="*/ 1 w 885"/>
                <a:gd name="T53" fmla="*/ 12 h 965"/>
                <a:gd name="T54" fmla="*/ 0 w 885"/>
                <a:gd name="T55" fmla="*/ 11 h 965"/>
                <a:gd name="T56" fmla="*/ 0 w 885"/>
                <a:gd name="T57" fmla="*/ 10 h 965"/>
                <a:gd name="T58" fmla="*/ 0 w 885"/>
                <a:gd name="T59" fmla="*/ 9 h 965"/>
                <a:gd name="T60" fmla="*/ 0 w 885"/>
                <a:gd name="T61" fmla="*/ 7 h 965"/>
                <a:gd name="T62" fmla="*/ 0 w 885"/>
                <a:gd name="T63" fmla="*/ 6 h 965"/>
                <a:gd name="T64" fmla="*/ 0 w 885"/>
                <a:gd name="T65" fmla="*/ 5 h 965"/>
                <a:gd name="T66" fmla="*/ 1 w 885"/>
                <a:gd name="T67" fmla="*/ 4 h 965"/>
                <a:gd name="T68" fmla="*/ 1 w 885"/>
                <a:gd name="T69" fmla="*/ 3 h 965"/>
                <a:gd name="T70" fmla="*/ 2 w 885"/>
                <a:gd name="T71" fmla="*/ 2 h 965"/>
                <a:gd name="T72" fmla="*/ 2 w 885"/>
                <a:gd name="T73" fmla="*/ 2 h 965"/>
                <a:gd name="T74" fmla="*/ 3 w 885"/>
                <a:gd name="T75" fmla="*/ 1 h 965"/>
                <a:gd name="T76" fmla="*/ 4 w 885"/>
                <a:gd name="T77" fmla="*/ 1 h 965"/>
                <a:gd name="T78" fmla="*/ 5 w 885"/>
                <a:gd name="T79" fmla="*/ 0 h 965"/>
                <a:gd name="T80" fmla="*/ 6 w 885"/>
                <a:gd name="T81" fmla="*/ 0 h 965"/>
                <a:gd name="T82" fmla="*/ 7 w 885"/>
                <a:gd name="T83" fmla="*/ 0 h 965"/>
                <a:gd name="T84" fmla="*/ 8 w 885"/>
                <a:gd name="T85" fmla="*/ 0 h 96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85"/>
                <a:gd name="T130" fmla="*/ 0 h 965"/>
                <a:gd name="T131" fmla="*/ 885 w 885"/>
                <a:gd name="T132" fmla="*/ 965 h 96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85" h="965">
                  <a:moveTo>
                    <a:pt x="495" y="10"/>
                  </a:moveTo>
                  <a:lnTo>
                    <a:pt x="519" y="15"/>
                  </a:lnTo>
                  <a:lnTo>
                    <a:pt x="543" y="21"/>
                  </a:lnTo>
                  <a:lnTo>
                    <a:pt x="566" y="29"/>
                  </a:lnTo>
                  <a:lnTo>
                    <a:pt x="589" y="38"/>
                  </a:lnTo>
                  <a:lnTo>
                    <a:pt x="610" y="47"/>
                  </a:lnTo>
                  <a:lnTo>
                    <a:pt x="631" y="58"/>
                  </a:lnTo>
                  <a:lnTo>
                    <a:pt x="652" y="70"/>
                  </a:lnTo>
                  <a:lnTo>
                    <a:pt x="672" y="82"/>
                  </a:lnTo>
                  <a:lnTo>
                    <a:pt x="691" y="96"/>
                  </a:lnTo>
                  <a:lnTo>
                    <a:pt x="709" y="110"/>
                  </a:lnTo>
                  <a:lnTo>
                    <a:pt x="727" y="126"/>
                  </a:lnTo>
                  <a:lnTo>
                    <a:pt x="744" y="141"/>
                  </a:lnTo>
                  <a:lnTo>
                    <a:pt x="760" y="158"/>
                  </a:lnTo>
                  <a:lnTo>
                    <a:pt x="775" y="176"/>
                  </a:lnTo>
                  <a:lnTo>
                    <a:pt x="789" y="194"/>
                  </a:lnTo>
                  <a:lnTo>
                    <a:pt x="802" y="213"/>
                  </a:lnTo>
                  <a:lnTo>
                    <a:pt x="815" y="233"/>
                  </a:lnTo>
                  <a:lnTo>
                    <a:pt x="826" y="253"/>
                  </a:lnTo>
                  <a:lnTo>
                    <a:pt x="838" y="273"/>
                  </a:lnTo>
                  <a:lnTo>
                    <a:pt x="847" y="294"/>
                  </a:lnTo>
                  <a:lnTo>
                    <a:pt x="855" y="316"/>
                  </a:lnTo>
                  <a:lnTo>
                    <a:pt x="863" y="338"/>
                  </a:lnTo>
                  <a:lnTo>
                    <a:pt x="870" y="361"/>
                  </a:lnTo>
                  <a:lnTo>
                    <a:pt x="875" y="383"/>
                  </a:lnTo>
                  <a:lnTo>
                    <a:pt x="879" y="406"/>
                  </a:lnTo>
                  <a:lnTo>
                    <a:pt x="882" y="430"/>
                  </a:lnTo>
                  <a:lnTo>
                    <a:pt x="884" y="453"/>
                  </a:lnTo>
                  <a:lnTo>
                    <a:pt x="885" y="477"/>
                  </a:lnTo>
                  <a:lnTo>
                    <a:pt x="885" y="502"/>
                  </a:lnTo>
                  <a:lnTo>
                    <a:pt x="883" y="526"/>
                  </a:lnTo>
                  <a:lnTo>
                    <a:pt x="880" y="550"/>
                  </a:lnTo>
                  <a:lnTo>
                    <a:pt x="876" y="574"/>
                  </a:lnTo>
                  <a:lnTo>
                    <a:pt x="871" y="598"/>
                  </a:lnTo>
                  <a:lnTo>
                    <a:pt x="865" y="622"/>
                  </a:lnTo>
                  <a:lnTo>
                    <a:pt x="857" y="645"/>
                  </a:lnTo>
                  <a:lnTo>
                    <a:pt x="848" y="668"/>
                  </a:lnTo>
                  <a:lnTo>
                    <a:pt x="839" y="690"/>
                  </a:lnTo>
                  <a:lnTo>
                    <a:pt x="828" y="711"/>
                  </a:lnTo>
                  <a:lnTo>
                    <a:pt x="816" y="731"/>
                  </a:lnTo>
                  <a:lnTo>
                    <a:pt x="803" y="752"/>
                  </a:lnTo>
                  <a:lnTo>
                    <a:pt x="790" y="771"/>
                  </a:lnTo>
                  <a:lnTo>
                    <a:pt x="775" y="789"/>
                  </a:lnTo>
                  <a:lnTo>
                    <a:pt x="761" y="807"/>
                  </a:lnTo>
                  <a:lnTo>
                    <a:pt x="744" y="823"/>
                  </a:lnTo>
                  <a:lnTo>
                    <a:pt x="728" y="839"/>
                  </a:lnTo>
                  <a:lnTo>
                    <a:pt x="710" y="855"/>
                  </a:lnTo>
                  <a:lnTo>
                    <a:pt x="692" y="869"/>
                  </a:lnTo>
                  <a:lnTo>
                    <a:pt x="674" y="883"/>
                  </a:lnTo>
                  <a:lnTo>
                    <a:pt x="654" y="895"/>
                  </a:lnTo>
                  <a:lnTo>
                    <a:pt x="633" y="906"/>
                  </a:lnTo>
                  <a:lnTo>
                    <a:pt x="613" y="917"/>
                  </a:lnTo>
                  <a:lnTo>
                    <a:pt x="592" y="926"/>
                  </a:lnTo>
                  <a:lnTo>
                    <a:pt x="570" y="935"/>
                  </a:lnTo>
                  <a:lnTo>
                    <a:pt x="548" y="943"/>
                  </a:lnTo>
                  <a:lnTo>
                    <a:pt x="526" y="949"/>
                  </a:lnTo>
                  <a:lnTo>
                    <a:pt x="503" y="954"/>
                  </a:lnTo>
                  <a:lnTo>
                    <a:pt x="480" y="958"/>
                  </a:lnTo>
                  <a:lnTo>
                    <a:pt x="457" y="962"/>
                  </a:lnTo>
                  <a:lnTo>
                    <a:pt x="433" y="964"/>
                  </a:lnTo>
                  <a:lnTo>
                    <a:pt x="409" y="965"/>
                  </a:lnTo>
                  <a:lnTo>
                    <a:pt x="385" y="965"/>
                  </a:lnTo>
                  <a:lnTo>
                    <a:pt x="360" y="963"/>
                  </a:lnTo>
                  <a:lnTo>
                    <a:pt x="336" y="960"/>
                  </a:lnTo>
                  <a:lnTo>
                    <a:pt x="311" y="956"/>
                  </a:lnTo>
                  <a:lnTo>
                    <a:pt x="288" y="951"/>
                  </a:lnTo>
                  <a:lnTo>
                    <a:pt x="265" y="944"/>
                  </a:lnTo>
                  <a:lnTo>
                    <a:pt x="243" y="937"/>
                  </a:lnTo>
                  <a:lnTo>
                    <a:pt x="222" y="927"/>
                  </a:lnTo>
                  <a:lnTo>
                    <a:pt x="203" y="917"/>
                  </a:lnTo>
                  <a:lnTo>
                    <a:pt x="183" y="906"/>
                  </a:lnTo>
                  <a:lnTo>
                    <a:pt x="165" y="894"/>
                  </a:lnTo>
                  <a:lnTo>
                    <a:pt x="148" y="881"/>
                  </a:lnTo>
                  <a:lnTo>
                    <a:pt x="132" y="867"/>
                  </a:lnTo>
                  <a:lnTo>
                    <a:pt x="116" y="851"/>
                  </a:lnTo>
                  <a:lnTo>
                    <a:pt x="103" y="836"/>
                  </a:lnTo>
                  <a:lnTo>
                    <a:pt x="89" y="819"/>
                  </a:lnTo>
                  <a:lnTo>
                    <a:pt x="77" y="802"/>
                  </a:lnTo>
                  <a:lnTo>
                    <a:pt x="66" y="784"/>
                  </a:lnTo>
                  <a:lnTo>
                    <a:pt x="55" y="764"/>
                  </a:lnTo>
                  <a:lnTo>
                    <a:pt x="46" y="745"/>
                  </a:lnTo>
                  <a:lnTo>
                    <a:pt x="38" y="725"/>
                  </a:lnTo>
                  <a:lnTo>
                    <a:pt x="29" y="704"/>
                  </a:lnTo>
                  <a:lnTo>
                    <a:pt x="23" y="682"/>
                  </a:lnTo>
                  <a:lnTo>
                    <a:pt x="17" y="662"/>
                  </a:lnTo>
                  <a:lnTo>
                    <a:pt x="12" y="639"/>
                  </a:lnTo>
                  <a:lnTo>
                    <a:pt x="7" y="616"/>
                  </a:lnTo>
                  <a:lnTo>
                    <a:pt x="4" y="593"/>
                  </a:lnTo>
                  <a:lnTo>
                    <a:pt x="2" y="570"/>
                  </a:lnTo>
                  <a:lnTo>
                    <a:pt x="1" y="546"/>
                  </a:lnTo>
                  <a:lnTo>
                    <a:pt x="0" y="522"/>
                  </a:lnTo>
                  <a:lnTo>
                    <a:pt x="0" y="499"/>
                  </a:lnTo>
                  <a:lnTo>
                    <a:pt x="1" y="474"/>
                  </a:lnTo>
                  <a:lnTo>
                    <a:pt x="3" y="450"/>
                  </a:lnTo>
                  <a:lnTo>
                    <a:pt x="6" y="425"/>
                  </a:lnTo>
                  <a:lnTo>
                    <a:pt x="10" y="401"/>
                  </a:lnTo>
                  <a:lnTo>
                    <a:pt x="14" y="376"/>
                  </a:lnTo>
                  <a:lnTo>
                    <a:pt x="19" y="352"/>
                  </a:lnTo>
                  <a:lnTo>
                    <a:pt x="25" y="328"/>
                  </a:lnTo>
                  <a:lnTo>
                    <a:pt x="31" y="305"/>
                  </a:lnTo>
                  <a:lnTo>
                    <a:pt x="39" y="283"/>
                  </a:lnTo>
                  <a:lnTo>
                    <a:pt x="46" y="262"/>
                  </a:lnTo>
                  <a:lnTo>
                    <a:pt x="54" y="241"/>
                  </a:lnTo>
                  <a:lnTo>
                    <a:pt x="63" y="220"/>
                  </a:lnTo>
                  <a:lnTo>
                    <a:pt x="74" y="202"/>
                  </a:lnTo>
                  <a:lnTo>
                    <a:pt x="84" y="183"/>
                  </a:lnTo>
                  <a:lnTo>
                    <a:pt x="96" y="165"/>
                  </a:lnTo>
                  <a:lnTo>
                    <a:pt x="107" y="148"/>
                  </a:lnTo>
                  <a:lnTo>
                    <a:pt x="120" y="132"/>
                  </a:lnTo>
                  <a:lnTo>
                    <a:pt x="132" y="117"/>
                  </a:lnTo>
                  <a:lnTo>
                    <a:pt x="146" y="102"/>
                  </a:lnTo>
                  <a:lnTo>
                    <a:pt x="160" y="89"/>
                  </a:lnTo>
                  <a:lnTo>
                    <a:pt x="176" y="76"/>
                  </a:lnTo>
                  <a:lnTo>
                    <a:pt x="191" y="64"/>
                  </a:lnTo>
                  <a:lnTo>
                    <a:pt x="207" y="53"/>
                  </a:lnTo>
                  <a:lnTo>
                    <a:pt x="224" y="44"/>
                  </a:lnTo>
                  <a:lnTo>
                    <a:pt x="241" y="35"/>
                  </a:lnTo>
                  <a:lnTo>
                    <a:pt x="260" y="26"/>
                  </a:lnTo>
                  <a:lnTo>
                    <a:pt x="277" y="20"/>
                  </a:lnTo>
                  <a:lnTo>
                    <a:pt x="297" y="14"/>
                  </a:lnTo>
                  <a:lnTo>
                    <a:pt x="317" y="9"/>
                  </a:lnTo>
                  <a:lnTo>
                    <a:pt x="337" y="6"/>
                  </a:lnTo>
                  <a:lnTo>
                    <a:pt x="358" y="2"/>
                  </a:lnTo>
                  <a:lnTo>
                    <a:pt x="379" y="0"/>
                  </a:lnTo>
                  <a:lnTo>
                    <a:pt x="402" y="0"/>
                  </a:lnTo>
                  <a:lnTo>
                    <a:pt x="424" y="0"/>
                  </a:lnTo>
                  <a:lnTo>
                    <a:pt x="447" y="2"/>
                  </a:lnTo>
                  <a:lnTo>
                    <a:pt x="470" y="6"/>
                  </a:lnTo>
                  <a:lnTo>
                    <a:pt x="495" y="10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7" name="Freeform 342"/>
            <p:cNvSpPr>
              <a:spLocks/>
            </p:cNvSpPr>
            <p:nvPr/>
          </p:nvSpPr>
          <p:spPr bwMode="auto">
            <a:xfrm>
              <a:off x="587" y="3329"/>
              <a:ext cx="111" cy="121"/>
            </a:xfrm>
            <a:custGeom>
              <a:avLst/>
              <a:gdLst>
                <a:gd name="T0" fmla="*/ 9 w 885"/>
                <a:gd name="T1" fmla="*/ 0 h 965"/>
                <a:gd name="T2" fmla="*/ 10 w 885"/>
                <a:gd name="T3" fmla="*/ 1 h 965"/>
                <a:gd name="T4" fmla="*/ 11 w 885"/>
                <a:gd name="T5" fmla="*/ 1 h 965"/>
                <a:gd name="T6" fmla="*/ 11 w 885"/>
                <a:gd name="T7" fmla="*/ 2 h 965"/>
                <a:gd name="T8" fmla="*/ 12 w 885"/>
                <a:gd name="T9" fmla="*/ 3 h 965"/>
                <a:gd name="T10" fmla="*/ 13 w 885"/>
                <a:gd name="T11" fmla="*/ 4 h 965"/>
                <a:gd name="T12" fmla="*/ 13 w 885"/>
                <a:gd name="T13" fmla="*/ 5 h 965"/>
                <a:gd name="T14" fmla="*/ 14 w 885"/>
                <a:gd name="T15" fmla="*/ 6 h 965"/>
                <a:gd name="T16" fmla="*/ 14 w 885"/>
                <a:gd name="T17" fmla="*/ 7 h 965"/>
                <a:gd name="T18" fmla="*/ 14 w 885"/>
                <a:gd name="T19" fmla="*/ 8 h 965"/>
                <a:gd name="T20" fmla="*/ 14 w 885"/>
                <a:gd name="T21" fmla="*/ 9 h 965"/>
                <a:gd name="T22" fmla="*/ 13 w 885"/>
                <a:gd name="T23" fmla="*/ 10 h 965"/>
                <a:gd name="T24" fmla="*/ 13 w 885"/>
                <a:gd name="T25" fmla="*/ 11 h 965"/>
                <a:gd name="T26" fmla="*/ 12 w 885"/>
                <a:gd name="T27" fmla="*/ 12 h 965"/>
                <a:gd name="T28" fmla="*/ 12 w 885"/>
                <a:gd name="T29" fmla="*/ 13 h 965"/>
                <a:gd name="T30" fmla="*/ 11 w 885"/>
                <a:gd name="T31" fmla="*/ 14 h 965"/>
                <a:gd name="T32" fmla="*/ 10 w 885"/>
                <a:gd name="T33" fmla="*/ 14 h 965"/>
                <a:gd name="T34" fmla="*/ 9 w 885"/>
                <a:gd name="T35" fmla="*/ 15 h 965"/>
                <a:gd name="T36" fmla="*/ 8 w 885"/>
                <a:gd name="T37" fmla="*/ 15 h 965"/>
                <a:gd name="T38" fmla="*/ 7 w 885"/>
                <a:gd name="T39" fmla="*/ 15 h 965"/>
                <a:gd name="T40" fmla="*/ 6 w 885"/>
                <a:gd name="T41" fmla="*/ 15 h 965"/>
                <a:gd name="T42" fmla="*/ 5 w 885"/>
                <a:gd name="T43" fmla="*/ 15 h 965"/>
                <a:gd name="T44" fmla="*/ 4 w 885"/>
                <a:gd name="T45" fmla="*/ 15 h 965"/>
                <a:gd name="T46" fmla="*/ 3 w 885"/>
                <a:gd name="T47" fmla="*/ 14 h 965"/>
                <a:gd name="T48" fmla="*/ 2 w 885"/>
                <a:gd name="T49" fmla="*/ 13 h 965"/>
                <a:gd name="T50" fmla="*/ 1 w 885"/>
                <a:gd name="T51" fmla="*/ 13 h 965"/>
                <a:gd name="T52" fmla="*/ 1 w 885"/>
                <a:gd name="T53" fmla="*/ 12 h 965"/>
                <a:gd name="T54" fmla="*/ 0 w 885"/>
                <a:gd name="T55" fmla="*/ 11 h 965"/>
                <a:gd name="T56" fmla="*/ 0 w 885"/>
                <a:gd name="T57" fmla="*/ 10 h 965"/>
                <a:gd name="T58" fmla="*/ 0 w 885"/>
                <a:gd name="T59" fmla="*/ 9 h 965"/>
                <a:gd name="T60" fmla="*/ 0 w 885"/>
                <a:gd name="T61" fmla="*/ 7 h 965"/>
                <a:gd name="T62" fmla="*/ 0 w 885"/>
                <a:gd name="T63" fmla="*/ 6 h 965"/>
                <a:gd name="T64" fmla="*/ 0 w 885"/>
                <a:gd name="T65" fmla="*/ 5 h 965"/>
                <a:gd name="T66" fmla="*/ 1 w 885"/>
                <a:gd name="T67" fmla="*/ 4 h 965"/>
                <a:gd name="T68" fmla="*/ 1 w 885"/>
                <a:gd name="T69" fmla="*/ 3 h 965"/>
                <a:gd name="T70" fmla="*/ 2 w 885"/>
                <a:gd name="T71" fmla="*/ 2 h 965"/>
                <a:gd name="T72" fmla="*/ 2 w 885"/>
                <a:gd name="T73" fmla="*/ 2 h 965"/>
                <a:gd name="T74" fmla="*/ 3 w 885"/>
                <a:gd name="T75" fmla="*/ 1 h 965"/>
                <a:gd name="T76" fmla="*/ 4 w 885"/>
                <a:gd name="T77" fmla="*/ 1 h 965"/>
                <a:gd name="T78" fmla="*/ 5 w 885"/>
                <a:gd name="T79" fmla="*/ 0 h 965"/>
                <a:gd name="T80" fmla="*/ 6 w 885"/>
                <a:gd name="T81" fmla="*/ 0 h 965"/>
                <a:gd name="T82" fmla="*/ 7 w 885"/>
                <a:gd name="T83" fmla="*/ 0 h 965"/>
                <a:gd name="T84" fmla="*/ 8 w 885"/>
                <a:gd name="T85" fmla="*/ 0 h 96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85"/>
                <a:gd name="T130" fmla="*/ 0 h 965"/>
                <a:gd name="T131" fmla="*/ 885 w 885"/>
                <a:gd name="T132" fmla="*/ 965 h 96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85" h="965">
                  <a:moveTo>
                    <a:pt x="495" y="10"/>
                  </a:moveTo>
                  <a:lnTo>
                    <a:pt x="519" y="15"/>
                  </a:lnTo>
                  <a:lnTo>
                    <a:pt x="543" y="21"/>
                  </a:lnTo>
                  <a:lnTo>
                    <a:pt x="566" y="29"/>
                  </a:lnTo>
                  <a:lnTo>
                    <a:pt x="589" y="38"/>
                  </a:lnTo>
                  <a:lnTo>
                    <a:pt x="610" y="47"/>
                  </a:lnTo>
                  <a:lnTo>
                    <a:pt x="631" y="58"/>
                  </a:lnTo>
                  <a:lnTo>
                    <a:pt x="652" y="70"/>
                  </a:lnTo>
                  <a:lnTo>
                    <a:pt x="672" y="82"/>
                  </a:lnTo>
                  <a:lnTo>
                    <a:pt x="691" y="96"/>
                  </a:lnTo>
                  <a:lnTo>
                    <a:pt x="709" y="110"/>
                  </a:lnTo>
                  <a:lnTo>
                    <a:pt x="727" y="126"/>
                  </a:lnTo>
                  <a:lnTo>
                    <a:pt x="744" y="141"/>
                  </a:lnTo>
                  <a:lnTo>
                    <a:pt x="760" y="158"/>
                  </a:lnTo>
                  <a:lnTo>
                    <a:pt x="775" y="176"/>
                  </a:lnTo>
                  <a:lnTo>
                    <a:pt x="789" y="194"/>
                  </a:lnTo>
                  <a:lnTo>
                    <a:pt x="802" y="213"/>
                  </a:lnTo>
                  <a:lnTo>
                    <a:pt x="815" y="233"/>
                  </a:lnTo>
                  <a:lnTo>
                    <a:pt x="826" y="253"/>
                  </a:lnTo>
                  <a:lnTo>
                    <a:pt x="838" y="273"/>
                  </a:lnTo>
                  <a:lnTo>
                    <a:pt x="847" y="294"/>
                  </a:lnTo>
                  <a:lnTo>
                    <a:pt x="855" y="316"/>
                  </a:lnTo>
                  <a:lnTo>
                    <a:pt x="863" y="338"/>
                  </a:lnTo>
                  <a:lnTo>
                    <a:pt x="870" y="361"/>
                  </a:lnTo>
                  <a:lnTo>
                    <a:pt x="875" y="383"/>
                  </a:lnTo>
                  <a:lnTo>
                    <a:pt x="879" y="406"/>
                  </a:lnTo>
                  <a:lnTo>
                    <a:pt x="882" y="430"/>
                  </a:lnTo>
                  <a:lnTo>
                    <a:pt x="884" y="453"/>
                  </a:lnTo>
                  <a:lnTo>
                    <a:pt x="885" y="477"/>
                  </a:lnTo>
                  <a:lnTo>
                    <a:pt x="885" y="502"/>
                  </a:lnTo>
                  <a:lnTo>
                    <a:pt x="883" y="526"/>
                  </a:lnTo>
                  <a:lnTo>
                    <a:pt x="880" y="550"/>
                  </a:lnTo>
                  <a:lnTo>
                    <a:pt x="876" y="574"/>
                  </a:lnTo>
                  <a:lnTo>
                    <a:pt x="871" y="598"/>
                  </a:lnTo>
                  <a:lnTo>
                    <a:pt x="865" y="622"/>
                  </a:lnTo>
                  <a:lnTo>
                    <a:pt x="857" y="645"/>
                  </a:lnTo>
                  <a:lnTo>
                    <a:pt x="848" y="668"/>
                  </a:lnTo>
                  <a:lnTo>
                    <a:pt x="839" y="690"/>
                  </a:lnTo>
                  <a:lnTo>
                    <a:pt x="828" y="711"/>
                  </a:lnTo>
                  <a:lnTo>
                    <a:pt x="816" y="731"/>
                  </a:lnTo>
                  <a:lnTo>
                    <a:pt x="803" y="752"/>
                  </a:lnTo>
                  <a:lnTo>
                    <a:pt x="790" y="771"/>
                  </a:lnTo>
                  <a:lnTo>
                    <a:pt x="775" y="789"/>
                  </a:lnTo>
                  <a:lnTo>
                    <a:pt x="761" y="807"/>
                  </a:lnTo>
                  <a:lnTo>
                    <a:pt x="744" y="823"/>
                  </a:lnTo>
                  <a:lnTo>
                    <a:pt x="728" y="839"/>
                  </a:lnTo>
                  <a:lnTo>
                    <a:pt x="710" y="855"/>
                  </a:lnTo>
                  <a:lnTo>
                    <a:pt x="692" y="869"/>
                  </a:lnTo>
                  <a:lnTo>
                    <a:pt x="674" y="883"/>
                  </a:lnTo>
                  <a:lnTo>
                    <a:pt x="654" y="895"/>
                  </a:lnTo>
                  <a:lnTo>
                    <a:pt x="633" y="906"/>
                  </a:lnTo>
                  <a:lnTo>
                    <a:pt x="613" y="917"/>
                  </a:lnTo>
                  <a:lnTo>
                    <a:pt x="592" y="926"/>
                  </a:lnTo>
                  <a:lnTo>
                    <a:pt x="570" y="935"/>
                  </a:lnTo>
                  <a:lnTo>
                    <a:pt x="548" y="943"/>
                  </a:lnTo>
                  <a:lnTo>
                    <a:pt x="526" y="949"/>
                  </a:lnTo>
                  <a:lnTo>
                    <a:pt x="503" y="954"/>
                  </a:lnTo>
                  <a:lnTo>
                    <a:pt x="480" y="958"/>
                  </a:lnTo>
                  <a:lnTo>
                    <a:pt x="457" y="962"/>
                  </a:lnTo>
                  <a:lnTo>
                    <a:pt x="433" y="964"/>
                  </a:lnTo>
                  <a:lnTo>
                    <a:pt x="409" y="965"/>
                  </a:lnTo>
                  <a:lnTo>
                    <a:pt x="385" y="965"/>
                  </a:lnTo>
                  <a:lnTo>
                    <a:pt x="360" y="963"/>
                  </a:lnTo>
                  <a:lnTo>
                    <a:pt x="336" y="960"/>
                  </a:lnTo>
                  <a:lnTo>
                    <a:pt x="311" y="956"/>
                  </a:lnTo>
                  <a:lnTo>
                    <a:pt x="288" y="951"/>
                  </a:lnTo>
                  <a:lnTo>
                    <a:pt x="265" y="944"/>
                  </a:lnTo>
                  <a:lnTo>
                    <a:pt x="243" y="937"/>
                  </a:lnTo>
                  <a:lnTo>
                    <a:pt x="222" y="927"/>
                  </a:lnTo>
                  <a:lnTo>
                    <a:pt x="203" y="917"/>
                  </a:lnTo>
                  <a:lnTo>
                    <a:pt x="183" y="906"/>
                  </a:lnTo>
                  <a:lnTo>
                    <a:pt x="165" y="894"/>
                  </a:lnTo>
                  <a:lnTo>
                    <a:pt x="148" y="881"/>
                  </a:lnTo>
                  <a:lnTo>
                    <a:pt x="132" y="867"/>
                  </a:lnTo>
                  <a:lnTo>
                    <a:pt x="116" y="851"/>
                  </a:lnTo>
                  <a:lnTo>
                    <a:pt x="103" y="836"/>
                  </a:lnTo>
                  <a:lnTo>
                    <a:pt x="89" y="819"/>
                  </a:lnTo>
                  <a:lnTo>
                    <a:pt x="77" y="802"/>
                  </a:lnTo>
                  <a:lnTo>
                    <a:pt x="66" y="784"/>
                  </a:lnTo>
                  <a:lnTo>
                    <a:pt x="55" y="764"/>
                  </a:lnTo>
                  <a:lnTo>
                    <a:pt x="46" y="745"/>
                  </a:lnTo>
                  <a:lnTo>
                    <a:pt x="38" y="725"/>
                  </a:lnTo>
                  <a:lnTo>
                    <a:pt x="29" y="704"/>
                  </a:lnTo>
                  <a:lnTo>
                    <a:pt x="23" y="682"/>
                  </a:lnTo>
                  <a:lnTo>
                    <a:pt x="17" y="662"/>
                  </a:lnTo>
                  <a:lnTo>
                    <a:pt x="12" y="639"/>
                  </a:lnTo>
                  <a:lnTo>
                    <a:pt x="7" y="616"/>
                  </a:lnTo>
                  <a:lnTo>
                    <a:pt x="4" y="593"/>
                  </a:lnTo>
                  <a:lnTo>
                    <a:pt x="2" y="570"/>
                  </a:lnTo>
                  <a:lnTo>
                    <a:pt x="1" y="546"/>
                  </a:lnTo>
                  <a:lnTo>
                    <a:pt x="0" y="522"/>
                  </a:lnTo>
                  <a:lnTo>
                    <a:pt x="0" y="499"/>
                  </a:lnTo>
                  <a:lnTo>
                    <a:pt x="1" y="474"/>
                  </a:lnTo>
                  <a:lnTo>
                    <a:pt x="3" y="450"/>
                  </a:lnTo>
                  <a:lnTo>
                    <a:pt x="6" y="425"/>
                  </a:lnTo>
                  <a:lnTo>
                    <a:pt x="10" y="401"/>
                  </a:lnTo>
                  <a:lnTo>
                    <a:pt x="14" y="376"/>
                  </a:lnTo>
                  <a:lnTo>
                    <a:pt x="19" y="352"/>
                  </a:lnTo>
                  <a:lnTo>
                    <a:pt x="25" y="328"/>
                  </a:lnTo>
                  <a:lnTo>
                    <a:pt x="31" y="305"/>
                  </a:lnTo>
                  <a:lnTo>
                    <a:pt x="39" y="283"/>
                  </a:lnTo>
                  <a:lnTo>
                    <a:pt x="46" y="262"/>
                  </a:lnTo>
                  <a:lnTo>
                    <a:pt x="54" y="241"/>
                  </a:lnTo>
                  <a:lnTo>
                    <a:pt x="63" y="220"/>
                  </a:lnTo>
                  <a:lnTo>
                    <a:pt x="74" y="202"/>
                  </a:lnTo>
                  <a:lnTo>
                    <a:pt x="84" y="183"/>
                  </a:lnTo>
                  <a:lnTo>
                    <a:pt x="96" y="165"/>
                  </a:lnTo>
                  <a:lnTo>
                    <a:pt x="107" y="148"/>
                  </a:lnTo>
                  <a:lnTo>
                    <a:pt x="120" y="132"/>
                  </a:lnTo>
                  <a:lnTo>
                    <a:pt x="132" y="117"/>
                  </a:lnTo>
                  <a:lnTo>
                    <a:pt x="146" y="102"/>
                  </a:lnTo>
                  <a:lnTo>
                    <a:pt x="160" y="89"/>
                  </a:lnTo>
                  <a:lnTo>
                    <a:pt x="176" y="76"/>
                  </a:lnTo>
                  <a:lnTo>
                    <a:pt x="191" y="64"/>
                  </a:lnTo>
                  <a:lnTo>
                    <a:pt x="207" y="53"/>
                  </a:lnTo>
                  <a:lnTo>
                    <a:pt x="224" y="44"/>
                  </a:lnTo>
                  <a:lnTo>
                    <a:pt x="241" y="35"/>
                  </a:lnTo>
                  <a:lnTo>
                    <a:pt x="260" y="26"/>
                  </a:lnTo>
                  <a:lnTo>
                    <a:pt x="277" y="20"/>
                  </a:lnTo>
                  <a:lnTo>
                    <a:pt x="297" y="14"/>
                  </a:lnTo>
                  <a:lnTo>
                    <a:pt x="317" y="9"/>
                  </a:lnTo>
                  <a:lnTo>
                    <a:pt x="337" y="6"/>
                  </a:lnTo>
                  <a:lnTo>
                    <a:pt x="358" y="2"/>
                  </a:lnTo>
                  <a:lnTo>
                    <a:pt x="379" y="0"/>
                  </a:lnTo>
                  <a:lnTo>
                    <a:pt x="402" y="0"/>
                  </a:lnTo>
                  <a:lnTo>
                    <a:pt x="424" y="0"/>
                  </a:lnTo>
                  <a:lnTo>
                    <a:pt x="447" y="2"/>
                  </a:lnTo>
                  <a:lnTo>
                    <a:pt x="470" y="6"/>
                  </a:lnTo>
                  <a:lnTo>
                    <a:pt x="495" y="10"/>
                  </a:lnTo>
                  <a:close/>
                </a:path>
              </a:pathLst>
            </a:custGeom>
            <a:noFill/>
            <a:ln w="10">
              <a:solidFill>
                <a:srgbClr val="F0836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8" name="Freeform 343"/>
            <p:cNvSpPr>
              <a:spLocks/>
            </p:cNvSpPr>
            <p:nvPr/>
          </p:nvSpPr>
          <p:spPr bwMode="auto">
            <a:xfrm>
              <a:off x="926" y="2950"/>
              <a:ext cx="98" cy="120"/>
            </a:xfrm>
            <a:custGeom>
              <a:avLst/>
              <a:gdLst>
                <a:gd name="T0" fmla="*/ 9 w 788"/>
                <a:gd name="T1" fmla="*/ 15 h 959"/>
                <a:gd name="T2" fmla="*/ 8 w 788"/>
                <a:gd name="T3" fmla="*/ 15 h 959"/>
                <a:gd name="T4" fmla="*/ 8 w 788"/>
                <a:gd name="T5" fmla="*/ 15 h 959"/>
                <a:gd name="T6" fmla="*/ 7 w 788"/>
                <a:gd name="T7" fmla="*/ 15 h 959"/>
                <a:gd name="T8" fmla="*/ 6 w 788"/>
                <a:gd name="T9" fmla="*/ 15 h 959"/>
                <a:gd name="T10" fmla="*/ 5 w 788"/>
                <a:gd name="T11" fmla="*/ 15 h 959"/>
                <a:gd name="T12" fmla="*/ 5 w 788"/>
                <a:gd name="T13" fmla="*/ 15 h 959"/>
                <a:gd name="T14" fmla="*/ 4 w 788"/>
                <a:gd name="T15" fmla="*/ 14 h 959"/>
                <a:gd name="T16" fmla="*/ 3 w 788"/>
                <a:gd name="T17" fmla="*/ 14 h 959"/>
                <a:gd name="T18" fmla="*/ 3 w 788"/>
                <a:gd name="T19" fmla="*/ 13 h 959"/>
                <a:gd name="T20" fmla="*/ 2 w 788"/>
                <a:gd name="T21" fmla="*/ 13 h 959"/>
                <a:gd name="T22" fmla="*/ 2 w 788"/>
                <a:gd name="T23" fmla="*/ 12 h 959"/>
                <a:gd name="T24" fmla="*/ 1 w 788"/>
                <a:gd name="T25" fmla="*/ 12 h 959"/>
                <a:gd name="T26" fmla="*/ 1 w 788"/>
                <a:gd name="T27" fmla="*/ 11 h 959"/>
                <a:gd name="T28" fmla="*/ 1 w 788"/>
                <a:gd name="T29" fmla="*/ 11 h 959"/>
                <a:gd name="T30" fmla="*/ 0 w 788"/>
                <a:gd name="T31" fmla="*/ 10 h 959"/>
                <a:gd name="T32" fmla="*/ 0 w 788"/>
                <a:gd name="T33" fmla="*/ 9 h 959"/>
                <a:gd name="T34" fmla="*/ 0 w 788"/>
                <a:gd name="T35" fmla="*/ 8 h 959"/>
                <a:gd name="T36" fmla="*/ 0 w 788"/>
                <a:gd name="T37" fmla="*/ 8 h 959"/>
                <a:gd name="T38" fmla="*/ 0 w 788"/>
                <a:gd name="T39" fmla="*/ 7 h 959"/>
                <a:gd name="T40" fmla="*/ 0 w 788"/>
                <a:gd name="T41" fmla="*/ 6 h 959"/>
                <a:gd name="T42" fmla="*/ 0 w 788"/>
                <a:gd name="T43" fmla="*/ 6 h 959"/>
                <a:gd name="T44" fmla="*/ 0 w 788"/>
                <a:gd name="T45" fmla="*/ 5 h 959"/>
                <a:gd name="T46" fmla="*/ 1 w 788"/>
                <a:gd name="T47" fmla="*/ 4 h 959"/>
                <a:gd name="T48" fmla="*/ 1 w 788"/>
                <a:gd name="T49" fmla="*/ 4 h 959"/>
                <a:gd name="T50" fmla="*/ 2 w 788"/>
                <a:gd name="T51" fmla="*/ 3 h 959"/>
                <a:gd name="T52" fmla="*/ 2 w 788"/>
                <a:gd name="T53" fmla="*/ 2 h 959"/>
                <a:gd name="T54" fmla="*/ 2 w 788"/>
                <a:gd name="T55" fmla="*/ 2 h 959"/>
                <a:gd name="T56" fmla="*/ 3 w 788"/>
                <a:gd name="T57" fmla="*/ 1 h 959"/>
                <a:gd name="T58" fmla="*/ 4 w 788"/>
                <a:gd name="T59" fmla="*/ 1 h 959"/>
                <a:gd name="T60" fmla="*/ 4 w 788"/>
                <a:gd name="T61" fmla="*/ 1 h 959"/>
                <a:gd name="T62" fmla="*/ 5 w 788"/>
                <a:gd name="T63" fmla="*/ 0 h 959"/>
                <a:gd name="T64" fmla="*/ 6 w 788"/>
                <a:gd name="T65" fmla="*/ 0 h 959"/>
                <a:gd name="T66" fmla="*/ 6 w 788"/>
                <a:gd name="T67" fmla="*/ 0 h 959"/>
                <a:gd name="T68" fmla="*/ 7 w 788"/>
                <a:gd name="T69" fmla="*/ 0 h 959"/>
                <a:gd name="T70" fmla="*/ 8 w 788"/>
                <a:gd name="T71" fmla="*/ 0 h 959"/>
                <a:gd name="T72" fmla="*/ 8 w 788"/>
                <a:gd name="T73" fmla="*/ 0 h 959"/>
                <a:gd name="T74" fmla="*/ 8 w 788"/>
                <a:gd name="T75" fmla="*/ 1 h 959"/>
                <a:gd name="T76" fmla="*/ 9 w 788"/>
                <a:gd name="T77" fmla="*/ 1 h 959"/>
                <a:gd name="T78" fmla="*/ 9 w 788"/>
                <a:gd name="T79" fmla="*/ 1 h 959"/>
                <a:gd name="T80" fmla="*/ 9 w 788"/>
                <a:gd name="T81" fmla="*/ 2 h 959"/>
                <a:gd name="T82" fmla="*/ 10 w 788"/>
                <a:gd name="T83" fmla="*/ 3 h 959"/>
                <a:gd name="T84" fmla="*/ 10 w 788"/>
                <a:gd name="T85" fmla="*/ 3 h 959"/>
                <a:gd name="T86" fmla="*/ 11 w 788"/>
                <a:gd name="T87" fmla="*/ 5 h 959"/>
                <a:gd name="T88" fmla="*/ 11 w 788"/>
                <a:gd name="T89" fmla="*/ 8 h 959"/>
                <a:gd name="T90" fmla="*/ 12 w 788"/>
                <a:gd name="T91" fmla="*/ 10 h 959"/>
                <a:gd name="T92" fmla="*/ 12 w 788"/>
                <a:gd name="T93" fmla="*/ 11 h 959"/>
                <a:gd name="T94" fmla="*/ 12 w 788"/>
                <a:gd name="T95" fmla="*/ 12 h 959"/>
                <a:gd name="T96" fmla="*/ 12 w 788"/>
                <a:gd name="T97" fmla="*/ 12 h 959"/>
                <a:gd name="T98" fmla="*/ 12 w 788"/>
                <a:gd name="T99" fmla="*/ 13 h 959"/>
                <a:gd name="T100" fmla="*/ 12 w 788"/>
                <a:gd name="T101" fmla="*/ 13 h 959"/>
                <a:gd name="T102" fmla="*/ 12 w 788"/>
                <a:gd name="T103" fmla="*/ 13 h 959"/>
                <a:gd name="T104" fmla="*/ 11 w 788"/>
                <a:gd name="T105" fmla="*/ 14 h 959"/>
                <a:gd name="T106" fmla="*/ 11 w 788"/>
                <a:gd name="T107" fmla="*/ 14 h 959"/>
                <a:gd name="T108" fmla="*/ 10 w 788"/>
                <a:gd name="T109" fmla="*/ 14 h 959"/>
                <a:gd name="T110" fmla="*/ 10 w 788"/>
                <a:gd name="T111" fmla="*/ 15 h 95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88"/>
                <a:gd name="T169" fmla="*/ 0 h 959"/>
                <a:gd name="T170" fmla="*/ 788 w 788"/>
                <a:gd name="T171" fmla="*/ 959 h 95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88" h="959">
                  <a:moveTo>
                    <a:pt x="612" y="942"/>
                  </a:moveTo>
                  <a:lnTo>
                    <a:pt x="588" y="948"/>
                  </a:lnTo>
                  <a:lnTo>
                    <a:pt x="564" y="952"/>
                  </a:lnTo>
                  <a:lnTo>
                    <a:pt x="541" y="956"/>
                  </a:lnTo>
                  <a:lnTo>
                    <a:pt x="516" y="958"/>
                  </a:lnTo>
                  <a:lnTo>
                    <a:pt x="492" y="959"/>
                  </a:lnTo>
                  <a:lnTo>
                    <a:pt x="469" y="959"/>
                  </a:lnTo>
                  <a:lnTo>
                    <a:pt x="445" y="958"/>
                  </a:lnTo>
                  <a:lnTo>
                    <a:pt x="421" y="955"/>
                  </a:lnTo>
                  <a:lnTo>
                    <a:pt x="398" y="952"/>
                  </a:lnTo>
                  <a:lnTo>
                    <a:pt x="376" y="947"/>
                  </a:lnTo>
                  <a:lnTo>
                    <a:pt x="353" y="942"/>
                  </a:lnTo>
                  <a:lnTo>
                    <a:pt x="331" y="934"/>
                  </a:lnTo>
                  <a:lnTo>
                    <a:pt x="309" y="927"/>
                  </a:lnTo>
                  <a:lnTo>
                    <a:pt x="287" y="918"/>
                  </a:lnTo>
                  <a:lnTo>
                    <a:pt x="267" y="908"/>
                  </a:lnTo>
                  <a:lnTo>
                    <a:pt x="246" y="897"/>
                  </a:lnTo>
                  <a:lnTo>
                    <a:pt x="226" y="886"/>
                  </a:lnTo>
                  <a:lnTo>
                    <a:pt x="206" y="873"/>
                  </a:lnTo>
                  <a:lnTo>
                    <a:pt x="188" y="859"/>
                  </a:lnTo>
                  <a:lnTo>
                    <a:pt x="170" y="844"/>
                  </a:lnTo>
                  <a:lnTo>
                    <a:pt x="152" y="830"/>
                  </a:lnTo>
                  <a:lnTo>
                    <a:pt x="136" y="813"/>
                  </a:lnTo>
                  <a:lnTo>
                    <a:pt x="120" y="795"/>
                  </a:lnTo>
                  <a:lnTo>
                    <a:pt x="106" y="778"/>
                  </a:lnTo>
                  <a:lnTo>
                    <a:pt x="91" y="759"/>
                  </a:lnTo>
                  <a:lnTo>
                    <a:pt x="78" y="739"/>
                  </a:lnTo>
                  <a:lnTo>
                    <a:pt x="65" y="720"/>
                  </a:lnTo>
                  <a:lnTo>
                    <a:pt x="54" y="698"/>
                  </a:lnTo>
                  <a:lnTo>
                    <a:pt x="43" y="677"/>
                  </a:lnTo>
                  <a:lnTo>
                    <a:pt x="34" y="654"/>
                  </a:lnTo>
                  <a:lnTo>
                    <a:pt x="26" y="631"/>
                  </a:lnTo>
                  <a:lnTo>
                    <a:pt x="19" y="607"/>
                  </a:lnTo>
                  <a:lnTo>
                    <a:pt x="12" y="584"/>
                  </a:lnTo>
                  <a:lnTo>
                    <a:pt x="7" y="560"/>
                  </a:lnTo>
                  <a:lnTo>
                    <a:pt x="4" y="535"/>
                  </a:lnTo>
                  <a:lnTo>
                    <a:pt x="1" y="511"/>
                  </a:lnTo>
                  <a:lnTo>
                    <a:pt x="0" y="487"/>
                  </a:lnTo>
                  <a:lnTo>
                    <a:pt x="0" y="463"/>
                  </a:lnTo>
                  <a:lnTo>
                    <a:pt x="2" y="440"/>
                  </a:lnTo>
                  <a:lnTo>
                    <a:pt x="4" y="416"/>
                  </a:lnTo>
                  <a:lnTo>
                    <a:pt x="7" y="394"/>
                  </a:lnTo>
                  <a:lnTo>
                    <a:pt x="12" y="371"/>
                  </a:lnTo>
                  <a:lnTo>
                    <a:pt x="18" y="348"/>
                  </a:lnTo>
                  <a:lnTo>
                    <a:pt x="25" y="326"/>
                  </a:lnTo>
                  <a:lnTo>
                    <a:pt x="32" y="304"/>
                  </a:lnTo>
                  <a:lnTo>
                    <a:pt x="41" y="283"/>
                  </a:lnTo>
                  <a:lnTo>
                    <a:pt x="51" y="262"/>
                  </a:lnTo>
                  <a:lnTo>
                    <a:pt x="62" y="241"/>
                  </a:lnTo>
                  <a:lnTo>
                    <a:pt x="74" y="221"/>
                  </a:lnTo>
                  <a:lnTo>
                    <a:pt x="87" y="202"/>
                  </a:lnTo>
                  <a:lnTo>
                    <a:pt x="101" y="183"/>
                  </a:lnTo>
                  <a:lnTo>
                    <a:pt x="115" y="165"/>
                  </a:lnTo>
                  <a:lnTo>
                    <a:pt x="131" y="148"/>
                  </a:lnTo>
                  <a:lnTo>
                    <a:pt x="146" y="131"/>
                  </a:lnTo>
                  <a:lnTo>
                    <a:pt x="164" y="115"/>
                  </a:lnTo>
                  <a:lnTo>
                    <a:pt x="182" y="100"/>
                  </a:lnTo>
                  <a:lnTo>
                    <a:pt x="200" y="86"/>
                  </a:lnTo>
                  <a:lnTo>
                    <a:pt x="220" y="73"/>
                  </a:lnTo>
                  <a:lnTo>
                    <a:pt x="241" y="60"/>
                  </a:lnTo>
                  <a:lnTo>
                    <a:pt x="261" y="49"/>
                  </a:lnTo>
                  <a:lnTo>
                    <a:pt x="283" y="39"/>
                  </a:lnTo>
                  <a:lnTo>
                    <a:pt x="305" y="29"/>
                  </a:lnTo>
                  <a:lnTo>
                    <a:pt x="328" y="21"/>
                  </a:lnTo>
                  <a:lnTo>
                    <a:pt x="352" y="13"/>
                  </a:lnTo>
                  <a:lnTo>
                    <a:pt x="376" y="7"/>
                  </a:lnTo>
                  <a:lnTo>
                    <a:pt x="397" y="3"/>
                  </a:lnTo>
                  <a:lnTo>
                    <a:pt x="418" y="1"/>
                  </a:lnTo>
                  <a:lnTo>
                    <a:pt x="438" y="0"/>
                  </a:lnTo>
                  <a:lnTo>
                    <a:pt x="458" y="1"/>
                  </a:lnTo>
                  <a:lnTo>
                    <a:pt x="474" y="4"/>
                  </a:lnTo>
                  <a:lnTo>
                    <a:pt x="492" y="9"/>
                  </a:lnTo>
                  <a:lnTo>
                    <a:pt x="507" y="14"/>
                  </a:lnTo>
                  <a:lnTo>
                    <a:pt x="522" y="21"/>
                  </a:lnTo>
                  <a:lnTo>
                    <a:pt x="535" y="29"/>
                  </a:lnTo>
                  <a:lnTo>
                    <a:pt x="549" y="39"/>
                  </a:lnTo>
                  <a:lnTo>
                    <a:pt x="561" y="49"/>
                  </a:lnTo>
                  <a:lnTo>
                    <a:pt x="573" y="61"/>
                  </a:lnTo>
                  <a:lnTo>
                    <a:pt x="583" y="75"/>
                  </a:lnTo>
                  <a:lnTo>
                    <a:pt x="593" y="88"/>
                  </a:lnTo>
                  <a:lnTo>
                    <a:pt x="604" y="104"/>
                  </a:lnTo>
                  <a:lnTo>
                    <a:pt x="612" y="121"/>
                  </a:lnTo>
                  <a:lnTo>
                    <a:pt x="622" y="137"/>
                  </a:lnTo>
                  <a:lnTo>
                    <a:pt x="630" y="156"/>
                  </a:lnTo>
                  <a:lnTo>
                    <a:pt x="637" y="175"/>
                  </a:lnTo>
                  <a:lnTo>
                    <a:pt x="652" y="214"/>
                  </a:lnTo>
                  <a:lnTo>
                    <a:pt x="665" y="257"/>
                  </a:lnTo>
                  <a:lnTo>
                    <a:pt x="691" y="346"/>
                  </a:lnTo>
                  <a:lnTo>
                    <a:pt x="717" y="441"/>
                  </a:lnTo>
                  <a:lnTo>
                    <a:pt x="743" y="534"/>
                  </a:lnTo>
                  <a:lnTo>
                    <a:pt x="767" y="618"/>
                  </a:lnTo>
                  <a:lnTo>
                    <a:pt x="776" y="656"/>
                  </a:lnTo>
                  <a:lnTo>
                    <a:pt x="782" y="694"/>
                  </a:lnTo>
                  <a:lnTo>
                    <a:pt x="785" y="711"/>
                  </a:lnTo>
                  <a:lnTo>
                    <a:pt x="787" y="728"/>
                  </a:lnTo>
                  <a:lnTo>
                    <a:pt x="788" y="744"/>
                  </a:lnTo>
                  <a:lnTo>
                    <a:pt x="788" y="760"/>
                  </a:lnTo>
                  <a:lnTo>
                    <a:pt x="787" y="776"/>
                  </a:lnTo>
                  <a:lnTo>
                    <a:pt x="784" y="791"/>
                  </a:lnTo>
                  <a:lnTo>
                    <a:pt x="781" y="806"/>
                  </a:lnTo>
                  <a:lnTo>
                    <a:pt x="777" y="819"/>
                  </a:lnTo>
                  <a:lnTo>
                    <a:pt x="771" y="833"/>
                  </a:lnTo>
                  <a:lnTo>
                    <a:pt x="765" y="845"/>
                  </a:lnTo>
                  <a:lnTo>
                    <a:pt x="756" y="858"/>
                  </a:lnTo>
                  <a:lnTo>
                    <a:pt x="747" y="869"/>
                  </a:lnTo>
                  <a:lnTo>
                    <a:pt x="736" y="880"/>
                  </a:lnTo>
                  <a:lnTo>
                    <a:pt x="723" y="891"/>
                  </a:lnTo>
                  <a:lnTo>
                    <a:pt x="709" y="900"/>
                  </a:lnTo>
                  <a:lnTo>
                    <a:pt x="693" y="909"/>
                  </a:lnTo>
                  <a:lnTo>
                    <a:pt x="675" y="919"/>
                  </a:lnTo>
                  <a:lnTo>
                    <a:pt x="657" y="927"/>
                  </a:lnTo>
                  <a:lnTo>
                    <a:pt x="635" y="934"/>
                  </a:lnTo>
                  <a:lnTo>
                    <a:pt x="612" y="942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9" name="Freeform 344"/>
            <p:cNvSpPr>
              <a:spLocks/>
            </p:cNvSpPr>
            <p:nvPr/>
          </p:nvSpPr>
          <p:spPr bwMode="auto">
            <a:xfrm>
              <a:off x="926" y="2950"/>
              <a:ext cx="98" cy="120"/>
            </a:xfrm>
            <a:custGeom>
              <a:avLst/>
              <a:gdLst>
                <a:gd name="T0" fmla="*/ 9 w 788"/>
                <a:gd name="T1" fmla="*/ 15 h 959"/>
                <a:gd name="T2" fmla="*/ 8 w 788"/>
                <a:gd name="T3" fmla="*/ 15 h 959"/>
                <a:gd name="T4" fmla="*/ 8 w 788"/>
                <a:gd name="T5" fmla="*/ 15 h 959"/>
                <a:gd name="T6" fmla="*/ 7 w 788"/>
                <a:gd name="T7" fmla="*/ 15 h 959"/>
                <a:gd name="T8" fmla="*/ 6 w 788"/>
                <a:gd name="T9" fmla="*/ 15 h 959"/>
                <a:gd name="T10" fmla="*/ 5 w 788"/>
                <a:gd name="T11" fmla="*/ 15 h 959"/>
                <a:gd name="T12" fmla="*/ 5 w 788"/>
                <a:gd name="T13" fmla="*/ 15 h 959"/>
                <a:gd name="T14" fmla="*/ 4 w 788"/>
                <a:gd name="T15" fmla="*/ 14 h 959"/>
                <a:gd name="T16" fmla="*/ 3 w 788"/>
                <a:gd name="T17" fmla="*/ 14 h 959"/>
                <a:gd name="T18" fmla="*/ 3 w 788"/>
                <a:gd name="T19" fmla="*/ 13 h 959"/>
                <a:gd name="T20" fmla="*/ 2 w 788"/>
                <a:gd name="T21" fmla="*/ 13 h 959"/>
                <a:gd name="T22" fmla="*/ 2 w 788"/>
                <a:gd name="T23" fmla="*/ 12 h 959"/>
                <a:gd name="T24" fmla="*/ 1 w 788"/>
                <a:gd name="T25" fmla="*/ 12 h 959"/>
                <a:gd name="T26" fmla="*/ 1 w 788"/>
                <a:gd name="T27" fmla="*/ 11 h 959"/>
                <a:gd name="T28" fmla="*/ 1 w 788"/>
                <a:gd name="T29" fmla="*/ 11 h 959"/>
                <a:gd name="T30" fmla="*/ 0 w 788"/>
                <a:gd name="T31" fmla="*/ 10 h 959"/>
                <a:gd name="T32" fmla="*/ 0 w 788"/>
                <a:gd name="T33" fmla="*/ 9 h 959"/>
                <a:gd name="T34" fmla="*/ 0 w 788"/>
                <a:gd name="T35" fmla="*/ 8 h 959"/>
                <a:gd name="T36" fmla="*/ 0 w 788"/>
                <a:gd name="T37" fmla="*/ 8 h 959"/>
                <a:gd name="T38" fmla="*/ 0 w 788"/>
                <a:gd name="T39" fmla="*/ 7 h 959"/>
                <a:gd name="T40" fmla="*/ 0 w 788"/>
                <a:gd name="T41" fmla="*/ 6 h 959"/>
                <a:gd name="T42" fmla="*/ 0 w 788"/>
                <a:gd name="T43" fmla="*/ 6 h 959"/>
                <a:gd name="T44" fmla="*/ 0 w 788"/>
                <a:gd name="T45" fmla="*/ 5 h 959"/>
                <a:gd name="T46" fmla="*/ 1 w 788"/>
                <a:gd name="T47" fmla="*/ 4 h 959"/>
                <a:gd name="T48" fmla="*/ 1 w 788"/>
                <a:gd name="T49" fmla="*/ 4 h 959"/>
                <a:gd name="T50" fmla="*/ 2 w 788"/>
                <a:gd name="T51" fmla="*/ 3 h 959"/>
                <a:gd name="T52" fmla="*/ 2 w 788"/>
                <a:gd name="T53" fmla="*/ 2 h 959"/>
                <a:gd name="T54" fmla="*/ 2 w 788"/>
                <a:gd name="T55" fmla="*/ 2 h 959"/>
                <a:gd name="T56" fmla="*/ 3 w 788"/>
                <a:gd name="T57" fmla="*/ 1 h 959"/>
                <a:gd name="T58" fmla="*/ 4 w 788"/>
                <a:gd name="T59" fmla="*/ 1 h 959"/>
                <a:gd name="T60" fmla="*/ 4 w 788"/>
                <a:gd name="T61" fmla="*/ 1 h 959"/>
                <a:gd name="T62" fmla="*/ 5 w 788"/>
                <a:gd name="T63" fmla="*/ 0 h 959"/>
                <a:gd name="T64" fmla="*/ 6 w 788"/>
                <a:gd name="T65" fmla="*/ 0 h 959"/>
                <a:gd name="T66" fmla="*/ 6 w 788"/>
                <a:gd name="T67" fmla="*/ 0 h 959"/>
                <a:gd name="T68" fmla="*/ 7 w 788"/>
                <a:gd name="T69" fmla="*/ 0 h 959"/>
                <a:gd name="T70" fmla="*/ 8 w 788"/>
                <a:gd name="T71" fmla="*/ 0 h 959"/>
                <a:gd name="T72" fmla="*/ 8 w 788"/>
                <a:gd name="T73" fmla="*/ 0 h 959"/>
                <a:gd name="T74" fmla="*/ 8 w 788"/>
                <a:gd name="T75" fmla="*/ 1 h 959"/>
                <a:gd name="T76" fmla="*/ 9 w 788"/>
                <a:gd name="T77" fmla="*/ 1 h 959"/>
                <a:gd name="T78" fmla="*/ 9 w 788"/>
                <a:gd name="T79" fmla="*/ 1 h 959"/>
                <a:gd name="T80" fmla="*/ 9 w 788"/>
                <a:gd name="T81" fmla="*/ 2 h 959"/>
                <a:gd name="T82" fmla="*/ 10 w 788"/>
                <a:gd name="T83" fmla="*/ 3 h 959"/>
                <a:gd name="T84" fmla="*/ 10 w 788"/>
                <a:gd name="T85" fmla="*/ 3 h 959"/>
                <a:gd name="T86" fmla="*/ 11 w 788"/>
                <a:gd name="T87" fmla="*/ 5 h 959"/>
                <a:gd name="T88" fmla="*/ 11 w 788"/>
                <a:gd name="T89" fmla="*/ 8 h 959"/>
                <a:gd name="T90" fmla="*/ 12 w 788"/>
                <a:gd name="T91" fmla="*/ 10 h 959"/>
                <a:gd name="T92" fmla="*/ 12 w 788"/>
                <a:gd name="T93" fmla="*/ 11 h 959"/>
                <a:gd name="T94" fmla="*/ 12 w 788"/>
                <a:gd name="T95" fmla="*/ 12 h 959"/>
                <a:gd name="T96" fmla="*/ 12 w 788"/>
                <a:gd name="T97" fmla="*/ 12 h 959"/>
                <a:gd name="T98" fmla="*/ 12 w 788"/>
                <a:gd name="T99" fmla="*/ 13 h 959"/>
                <a:gd name="T100" fmla="*/ 12 w 788"/>
                <a:gd name="T101" fmla="*/ 13 h 959"/>
                <a:gd name="T102" fmla="*/ 12 w 788"/>
                <a:gd name="T103" fmla="*/ 13 h 959"/>
                <a:gd name="T104" fmla="*/ 11 w 788"/>
                <a:gd name="T105" fmla="*/ 14 h 959"/>
                <a:gd name="T106" fmla="*/ 11 w 788"/>
                <a:gd name="T107" fmla="*/ 14 h 959"/>
                <a:gd name="T108" fmla="*/ 10 w 788"/>
                <a:gd name="T109" fmla="*/ 14 h 959"/>
                <a:gd name="T110" fmla="*/ 10 w 788"/>
                <a:gd name="T111" fmla="*/ 15 h 95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88"/>
                <a:gd name="T169" fmla="*/ 0 h 959"/>
                <a:gd name="T170" fmla="*/ 788 w 788"/>
                <a:gd name="T171" fmla="*/ 959 h 95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88" h="959">
                  <a:moveTo>
                    <a:pt x="612" y="942"/>
                  </a:moveTo>
                  <a:lnTo>
                    <a:pt x="588" y="948"/>
                  </a:lnTo>
                  <a:lnTo>
                    <a:pt x="564" y="952"/>
                  </a:lnTo>
                  <a:lnTo>
                    <a:pt x="541" y="956"/>
                  </a:lnTo>
                  <a:lnTo>
                    <a:pt x="516" y="958"/>
                  </a:lnTo>
                  <a:lnTo>
                    <a:pt x="492" y="959"/>
                  </a:lnTo>
                  <a:lnTo>
                    <a:pt x="469" y="959"/>
                  </a:lnTo>
                  <a:lnTo>
                    <a:pt x="445" y="958"/>
                  </a:lnTo>
                  <a:lnTo>
                    <a:pt x="421" y="955"/>
                  </a:lnTo>
                  <a:lnTo>
                    <a:pt x="398" y="952"/>
                  </a:lnTo>
                  <a:lnTo>
                    <a:pt x="376" y="947"/>
                  </a:lnTo>
                  <a:lnTo>
                    <a:pt x="353" y="942"/>
                  </a:lnTo>
                  <a:lnTo>
                    <a:pt x="331" y="934"/>
                  </a:lnTo>
                  <a:lnTo>
                    <a:pt x="309" y="927"/>
                  </a:lnTo>
                  <a:lnTo>
                    <a:pt x="287" y="918"/>
                  </a:lnTo>
                  <a:lnTo>
                    <a:pt x="267" y="908"/>
                  </a:lnTo>
                  <a:lnTo>
                    <a:pt x="246" y="897"/>
                  </a:lnTo>
                  <a:lnTo>
                    <a:pt x="226" y="886"/>
                  </a:lnTo>
                  <a:lnTo>
                    <a:pt x="206" y="873"/>
                  </a:lnTo>
                  <a:lnTo>
                    <a:pt x="188" y="859"/>
                  </a:lnTo>
                  <a:lnTo>
                    <a:pt x="170" y="844"/>
                  </a:lnTo>
                  <a:lnTo>
                    <a:pt x="152" y="830"/>
                  </a:lnTo>
                  <a:lnTo>
                    <a:pt x="136" y="813"/>
                  </a:lnTo>
                  <a:lnTo>
                    <a:pt x="120" y="795"/>
                  </a:lnTo>
                  <a:lnTo>
                    <a:pt x="106" y="778"/>
                  </a:lnTo>
                  <a:lnTo>
                    <a:pt x="91" y="759"/>
                  </a:lnTo>
                  <a:lnTo>
                    <a:pt x="78" y="739"/>
                  </a:lnTo>
                  <a:lnTo>
                    <a:pt x="65" y="720"/>
                  </a:lnTo>
                  <a:lnTo>
                    <a:pt x="54" y="698"/>
                  </a:lnTo>
                  <a:lnTo>
                    <a:pt x="43" y="677"/>
                  </a:lnTo>
                  <a:lnTo>
                    <a:pt x="34" y="654"/>
                  </a:lnTo>
                  <a:lnTo>
                    <a:pt x="26" y="631"/>
                  </a:lnTo>
                  <a:lnTo>
                    <a:pt x="19" y="607"/>
                  </a:lnTo>
                  <a:lnTo>
                    <a:pt x="12" y="584"/>
                  </a:lnTo>
                  <a:lnTo>
                    <a:pt x="7" y="560"/>
                  </a:lnTo>
                  <a:lnTo>
                    <a:pt x="4" y="535"/>
                  </a:lnTo>
                  <a:lnTo>
                    <a:pt x="1" y="511"/>
                  </a:lnTo>
                  <a:lnTo>
                    <a:pt x="0" y="487"/>
                  </a:lnTo>
                  <a:lnTo>
                    <a:pt x="0" y="463"/>
                  </a:lnTo>
                  <a:lnTo>
                    <a:pt x="2" y="440"/>
                  </a:lnTo>
                  <a:lnTo>
                    <a:pt x="4" y="416"/>
                  </a:lnTo>
                  <a:lnTo>
                    <a:pt x="7" y="394"/>
                  </a:lnTo>
                  <a:lnTo>
                    <a:pt x="12" y="371"/>
                  </a:lnTo>
                  <a:lnTo>
                    <a:pt x="18" y="348"/>
                  </a:lnTo>
                  <a:lnTo>
                    <a:pt x="25" y="326"/>
                  </a:lnTo>
                  <a:lnTo>
                    <a:pt x="32" y="304"/>
                  </a:lnTo>
                  <a:lnTo>
                    <a:pt x="41" y="283"/>
                  </a:lnTo>
                  <a:lnTo>
                    <a:pt x="51" y="262"/>
                  </a:lnTo>
                  <a:lnTo>
                    <a:pt x="62" y="241"/>
                  </a:lnTo>
                  <a:lnTo>
                    <a:pt x="74" y="221"/>
                  </a:lnTo>
                  <a:lnTo>
                    <a:pt x="87" y="202"/>
                  </a:lnTo>
                  <a:lnTo>
                    <a:pt x="101" y="183"/>
                  </a:lnTo>
                  <a:lnTo>
                    <a:pt x="115" y="165"/>
                  </a:lnTo>
                  <a:lnTo>
                    <a:pt x="131" y="148"/>
                  </a:lnTo>
                  <a:lnTo>
                    <a:pt x="146" y="131"/>
                  </a:lnTo>
                  <a:lnTo>
                    <a:pt x="164" y="115"/>
                  </a:lnTo>
                  <a:lnTo>
                    <a:pt x="182" y="100"/>
                  </a:lnTo>
                  <a:lnTo>
                    <a:pt x="200" y="86"/>
                  </a:lnTo>
                  <a:lnTo>
                    <a:pt x="220" y="73"/>
                  </a:lnTo>
                  <a:lnTo>
                    <a:pt x="241" y="60"/>
                  </a:lnTo>
                  <a:lnTo>
                    <a:pt x="261" y="49"/>
                  </a:lnTo>
                  <a:lnTo>
                    <a:pt x="283" y="39"/>
                  </a:lnTo>
                  <a:lnTo>
                    <a:pt x="305" y="29"/>
                  </a:lnTo>
                  <a:lnTo>
                    <a:pt x="328" y="21"/>
                  </a:lnTo>
                  <a:lnTo>
                    <a:pt x="352" y="13"/>
                  </a:lnTo>
                  <a:lnTo>
                    <a:pt x="376" y="7"/>
                  </a:lnTo>
                  <a:lnTo>
                    <a:pt x="397" y="3"/>
                  </a:lnTo>
                  <a:lnTo>
                    <a:pt x="418" y="1"/>
                  </a:lnTo>
                  <a:lnTo>
                    <a:pt x="438" y="0"/>
                  </a:lnTo>
                  <a:lnTo>
                    <a:pt x="458" y="1"/>
                  </a:lnTo>
                  <a:lnTo>
                    <a:pt x="474" y="4"/>
                  </a:lnTo>
                  <a:lnTo>
                    <a:pt x="492" y="9"/>
                  </a:lnTo>
                  <a:lnTo>
                    <a:pt x="507" y="14"/>
                  </a:lnTo>
                  <a:lnTo>
                    <a:pt x="522" y="21"/>
                  </a:lnTo>
                  <a:lnTo>
                    <a:pt x="535" y="29"/>
                  </a:lnTo>
                  <a:lnTo>
                    <a:pt x="549" y="39"/>
                  </a:lnTo>
                  <a:lnTo>
                    <a:pt x="561" y="49"/>
                  </a:lnTo>
                  <a:lnTo>
                    <a:pt x="573" y="61"/>
                  </a:lnTo>
                  <a:lnTo>
                    <a:pt x="583" y="75"/>
                  </a:lnTo>
                  <a:lnTo>
                    <a:pt x="593" y="88"/>
                  </a:lnTo>
                  <a:lnTo>
                    <a:pt x="604" y="104"/>
                  </a:lnTo>
                  <a:lnTo>
                    <a:pt x="612" y="121"/>
                  </a:lnTo>
                  <a:lnTo>
                    <a:pt x="622" y="137"/>
                  </a:lnTo>
                  <a:lnTo>
                    <a:pt x="630" y="156"/>
                  </a:lnTo>
                  <a:lnTo>
                    <a:pt x="637" y="175"/>
                  </a:lnTo>
                  <a:lnTo>
                    <a:pt x="652" y="214"/>
                  </a:lnTo>
                  <a:lnTo>
                    <a:pt x="665" y="257"/>
                  </a:lnTo>
                  <a:lnTo>
                    <a:pt x="691" y="346"/>
                  </a:lnTo>
                  <a:lnTo>
                    <a:pt x="717" y="441"/>
                  </a:lnTo>
                  <a:lnTo>
                    <a:pt x="743" y="534"/>
                  </a:lnTo>
                  <a:lnTo>
                    <a:pt x="767" y="618"/>
                  </a:lnTo>
                  <a:lnTo>
                    <a:pt x="776" y="656"/>
                  </a:lnTo>
                  <a:lnTo>
                    <a:pt x="782" y="694"/>
                  </a:lnTo>
                  <a:lnTo>
                    <a:pt x="785" y="711"/>
                  </a:lnTo>
                  <a:lnTo>
                    <a:pt x="787" y="728"/>
                  </a:lnTo>
                  <a:lnTo>
                    <a:pt x="788" y="744"/>
                  </a:lnTo>
                  <a:lnTo>
                    <a:pt x="788" y="760"/>
                  </a:lnTo>
                  <a:lnTo>
                    <a:pt x="787" y="776"/>
                  </a:lnTo>
                  <a:lnTo>
                    <a:pt x="784" y="791"/>
                  </a:lnTo>
                  <a:lnTo>
                    <a:pt x="781" y="806"/>
                  </a:lnTo>
                  <a:lnTo>
                    <a:pt x="777" y="819"/>
                  </a:lnTo>
                  <a:lnTo>
                    <a:pt x="771" y="833"/>
                  </a:lnTo>
                  <a:lnTo>
                    <a:pt x="765" y="845"/>
                  </a:lnTo>
                  <a:lnTo>
                    <a:pt x="756" y="858"/>
                  </a:lnTo>
                  <a:lnTo>
                    <a:pt x="747" y="869"/>
                  </a:lnTo>
                  <a:lnTo>
                    <a:pt x="736" y="880"/>
                  </a:lnTo>
                  <a:lnTo>
                    <a:pt x="723" y="891"/>
                  </a:lnTo>
                  <a:lnTo>
                    <a:pt x="709" y="900"/>
                  </a:lnTo>
                  <a:lnTo>
                    <a:pt x="693" y="909"/>
                  </a:lnTo>
                  <a:lnTo>
                    <a:pt x="675" y="919"/>
                  </a:lnTo>
                  <a:lnTo>
                    <a:pt x="657" y="927"/>
                  </a:lnTo>
                  <a:lnTo>
                    <a:pt x="635" y="934"/>
                  </a:lnTo>
                  <a:lnTo>
                    <a:pt x="612" y="942"/>
                  </a:lnTo>
                  <a:close/>
                </a:path>
              </a:pathLst>
            </a:custGeom>
            <a:noFill/>
            <a:ln w="10">
              <a:solidFill>
                <a:srgbClr val="EF7F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0" name="Freeform 345"/>
            <p:cNvSpPr>
              <a:spLocks/>
            </p:cNvSpPr>
            <p:nvPr/>
          </p:nvSpPr>
          <p:spPr bwMode="auto">
            <a:xfrm>
              <a:off x="803" y="2931"/>
              <a:ext cx="93" cy="121"/>
            </a:xfrm>
            <a:custGeom>
              <a:avLst/>
              <a:gdLst>
                <a:gd name="T0" fmla="*/ 6 w 749"/>
                <a:gd name="T1" fmla="*/ 0 h 964"/>
                <a:gd name="T2" fmla="*/ 6 w 749"/>
                <a:gd name="T3" fmla="*/ 0 h 964"/>
                <a:gd name="T4" fmla="*/ 7 w 749"/>
                <a:gd name="T5" fmla="*/ 1 h 964"/>
                <a:gd name="T6" fmla="*/ 8 w 749"/>
                <a:gd name="T7" fmla="*/ 1 h 964"/>
                <a:gd name="T8" fmla="*/ 8 w 749"/>
                <a:gd name="T9" fmla="*/ 1 h 964"/>
                <a:gd name="T10" fmla="*/ 9 w 749"/>
                <a:gd name="T11" fmla="*/ 2 h 964"/>
                <a:gd name="T12" fmla="*/ 9 w 749"/>
                <a:gd name="T13" fmla="*/ 2 h 964"/>
                <a:gd name="T14" fmla="*/ 10 w 749"/>
                <a:gd name="T15" fmla="*/ 3 h 964"/>
                <a:gd name="T16" fmla="*/ 10 w 749"/>
                <a:gd name="T17" fmla="*/ 3 h 964"/>
                <a:gd name="T18" fmla="*/ 11 w 749"/>
                <a:gd name="T19" fmla="*/ 4 h 964"/>
                <a:gd name="T20" fmla="*/ 11 w 749"/>
                <a:gd name="T21" fmla="*/ 5 h 964"/>
                <a:gd name="T22" fmla="*/ 11 w 749"/>
                <a:gd name="T23" fmla="*/ 5 h 964"/>
                <a:gd name="T24" fmla="*/ 11 w 749"/>
                <a:gd name="T25" fmla="*/ 6 h 964"/>
                <a:gd name="T26" fmla="*/ 12 w 749"/>
                <a:gd name="T27" fmla="*/ 7 h 964"/>
                <a:gd name="T28" fmla="*/ 12 w 749"/>
                <a:gd name="T29" fmla="*/ 8 h 964"/>
                <a:gd name="T30" fmla="*/ 12 w 749"/>
                <a:gd name="T31" fmla="*/ 8 h 964"/>
                <a:gd name="T32" fmla="*/ 11 w 749"/>
                <a:gd name="T33" fmla="*/ 9 h 964"/>
                <a:gd name="T34" fmla="*/ 11 w 749"/>
                <a:gd name="T35" fmla="*/ 10 h 964"/>
                <a:gd name="T36" fmla="*/ 11 w 749"/>
                <a:gd name="T37" fmla="*/ 11 h 964"/>
                <a:gd name="T38" fmla="*/ 11 w 749"/>
                <a:gd name="T39" fmla="*/ 11 h 964"/>
                <a:gd name="T40" fmla="*/ 10 w 749"/>
                <a:gd name="T41" fmla="*/ 12 h 964"/>
                <a:gd name="T42" fmla="*/ 10 w 749"/>
                <a:gd name="T43" fmla="*/ 12 h 964"/>
                <a:gd name="T44" fmla="*/ 9 w 749"/>
                <a:gd name="T45" fmla="*/ 13 h 964"/>
                <a:gd name="T46" fmla="*/ 9 w 749"/>
                <a:gd name="T47" fmla="*/ 14 h 964"/>
                <a:gd name="T48" fmla="*/ 8 w 749"/>
                <a:gd name="T49" fmla="*/ 14 h 964"/>
                <a:gd name="T50" fmla="*/ 8 w 749"/>
                <a:gd name="T51" fmla="*/ 14 h 964"/>
                <a:gd name="T52" fmla="*/ 7 w 749"/>
                <a:gd name="T53" fmla="*/ 15 h 964"/>
                <a:gd name="T54" fmla="*/ 6 w 749"/>
                <a:gd name="T55" fmla="*/ 15 h 964"/>
                <a:gd name="T56" fmla="*/ 6 w 749"/>
                <a:gd name="T57" fmla="*/ 15 h 964"/>
                <a:gd name="T58" fmla="*/ 5 w 749"/>
                <a:gd name="T59" fmla="*/ 15 h 964"/>
                <a:gd name="T60" fmla="*/ 4 w 749"/>
                <a:gd name="T61" fmla="*/ 15 h 964"/>
                <a:gd name="T62" fmla="*/ 3 w 749"/>
                <a:gd name="T63" fmla="*/ 15 h 964"/>
                <a:gd name="T64" fmla="*/ 3 w 749"/>
                <a:gd name="T65" fmla="*/ 15 h 964"/>
                <a:gd name="T66" fmla="*/ 2 w 749"/>
                <a:gd name="T67" fmla="*/ 15 h 964"/>
                <a:gd name="T68" fmla="*/ 1 w 749"/>
                <a:gd name="T69" fmla="*/ 15 h 964"/>
                <a:gd name="T70" fmla="*/ 1 w 749"/>
                <a:gd name="T71" fmla="*/ 14 h 964"/>
                <a:gd name="T72" fmla="*/ 1 w 749"/>
                <a:gd name="T73" fmla="*/ 14 h 964"/>
                <a:gd name="T74" fmla="*/ 0 w 749"/>
                <a:gd name="T75" fmla="*/ 13 h 964"/>
                <a:gd name="T76" fmla="*/ 0 w 749"/>
                <a:gd name="T77" fmla="*/ 13 h 964"/>
                <a:gd name="T78" fmla="*/ 0 w 749"/>
                <a:gd name="T79" fmla="*/ 12 h 964"/>
                <a:gd name="T80" fmla="*/ 0 w 749"/>
                <a:gd name="T81" fmla="*/ 12 h 964"/>
                <a:gd name="T82" fmla="*/ 0 w 749"/>
                <a:gd name="T83" fmla="*/ 11 h 964"/>
                <a:gd name="T84" fmla="*/ 0 w 749"/>
                <a:gd name="T85" fmla="*/ 10 h 964"/>
                <a:gd name="T86" fmla="*/ 0 w 749"/>
                <a:gd name="T87" fmla="*/ 8 h 964"/>
                <a:gd name="T88" fmla="*/ 1 w 749"/>
                <a:gd name="T89" fmla="*/ 5 h 964"/>
                <a:gd name="T90" fmla="*/ 1 w 749"/>
                <a:gd name="T91" fmla="*/ 3 h 964"/>
                <a:gd name="T92" fmla="*/ 1 w 749"/>
                <a:gd name="T93" fmla="*/ 2 h 964"/>
                <a:gd name="T94" fmla="*/ 2 w 749"/>
                <a:gd name="T95" fmla="*/ 2 h 964"/>
                <a:gd name="T96" fmla="*/ 2 w 749"/>
                <a:gd name="T97" fmla="*/ 1 h 964"/>
                <a:gd name="T98" fmla="*/ 2 w 749"/>
                <a:gd name="T99" fmla="*/ 1 h 964"/>
                <a:gd name="T100" fmla="*/ 2 w 749"/>
                <a:gd name="T101" fmla="*/ 1 h 964"/>
                <a:gd name="T102" fmla="*/ 3 w 749"/>
                <a:gd name="T103" fmla="*/ 0 h 964"/>
                <a:gd name="T104" fmla="*/ 3 w 749"/>
                <a:gd name="T105" fmla="*/ 0 h 964"/>
                <a:gd name="T106" fmla="*/ 4 w 749"/>
                <a:gd name="T107" fmla="*/ 0 h 964"/>
                <a:gd name="T108" fmla="*/ 4 w 749"/>
                <a:gd name="T109" fmla="*/ 0 h 964"/>
                <a:gd name="T110" fmla="*/ 5 w 749"/>
                <a:gd name="T111" fmla="*/ 0 h 96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49"/>
                <a:gd name="T169" fmla="*/ 0 h 964"/>
                <a:gd name="T170" fmla="*/ 749 w 749"/>
                <a:gd name="T171" fmla="*/ 964 h 96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49" h="964">
                  <a:moveTo>
                    <a:pt x="341" y="5"/>
                  </a:moveTo>
                  <a:lnTo>
                    <a:pt x="366" y="10"/>
                  </a:lnTo>
                  <a:lnTo>
                    <a:pt x="390" y="15"/>
                  </a:lnTo>
                  <a:lnTo>
                    <a:pt x="413" y="23"/>
                  </a:lnTo>
                  <a:lnTo>
                    <a:pt x="436" y="30"/>
                  </a:lnTo>
                  <a:lnTo>
                    <a:pt x="459" y="39"/>
                  </a:lnTo>
                  <a:lnTo>
                    <a:pt x="479" y="48"/>
                  </a:lnTo>
                  <a:lnTo>
                    <a:pt x="501" y="60"/>
                  </a:lnTo>
                  <a:lnTo>
                    <a:pt x="521" y="71"/>
                  </a:lnTo>
                  <a:lnTo>
                    <a:pt x="541" y="85"/>
                  </a:lnTo>
                  <a:lnTo>
                    <a:pt x="559" y="98"/>
                  </a:lnTo>
                  <a:lnTo>
                    <a:pt x="578" y="113"/>
                  </a:lnTo>
                  <a:lnTo>
                    <a:pt x="595" y="128"/>
                  </a:lnTo>
                  <a:lnTo>
                    <a:pt x="611" y="144"/>
                  </a:lnTo>
                  <a:lnTo>
                    <a:pt x="628" y="162"/>
                  </a:lnTo>
                  <a:lnTo>
                    <a:pt x="642" y="179"/>
                  </a:lnTo>
                  <a:lnTo>
                    <a:pt x="657" y="197"/>
                  </a:lnTo>
                  <a:lnTo>
                    <a:pt x="669" y="217"/>
                  </a:lnTo>
                  <a:lnTo>
                    <a:pt x="682" y="235"/>
                  </a:lnTo>
                  <a:lnTo>
                    <a:pt x="693" y="256"/>
                  </a:lnTo>
                  <a:lnTo>
                    <a:pt x="704" y="277"/>
                  </a:lnTo>
                  <a:lnTo>
                    <a:pt x="713" y="298"/>
                  </a:lnTo>
                  <a:lnTo>
                    <a:pt x="721" y="319"/>
                  </a:lnTo>
                  <a:lnTo>
                    <a:pt x="729" y="342"/>
                  </a:lnTo>
                  <a:lnTo>
                    <a:pt x="735" y="364"/>
                  </a:lnTo>
                  <a:lnTo>
                    <a:pt x="740" y="388"/>
                  </a:lnTo>
                  <a:lnTo>
                    <a:pt x="744" y="411"/>
                  </a:lnTo>
                  <a:lnTo>
                    <a:pt x="747" y="435"/>
                  </a:lnTo>
                  <a:lnTo>
                    <a:pt x="749" y="458"/>
                  </a:lnTo>
                  <a:lnTo>
                    <a:pt x="749" y="482"/>
                  </a:lnTo>
                  <a:lnTo>
                    <a:pt x="749" y="506"/>
                  </a:lnTo>
                  <a:lnTo>
                    <a:pt x="747" y="531"/>
                  </a:lnTo>
                  <a:lnTo>
                    <a:pt x="744" y="556"/>
                  </a:lnTo>
                  <a:lnTo>
                    <a:pt x="739" y="580"/>
                  </a:lnTo>
                  <a:lnTo>
                    <a:pt x="734" y="604"/>
                  </a:lnTo>
                  <a:lnTo>
                    <a:pt x="726" y="628"/>
                  </a:lnTo>
                  <a:lnTo>
                    <a:pt x="719" y="651"/>
                  </a:lnTo>
                  <a:lnTo>
                    <a:pt x="710" y="672"/>
                  </a:lnTo>
                  <a:lnTo>
                    <a:pt x="701" y="694"/>
                  </a:lnTo>
                  <a:lnTo>
                    <a:pt x="689" y="715"/>
                  </a:lnTo>
                  <a:lnTo>
                    <a:pt x="678" y="736"/>
                  </a:lnTo>
                  <a:lnTo>
                    <a:pt x="664" y="754"/>
                  </a:lnTo>
                  <a:lnTo>
                    <a:pt x="651" y="774"/>
                  </a:lnTo>
                  <a:lnTo>
                    <a:pt x="636" y="792"/>
                  </a:lnTo>
                  <a:lnTo>
                    <a:pt x="621" y="809"/>
                  </a:lnTo>
                  <a:lnTo>
                    <a:pt x="605" y="826"/>
                  </a:lnTo>
                  <a:lnTo>
                    <a:pt x="587" y="842"/>
                  </a:lnTo>
                  <a:lnTo>
                    <a:pt x="570" y="857"/>
                  </a:lnTo>
                  <a:lnTo>
                    <a:pt x="552" y="871"/>
                  </a:lnTo>
                  <a:lnTo>
                    <a:pt x="532" y="884"/>
                  </a:lnTo>
                  <a:lnTo>
                    <a:pt x="514" y="897"/>
                  </a:lnTo>
                  <a:lnTo>
                    <a:pt x="493" y="908"/>
                  </a:lnTo>
                  <a:lnTo>
                    <a:pt x="472" y="918"/>
                  </a:lnTo>
                  <a:lnTo>
                    <a:pt x="451" y="928"/>
                  </a:lnTo>
                  <a:lnTo>
                    <a:pt x="430" y="936"/>
                  </a:lnTo>
                  <a:lnTo>
                    <a:pt x="407" y="943"/>
                  </a:lnTo>
                  <a:lnTo>
                    <a:pt x="385" y="949"/>
                  </a:lnTo>
                  <a:lnTo>
                    <a:pt x="362" y="955"/>
                  </a:lnTo>
                  <a:lnTo>
                    <a:pt x="338" y="959"/>
                  </a:lnTo>
                  <a:lnTo>
                    <a:pt x="314" y="961"/>
                  </a:lnTo>
                  <a:lnTo>
                    <a:pt x="291" y="963"/>
                  </a:lnTo>
                  <a:lnTo>
                    <a:pt x="267" y="964"/>
                  </a:lnTo>
                  <a:lnTo>
                    <a:pt x="243" y="963"/>
                  </a:lnTo>
                  <a:lnTo>
                    <a:pt x="218" y="961"/>
                  </a:lnTo>
                  <a:lnTo>
                    <a:pt x="193" y="958"/>
                  </a:lnTo>
                  <a:lnTo>
                    <a:pt x="170" y="954"/>
                  </a:lnTo>
                  <a:lnTo>
                    <a:pt x="148" y="948"/>
                  </a:lnTo>
                  <a:lnTo>
                    <a:pt x="128" y="941"/>
                  </a:lnTo>
                  <a:lnTo>
                    <a:pt x="110" y="934"/>
                  </a:lnTo>
                  <a:lnTo>
                    <a:pt x="93" y="925"/>
                  </a:lnTo>
                  <a:lnTo>
                    <a:pt x="78" y="915"/>
                  </a:lnTo>
                  <a:lnTo>
                    <a:pt x="64" y="905"/>
                  </a:lnTo>
                  <a:lnTo>
                    <a:pt x="53" y="893"/>
                  </a:lnTo>
                  <a:lnTo>
                    <a:pt x="43" y="881"/>
                  </a:lnTo>
                  <a:lnTo>
                    <a:pt x="33" y="867"/>
                  </a:lnTo>
                  <a:lnTo>
                    <a:pt x="25" y="853"/>
                  </a:lnTo>
                  <a:lnTo>
                    <a:pt x="19" y="838"/>
                  </a:lnTo>
                  <a:lnTo>
                    <a:pt x="12" y="823"/>
                  </a:lnTo>
                  <a:lnTo>
                    <a:pt x="8" y="806"/>
                  </a:lnTo>
                  <a:lnTo>
                    <a:pt x="5" y="789"/>
                  </a:lnTo>
                  <a:lnTo>
                    <a:pt x="2" y="771"/>
                  </a:lnTo>
                  <a:lnTo>
                    <a:pt x="1" y="752"/>
                  </a:lnTo>
                  <a:lnTo>
                    <a:pt x="0" y="733"/>
                  </a:lnTo>
                  <a:lnTo>
                    <a:pt x="0" y="713"/>
                  </a:lnTo>
                  <a:lnTo>
                    <a:pt x="1" y="693"/>
                  </a:lnTo>
                  <a:lnTo>
                    <a:pt x="4" y="651"/>
                  </a:lnTo>
                  <a:lnTo>
                    <a:pt x="9" y="607"/>
                  </a:lnTo>
                  <a:lnTo>
                    <a:pt x="24" y="515"/>
                  </a:lnTo>
                  <a:lnTo>
                    <a:pt x="39" y="417"/>
                  </a:lnTo>
                  <a:lnTo>
                    <a:pt x="53" y="323"/>
                  </a:lnTo>
                  <a:lnTo>
                    <a:pt x="66" y="236"/>
                  </a:lnTo>
                  <a:lnTo>
                    <a:pt x="75" y="197"/>
                  </a:lnTo>
                  <a:lnTo>
                    <a:pt x="84" y="161"/>
                  </a:lnTo>
                  <a:lnTo>
                    <a:pt x="88" y="143"/>
                  </a:lnTo>
                  <a:lnTo>
                    <a:pt x="94" y="127"/>
                  </a:lnTo>
                  <a:lnTo>
                    <a:pt x="101" y="112"/>
                  </a:lnTo>
                  <a:lnTo>
                    <a:pt x="107" y="97"/>
                  </a:lnTo>
                  <a:lnTo>
                    <a:pt x="114" y="84"/>
                  </a:lnTo>
                  <a:lnTo>
                    <a:pt x="122" y="71"/>
                  </a:lnTo>
                  <a:lnTo>
                    <a:pt x="132" y="59"/>
                  </a:lnTo>
                  <a:lnTo>
                    <a:pt x="141" y="48"/>
                  </a:lnTo>
                  <a:lnTo>
                    <a:pt x="152" y="38"/>
                  </a:lnTo>
                  <a:lnTo>
                    <a:pt x="163" y="30"/>
                  </a:lnTo>
                  <a:lnTo>
                    <a:pt x="175" y="23"/>
                  </a:lnTo>
                  <a:lnTo>
                    <a:pt x="189" y="15"/>
                  </a:lnTo>
                  <a:lnTo>
                    <a:pt x="203" y="10"/>
                  </a:lnTo>
                  <a:lnTo>
                    <a:pt x="220" y="6"/>
                  </a:lnTo>
                  <a:lnTo>
                    <a:pt x="237" y="3"/>
                  </a:lnTo>
                  <a:lnTo>
                    <a:pt x="255" y="1"/>
                  </a:lnTo>
                  <a:lnTo>
                    <a:pt x="274" y="0"/>
                  </a:lnTo>
                  <a:lnTo>
                    <a:pt x="296" y="1"/>
                  </a:lnTo>
                  <a:lnTo>
                    <a:pt x="318" y="2"/>
                  </a:lnTo>
                  <a:lnTo>
                    <a:pt x="341" y="5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1" name="Freeform 346"/>
            <p:cNvSpPr>
              <a:spLocks/>
            </p:cNvSpPr>
            <p:nvPr/>
          </p:nvSpPr>
          <p:spPr bwMode="auto">
            <a:xfrm>
              <a:off x="803" y="2931"/>
              <a:ext cx="93" cy="121"/>
            </a:xfrm>
            <a:custGeom>
              <a:avLst/>
              <a:gdLst>
                <a:gd name="T0" fmla="*/ 6 w 749"/>
                <a:gd name="T1" fmla="*/ 0 h 964"/>
                <a:gd name="T2" fmla="*/ 6 w 749"/>
                <a:gd name="T3" fmla="*/ 0 h 964"/>
                <a:gd name="T4" fmla="*/ 7 w 749"/>
                <a:gd name="T5" fmla="*/ 1 h 964"/>
                <a:gd name="T6" fmla="*/ 8 w 749"/>
                <a:gd name="T7" fmla="*/ 1 h 964"/>
                <a:gd name="T8" fmla="*/ 8 w 749"/>
                <a:gd name="T9" fmla="*/ 1 h 964"/>
                <a:gd name="T10" fmla="*/ 9 w 749"/>
                <a:gd name="T11" fmla="*/ 2 h 964"/>
                <a:gd name="T12" fmla="*/ 9 w 749"/>
                <a:gd name="T13" fmla="*/ 2 h 964"/>
                <a:gd name="T14" fmla="*/ 10 w 749"/>
                <a:gd name="T15" fmla="*/ 3 h 964"/>
                <a:gd name="T16" fmla="*/ 10 w 749"/>
                <a:gd name="T17" fmla="*/ 3 h 964"/>
                <a:gd name="T18" fmla="*/ 11 w 749"/>
                <a:gd name="T19" fmla="*/ 4 h 964"/>
                <a:gd name="T20" fmla="*/ 11 w 749"/>
                <a:gd name="T21" fmla="*/ 5 h 964"/>
                <a:gd name="T22" fmla="*/ 11 w 749"/>
                <a:gd name="T23" fmla="*/ 5 h 964"/>
                <a:gd name="T24" fmla="*/ 11 w 749"/>
                <a:gd name="T25" fmla="*/ 6 h 964"/>
                <a:gd name="T26" fmla="*/ 12 w 749"/>
                <a:gd name="T27" fmla="*/ 7 h 964"/>
                <a:gd name="T28" fmla="*/ 12 w 749"/>
                <a:gd name="T29" fmla="*/ 8 h 964"/>
                <a:gd name="T30" fmla="*/ 12 w 749"/>
                <a:gd name="T31" fmla="*/ 8 h 964"/>
                <a:gd name="T32" fmla="*/ 11 w 749"/>
                <a:gd name="T33" fmla="*/ 9 h 964"/>
                <a:gd name="T34" fmla="*/ 11 w 749"/>
                <a:gd name="T35" fmla="*/ 10 h 964"/>
                <a:gd name="T36" fmla="*/ 11 w 749"/>
                <a:gd name="T37" fmla="*/ 11 h 964"/>
                <a:gd name="T38" fmla="*/ 11 w 749"/>
                <a:gd name="T39" fmla="*/ 11 h 964"/>
                <a:gd name="T40" fmla="*/ 10 w 749"/>
                <a:gd name="T41" fmla="*/ 12 h 964"/>
                <a:gd name="T42" fmla="*/ 10 w 749"/>
                <a:gd name="T43" fmla="*/ 12 h 964"/>
                <a:gd name="T44" fmla="*/ 9 w 749"/>
                <a:gd name="T45" fmla="*/ 13 h 964"/>
                <a:gd name="T46" fmla="*/ 9 w 749"/>
                <a:gd name="T47" fmla="*/ 14 h 964"/>
                <a:gd name="T48" fmla="*/ 8 w 749"/>
                <a:gd name="T49" fmla="*/ 14 h 964"/>
                <a:gd name="T50" fmla="*/ 8 w 749"/>
                <a:gd name="T51" fmla="*/ 14 h 964"/>
                <a:gd name="T52" fmla="*/ 7 w 749"/>
                <a:gd name="T53" fmla="*/ 15 h 964"/>
                <a:gd name="T54" fmla="*/ 6 w 749"/>
                <a:gd name="T55" fmla="*/ 15 h 964"/>
                <a:gd name="T56" fmla="*/ 6 w 749"/>
                <a:gd name="T57" fmla="*/ 15 h 964"/>
                <a:gd name="T58" fmla="*/ 5 w 749"/>
                <a:gd name="T59" fmla="*/ 15 h 964"/>
                <a:gd name="T60" fmla="*/ 4 w 749"/>
                <a:gd name="T61" fmla="*/ 15 h 964"/>
                <a:gd name="T62" fmla="*/ 3 w 749"/>
                <a:gd name="T63" fmla="*/ 15 h 964"/>
                <a:gd name="T64" fmla="*/ 3 w 749"/>
                <a:gd name="T65" fmla="*/ 15 h 964"/>
                <a:gd name="T66" fmla="*/ 2 w 749"/>
                <a:gd name="T67" fmla="*/ 15 h 964"/>
                <a:gd name="T68" fmla="*/ 1 w 749"/>
                <a:gd name="T69" fmla="*/ 15 h 964"/>
                <a:gd name="T70" fmla="*/ 1 w 749"/>
                <a:gd name="T71" fmla="*/ 14 h 964"/>
                <a:gd name="T72" fmla="*/ 1 w 749"/>
                <a:gd name="T73" fmla="*/ 14 h 964"/>
                <a:gd name="T74" fmla="*/ 0 w 749"/>
                <a:gd name="T75" fmla="*/ 13 h 964"/>
                <a:gd name="T76" fmla="*/ 0 w 749"/>
                <a:gd name="T77" fmla="*/ 13 h 964"/>
                <a:gd name="T78" fmla="*/ 0 w 749"/>
                <a:gd name="T79" fmla="*/ 12 h 964"/>
                <a:gd name="T80" fmla="*/ 0 w 749"/>
                <a:gd name="T81" fmla="*/ 12 h 964"/>
                <a:gd name="T82" fmla="*/ 0 w 749"/>
                <a:gd name="T83" fmla="*/ 11 h 964"/>
                <a:gd name="T84" fmla="*/ 0 w 749"/>
                <a:gd name="T85" fmla="*/ 10 h 964"/>
                <a:gd name="T86" fmla="*/ 0 w 749"/>
                <a:gd name="T87" fmla="*/ 8 h 964"/>
                <a:gd name="T88" fmla="*/ 1 w 749"/>
                <a:gd name="T89" fmla="*/ 5 h 964"/>
                <a:gd name="T90" fmla="*/ 1 w 749"/>
                <a:gd name="T91" fmla="*/ 3 h 964"/>
                <a:gd name="T92" fmla="*/ 1 w 749"/>
                <a:gd name="T93" fmla="*/ 2 h 964"/>
                <a:gd name="T94" fmla="*/ 2 w 749"/>
                <a:gd name="T95" fmla="*/ 2 h 964"/>
                <a:gd name="T96" fmla="*/ 2 w 749"/>
                <a:gd name="T97" fmla="*/ 1 h 964"/>
                <a:gd name="T98" fmla="*/ 2 w 749"/>
                <a:gd name="T99" fmla="*/ 1 h 964"/>
                <a:gd name="T100" fmla="*/ 2 w 749"/>
                <a:gd name="T101" fmla="*/ 1 h 964"/>
                <a:gd name="T102" fmla="*/ 3 w 749"/>
                <a:gd name="T103" fmla="*/ 0 h 964"/>
                <a:gd name="T104" fmla="*/ 3 w 749"/>
                <a:gd name="T105" fmla="*/ 0 h 964"/>
                <a:gd name="T106" fmla="*/ 4 w 749"/>
                <a:gd name="T107" fmla="*/ 0 h 964"/>
                <a:gd name="T108" fmla="*/ 4 w 749"/>
                <a:gd name="T109" fmla="*/ 0 h 964"/>
                <a:gd name="T110" fmla="*/ 5 w 749"/>
                <a:gd name="T111" fmla="*/ 0 h 96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49"/>
                <a:gd name="T169" fmla="*/ 0 h 964"/>
                <a:gd name="T170" fmla="*/ 749 w 749"/>
                <a:gd name="T171" fmla="*/ 964 h 96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49" h="964">
                  <a:moveTo>
                    <a:pt x="341" y="5"/>
                  </a:moveTo>
                  <a:lnTo>
                    <a:pt x="366" y="10"/>
                  </a:lnTo>
                  <a:lnTo>
                    <a:pt x="390" y="15"/>
                  </a:lnTo>
                  <a:lnTo>
                    <a:pt x="413" y="23"/>
                  </a:lnTo>
                  <a:lnTo>
                    <a:pt x="436" y="30"/>
                  </a:lnTo>
                  <a:lnTo>
                    <a:pt x="459" y="39"/>
                  </a:lnTo>
                  <a:lnTo>
                    <a:pt x="479" y="48"/>
                  </a:lnTo>
                  <a:lnTo>
                    <a:pt x="501" y="60"/>
                  </a:lnTo>
                  <a:lnTo>
                    <a:pt x="521" y="71"/>
                  </a:lnTo>
                  <a:lnTo>
                    <a:pt x="541" y="85"/>
                  </a:lnTo>
                  <a:lnTo>
                    <a:pt x="559" y="98"/>
                  </a:lnTo>
                  <a:lnTo>
                    <a:pt x="578" y="113"/>
                  </a:lnTo>
                  <a:lnTo>
                    <a:pt x="595" y="128"/>
                  </a:lnTo>
                  <a:lnTo>
                    <a:pt x="611" y="144"/>
                  </a:lnTo>
                  <a:lnTo>
                    <a:pt x="628" y="162"/>
                  </a:lnTo>
                  <a:lnTo>
                    <a:pt x="642" y="179"/>
                  </a:lnTo>
                  <a:lnTo>
                    <a:pt x="657" y="197"/>
                  </a:lnTo>
                  <a:lnTo>
                    <a:pt x="669" y="217"/>
                  </a:lnTo>
                  <a:lnTo>
                    <a:pt x="682" y="235"/>
                  </a:lnTo>
                  <a:lnTo>
                    <a:pt x="693" y="256"/>
                  </a:lnTo>
                  <a:lnTo>
                    <a:pt x="704" y="277"/>
                  </a:lnTo>
                  <a:lnTo>
                    <a:pt x="713" y="298"/>
                  </a:lnTo>
                  <a:lnTo>
                    <a:pt x="721" y="319"/>
                  </a:lnTo>
                  <a:lnTo>
                    <a:pt x="729" y="342"/>
                  </a:lnTo>
                  <a:lnTo>
                    <a:pt x="735" y="364"/>
                  </a:lnTo>
                  <a:lnTo>
                    <a:pt x="740" y="388"/>
                  </a:lnTo>
                  <a:lnTo>
                    <a:pt x="744" y="411"/>
                  </a:lnTo>
                  <a:lnTo>
                    <a:pt x="747" y="435"/>
                  </a:lnTo>
                  <a:lnTo>
                    <a:pt x="749" y="458"/>
                  </a:lnTo>
                  <a:lnTo>
                    <a:pt x="749" y="482"/>
                  </a:lnTo>
                  <a:lnTo>
                    <a:pt x="749" y="506"/>
                  </a:lnTo>
                  <a:lnTo>
                    <a:pt x="747" y="531"/>
                  </a:lnTo>
                  <a:lnTo>
                    <a:pt x="744" y="556"/>
                  </a:lnTo>
                  <a:lnTo>
                    <a:pt x="739" y="580"/>
                  </a:lnTo>
                  <a:lnTo>
                    <a:pt x="734" y="604"/>
                  </a:lnTo>
                  <a:lnTo>
                    <a:pt x="726" y="628"/>
                  </a:lnTo>
                  <a:lnTo>
                    <a:pt x="719" y="651"/>
                  </a:lnTo>
                  <a:lnTo>
                    <a:pt x="710" y="672"/>
                  </a:lnTo>
                  <a:lnTo>
                    <a:pt x="701" y="694"/>
                  </a:lnTo>
                  <a:lnTo>
                    <a:pt x="689" y="715"/>
                  </a:lnTo>
                  <a:lnTo>
                    <a:pt x="678" y="736"/>
                  </a:lnTo>
                  <a:lnTo>
                    <a:pt x="664" y="754"/>
                  </a:lnTo>
                  <a:lnTo>
                    <a:pt x="651" y="774"/>
                  </a:lnTo>
                  <a:lnTo>
                    <a:pt x="636" y="792"/>
                  </a:lnTo>
                  <a:lnTo>
                    <a:pt x="621" y="809"/>
                  </a:lnTo>
                  <a:lnTo>
                    <a:pt x="605" y="826"/>
                  </a:lnTo>
                  <a:lnTo>
                    <a:pt x="587" y="842"/>
                  </a:lnTo>
                  <a:lnTo>
                    <a:pt x="570" y="857"/>
                  </a:lnTo>
                  <a:lnTo>
                    <a:pt x="552" y="871"/>
                  </a:lnTo>
                  <a:lnTo>
                    <a:pt x="532" y="884"/>
                  </a:lnTo>
                  <a:lnTo>
                    <a:pt x="514" y="897"/>
                  </a:lnTo>
                  <a:lnTo>
                    <a:pt x="493" y="908"/>
                  </a:lnTo>
                  <a:lnTo>
                    <a:pt x="472" y="918"/>
                  </a:lnTo>
                  <a:lnTo>
                    <a:pt x="451" y="928"/>
                  </a:lnTo>
                  <a:lnTo>
                    <a:pt x="430" y="936"/>
                  </a:lnTo>
                  <a:lnTo>
                    <a:pt x="407" y="943"/>
                  </a:lnTo>
                  <a:lnTo>
                    <a:pt x="385" y="949"/>
                  </a:lnTo>
                  <a:lnTo>
                    <a:pt x="362" y="955"/>
                  </a:lnTo>
                  <a:lnTo>
                    <a:pt x="338" y="959"/>
                  </a:lnTo>
                  <a:lnTo>
                    <a:pt x="314" y="961"/>
                  </a:lnTo>
                  <a:lnTo>
                    <a:pt x="291" y="963"/>
                  </a:lnTo>
                  <a:lnTo>
                    <a:pt x="267" y="964"/>
                  </a:lnTo>
                  <a:lnTo>
                    <a:pt x="243" y="963"/>
                  </a:lnTo>
                  <a:lnTo>
                    <a:pt x="218" y="961"/>
                  </a:lnTo>
                  <a:lnTo>
                    <a:pt x="193" y="958"/>
                  </a:lnTo>
                  <a:lnTo>
                    <a:pt x="170" y="954"/>
                  </a:lnTo>
                  <a:lnTo>
                    <a:pt x="148" y="948"/>
                  </a:lnTo>
                  <a:lnTo>
                    <a:pt x="128" y="941"/>
                  </a:lnTo>
                  <a:lnTo>
                    <a:pt x="110" y="934"/>
                  </a:lnTo>
                  <a:lnTo>
                    <a:pt x="93" y="925"/>
                  </a:lnTo>
                  <a:lnTo>
                    <a:pt x="78" y="915"/>
                  </a:lnTo>
                  <a:lnTo>
                    <a:pt x="64" y="905"/>
                  </a:lnTo>
                  <a:lnTo>
                    <a:pt x="53" y="893"/>
                  </a:lnTo>
                  <a:lnTo>
                    <a:pt x="43" y="881"/>
                  </a:lnTo>
                  <a:lnTo>
                    <a:pt x="33" y="867"/>
                  </a:lnTo>
                  <a:lnTo>
                    <a:pt x="25" y="853"/>
                  </a:lnTo>
                  <a:lnTo>
                    <a:pt x="19" y="838"/>
                  </a:lnTo>
                  <a:lnTo>
                    <a:pt x="12" y="823"/>
                  </a:lnTo>
                  <a:lnTo>
                    <a:pt x="8" y="806"/>
                  </a:lnTo>
                  <a:lnTo>
                    <a:pt x="5" y="789"/>
                  </a:lnTo>
                  <a:lnTo>
                    <a:pt x="2" y="771"/>
                  </a:lnTo>
                  <a:lnTo>
                    <a:pt x="1" y="752"/>
                  </a:lnTo>
                  <a:lnTo>
                    <a:pt x="0" y="733"/>
                  </a:lnTo>
                  <a:lnTo>
                    <a:pt x="0" y="713"/>
                  </a:lnTo>
                  <a:lnTo>
                    <a:pt x="1" y="693"/>
                  </a:lnTo>
                  <a:lnTo>
                    <a:pt x="4" y="651"/>
                  </a:lnTo>
                  <a:lnTo>
                    <a:pt x="9" y="607"/>
                  </a:lnTo>
                  <a:lnTo>
                    <a:pt x="24" y="515"/>
                  </a:lnTo>
                  <a:lnTo>
                    <a:pt x="39" y="417"/>
                  </a:lnTo>
                  <a:lnTo>
                    <a:pt x="53" y="323"/>
                  </a:lnTo>
                  <a:lnTo>
                    <a:pt x="66" y="236"/>
                  </a:lnTo>
                  <a:lnTo>
                    <a:pt x="75" y="197"/>
                  </a:lnTo>
                  <a:lnTo>
                    <a:pt x="84" y="161"/>
                  </a:lnTo>
                  <a:lnTo>
                    <a:pt x="88" y="143"/>
                  </a:lnTo>
                  <a:lnTo>
                    <a:pt x="94" y="127"/>
                  </a:lnTo>
                  <a:lnTo>
                    <a:pt x="101" y="112"/>
                  </a:lnTo>
                  <a:lnTo>
                    <a:pt x="107" y="97"/>
                  </a:lnTo>
                  <a:lnTo>
                    <a:pt x="114" y="84"/>
                  </a:lnTo>
                  <a:lnTo>
                    <a:pt x="122" y="71"/>
                  </a:lnTo>
                  <a:lnTo>
                    <a:pt x="132" y="59"/>
                  </a:lnTo>
                  <a:lnTo>
                    <a:pt x="141" y="48"/>
                  </a:lnTo>
                  <a:lnTo>
                    <a:pt x="152" y="38"/>
                  </a:lnTo>
                  <a:lnTo>
                    <a:pt x="163" y="30"/>
                  </a:lnTo>
                  <a:lnTo>
                    <a:pt x="175" y="23"/>
                  </a:lnTo>
                  <a:lnTo>
                    <a:pt x="189" y="15"/>
                  </a:lnTo>
                  <a:lnTo>
                    <a:pt x="203" y="10"/>
                  </a:lnTo>
                  <a:lnTo>
                    <a:pt x="220" y="6"/>
                  </a:lnTo>
                  <a:lnTo>
                    <a:pt x="237" y="3"/>
                  </a:lnTo>
                  <a:lnTo>
                    <a:pt x="255" y="1"/>
                  </a:lnTo>
                  <a:lnTo>
                    <a:pt x="274" y="0"/>
                  </a:lnTo>
                  <a:lnTo>
                    <a:pt x="296" y="1"/>
                  </a:lnTo>
                  <a:lnTo>
                    <a:pt x="318" y="2"/>
                  </a:lnTo>
                  <a:lnTo>
                    <a:pt x="341" y="5"/>
                  </a:lnTo>
                  <a:close/>
                </a:path>
              </a:pathLst>
            </a:custGeom>
            <a:noFill/>
            <a:ln w="10">
              <a:solidFill>
                <a:srgbClr val="EF7F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2" name="Freeform 347"/>
            <p:cNvSpPr>
              <a:spLocks/>
            </p:cNvSpPr>
            <p:nvPr/>
          </p:nvSpPr>
          <p:spPr bwMode="auto">
            <a:xfrm>
              <a:off x="1155" y="1864"/>
              <a:ext cx="99" cy="120"/>
            </a:xfrm>
            <a:custGeom>
              <a:avLst/>
              <a:gdLst>
                <a:gd name="T0" fmla="*/ 3 w 791"/>
                <a:gd name="T1" fmla="*/ 0 h 958"/>
                <a:gd name="T2" fmla="*/ 3 w 791"/>
                <a:gd name="T3" fmla="*/ 0 h 958"/>
                <a:gd name="T4" fmla="*/ 4 w 791"/>
                <a:gd name="T5" fmla="*/ 0 h 958"/>
                <a:gd name="T6" fmla="*/ 5 w 791"/>
                <a:gd name="T7" fmla="*/ 0 h 958"/>
                <a:gd name="T8" fmla="*/ 6 w 791"/>
                <a:gd name="T9" fmla="*/ 0 h 958"/>
                <a:gd name="T10" fmla="*/ 6 w 791"/>
                <a:gd name="T11" fmla="*/ 0 h 958"/>
                <a:gd name="T12" fmla="*/ 7 w 791"/>
                <a:gd name="T13" fmla="*/ 0 h 958"/>
                <a:gd name="T14" fmla="*/ 8 w 791"/>
                <a:gd name="T15" fmla="*/ 1 h 958"/>
                <a:gd name="T16" fmla="*/ 8 w 791"/>
                <a:gd name="T17" fmla="*/ 1 h 958"/>
                <a:gd name="T18" fmla="*/ 9 w 791"/>
                <a:gd name="T19" fmla="*/ 1 h 958"/>
                <a:gd name="T20" fmla="*/ 10 w 791"/>
                <a:gd name="T21" fmla="*/ 2 h 958"/>
                <a:gd name="T22" fmla="*/ 10 w 791"/>
                <a:gd name="T23" fmla="*/ 2 h 958"/>
                <a:gd name="T24" fmla="*/ 11 w 791"/>
                <a:gd name="T25" fmla="*/ 3 h 958"/>
                <a:gd name="T26" fmla="*/ 11 w 791"/>
                <a:gd name="T27" fmla="*/ 3 h 958"/>
                <a:gd name="T28" fmla="*/ 12 w 791"/>
                <a:gd name="T29" fmla="*/ 4 h 958"/>
                <a:gd name="T30" fmla="*/ 12 w 791"/>
                <a:gd name="T31" fmla="*/ 5 h 958"/>
                <a:gd name="T32" fmla="*/ 12 w 791"/>
                <a:gd name="T33" fmla="*/ 5 h 958"/>
                <a:gd name="T34" fmla="*/ 12 w 791"/>
                <a:gd name="T35" fmla="*/ 6 h 958"/>
                <a:gd name="T36" fmla="*/ 12 w 791"/>
                <a:gd name="T37" fmla="*/ 7 h 958"/>
                <a:gd name="T38" fmla="*/ 12 w 791"/>
                <a:gd name="T39" fmla="*/ 8 h 958"/>
                <a:gd name="T40" fmla="*/ 12 w 791"/>
                <a:gd name="T41" fmla="*/ 8 h 958"/>
                <a:gd name="T42" fmla="*/ 12 w 791"/>
                <a:gd name="T43" fmla="*/ 9 h 958"/>
                <a:gd name="T44" fmla="*/ 12 w 791"/>
                <a:gd name="T45" fmla="*/ 10 h 958"/>
                <a:gd name="T46" fmla="*/ 12 w 791"/>
                <a:gd name="T47" fmla="*/ 11 h 958"/>
                <a:gd name="T48" fmla="*/ 12 w 791"/>
                <a:gd name="T49" fmla="*/ 11 h 958"/>
                <a:gd name="T50" fmla="*/ 11 w 791"/>
                <a:gd name="T51" fmla="*/ 12 h 958"/>
                <a:gd name="T52" fmla="*/ 11 w 791"/>
                <a:gd name="T53" fmla="*/ 12 h 958"/>
                <a:gd name="T54" fmla="*/ 10 w 791"/>
                <a:gd name="T55" fmla="*/ 13 h 958"/>
                <a:gd name="T56" fmla="*/ 10 w 791"/>
                <a:gd name="T57" fmla="*/ 13 h 958"/>
                <a:gd name="T58" fmla="*/ 9 w 791"/>
                <a:gd name="T59" fmla="*/ 14 h 958"/>
                <a:gd name="T60" fmla="*/ 9 w 791"/>
                <a:gd name="T61" fmla="*/ 14 h 958"/>
                <a:gd name="T62" fmla="*/ 8 w 791"/>
                <a:gd name="T63" fmla="*/ 15 h 958"/>
                <a:gd name="T64" fmla="*/ 7 w 791"/>
                <a:gd name="T65" fmla="*/ 15 h 958"/>
                <a:gd name="T66" fmla="*/ 6 w 791"/>
                <a:gd name="T67" fmla="*/ 15 h 958"/>
                <a:gd name="T68" fmla="*/ 6 w 791"/>
                <a:gd name="T69" fmla="*/ 15 h 958"/>
                <a:gd name="T70" fmla="*/ 5 w 791"/>
                <a:gd name="T71" fmla="*/ 15 h 958"/>
                <a:gd name="T72" fmla="*/ 5 w 791"/>
                <a:gd name="T73" fmla="*/ 15 h 958"/>
                <a:gd name="T74" fmla="*/ 4 w 791"/>
                <a:gd name="T75" fmla="*/ 15 h 958"/>
                <a:gd name="T76" fmla="*/ 4 w 791"/>
                <a:gd name="T77" fmla="*/ 14 h 958"/>
                <a:gd name="T78" fmla="*/ 4 w 791"/>
                <a:gd name="T79" fmla="*/ 14 h 958"/>
                <a:gd name="T80" fmla="*/ 3 w 791"/>
                <a:gd name="T81" fmla="*/ 14 h 958"/>
                <a:gd name="T82" fmla="*/ 3 w 791"/>
                <a:gd name="T83" fmla="*/ 13 h 958"/>
                <a:gd name="T84" fmla="*/ 3 w 791"/>
                <a:gd name="T85" fmla="*/ 13 h 958"/>
                <a:gd name="T86" fmla="*/ 2 w 791"/>
                <a:gd name="T87" fmla="*/ 12 h 958"/>
                <a:gd name="T88" fmla="*/ 2 w 791"/>
                <a:gd name="T89" fmla="*/ 11 h 958"/>
                <a:gd name="T90" fmla="*/ 1 w 791"/>
                <a:gd name="T91" fmla="*/ 10 h 958"/>
                <a:gd name="T92" fmla="*/ 1 w 791"/>
                <a:gd name="T93" fmla="*/ 9 h 958"/>
                <a:gd name="T94" fmla="*/ 0 w 791"/>
                <a:gd name="T95" fmla="*/ 7 h 958"/>
                <a:gd name="T96" fmla="*/ 0 w 791"/>
                <a:gd name="T97" fmla="*/ 6 h 958"/>
                <a:gd name="T98" fmla="*/ 0 w 791"/>
                <a:gd name="T99" fmla="*/ 5 h 958"/>
                <a:gd name="T100" fmla="*/ 0 w 791"/>
                <a:gd name="T101" fmla="*/ 5 h 958"/>
                <a:gd name="T102" fmla="*/ 0 w 791"/>
                <a:gd name="T103" fmla="*/ 4 h 958"/>
                <a:gd name="T104" fmla="*/ 0 w 791"/>
                <a:gd name="T105" fmla="*/ 3 h 958"/>
                <a:gd name="T106" fmla="*/ 0 w 791"/>
                <a:gd name="T107" fmla="*/ 3 h 958"/>
                <a:gd name="T108" fmla="*/ 1 w 791"/>
                <a:gd name="T109" fmla="*/ 2 h 958"/>
                <a:gd name="T110" fmla="*/ 1 w 791"/>
                <a:gd name="T111" fmla="*/ 1 h 958"/>
                <a:gd name="T112" fmla="*/ 1 w 791"/>
                <a:gd name="T113" fmla="*/ 1 h 958"/>
                <a:gd name="T114" fmla="*/ 2 w 791"/>
                <a:gd name="T115" fmla="*/ 1 h 95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791"/>
                <a:gd name="T175" fmla="*/ 0 h 958"/>
                <a:gd name="T176" fmla="*/ 791 w 791"/>
                <a:gd name="T177" fmla="*/ 958 h 958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791" h="958">
                  <a:moveTo>
                    <a:pt x="146" y="29"/>
                  </a:moveTo>
                  <a:lnTo>
                    <a:pt x="170" y="21"/>
                  </a:lnTo>
                  <a:lnTo>
                    <a:pt x="194" y="15"/>
                  </a:lnTo>
                  <a:lnTo>
                    <a:pt x="218" y="10"/>
                  </a:lnTo>
                  <a:lnTo>
                    <a:pt x="241" y="5"/>
                  </a:lnTo>
                  <a:lnTo>
                    <a:pt x="265" y="2"/>
                  </a:lnTo>
                  <a:lnTo>
                    <a:pt x="288" y="1"/>
                  </a:lnTo>
                  <a:lnTo>
                    <a:pt x="312" y="0"/>
                  </a:lnTo>
                  <a:lnTo>
                    <a:pt x="336" y="1"/>
                  </a:lnTo>
                  <a:lnTo>
                    <a:pt x="359" y="3"/>
                  </a:lnTo>
                  <a:lnTo>
                    <a:pt x="383" y="7"/>
                  </a:lnTo>
                  <a:lnTo>
                    <a:pt x="405" y="11"/>
                  </a:lnTo>
                  <a:lnTo>
                    <a:pt x="428" y="16"/>
                  </a:lnTo>
                  <a:lnTo>
                    <a:pt x="450" y="22"/>
                  </a:lnTo>
                  <a:lnTo>
                    <a:pt x="472" y="29"/>
                  </a:lnTo>
                  <a:lnTo>
                    <a:pt x="494" y="38"/>
                  </a:lnTo>
                  <a:lnTo>
                    <a:pt x="514" y="47"/>
                  </a:lnTo>
                  <a:lnTo>
                    <a:pt x="535" y="57"/>
                  </a:lnTo>
                  <a:lnTo>
                    <a:pt x="556" y="69"/>
                  </a:lnTo>
                  <a:lnTo>
                    <a:pt x="576" y="80"/>
                  </a:lnTo>
                  <a:lnTo>
                    <a:pt x="594" y="94"/>
                  </a:lnTo>
                  <a:lnTo>
                    <a:pt x="613" y="108"/>
                  </a:lnTo>
                  <a:lnTo>
                    <a:pt x="631" y="123"/>
                  </a:lnTo>
                  <a:lnTo>
                    <a:pt x="647" y="139"/>
                  </a:lnTo>
                  <a:lnTo>
                    <a:pt x="664" y="156"/>
                  </a:lnTo>
                  <a:lnTo>
                    <a:pt x="679" y="174"/>
                  </a:lnTo>
                  <a:lnTo>
                    <a:pt x="694" y="192"/>
                  </a:lnTo>
                  <a:lnTo>
                    <a:pt x="708" y="211"/>
                  </a:lnTo>
                  <a:lnTo>
                    <a:pt x="721" y="232"/>
                  </a:lnTo>
                  <a:lnTo>
                    <a:pt x="733" y="253"/>
                  </a:lnTo>
                  <a:lnTo>
                    <a:pt x="744" y="274"/>
                  </a:lnTo>
                  <a:lnTo>
                    <a:pt x="754" y="296"/>
                  </a:lnTo>
                  <a:lnTo>
                    <a:pt x="763" y="319"/>
                  </a:lnTo>
                  <a:lnTo>
                    <a:pt x="771" y="343"/>
                  </a:lnTo>
                  <a:lnTo>
                    <a:pt x="777" y="367"/>
                  </a:lnTo>
                  <a:lnTo>
                    <a:pt x="783" y="391"/>
                  </a:lnTo>
                  <a:lnTo>
                    <a:pt x="787" y="414"/>
                  </a:lnTo>
                  <a:lnTo>
                    <a:pt x="789" y="437"/>
                  </a:lnTo>
                  <a:lnTo>
                    <a:pt x="791" y="461"/>
                  </a:lnTo>
                  <a:lnTo>
                    <a:pt x="791" y="485"/>
                  </a:lnTo>
                  <a:lnTo>
                    <a:pt x="791" y="509"/>
                  </a:lnTo>
                  <a:lnTo>
                    <a:pt x="789" y="532"/>
                  </a:lnTo>
                  <a:lnTo>
                    <a:pt x="786" y="556"/>
                  </a:lnTo>
                  <a:lnTo>
                    <a:pt x="782" y="578"/>
                  </a:lnTo>
                  <a:lnTo>
                    <a:pt x="777" y="600"/>
                  </a:lnTo>
                  <a:lnTo>
                    <a:pt x="771" y="623"/>
                  </a:lnTo>
                  <a:lnTo>
                    <a:pt x="763" y="645"/>
                  </a:lnTo>
                  <a:lnTo>
                    <a:pt x="755" y="667"/>
                  </a:lnTo>
                  <a:lnTo>
                    <a:pt x="746" y="687"/>
                  </a:lnTo>
                  <a:lnTo>
                    <a:pt x="735" y="708"/>
                  </a:lnTo>
                  <a:lnTo>
                    <a:pt x="724" y="729"/>
                  </a:lnTo>
                  <a:lnTo>
                    <a:pt x="712" y="749"/>
                  </a:lnTo>
                  <a:lnTo>
                    <a:pt x="699" y="767"/>
                  </a:lnTo>
                  <a:lnTo>
                    <a:pt x="685" y="786"/>
                  </a:lnTo>
                  <a:lnTo>
                    <a:pt x="670" y="804"/>
                  </a:lnTo>
                  <a:lnTo>
                    <a:pt x="653" y="820"/>
                  </a:lnTo>
                  <a:lnTo>
                    <a:pt x="637" y="837"/>
                  </a:lnTo>
                  <a:lnTo>
                    <a:pt x="619" y="852"/>
                  </a:lnTo>
                  <a:lnTo>
                    <a:pt x="601" y="867"/>
                  </a:lnTo>
                  <a:lnTo>
                    <a:pt x="582" y="882"/>
                  </a:lnTo>
                  <a:lnTo>
                    <a:pt x="561" y="894"/>
                  </a:lnTo>
                  <a:lnTo>
                    <a:pt x="540" y="906"/>
                  </a:lnTo>
                  <a:lnTo>
                    <a:pt x="519" y="917"/>
                  </a:lnTo>
                  <a:lnTo>
                    <a:pt x="497" y="927"/>
                  </a:lnTo>
                  <a:lnTo>
                    <a:pt x="473" y="937"/>
                  </a:lnTo>
                  <a:lnTo>
                    <a:pt x="450" y="944"/>
                  </a:lnTo>
                  <a:lnTo>
                    <a:pt x="428" y="950"/>
                  </a:lnTo>
                  <a:lnTo>
                    <a:pt x="408" y="954"/>
                  </a:lnTo>
                  <a:lnTo>
                    <a:pt x="388" y="956"/>
                  </a:lnTo>
                  <a:lnTo>
                    <a:pt x="368" y="958"/>
                  </a:lnTo>
                  <a:lnTo>
                    <a:pt x="350" y="957"/>
                  </a:lnTo>
                  <a:lnTo>
                    <a:pt x="333" y="956"/>
                  </a:lnTo>
                  <a:lnTo>
                    <a:pt x="317" y="953"/>
                  </a:lnTo>
                  <a:lnTo>
                    <a:pt x="302" y="949"/>
                  </a:lnTo>
                  <a:lnTo>
                    <a:pt x="286" y="944"/>
                  </a:lnTo>
                  <a:lnTo>
                    <a:pt x="273" y="938"/>
                  </a:lnTo>
                  <a:lnTo>
                    <a:pt x="259" y="930"/>
                  </a:lnTo>
                  <a:lnTo>
                    <a:pt x="247" y="921"/>
                  </a:lnTo>
                  <a:lnTo>
                    <a:pt x="234" y="912"/>
                  </a:lnTo>
                  <a:lnTo>
                    <a:pt x="223" y="902"/>
                  </a:lnTo>
                  <a:lnTo>
                    <a:pt x="211" y="891"/>
                  </a:lnTo>
                  <a:lnTo>
                    <a:pt x="201" y="879"/>
                  </a:lnTo>
                  <a:lnTo>
                    <a:pt x="192" y="866"/>
                  </a:lnTo>
                  <a:lnTo>
                    <a:pt x="182" y="854"/>
                  </a:lnTo>
                  <a:lnTo>
                    <a:pt x="174" y="840"/>
                  </a:lnTo>
                  <a:lnTo>
                    <a:pt x="157" y="811"/>
                  </a:lnTo>
                  <a:lnTo>
                    <a:pt x="142" y="781"/>
                  </a:lnTo>
                  <a:lnTo>
                    <a:pt x="128" y="750"/>
                  </a:lnTo>
                  <a:lnTo>
                    <a:pt x="115" y="719"/>
                  </a:lnTo>
                  <a:lnTo>
                    <a:pt x="103" y="686"/>
                  </a:lnTo>
                  <a:lnTo>
                    <a:pt x="91" y="656"/>
                  </a:lnTo>
                  <a:lnTo>
                    <a:pt x="79" y="623"/>
                  </a:lnTo>
                  <a:lnTo>
                    <a:pt x="65" y="586"/>
                  </a:lnTo>
                  <a:lnTo>
                    <a:pt x="52" y="545"/>
                  </a:lnTo>
                  <a:lnTo>
                    <a:pt x="38" y="502"/>
                  </a:lnTo>
                  <a:lnTo>
                    <a:pt x="26" y="457"/>
                  </a:lnTo>
                  <a:lnTo>
                    <a:pt x="15" y="410"/>
                  </a:lnTo>
                  <a:lnTo>
                    <a:pt x="10" y="386"/>
                  </a:lnTo>
                  <a:lnTo>
                    <a:pt x="7" y="363"/>
                  </a:lnTo>
                  <a:lnTo>
                    <a:pt x="4" y="339"/>
                  </a:lnTo>
                  <a:lnTo>
                    <a:pt x="2" y="316"/>
                  </a:lnTo>
                  <a:lnTo>
                    <a:pt x="0" y="292"/>
                  </a:lnTo>
                  <a:lnTo>
                    <a:pt x="0" y="269"/>
                  </a:lnTo>
                  <a:lnTo>
                    <a:pt x="1" y="246"/>
                  </a:lnTo>
                  <a:lnTo>
                    <a:pt x="3" y="225"/>
                  </a:lnTo>
                  <a:lnTo>
                    <a:pt x="6" y="203"/>
                  </a:lnTo>
                  <a:lnTo>
                    <a:pt x="10" y="182"/>
                  </a:lnTo>
                  <a:lnTo>
                    <a:pt x="16" y="162"/>
                  </a:lnTo>
                  <a:lnTo>
                    <a:pt x="24" y="143"/>
                  </a:lnTo>
                  <a:lnTo>
                    <a:pt x="32" y="124"/>
                  </a:lnTo>
                  <a:lnTo>
                    <a:pt x="43" y="107"/>
                  </a:lnTo>
                  <a:lnTo>
                    <a:pt x="56" y="91"/>
                  </a:lnTo>
                  <a:lnTo>
                    <a:pt x="69" y="76"/>
                  </a:lnTo>
                  <a:lnTo>
                    <a:pt x="86" y="62"/>
                  </a:lnTo>
                  <a:lnTo>
                    <a:pt x="103" y="49"/>
                  </a:lnTo>
                  <a:lnTo>
                    <a:pt x="124" y="39"/>
                  </a:lnTo>
                  <a:lnTo>
                    <a:pt x="146" y="29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3" name="Freeform 348"/>
            <p:cNvSpPr>
              <a:spLocks/>
            </p:cNvSpPr>
            <p:nvPr/>
          </p:nvSpPr>
          <p:spPr bwMode="auto">
            <a:xfrm>
              <a:off x="1155" y="1864"/>
              <a:ext cx="99" cy="120"/>
            </a:xfrm>
            <a:custGeom>
              <a:avLst/>
              <a:gdLst>
                <a:gd name="T0" fmla="*/ 3 w 791"/>
                <a:gd name="T1" fmla="*/ 0 h 958"/>
                <a:gd name="T2" fmla="*/ 3 w 791"/>
                <a:gd name="T3" fmla="*/ 0 h 958"/>
                <a:gd name="T4" fmla="*/ 4 w 791"/>
                <a:gd name="T5" fmla="*/ 0 h 958"/>
                <a:gd name="T6" fmla="*/ 5 w 791"/>
                <a:gd name="T7" fmla="*/ 0 h 958"/>
                <a:gd name="T8" fmla="*/ 6 w 791"/>
                <a:gd name="T9" fmla="*/ 0 h 958"/>
                <a:gd name="T10" fmla="*/ 6 w 791"/>
                <a:gd name="T11" fmla="*/ 0 h 958"/>
                <a:gd name="T12" fmla="*/ 7 w 791"/>
                <a:gd name="T13" fmla="*/ 0 h 958"/>
                <a:gd name="T14" fmla="*/ 8 w 791"/>
                <a:gd name="T15" fmla="*/ 1 h 958"/>
                <a:gd name="T16" fmla="*/ 8 w 791"/>
                <a:gd name="T17" fmla="*/ 1 h 958"/>
                <a:gd name="T18" fmla="*/ 9 w 791"/>
                <a:gd name="T19" fmla="*/ 1 h 958"/>
                <a:gd name="T20" fmla="*/ 10 w 791"/>
                <a:gd name="T21" fmla="*/ 2 h 958"/>
                <a:gd name="T22" fmla="*/ 10 w 791"/>
                <a:gd name="T23" fmla="*/ 2 h 958"/>
                <a:gd name="T24" fmla="*/ 11 w 791"/>
                <a:gd name="T25" fmla="*/ 3 h 958"/>
                <a:gd name="T26" fmla="*/ 11 w 791"/>
                <a:gd name="T27" fmla="*/ 3 h 958"/>
                <a:gd name="T28" fmla="*/ 12 w 791"/>
                <a:gd name="T29" fmla="*/ 4 h 958"/>
                <a:gd name="T30" fmla="*/ 12 w 791"/>
                <a:gd name="T31" fmla="*/ 5 h 958"/>
                <a:gd name="T32" fmla="*/ 12 w 791"/>
                <a:gd name="T33" fmla="*/ 5 h 958"/>
                <a:gd name="T34" fmla="*/ 12 w 791"/>
                <a:gd name="T35" fmla="*/ 6 h 958"/>
                <a:gd name="T36" fmla="*/ 12 w 791"/>
                <a:gd name="T37" fmla="*/ 7 h 958"/>
                <a:gd name="T38" fmla="*/ 12 w 791"/>
                <a:gd name="T39" fmla="*/ 8 h 958"/>
                <a:gd name="T40" fmla="*/ 12 w 791"/>
                <a:gd name="T41" fmla="*/ 8 h 958"/>
                <a:gd name="T42" fmla="*/ 12 w 791"/>
                <a:gd name="T43" fmla="*/ 9 h 958"/>
                <a:gd name="T44" fmla="*/ 12 w 791"/>
                <a:gd name="T45" fmla="*/ 10 h 958"/>
                <a:gd name="T46" fmla="*/ 12 w 791"/>
                <a:gd name="T47" fmla="*/ 11 h 958"/>
                <a:gd name="T48" fmla="*/ 12 w 791"/>
                <a:gd name="T49" fmla="*/ 11 h 958"/>
                <a:gd name="T50" fmla="*/ 11 w 791"/>
                <a:gd name="T51" fmla="*/ 12 h 958"/>
                <a:gd name="T52" fmla="*/ 11 w 791"/>
                <a:gd name="T53" fmla="*/ 12 h 958"/>
                <a:gd name="T54" fmla="*/ 10 w 791"/>
                <a:gd name="T55" fmla="*/ 13 h 958"/>
                <a:gd name="T56" fmla="*/ 10 w 791"/>
                <a:gd name="T57" fmla="*/ 13 h 958"/>
                <a:gd name="T58" fmla="*/ 9 w 791"/>
                <a:gd name="T59" fmla="*/ 14 h 958"/>
                <a:gd name="T60" fmla="*/ 9 w 791"/>
                <a:gd name="T61" fmla="*/ 14 h 958"/>
                <a:gd name="T62" fmla="*/ 8 w 791"/>
                <a:gd name="T63" fmla="*/ 15 h 958"/>
                <a:gd name="T64" fmla="*/ 7 w 791"/>
                <a:gd name="T65" fmla="*/ 15 h 958"/>
                <a:gd name="T66" fmla="*/ 6 w 791"/>
                <a:gd name="T67" fmla="*/ 15 h 958"/>
                <a:gd name="T68" fmla="*/ 6 w 791"/>
                <a:gd name="T69" fmla="*/ 15 h 958"/>
                <a:gd name="T70" fmla="*/ 5 w 791"/>
                <a:gd name="T71" fmla="*/ 15 h 958"/>
                <a:gd name="T72" fmla="*/ 5 w 791"/>
                <a:gd name="T73" fmla="*/ 15 h 958"/>
                <a:gd name="T74" fmla="*/ 4 w 791"/>
                <a:gd name="T75" fmla="*/ 15 h 958"/>
                <a:gd name="T76" fmla="*/ 4 w 791"/>
                <a:gd name="T77" fmla="*/ 14 h 958"/>
                <a:gd name="T78" fmla="*/ 4 w 791"/>
                <a:gd name="T79" fmla="*/ 14 h 958"/>
                <a:gd name="T80" fmla="*/ 3 w 791"/>
                <a:gd name="T81" fmla="*/ 14 h 958"/>
                <a:gd name="T82" fmla="*/ 3 w 791"/>
                <a:gd name="T83" fmla="*/ 13 h 958"/>
                <a:gd name="T84" fmla="*/ 3 w 791"/>
                <a:gd name="T85" fmla="*/ 13 h 958"/>
                <a:gd name="T86" fmla="*/ 2 w 791"/>
                <a:gd name="T87" fmla="*/ 12 h 958"/>
                <a:gd name="T88" fmla="*/ 2 w 791"/>
                <a:gd name="T89" fmla="*/ 11 h 958"/>
                <a:gd name="T90" fmla="*/ 1 w 791"/>
                <a:gd name="T91" fmla="*/ 10 h 958"/>
                <a:gd name="T92" fmla="*/ 1 w 791"/>
                <a:gd name="T93" fmla="*/ 9 h 958"/>
                <a:gd name="T94" fmla="*/ 0 w 791"/>
                <a:gd name="T95" fmla="*/ 7 h 958"/>
                <a:gd name="T96" fmla="*/ 0 w 791"/>
                <a:gd name="T97" fmla="*/ 6 h 958"/>
                <a:gd name="T98" fmla="*/ 0 w 791"/>
                <a:gd name="T99" fmla="*/ 5 h 958"/>
                <a:gd name="T100" fmla="*/ 0 w 791"/>
                <a:gd name="T101" fmla="*/ 5 h 958"/>
                <a:gd name="T102" fmla="*/ 0 w 791"/>
                <a:gd name="T103" fmla="*/ 4 h 958"/>
                <a:gd name="T104" fmla="*/ 0 w 791"/>
                <a:gd name="T105" fmla="*/ 3 h 958"/>
                <a:gd name="T106" fmla="*/ 0 w 791"/>
                <a:gd name="T107" fmla="*/ 3 h 958"/>
                <a:gd name="T108" fmla="*/ 1 w 791"/>
                <a:gd name="T109" fmla="*/ 2 h 958"/>
                <a:gd name="T110" fmla="*/ 1 w 791"/>
                <a:gd name="T111" fmla="*/ 1 h 958"/>
                <a:gd name="T112" fmla="*/ 1 w 791"/>
                <a:gd name="T113" fmla="*/ 1 h 958"/>
                <a:gd name="T114" fmla="*/ 2 w 791"/>
                <a:gd name="T115" fmla="*/ 1 h 95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791"/>
                <a:gd name="T175" fmla="*/ 0 h 958"/>
                <a:gd name="T176" fmla="*/ 791 w 791"/>
                <a:gd name="T177" fmla="*/ 958 h 958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791" h="958">
                  <a:moveTo>
                    <a:pt x="146" y="29"/>
                  </a:moveTo>
                  <a:lnTo>
                    <a:pt x="170" y="21"/>
                  </a:lnTo>
                  <a:lnTo>
                    <a:pt x="194" y="15"/>
                  </a:lnTo>
                  <a:lnTo>
                    <a:pt x="218" y="10"/>
                  </a:lnTo>
                  <a:lnTo>
                    <a:pt x="241" y="5"/>
                  </a:lnTo>
                  <a:lnTo>
                    <a:pt x="265" y="2"/>
                  </a:lnTo>
                  <a:lnTo>
                    <a:pt x="288" y="1"/>
                  </a:lnTo>
                  <a:lnTo>
                    <a:pt x="312" y="0"/>
                  </a:lnTo>
                  <a:lnTo>
                    <a:pt x="336" y="1"/>
                  </a:lnTo>
                  <a:lnTo>
                    <a:pt x="359" y="3"/>
                  </a:lnTo>
                  <a:lnTo>
                    <a:pt x="383" y="7"/>
                  </a:lnTo>
                  <a:lnTo>
                    <a:pt x="405" y="11"/>
                  </a:lnTo>
                  <a:lnTo>
                    <a:pt x="428" y="16"/>
                  </a:lnTo>
                  <a:lnTo>
                    <a:pt x="450" y="22"/>
                  </a:lnTo>
                  <a:lnTo>
                    <a:pt x="472" y="29"/>
                  </a:lnTo>
                  <a:lnTo>
                    <a:pt x="494" y="38"/>
                  </a:lnTo>
                  <a:lnTo>
                    <a:pt x="514" y="47"/>
                  </a:lnTo>
                  <a:lnTo>
                    <a:pt x="535" y="57"/>
                  </a:lnTo>
                  <a:lnTo>
                    <a:pt x="556" y="69"/>
                  </a:lnTo>
                  <a:lnTo>
                    <a:pt x="576" y="80"/>
                  </a:lnTo>
                  <a:lnTo>
                    <a:pt x="594" y="94"/>
                  </a:lnTo>
                  <a:lnTo>
                    <a:pt x="613" y="108"/>
                  </a:lnTo>
                  <a:lnTo>
                    <a:pt x="631" y="123"/>
                  </a:lnTo>
                  <a:lnTo>
                    <a:pt x="647" y="139"/>
                  </a:lnTo>
                  <a:lnTo>
                    <a:pt x="664" y="156"/>
                  </a:lnTo>
                  <a:lnTo>
                    <a:pt x="679" y="174"/>
                  </a:lnTo>
                  <a:lnTo>
                    <a:pt x="694" y="192"/>
                  </a:lnTo>
                  <a:lnTo>
                    <a:pt x="708" y="211"/>
                  </a:lnTo>
                  <a:lnTo>
                    <a:pt x="721" y="232"/>
                  </a:lnTo>
                  <a:lnTo>
                    <a:pt x="733" y="253"/>
                  </a:lnTo>
                  <a:lnTo>
                    <a:pt x="744" y="274"/>
                  </a:lnTo>
                  <a:lnTo>
                    <a:pt x="754" y="296"/>
                  </a:lnTo>
                  <a:lnTo>
                    <a:pt x="763" y="319"/>
                  </a:lnTo>
                  <a:lnTo>
                    <a:pt x="771" y="343"/>
                  </a:lnTo>
                  <a:lnTo>
                    <a:pt x="777" y="367"/>
                  </a:lnTo>
                  <a:lnTo>
                    <a:pt x="783" y="391"/>
                  </a:lnTo>
                  <a:lnTo>
                    <a:pt x="787" y="414"/>
                  </a:lnTo>
                  <a:lnTo>
                    <a:pt x="789" y="437"/>
                  </a:lnTo>
                  <a:lnTo>
                    <a:pt x="791" y="461"/>
                  </a:lnTo>
                  <a:lnTo>
                    <a:pt x="791" y="485"/>
                  </a:lnTo>
                  <a:lnTo>
                    <a:pt x="791" y="509"/>
                  </a:lnTo>
                  <a:lnTo>
                    <a:pt x="789" y="532"/>
                  </a:lnTo>
                  <a:lnTo>
                    <a:pt x="786" y="556"/>
                  </a:lnTo>
                  <a:lnTo>
                    <a:pt x="782" y="578"/>
                  </a:lnTo>
                  <a:lnTo>
                    <a:pt x="777" y="600"/>
                  </a:lnTo>
                  <a:lnTo>
                    <a:pt x="771" y="623"/>
                  </a:lnTo>
                  <a:lnTo>
                    <a:pt x="763" y="645"/>
                  </a:lnTo>
                  <a:lnTo>
                    <a:pt x="755" y="667"/>
                  </a:lnTo>
                  <a:lnTo>
                    <a:pt x="746" y="687"/>
                  </a:lnTo>
                  <a:lnTo>
                    <a:pt x="735" y="708"/>
                  </a:lnTo>
                  <a:lnTo>
                    <a:pt x="724" y="729"/>
                  </a:lnTo>
                  <a:lnTo>
                    <a:pt x="712" y="749"/>
                  </a:lnTo>
                  <a:lnTo>
                    <a:pt x="699" y="767"/>
                  </a:lnTo>
                  <a:lnTo>
                    <a:pt x="685" y="786"/>
                  </a:lnTo>
                  <a:lnTo>
                    <a:pt x="670" y="804"/>
                  </a:lnTo>
                  <a:lnTo>
                    <a:pt x="653" y="820"/>
                  </a:lnTo>
                  <a:lnTo>
                    <a:pt x="637" y="837"/>
                  </a:lnTo>
                  <a:lnTo>
                    <a:pt x="619" y="852"/>
                  </a:lnTo>
                  <a:lnTo>
                    <a:pt x="601" y="867"/>
                  </a:lnTo>
                  <a:lnTo>
                    <a:pt x="582" y="882"/>
                  </a:lnTo>
                  <a:lnTo>
                    <a:pt x="561" y="894"/>
                  </a:lnTo>
                  <a:lnTo>
                    <a:pt x="540" y="906"/>
                  </a:lnTo>
                  <a:lnTo>
                    <a:pt x="519" y="917"/>
                  </a:lnTo>
                  <a:lnTo>
                    <a:pt x="497" y="927"/>
                  </a:lnTo>
                  <a:lnTo>
                    <a:pt x="473" y="937"/>
                  </a:lnTo>
                  <a:lnTo>
                    <a:pt x="450" y="944"/>
                  </a:lnTo>
                  <a:lnTo>
                    <a:pt x="428" y="950"/>
                  </a:lnTo>
                  <a:lnTo>
                    <a:pt x="408" y="954"/>
                  </a:lnTo>
                  <a:lnTo>
                    <a:pt x="388" y="956"/>
                  </a:lnTo>
                  <a:lnTo>
                    <a:pt x="368" y="958"/>
                  </a:lnTo>
                  <a:lnTo>
                    <a:pt x="350" y="957"/>
                  </a:lnTo>
                  <a:lnTo>
                    <a:pt x="333" y="956"/>
                  </a:lnTo>
                  <a:lnTo>
                    <a:pt x="317" y="953"/>
                  </a:lnTo>
                  <a:lnTo>
                    <a:pt x="302" y="949"/>
                  </a:lnTo>
                  <a:lnTo>
                    <a:pt x="286" y="944"/>
                  </a:lnTo>
                  <a:lnTo>
                    <a:pt x="273" y="938"/>
                  </a:lnTo>
                  <a:lnTo>
                    <a:pt x="259" y="930"/>
                  </a:lnTo>
                  <a:lnTo>
                    <a:pt x="247" y="921"/>
                  </a:lnTo>
                  <a:lnTo>
                    <a:pt x="234" y="912"/>
                  </a:lnTo>
                  <a:lnTo>
                    <a:pt x="223" y="902"/>
                  </a:lnTo>
                  <a:lnTo>
                    <a:pt x="211" y="891"/>
                  </a:lnTo>
                  <a:lnTo>
                    <a:pt x="201" y="879"/>
                  </a:lnTo>
                  <a:lnTo>
                    <a:pt x="192" y="866"/>
                  </a:lnTo>
                  <a:lnTo>
                    <a:pt x="182" y="854"/>
                  </a:lnTo>
                  <a:lnTo>
                    <a:pt x="174" y="840"/>
                  </a:lnTo>
                  <a:lnTo>
                    <a:pt x="157" y="811"/>
                  </a:lnTo>
                  <a:lnTo>
                    <a:pt x="142" y="781"/>
                  </a:lnTo>
                  <a:lnTo>
                    <a:pt x="128" y="750"/>
                  </a:lnTo>
                  <a:lnTo>
                    <a:pt x="115" y="719"/>
                  </a:lnTo>
                  <a:lnTo>
                    <a:pt x="103" y="686"/>
                  </a:lnTo>
                  <a:lnTo>
                    <a:pt x="91" y="656"/>
                  </a:lnTo>
                  <a:lnTo>
                    <a:pt x="79" y="623"/>
                  </a:lnTo>
                  <a:lnTo>
                    <a:pt x="65" y="586"/>
                  </a:lnTo>
                  <a:lnTo>
                    <a:pt x="52" y="545"/>
                  </a:lnTo>
                  <a:lnTo>
                    <a:pt x="38" y="502"/>
                  </a:lnTo>
                  <a:lnTo>
                    <a:pt x="26" y="457"/>
                  </a:lnTo>
                  <a:lnTo>
                    <a:pt x="15" y="410"/>
                  </a:lnTo>
                  <a:lnTo>
                    <a:pt x="10" y="386"/>
                  </a:lnTo>
                  <a:lnTo>
                    <a:pt x="7" y="363"/>
                  </a:lnTo>
                  <a:lnTo>
                    <a:pt x="4" y="339"/>
                  </a:lnTo>
                  <a:lnTo>
                    <a:pt x="2" y="316"/>
                  </a:lnTo>
                  <a:lnTo>
                    <a:pt x="0" y="292"/>
                  </a:lnTo>
                  <a:lnTo>
                    <a:pt x="0" y="269"/>
                  </a:lnTo>
                  <a:lnTo>
                    <a:pt x="1" y="246"/>
                  </a:lnTo>
                  <a:lnTo>
                    <a:pt x="3" y="225"/>
                  </a:lnTo>
                  <a:lnTo>
                    <a:pt x="6" y="203"/>
                  </a:lnTo>
                  <a:lnTo>
                    <a:pt x="10" y="182"/>
                  </a:lnTo>
                  <a:lnTo>
                    <a:pt x="16" y="162"/>
                  </a:lnTo>
                  <a:lnTo>
                    <a:pt x="24" y="143"/>
                  </a:lnTo>
                  <a:lnTo>
                    <a:pt x="32" y="124"/>
                  </a:lnTo>
                  <a:lnTo>
                    <a:pt x="43" y="107"/>
                  </a:lnTo>
                  <a:lnTo>
                    <a:pt x="56" y="91"/>
                  </a:lnTo>
                  <a:lnTo>
                    <a:pt x="69" y="76"/>
                  </a:lnTo>
                  <a:lnTo>
                    <a:pt x="86" y="62"/>
                  </a:lnTo>
                  <a:lnTo>
                    <a:pt x="103" y="49"/>
                  </a:lnTo>
                  <a:lnTo>
                    <a:pt x="124" y="39"/>
                  </a:lnTo>
                  <a:lnTo>
                    <a:pt x="146" y="29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64" name="Group 351"/>
          <p:cNvGrpSpPr>
            <a:grpSpLocks noChangeAspect="1"/>
          </p:cNvGrpSpPr>
          <p:nvPr/>
        </p:nvGrpSpPr>
        <p:grpSpPr bwMode="auto">
          <a:xfrm>
            <a:off x="3386392" y="891011"/>
            <a:ext cx="1560823" cy="2364357"/>
            <a:chOff x="2115" y="1440"/>
            <a:chExt cx="1337" cy="2025"/>
          </a:xfrm>
        </p:grpSpPr>
        <p:sp>
          <p:nvSpPr>
            <p:cNvPr id="365" name="AutoShape 350"/>
            <p:cNvSpPr>
              <a:spLocks noChangeAspect="1" noChangeArrowheads="1" noTextEdit="1"/>
            </p:cNvSpPr>
            <p:nvPr/>
          </p:nvSpPr>
          <p:spPr bwMode="auto">
            <a:xfrm>
              <a:off x="2115" y="1440"/>
              <a:ext cx="1337" cy="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366" name="Group 552"/>
            <p:cNvGrpSpPr>
              <a:grpSpLocks/>
            </p:cNvGrpSpPr>
            <p:nvPr/>
          </p:nvGrpSpPr>
          <p:grpSpPr bwMode="auto">
            <a:xfrm>
              <a:off x="2300" y="1450"/>
              <a:ext cx="1142" cy="1973"/>
              <a:chOff x="2300" y="1450"/>
              <a:chExt cx="1142" cy="1973"/>
            </a:xfrm>
          </p:grpSpPr>
          <p:sp>
            <p:nvSpPr>
              <p:cNvPr id="487" name="Freeform 352"/>
              <p:cNvSpPr>
                <a:spLocks/>
              </p:cNvSpPr>
              <p:nvPr/>
            </p:nvSpPr>
            <p:spPr bwMode="auto">
              <a:xfrm>
                <a:off x="2702" y="1690"/>
                <a:ext cx="9" cy="1588"/>
              </a:xfrm>
              <a:custGeom>
                <a:avLst/>
                <a:gdLst>
                  <a:gd name="T0" fmla="*/ 1 w 72"/>
                  <a:gd name="T1" fmla="*/ 6 h 12701"/>
                  <a:gd name="T2" fmla="*/ 1 w 72"/>
                  <a:gd name="T3" fmla="*/ 199 h 12701"/>
                  <a:gd name="T4" fmla="*/ 1 w 72"/>
                  <a:gd name="T5" fmla="*/ 198 h 12701"/>
                  <a:gd name="T6" fmla="*/ 1 w 72"/>
                  <a:gd name="T7" fmla="*/ 198 h 12701"/>
                  <a:gd name="T8" fmla="*/ 1 w 72"/>
                  <a:gd name="T9" fmla="*/ 198 h 12701"/>
                  <a:gd name="T10" fmla="*/ 1 w 72"/>
                  <a:gd name="T11" fmla="*/ 197 h 12701"/>
                  <a:gd name="T12" fmla="*/ 1 w 72"/>
                  <a:gd name="T13" fmla="*/ 197 h 12701"/>
                  <a:gd name="T14" fmla="*/ 1 w 72"/>
                  <a:gd name="T15" fmla="*/ 197 h 12701"/>
                  <a:gd name="T16" fmla="*/ 0 w 72"/>
                  <a:gd name="T17" fmla="*/ 196 h 12701"/>
                  <a:gd name="T18" fmla="*/ 0 w 72"/>
                  <a:gd name="T19" fmla="*/ 196 h 12701"/>
                  <a:gd name="T20" fmla="*/ 0 w 72"/>
                  <a:gd name="T21" fmla="*/ 196 h 12701"/>
                  <a:gd name="T22" fmla="*/ 0 w 72"/>
                  <a:gd name="T23" fmla="*/ 195 h 12701"/>
                  <a:gd name="T24" fmla="*/ 0 w 72"/>
                  <a:gd name="T25" fmla="*/ 195 h 12701"/>
                  <a:gd name="T26" fmla="*/ 0 w 72"/>
                  <a:gd name="T27" fmla="*/ 195 h 12701"/>
                  <a:gd name="T28" fmla="*/ 0 w 72"/>
                  <a:gd name="T29" fmla="*/ 194 h 12701"/>
                  <a:gd name="T30" fmla="*/ 0 w 72"/>
                  <a:gd name="T31" fmla="*/ 194 h 12701"/>
                  <a:gd name="T32" fmla="*/ 0 w 72"/>
                  <a:gd name="T33" fmla="*/ 194 h 12701"/>
                  <a:gd name="T34" fmla="*/ 0 w 72"/>
                  <a:gd name="T35" fmla="*/ 193 h 12701"/>
                  <a:gd name="T36" fmla="*/ 0 w 72"/>
                  <a:gd name="T37" fmla="*/ 193 h 12701"/>
                  <a:gd name="T38" fmla="*/ 0 w 72"/>
                  <a:gd name="T39" fmla="*/ 192 h 12701"/>
                  <a:gd name="T40" fmla="*/ 0 w 72"/>
                  <a:gd name="T41" fmla="*/ 192 h 12701"/>
                  <a:gd name="T42" fmla="*/ 0 w 72"/>
                  <a:gd name="T43" fmla="*/ 192 h 12701"/>
                  <a:gd name="T44" fmla="*/ 0 w 72"/>
                  <a:gd name="T45" fmla="*/ 0 h 12701"/>
                  <a:gd name="T46" fmla="*/ 0 w 72"/>
                  <a:gd name="T47" fmla="*/ 0 h 12701"/>
                  <a:gd name="T48" fmla="*/ 0 w 72"/>
                  <a:gd name="T49" fmla="*/ 1 h 12701"/>
                  <a:gd name="T50" fmla="*/ 0 w 72"/>
                  <a:gd name="T51" fmla="*/ 1 h 12701"/>
                  <a:gd name="T52" fmla="*/ 0 w 72"/>
                  <a:gd name="T53" fmla="*/ 1 h 12701"/>
                  <a:gd name="T54" fmla="*/ 0 w 72"/>
                  <a:gd name="T55" fmla="*/ 2 h 12701"/>
                  <a:gd name="T56" fmla="*/ 0 w 72"/>
                  <a:gd name="T57" fmla="*/ 2 h 12701"/>
                  <a:gd name="T58" fmla="*/ 0 w 72"/>
                  <a:gd name="T59" fmla="*/ 3 h 12701"/>
                  <a:gd name="T60" fmla="*/ 0 w 72"/>
                  <a:gd name="T61" fmla="*/ 3 h 12701"/>
                  <a:gd name="T62" fmla="*/ 0 w 72"/>
                  <a:gd name="T63" fmla="*/ 3 h 12701"/>
                  <a:gd name="T64" fmla="*/ 0 w 72"/>
                  <a:gd name="T65" fmla="*/ 4 h 12701"/>
                  <a:gd name="T66" fmla="*/ 1 w 72"/>
                  <a:gd name="T67" fmla="*/ 4 h 12701"/>
                  <a:gd name="T68" fmla="*/ 1 w 72"/>
                  <a:gd name="T69" fmla="*/ 4 h 12701"/>
                  <a:gd name="T70" fmla="*/ 1 w 72"/>
                  <a:gd name="T71" fmla="*/ 5 h 12701"/>
                  <a:gd name="T72" fmla="*/ 1 w 72"/>
                  <a:gd name="T73" fmla="*/ 5 h 12701"/>
                  <a:gd name="T74" fmla="*/ 1 w 72"/>
                  <a:gd name="T75" fmla="*/ 5 h 12701"/>
                  <a:gd name="T76" fmla="*/ 1 w 72"/>
                  <a:gd name="T77" fmla="*/ 6 h 1270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72"/>
                  <a:gd name="T118" fmla="*/ 0 h 12701"/>
                  <a:gd name="T119" fmla="*/ 72 w 72"/>
                  <a:gd name="T120" fmla="*/ 12701 h 12701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72" h="12701">
                    <a:moveTo>
                      <a:pt x="72" y="352"/>
                    </a:moveTo>
                    <a:lnTo>
                      <a:pt x="72" y="12701"/>
                    </a:lnTo>
                    <a:lnTo>
                      <a:pt x="64" y="12681"/>
                    </a:lnTo>
                    <a:lnTo>
                      <a:pt x="56" y="12662"/>
                    </a:lnTo>
                    <a:lnTo>
                      <a:pt x="49" y="12642"/>
                    </a:lnTo>
                    <a:lnTo>
                      <a:pt x="42" y="12623"/>
                    </a:lnTo>
                    <a:lnTo>
                      <a:pt x="36" y="12602"/>
                    </a:lnTo>
                    <a:lnTo>
                      <a:pt x="29" y="12582"/>
                    </a:lnTo>
                    <a:lnTo>
                      <a:pt x="24" y="12562"/>
                    </a:lnTo>
                    <a:lnTo>
                      <a:pt x="19" y="12542"/>
                    </a:lnTo>
                    <a:lnTo>
                      <a:pt x="15" y="12520"/>
                    </a:lnTo>
                    <a:lnTo>
                      <a:pt x="11" y="12499"/>
                    </a:lnTo>
                    <a:lnTo>
                      <a:pt x="8" y="12478"/>
                    </a:lnTo>
                    <a:lnTo>
                      <a:pt x="5" y="12457"/>
                    </a:lnTo>
                    <a:lnTo>
                      <a:pt x="3" y="12434"/>
                    </a:lnTo>
                    <a:lnTo>
                      <a:pt x="2" y="12412"/>
                    </a:lnTo>
                    <a:lnTo>
                      <a:pt x="1" y="12390"/>
                    </a:lnTo>
                    <a:lnTo>
                      <a:pt x="1" y="12367"/>
                    </a:lnTo>
                    <a:lnTo>
                      <a:pt x="0" y="12339"/>
                    </a:lnTo>
                    <a:lnTo>
                      <a:pt x="0" y="12312"/>
                    </a:lnTo>
                    <a:lnTo>
                      <a:pt x="0" y="12283"/>
                    </a:lnTo>
                    <a:lnTo>
                      <a:pt x="1" y="12256"/>
                    </a:lnTo>
                    <a:lnTo>
                      <a:pt x="0" y="0"/>
                    </a:lnTo>
                    <a:lnTo>
                      <a:pt x="0" y="23"/>
                    </a:lnTo>
                    <a:lnTo>
                      <a:pt x="1" y="45"/>
                    </a:lnTo>
                    <a:lnTo>
                      <a:pt x="2" y="69"/>
                    </a:lnTo>
                    <a:lnTo>
                      <a:pt x="4" y="91"/>
                    </a:lnTo>
                    <a:lnTo>
                      <a:pt x="7" y="113"/>
                    </a:lnTo>
                    <a:lnTo>
                      <a:pt x="10" y="135"/>
                    </a:lnTo>
                    <a:lnTo>
                      <a:pt x="14" y="158"/>
                    </a:lnTo>
                    <a:lnTo>
                      <a:pt x="18" y="180"/>
                    </a:lnTo>
                    <a:lnTo>
                      <a:pt x="23" y="202"/>
                    </a:lnTo>
                    <a:lnTo>
                      <a:pt x="28" y="225"/>
                    </a:lnTo>
                    <a:lnTo>
                      <a:pt x="35" y="246"/>
                    </a:lnTo>
                    <a:lnTo>
                      <a:pt x="41" y="267"/>
                    </a:lnTo>
                    <a:lnTo>
                      <a:pt x="48" y="289"/>
                    </a:lnTo>
                    <a:lnTo>
                      <a:pt x="56" y="311"/>
                    </a:lnTo>
                    <a:lnTo>
                      <a:pt x="64" y="332"/>
                    </a:lnTo>
                    <a:lnTo>
                      <a:pt x="72" y="352"/>
                    </a:lnTo>
                    <a:close/>
                  </a:path>
                </a:pathLst>
              </a:custGeom>
              <a:solidFill>
                <a:srgbClr val="E5E5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88" name="Freeform 353"/>
              <p:cNvSpPr>
                <a:spLocks/>
              </p:cNvSpPr>
              <p:nvPr/>
            </p:nvSpPr>
            <p:spPr bwMode="auto">
              <a:xfrm>
                <a:off x="2702" y="1690"/>
                <a:ext cx="18" cy="1604"/>
              </a:xfrm>
              <a:custGeom>
                <a:avLst/>
                <a:gdLst>
                  <a:gd name="T0" fmla="*/ 2 w 145"/>
                  <a:gd name="T1" fmla="*/ 8 h 12830"/>
                  <a:gd name="T2" fmla="*/ 2 w 145"/>
                  <a:gd name="T3" fmla="*/ 201 h 12830"/>
                  <a:gd name="T4" fmla="*/ 2 w 145"/>
                  <a:gd name="T5" fmla="*/ 200 h 12830"/>
                  <a:gd name="T6" fmla="*/ 2 w 145"/>
                  <a:gd name="T7" fmla="*/ 200 h 12830"/>
                  <a:gd name="T8" fmla="*/ 1 w 145"/>
                  <a:gd name="T9" fmla="*/ 199 h 12830"/>
                  <a:gd name="T10" fmla="*/ 1 w 145"/>
                  <a:gd name="T11" fmla="*/ 199 h 12830"/>
                  <a:gd name="T12" fmla="*/ 1 w 145"/>
                  <a:gd name="T13" fmla="*/ 199 h 12830"/>
                  <a:gd name="T14" fmla="*/ 1 w 145"/>
                  <a:gd name="T15" fmla="*/ 198 h 12830"/>
                  <a:gd name="T16" fmla="*/ 1 w 145"/>
                  <a:gd name="T17" fmla="*/ 198 h 12830"/>
                  <a:gd name="T18" fmla="*/ 1 w 145"/>
                  <a:gd name="T19" fmla="*/ 197 h 12830"/>
                  <a:gd name="T20" fmla="*/ 0 w 145"/>
                  <a:gd name="T21" fmla="*/ 197 h 12830"/>
                  <a:gd name="T22" fmla="*/ 0 w 145"/>
                  <a:gd name="T23" fmla="*/ 196 h 12830"/>
                  <a:gd name="T24" fmla="*/ 0 w 145"/>
                  <a:gd name="T25" fmla="*/ 196 h 12830"/>
                  <a:gd name="T26" fmla="*/ 0 w 145"/>
                  <a:gd name="T27" fmla="*/ 195 h 12830"/>
                  <a:gd name="T28" fmla="*/ 0 w 145"/>
                  <a:gd name="T29" fmla="*/ 195 h 12830"/>
                  <a:gd name="T30" fmla="*/ 0 w 145"/>
                  <a:gd name="T31" fmla="*/ 194 h 12830"/>
                  <a:gd name="T32" fmla="*/ 0 w 145"/>
                  <a:gd name="T33" fmla="*/ 194 h 12830"/>
                  <a:gd name="T34" fmla="*/ 0 w 145"/>
                  <a:gd name="T35" fmla="*/ 193 h 12830"/>
                  <a:gd name="T36" fmla="*/ 0 w 145"/>
                  <a:gd name="T37" fmla="*/ 193 h 12830"/>
                  <a:gd name="T38" fmla="*/ 0 w 145"/>
                  <a:gd name="T39" fmla="*/ 192 h 12830"/>
                  <a:gd name="T40" fmla="*/ 0 w 145"/>
                  <a:gd name="T41" fmla="*/ 192 h 12830"/>
                  <a:gd name="T42" fmla="*/ 0 w 145"/>
                  <a:gd name="T43" fmla="*/ 192 h 12830"/>
                  <a:gd name="T44" fmla="*/ 0 w 145"/>
                  <a:gd name="T45" fmla="*/ 0 h 12830"/>
                  <a:gd name="T46" fmla="*/ 0 w 145"/>
                  <a:gd name="T47" fmla="*/ 1 h 12830"/>
                  <a:gd name="T48" fmla="*/ 0 w 145"/>
                  <a:gd name="T49" fmla="*/ 1 h 12830"/>
                  <a:gd name="T50" fmla="*/ 0 w 145"/>
                  <a:gd name="T51" fmla="*/ 2 h 12830"/>
                  <a:gd name="T52" fmla="*/ 0 w 145"/>
                  <a:gd name="T53" fmla="*/ 2 h 12830"/>
                  <a:gd name="T54" fmla="*/ 0 w 145"/>
                  <a:gd name="T55" fmla="*/ 3 h 12830"/>
                  <a:gd name="T56" fmla="*/ 0 w 145"/>
                  <a:gd name="T57" fmla="*/ 3 h 12830"/>
                  <a:gd name="T58" fmla="*/ 0 w 145"/>
                  <a:gd name="T59" fmla="*/ 4 h 12830"/>
                  <a:gd name="T60" fmla="*/ 1 w 145"/>
                  <a:gd name="T61" fmla="*/ 4 h 12830"/>
                  <a:gd name="T62" fmla="*/ 1 w 145"/>
                  <a:gd name="T63" fmla="*/ 5 h 12830"/>
                  <a:gd name="T64" fmla="*/ 1 w 145"/>
                  <a:gd name="T65" fmla="*/ 5 h 12830"/>
                  <a:gd name="T66" fmla="*/ 1 w 145"/>
                  <a:gd name="T67" fmla="*/ 5 h 12830"/>
                  <a:gd name="T68" fmla="*/ 1 w 145"/>
                  <a:gd name="T69" fmla="*/ 6 h 12830"/>
                  <a:gd name="T70" fmla="*/ 1 w 145"/>
                  <a:gd name="T71" fmla="*/ 6 h 12830"/>
                  <a:gd name="T72" fmla="*/ 2 w 145"/>
                  <a:gd name="T73" fmla="*/ 7 h 12830"/>
                  <a:gd name="T74" fmla="*/ 2 w 145"/>
                  <a:gd name="T75" fmla="*/ 7 h 12830"/>
                  <a:gd name="T76" fmla="*/ 2 w 145"/>
                  <a:gd name="T77" fmla="*/ 8 h 1283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45"/>
                  <a:gd name="T118" fmla="*/ 0 h 12830"/>
                  <a:gd name="T119" fmla="*/ 145 w 145"/>
                  <a:gd name="T120" fmla="*/ 12830 h 12830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45" h="12830">
                    <a:moveTo>
                      <a:pt x="145" y="494"/>
                    </a:moveTo>
                    <a:lnTo>
                      <a:pt x="145" y="12830"/>
                    </a:lnTo>
                    <a:lnTo>
                      <a:pt x="129" y="12805"/>
                    </a:lnTo>
                    <a:lnTo>
                      <a:pt x="113" y="12778"/>
                    </a:lnTo>
                    <a:lnTo>
                      <a:pt x="98" y="12752"/>
                    </a:lnTo>
                    <a:lnTo>
                      <a:pt x="84" y="12726"/>
                    </a:lnTo>
                    <a:lnTo>
                      <a:pt x="72" y="12699"/>
                    </a:lnTo>
                    <a:lnTo>
                      <a:pt x="60" y="12671"/>
                    </a:lnTo>
                    <a:lnTo>
                      <a:pt x="49" y="12643"/>
                    </a:lnTo>
                    <a:lnTo>
                      <a:pt x="39" y="12614"/>
                    </a:lnTo>
                    <a:lnTo>
                      <a:pt x="30" y="12585"/>
                    </a:lnTo>
                    <a:lnTo>
                      <a:pt x="22" y="12556"/>
                    </a:lnTo>
                    <a:lnTo>
                      <a:pt x="16" y="12525"/>
                    </a:lnTo>
                    <a:lnTo>
                      <a:pt x="10" y="12495"/>
                    </a:lnTo>
                    <a:lnTo>
                      <a:pt x="6" y="12464"/>
                    </a:lnTo>
                    <a:lnTo>
                      <a:pt x="3" y="12432"/>
                    </a:lnTo>
                    <a:lnTo>
                      <a:pt x="1" y="12400"/>
                    </a:lnTo>
                    <a:lnTo>
                      <a:pt x="1" y="12367"/>
                    </a:lnTo>
                    <a:lnTo>
                      <a:pt x="0" y="12339"/>
                    </a:lnTo>
                    <a:lnTo>
                      <a:pt x="0" y="12312"/>
                    </a:lnTo>
                    <a:lnTo>
                      <a:pt x="0" y="12283"/>
                    </a:lnTo>
                    <a:lnTo>
                      <a:pt x="1" y="12256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2" y="66"/>
                    </a:lnTo>
                    <a:lnTo>
                      <a:pt x="5" y="98"/>
                    </a:lnTo>
                    <a:lnTo>
                      <a:pt x="9" y="129"/>
                    </a:lnTo>
                    <a:lnTo>
                      <a:pt x="14" y="162"/>
                    </a:lnTo>
                    <a:lnTo>
                      <a:pt x="21" y="193"/>
                    </a:lnTo>
                    <a:lnTo>
                      <a:pt x="28" y="225"/>
                    </a:lnTo>
                    <a:lnTo>
                      <a:pt x="38" y="256"/>
                    </a:lnTo>
                    <a:lnTo>
                      <a:pt x="48" y="286"/>
                    </a:lnTo>
                    <a:lnTo>
                      <a:pt x="58" y="317"/>
                    </a:lnTo>
                    <a:lnTo>
                      <a:pt x="70" y="347"/>
                    </a:lnTo>
                    <a:lnTo>
                      <a:pt x="83" y="377"/>
                    </a:lnTo>
                    <a:lnTo>
                      <a:pt x="97" y="407"/>
                    </a:lnTo>
                    <a:lnTo>
                      <a:pt x="112" y="436"/>
                    </a:lnTo>
                    <a:lnTo>
                      <a:pt x="128" y="465"/>
                    </a:lnTo>
                    <a:lnTo>
                      <a:pt x="145" y="494"/>
                    </a:lnTo>
                    <a:close/>
                  </a:path>
                </a:pathLst>
              </a:custGeom>
              <a:solidFill>
                <a:srgbClr val="E5E5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89" name="Freeform 354"/>
              <p:cNvSpPr>
                <a:spLocks/>
              </p:cNvSpPr>
              <p:nvPr/>
            </p:nvSpPr>
            <p:spPr bwMode="auto">
              <a:xfrm>
                <a:off x="2711" y="1734"/>
                <a:ext cx="19" cy="1572"/>
              </a:xfrm>
              <a:custGeom>
                <a:avLst/>
                <a:gdLst>
                  <a:gd name="T0" fmla="*/ 0 w 146"/>
                  <a:gd name="T1" fmla="*/ 193 h 12573"/>
                  <a:gd name="T2" fmla="*/ 0 w 146"/>
                  <a:gd name="T3" fmla="*/ 0 h 12573"/>
                  <a:gd name="T4" fmla="*/ 0 w 146"/>
                  <a:gd name="T5" fmla="*/ 1 h 12573"/>
                  <a:gd name="T6" fmla="*/ 1 w 146"/>
                  <a:gd name="T7" fmla="*/ 1 h 12573"/>
                  <a:gd name="T8" fmla="*/ 1 w 146"/>
                  <a:gd name="T9" fmla="*/ 2 h 12573"/>
                  <a:gd name="T10" fmla="*/ 1 w 146"/>
                  <a:gd name="T11" fmla="*/ 2 h 12573"/>
                  <a:gd name="T12" fmla="*/ 1 w 146"/>
                  <a:gd name="T13" fmla="*/ 3 h 12573"/>
                  <a:gd name="T14" fmla="*/ 2 w 146"/>
                  <a:gd name="T15" fmla="*/ 3 h 12573"/>
                  <a:gd name="T16" fmla="*/ 2 w 146"/>
                  <a:gd name="T17" fmla="*/ 3 h 12573"/>
                  <a:gd name="T18" fmla="*/ 2 w 146"/>
                  <a:gd name="T19" fmla="*/ 4 h 12573"/>
                  <a:gd name="T20" fmla="*/ 2 w 146"/>
                  <a:gd name="T21" fmla="*/ 197 h 12573"/>
                  <a:gd name="T22" fmla="*/ 2 w 146"/>
                  <a:gd name="T23" fmla="*/ 196 h 12573"/>
                  <a:gd name="T24" fmla="*/ 2 w 146"/>
                  <a:gd name="T25" fmla="*/ 196 h 12573"/>
                  <a:gd name="T26" fmla="*/ 1 w 146"/>
                  <a:gd name="T27" fmla="*/ 195 h 12573"/>
                  <a:gd name="T28" fmla="*/ 1 w 146"/>
                  <a:gd name="T29" fmla="*/ 195 h 12573"/>
                  <a:gd name="T30" fmla="*/ 1 w 146"/>
                  <a:gd name="T31" fmla="*/ 194 h 12573"/>
                  <a:gd name="T32" fmla="*/ 1 w 146"/>
                  <a:gd name="T33" fmla="*/ 194 h 12573"/>
                  <a:gd name="T34" fmla="*/ 0 w 146"/>
                  <a:gd name="T35" fmla="*/ 194 h 12573"/>
                  <a:gd name="T36" fmla="*/ 0 w 146"/>
                  <a:gd name="T37" fmla="*/ 193 h 1257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573"/>
                  <a:gd name="T59" fmla="*/ 146 w 146"/>
                  <a:gd name="T60" fmla="*/ 12573 h 1257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573">
                    <a:moveTo>
                      <a:pt x="0" y="12349"/>
                    </a:moveTo>
                    <a:lnTo>
                      <a:pt x="0" y="0"/>
                    </a:lnTo>
                    <a:lnTo>
                      <a:pt x="14" y="32"/>
                    </a:lnTo>
                    <a:lnTo>
                      <a:pt x="29" y="64"/>
                    </a:lnTo>
                    <a:lnTo>
                      <a:pt x="47" y="95"/>
                    </a:lnTo>
                    <a:lnTo>
                      <a:pt x="64" y="127"/>
                    </a:lnTo>
                    <a:lnTo>
                      <a:pt x="83" y="157"/>
                    </a:lnTo>
                    <a:lnTo>
                      <a:pt x="102" y="187"/>
                    </a:lnTo>
                    <a:lnTo>
                      <a:pt x="124" y="217"/>
                    </a:lnTo>
                    <a:lnTo>
                      <a:pt x="146" y="246"/>
                    </a:lnTo>
                    <a:lnTo>
                      <a:pt x="146" y="12573"/>
                    </a:lnTo>
                    <a:lnTo>
                      <a:pt x="124" y="12547"/>
                    </a:lnTo>
                    <a:lnTo>
                      <a:pt x="103" y="12520"/>
                    </a:lnTo>
                    <a:lnTo>
                      <a:pt x="83" y="12493"/>
                    </a:lnTo>
                    <a:lnTo>
                      <a:pt x="65" y="12465"/>
                    </a:lnTo>
                    <a:lnTo>
                      <a:pt x="47" y="12437"/>
                    </a:lnTo>
                    <a:lnTo>
                      <a:pt x="30" y="12407"/>
                    </a:lnTo>
                    <a:lnTo>
                      <a:pt x="14" y="12378"/>
                    </a:lnTo>
                    <a:lnTo>
                      <a:pt x="0" y="12349"/>
                    </a:lnTo>
                    <a:close/>
                  </a:path>
                </a:pathLst>
              </a:custGeom>
              <a:solidFill>
                <a:srgbClr val="D1D2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0" name="Freeform 355"/>
              <p:cNvSpPr>
                <a:spLocks/>
              </p:cNvSpPr>
              <p:nvPr/>
            </p:nvSpPr>
            <p:spPr bwMode="auto">
              <a:xfrm>
                <a:off x="2720" y="1752"/>
                <a:ext cx="19" cy="1564"/>
              </a:xfrm>
              <a:custGeom>
                <a:avLst/>
                <a:gdLst>
                  <a:gd name="T0" fmla="*/ 0 w 146"/>
                  <a:gd name="T1" fmla="*/ 193 h 12507"/>
                  <a:gd name="T2" fmla="*/ 0 w 146"/>
                  <a:gd name="T3" fmla="*/ 0 h 12507"/>
                  <a:gd name="T4" fmla="*/ 0 w 146"/>
                  <a:gd name="T5" fmla="*/ 0 h 12507"/>
                  <a:gd name="T6" fmla="*/ 1 w 146"/>
                  <a:gd name="T7" fmla="*/ 1 h 12507"/>
                  <a:gd name="T8" fmla="*/ 1 w 146"/>
                  <a:gd name="T9" fmla="*/ 1 h 12507"/>
                  <a:gd name="T10" fmla="*/ 1 w 146"/>
                  <a:gd name="T11" fmla="*/ 2 h 12507"/>
                  <a:gd name="T12" fmla="*/ 1 w 146"/>
                  <a:gd name="T13" fmla="*/ 2 h 12507"/>
                  <a:gd name="T14" fmla="*/ 2 w 146"/>
                  <a:gd name="T15" fmla="*/ 2 h 12507"/>
                  <a:gd name="T16" fmla="*/ 2 w 146"/>
                  <a:gd name="T17" fmla="*/ 3 h 12507"/>
                  <a:gd name="T18" fmla="*/ 2 w 146"/>
                  <a:gd name="T19" fmla="*/ 3 h 12507"/>
                  <a:gd name="T20" fmla="*/ 2 w 146"/>
                  <a:gd name="T21" fmla="*/ 196 h 12507"/>
                  <a:gd name="T22" fmla="*/ 2 w 146"/>
                  <a:gd name="T23" fmla="*/ 195 h 12507"/>
                  <a:gd name="T24" fmla="*/ 2 w 146"/>
                  <a:gd name="T25" fmla="*/ 195 h 12507"/>
                  <a:gd name="T26" fmla="*/ 1 w 146"/>
                  <a:gd name="T27" fmla="*/ 195 h 12507"/>
                  <a:gd name="T28" fmla="*/ 1 w 146"/>
                  <a:gd name="T29" fmla="*/ 194 h 12507"/>
                  <a:gd name="T30" fmla="*/ 1 w 146"/>
                  <a:gd name="T31" fmla="*/ 194 h 12507"/>
                  <a:gd name="T32" fmla="*/ 1 w 146"/>
                  <a:gd name="T33" fmla="*/ 194 h 12507"/>
                  <a:gd name="T34" fmla="*/ 0 w 146"/>
                  <a:gd name="T35" fmla="*/ 193 h 12507"/>
                  <a:gd name="T36" fmla="*/ 0 w 146"/>
                  <a:gd name="T37" fmla="*/ 193 h 125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507"/>
                  <a:gd name="T59" fmla="*/ 146 w 146"/>
                  <a:gd name="T60" fmla="*/ 12507 h 125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507">
                    <a:moveTo>
                      <a:pt x="0" y="12336"/>
                    </a:moveTo>
                    <a:lnTo>
                      <a:pt x="0" y="0"/>
                    </a:lnTo>
                    <a:lnTo>
                      <a:pt x="16" y="24"/>
                    </a:lnTo>
                    <a:lnTo>
                      <a:pt x="32" y="48"/>
                    </a:lnTo>
                    <a:lnTo>
                      <a:pt x="50" y="73"/>
                    </a:lnTo>
                    <a:lnTo>
                      <a:pt x="67" y="97"/>
                    </a:lnTo>
                    <a:lnTo>
                      <a:pt x="86" y="120"/>
                    </a:lnTo>
                    <a:lnTo>
                      <a:pt x="105" y="144"/>
                    </a:lnTo>
                    <a:lnTo>
                      <a:pt x="125" y="167"/>
                    </a:lnTo>
                    <a:lnTo>
                      <a:pt x="146" y="189"/>
                    </a:lnTo>
                    <a:lnTo>
                      <a:pt x="146" y="12507"/>
                    </a:lnTo>
                    <a:lnTo>
                      <a:pt x="126" y="12487"/>
                    </a:lnTo>
                    <a:lnTo>
                      <a:pt x="105" y="12467"/>
                    </a:lnTo>
                    <a:lnTo>
                      <a:pt x="86" y="12445"/>
                    </a:lnTo>
                    <a:lnTo>
                      <a:pt x="68" y="12424"/>
                    </a:lnTo>
                    <a:lnTo>
                      <a:pt x="50" y="12403"/>
                    </a:lnTo>
                    <a:lnTo>
                      <a:pt x="32" y="12381"/>
                    </a:lnTo>
                    <a:lnTo>
                      <a:pt x="16" y="12358"/>
                    </a:lnTo>
                    <a:lnTo>
                      <a:pt x="0" y="12336"/>
                    </a:lnTo>
                    <a:close/>
                  </a:path>
                </a:pathLst>
              </a:custGeom>
              <a:solidFill>
                <a:srgbClr val="BEBF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1" name="Freeform 356"/>
              <p:cNvSpPr>
                <a:spLocks/>
              </p:cNvSpPr>
              <p:nvPr/>
            </p:nvSpPr>
            <p:spPr bwMode="auto">
              <a:xfrm>
                <a:off x="2730" y="1765"/>
                <a:ext cx="18" cy="1559"/>
              </a:xfrm>
              <a:custGeom>
                <a:avLst/>
                <a:gdLst>
                  <a:gd name="T0" fmla="*/ 0 w 146"/>
                  <a:gd name="T1" fmla="*/ 193 h 12468"/>
                  <a:gd name="T2" fmla="*/ 0 w 146"/>
                  <a:gd name="T3" fmla="*/ 0 h 12468"/>
                  <a:gd name="T4" fmla="*/ 0 w 146"/>
                  <a:gd name="T5" fmla="*/ 0 h 12468"/>
                  <a:gd name="T6" fmla="*/ 0 w 146"/>
                  <a:gd name="T7" fmla="*/ 1 h 12468"/>
                  <a:gd name="T8" fmla="*/ 1 w 146"/>
                  <a:gd name="T9" fmla="*/ 1 h 12468"/>
                  <a:gd name="T10" fmla="*/ 1 w 146"/>
                  <a:gd name="T11" fmla="*/ 1 h 12468"/>
                  <a:gd name="T12" fmla="*/ 1 w 146"/>
                  <a:gd name="T13" fmla="*/ 2 h 12468"/>
                  <a:gd name="T14" fmla="*/ 2 w 146"/>
                  <a:gd name="T15" fmla="*/ 2 h 12468"/>
                  <a:gd name="T16" fmla="*/ 2 w 146"/>
                  <a:gd name="T17" fmla="*/ 2 h 12468"/>
                  <a:gd name="T18" fmla="*/ 2 w 146"/>
                  <a:gd name="T19" fmla="*/ 3 h 12468"/>
                  <a:gd name="T20" fmla="*/ 2 w 146"/>
                  <a:gd name="T21" fmla="*/ 195 h 12468"/>
                  <a:gd name="T22" fmla="*/ 2 w 146"/>
                  <a:gd name="T23" fmla="*/ 194 h 12468"/>
                  <a:gd name="T24" fmla="*/ 1 w 146"/>
                  <a:gd name="T25" fmla="*/ 194 h 12468"/>
                  <a:gd name="T26" fmla="*/ 1 w 146"/>
                  <a:gd name="T27" fmla="*/ 194 h 12468"/>
                  <a:gd name="T28" fmla="*/ 0 w 146"/>
                  <a:gd name="T29" fmla="*/ 193 h 12468"/>
                  <a:gd name="T30" fmla="*/ 0 w 146"/>
                  <a:gd name="T31" fmla="*/ 193 h 12468"/>
                  <a:gd name="T32" fmla="*/ 0 w 146"/>
                  <a:gd name="T33" fmla="*/ 193 h 1246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6"/>
                  <a:gd name="T52" fmla="*/ 0 h 12468"/>
                  <a:gd name="T53" fmla="*/ 146 w 146"/>
                  <a:gd name="T54" fmla="*/ 12468 h 1246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6" h="12468">
                    <a:moveTo>
                      <a:pt x="0" y="12327"/>
                    </a:moveTo>
                    <a:lnTo>
                      <a:pt x="0" y="0"/>
                    </a:lnTo>
                    <a:lnTo>
                      <a:pt x="16" y="20"/>
                    </a:lnTo>
                    <a:lnTo>
                      <a:pt x="33" y="41"/>
                    </a:lnTo>
                    <a:lnTo>
                      <a:pt x="51" y="61"/>
                    </a:lnTo>
                    <a:lnTo>
                      <a:pt x="69" y="81"/>
                    </a:lnTo>
                    <a:lnTo>
                      <a:pt x="87" y="100"/>
                    </a:lnTo>
                    <a:lnTo>
                      <a:pt x="106" y="120"/>
                    </a:lnTo>
                    <a:lnTo>
                      <a:pt x="126" y="139"/>
                    </a:lnTo>
                    <a:lnTo>
                      <a:pt x="146" y="157"/>
                    </a:lnTo>
                    <a:lnTo>
                      <a:pt x="146" y="12468"/>
                    </a:lnTo>
                    <a:lnTo>
                      <a:pt x="106" y="12435"/>
                    </a:lnTo>
                    <a:lnTo>
                      <a:pt x="69" y="12400"/>
                    </a:lnTo>
                    <a:lnTo>
                      <a:pt x="52" y="12382"/>
                    </a:lnTo>
                    <a:lnTo>
                      <a:pt x="33" y="12364"/>
                    </a:lnTo>
                    <a:lnTo>
                      <a:pt x="16" y="12346"/>
                    </a:lnTo>
                    <a:lnTo>
                      <a:pt x="0" y="12327"/>
                    </a:lnTo>
                    <a:close/>
                  </a:path>
                </a:pathLst>
              </a:custGeom>
              <a:solidFill>
                <a:srgbClr val="AAAD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" name="Freeform 357"/>
              <p:cNvSpPr>
                <a:spLocks/>
              </p:cNvSpPr>
              <p:nvPr/>
            </p:nvSpPr>
            <p:spPr bwMode="auto">
              <a:xfrm>
                <a:off x="2739" y="1776"/>
                <a:ext cx="18" cy="1555"/>
              </a:xfrm>
              <a:custGeom>
                <a:avLst/>
                <a:gdLst>
                  <a:gd name="T0" fmla="*/ 0 w 146"/>
                  <a:gd name="T1" fmla="*/ 193 h 12440"/>
                  <a:gd name="T2" fmla="*/ 0 w 146"/>
                  <a:gd name="T3" fmla="*/ 0 h 12440"/>
                  <a:gd name="T4" fmla="*/ 0 w 146"/>
                  <a:gd name="T5" fmla="*/ 1 h 12440"/>
                  <a:gd name="T6" fmla="*/ 1 w 146"/>
                  <a:gd name="T7" fmla="*/ 1 h 12440"/>
                  <a:gd name="T8" fmla="*/ 2 w 146"/>
                  <a:gd name="T9" fmla="*/ 2 h 12440"/>
                  <a:gd name="T10" fmla="*/ 2 w 146"/>
                  <a:gd name="T11" fmla="*/ 2 h 12440"/>
                  <a:gd name="T12" fmla="*/ 2 w 146"/>
                  <a:gd name="T13" fmla="*/ 194 h 12440"/>
                  <a:gd name="T14" fmla="*/ 2 w 146"/>
                  <a:gd name="T15" fmla="*/ 194 h 12440"/>
                  <a:gd name="T16" fmla="*/ 1 w 146"/>
                  <a:gd name="T17" fmla="*/ 194 h 12440"/>
                  <a:gd name="T18" fmla="*/ 0 w 146"/>
                  <a:gd name="T19" fmla="*/ 193 h 12440"/>
                  <a:gd name="T20" fmla="*/ 0 w 146"/>
                  <a:gd name="T21" fmla="*/ 193 h 124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40"/>
                  <a:gd name="T35" fmla="*/ 146 w 146"/>
                  <a:gd name="T36" fmla="*/ 12440 h 1244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40">
                    <a:moveTo>
                      <a:pt x="0" y="12318"/>
                    </a:moveTo>
                    <a:lnTo>
                      <a:pt x="0" y="0"/>
                    </a:lnTo>
                    <a:lnTo>
                      <a:pt x="33" y="36"/>
                    </a:lnTo>
                    <a:lnTo>
                      <a:pt x="70" y="69"/>
                    </a:lnTo>
                    <a:lnTo>
                      <a:pt x="106" y="102"/>
                    </a:lnTo>
                    <a:lnTo>
                      <a:pt x="146" y="135"/>
                    </a:lnTo>
                    <a:lnTo>
                      <a:pt x="146" y="12440"/>
                    </a:lnTo>
                    <a:lnTo>
                      <a:pt x="107" y="12410"/>
                    </a:lnTo>
                    <a:lnTo>
                      <a:pt x="70" y="12381"/>
                    </a:lnTo>
                    <a:lnTo>
                      <a:pt x="34" y="12351"/>
                    </a:lnTo>
                    <a:lnTo>
                      <a:pt x="0" y="12318"/>
                    </a:lnTo>
                    <a:close/>
                  </a:path>
                </a:pathLst>
              </a:custGeom>
              <a:solidFill>
                <a:srgbClr val="989D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3" name="Freeform 358"/>
              <p:cNvSpPr>
                <a:spLocks/>
              </p:cNvSpPr>
              <p:nvPr/>
            </p:nvSpPr>
            <p:spPr bwMode="auto">
              <a:xfrm>
                <a:off x="2748" y="1785"/>
                <a:ext cx="18" cy="1552"/>
              </a:xfrm>
              <a:custGeom>
                <a:avLst/>
                <a:gdLst>
                  <a:gd name="T0" fmla="*/ 0 w 145"/>
                  <a:gd name="T1" fmla="*/ 192 h 12417"/>
                  <a:gd name="T2" fmla="*/ 0 w 145"/>
                  <a:gd name="T3" fmla="*/ 0 h 12417"/>
                  <a:gd name="T4" fmla="*/ 0 w 145"/>
                  <a:gd name="T5" fmla="*/ 0 h 12417"/>
                  <a:gd name="T6" fmla="*/ 1 w 145"/>
                  <a:gd name="T7" fmla="*/ 1 h 12417"/>
                  <a:gd name="T8" fmla="*/ 2 w 145"/>
                  <a:gd name="T9" fmla="*/ 1 h 12417"/>
                  <a:gd name="T10" fmla="*/ 2 w 145"/>
                  <a:gd name="T11" fmla="*/ 2 h 12417"/>
                  <a:gd name="T12" fmla="*/ 2 w 145"/>
                  <a:gd name="T13" fmla="*/ 194 h 12417"/>
                  <a:gd name="T14" fmla="*/ 2 w 145"/>
                  <a:gd name="T15" fmla="*/ 194 h 12417"/>
                  <a:gd name="T16" fmla="*/ 1 w 145"/>
                  <a:gd name="T17" fmla="*/ 193 h 12417"/>
                  <a:gd name="T18" fmla="*/ 0 w 145"/>
                  <a:gd name="T19" fmla="*/ 193 h 12417"/>
                  <a:gd name="T20" fmla="*/ 0 w 145"/>
                  <a:gd name="T21" fmla="*/ 192 h 124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417"/>
                  <a:gd name="T35" fmla="*/ 145 w 145"/>
                  <a:gd name="T36" fmla="*/ 12417 h 124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417">
                    <a:moveTo>
                      <a:pt x="0" y="12311"/>
                    </a:moveTo>
                    <a:lnTo>
                      <a:pt x="0" y="0"/>
                    </a:lnTo>
                    <a:lnTo>
                      <a:pt x="34" y="31"/>
                    </a:lnTo>
                    <a:lnTo>
                      <a:pt x="70" y="61"/>
                    </a:lnTo>
                    <a:lnTo>
                      <a:pt x="107" y="90"/>
                    </a:lnTo>
                    <a:lnTo>
                      <a:pt x="145" y="119"/>
                    </a:lnTo>
                    <a:lnTo>
                      <a:pt x="145" y="12417"/>
                    </a:lnTo>
                    <a:lnTo>
                      <a:pt x="107" y="12392"/>
                    </a:lnTo>
                    <a:lnTo>
                      <a:pt x="70" y="12366"/>
                    </a:lnTo>
                    <a:lnTo>
                      <a:pt x="34" y="12339"/>
                    </a:lnTo>
                    <a:lnTo>
                      <a:pt x="0" y="12311"/>
                    </a:lnTo>
                    <a:close/>
                  </a:path>
                </a:pathLst>
              </a:custGeom>
              <a:solidFill>
                <a:srgbClr val="878D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4" name="Freeform 359"/>
              <p:cNvSpPr>
                <a:spLocks/>
              </p:cNvSpPr>
              <p:nvPr/>
            </p:nvSpPr>
            <p:spPr bwMode="auto">
              <a:xfrm>
                <a:off x="2757" y="1793"/>
                <a:ext cx="18" cy="1549"/>
              </a:xfrm>
              <a:custGeom>
                <a:avLst/>
                <a:gdLst>
                  <a:gd name="T0" fmla="*/ 0 w 145"/>
                  <a:gd name="T1" fmla="*/ 192 h 12399"/>
                  <a:gd name="T2" fmla="*/ 0 w 145"/>
                  <a:gd name="T3" fmla="*/ 0 h 12399"/>
                  <a:gd name="T4" fmla="*/ 0 w 145"/>
                  <a:gd name="T5" fmla="*/ 0 h 12399"/>
                  <a:gd name="T6" fmla="*/ 1 w 145"/>
                  <a:gd name="T7" fmla="*/ 1 h 12399"/>
                  <a:gd name="T8" fmla="*/ 2 w 145"/>
                  <a:gd name="T9" fmla="*/ 1 h 12399"/>
                  <a:gd name="T10" fmla="*/ 2 w 145"/>
                  <a:gd name="T11" fmla="*/ 2 h 12399"/>
                  <a:gd name="T12" fmla="*/ 2 w 145"/>
                  <a:gd name="T13" fmla="*/ 194 h 12399"/>
                  <a:gd name="T14" fmla="*/ 2 w 145"/>
                  <a:gd name="T15" fmla="*/ 193 h 12399"/>
                  <a:gd name="T16" fmla="*/ 1 w 145"/>
                  <a:gd name="T17" fmla="*/ 193 h 12399"/>
                  <a:gd name="T18" fmla="*/ 0 w 145"/>
                  <a:gd name="T19" fmla="*/ 192 h 12399"/>
                  <a:gd name="T20" fmla="*/ 0 w 145"/>
                  <a:gd name="T21" fmla="*/ 192 h 1239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99"/>
                  <a:gd name="T35" fmla="*/ 145 w 145"/>
                  <a:gd name="T36" fmla="*/ 12399 h 1239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99">
                    <a:moveTo>
                      <a:pt x="0" y="12305"/>
                    </a:moveTo>
                    <a:lnTo>
                      <a:pt x="0" y="0"/>
                    </a:lnTo>
                    <a:lnTo>
                      <a:pt x="34" y="27"/>
                    </a:lnTo>
                    <a:lnTo>
                      <a:pt x="70" y="55"/>
                    </a:lnTo>
                    <a:lnTo>
                      <a:pt x="107" y="80"/>
                    </a:lnTo>
                    <a:lnTo>
                      <a:pt x="145" y="105"/>
                    </a:lnTo>
                    <a:lnTo>
                      <a:pt x="145" y="12399"/>
                    </a:lnTo>
                    <a:lnTo>
                      <a:pt x="107" y="12377"/>
                    </a:lnTo>
                    <a:lnTo>
                      <a:pt x="71" y="12353"/>
                    </a:lnTo>
                    <a:lnTo>
                      <a:pt x="34" y="12329"/>
                    </a:lnTo>
                    <a:lnTo>
                      <a:pt x="0" y="12305"/>
                    </a:lnTo>
                    <a:close/>
                  </a:path>
                </a:pathLst>
              </a:custGeom>
              <a:solidFill>
                <a:srgbClr val="757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5" name="Freeform 360"/>
              <p:cNvSpPr>
                <a:spLocks/>
              </p:cNvSpPr>
              <p:nvPr/>
            </p:nvSpPr>
            <p:spPr bwMode="auto">
              <a:xfrm>
                <a:off x="2766" y="1800"/>
                <a:ext cx="18" cy="1548"/>
              </a:xfrm>
              <a:custGeom>
                <a:avLst/>
                <a:gdLst>
                  <a:gd name="T0" fmla="*/ 0 w 146"/>
                  <a:gd name="T1" fmla="*/ 192 h 12383"/>
                  <a:gd name="T2" fmla="*/ 0 w 146"/>
                  <a:gd name="T3" fmla="*/ 0 h 12383"/>
                  <a:gd name="T4" fmla="*/ 0 w 146"/>
                  <a:gd name="T5" fmla="*/ 0 h 12383"/>
                  <a:gd name="T6" fmla="*/ 1 w 146"/>
                  <a:gd name="T7" fmla="*/ 1 h 12383"/>
                  <a:gd name="T8" fmla="*/ 2 w 146"/>
                  <a:gd name="T9" fmla="*/ 1 h 12383"/>
                  <a:gd name="T10" fmla="*/ 2 w 146"/>
                  <a:gd name="T11" fmla="*/ 2 h 12383"/>
                  <a:gd name="T12" fmla="*/ 2 w 146"/>
                  <a:gd name="T13" fmla="*/ 194 h 12383"/>
                  <a:gd name="T14" fmla="*/ 2 w 146"/>
                  <a:gd name="T15" fmla="*/ 193 h 12383"/>
                  <a:gd name="T16" fmla="*/ 1 w 146"/>
                  <a:gd name="T17" fmla="*/ 193 h 12383"/>
                  <a:gd name="T18" fmla="*/ 0 w 146"/>
                  <a:gd name="T19" fmla="*/ 193 h 12383"/>
                  <a:gd name="T20" fmla="*/ 0 w 146"/>
                  <a:gd name="T21" fmla="*/ 192 h 1238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83"/>
                  <a:gd name="T35" fmla="*/ 146 w 146"/>
                  <a:gd name="T36" fmla="*/ 12383 h 1238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83">
                    <a:moveTo>
                      <a:pt x="0" y="12298"/>
                    </a:moveTo>
                    <a:lnTo>
                      <a:pt x="0" y="0"/>
                    </a:lnTo>
                    <a:lnTo>
                      <a:pt x="35" y="24"/>
                    </a:lnTo>
                    <a:lnTo>
                      <a:pt x="71" y="48"/>
                    </a:lnTo>
                    <a:lnTo>
                      <a:pt x="108" y="71"/>
                    </a:lnTo>
                    <a:lnTo>
                      <a:pt x="146" y="94"/>
                    </a:lnTo>
                    <a:lnTo>
                      <a:pt x="146" y="12383"/>
                    </a:lnTo>
                    <a:lnTo>
                      <a:pt x="108" y="12363"/>
                    </a:lnTo>
                    <a:lnTo>
                      <a:pt x="72" y="12343"/>
                    </a:lnTo>
                    <a:lnTo>
                      <a:pt x="35" y="12321"/>
                    </a:lnTo>
                    <a:lnTo>
                      <a:pt x="0" y="12298"/>
                    </a:lnTo>
                    <a:close/>
                  </a:path>
                </a:pathLst>
              </a:custGeom>
              <a:solidFill>
                <a:srgbClr val="7980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6" name="Freeform 361"/>
              <p:cNvSpPr>
                <a:spLocks/>
              </p:cNvSpPr>
              <p:nvPr/>
            </p:nvSpPr>
            <p:spPr bwMode="auto">
              <a:xfrm>
                <a:off x="2775" y="1806"/>
                <a:ext cx="18" cy="1546"/>
              </a:xfrm>
              <a:custGeom>
                <a:avLst/>
                <a:gdLst>
                  <a:gd name="T0" fmla="*/ 0 w 146"/>
                  <a:gd name="T1" fmla="*/ 192 h 12371"/>
                  <a:gd name="T2" fmla="*/ 0 w 146"/>
                  <a:gd name="T3" fmla="*/ 0 h 12371"/>
                  <a:gd name="T4" fmla="*/ 0 w 146"/>
                  <a:gd name="T5" fmla="*/ 0 h 12371"/>
                  <a:gd name="T6" fmla="*/ 1 w 146"/>
                  <a:gd name="T7" fmla="*/ 1 h 12371"/>
                  <a:gd name="T8" fmla="*/ 2 w 146"/>
                  <a:gd name="T9" fmla="*/ 1 h 12371"/>
                  <a:gd name="T10" fmla="*/ 2 w 146"/>
                  <a:gd name="T11" fmla="*/ 1 h 12371"/>
                  <a:gd name="T12" fmla="*/ 2 w 146"/>
                  <a:gd name="T13" fmla="*/ 193 h 12371"/>
                  <a:gd name="T14" fmla="*/ 2 w 146"/>
                  <a:gd name="T15" fmla="*/ 193 h 12371"/>
                  <a:gd name="T16" fmla="*/ 1 w 146"/>
                  <a:gd name="T17" fmla="*/ 193 h 12371"/>
                  <a:gd name="T18" fmla="*/ 0 w 146"/>
                  <a:gd name="T19" fmla="*/ 192 h 12371"/>
                  <a:gd name="T20" fmla="*/ 0 w 146"/>
                  <a:gd name="T21" fmla="*/ 192 h 123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71"/>
                  <a:gd name="T35" fmla="*/ 146 w 146"/>
                  <a:gd name="T36" fmla="*/ 12371 h 1237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71">
                    <a:moveTo>
                      <a:pt x="0" y="12294"/>
                    </a:moveTo>
                    <a:lnTo>
                      <a:pt x="0" y="0"/>
                    </a:lnTo>
                    <a:lnTo>
                      <a:pt x="35" y="22"/>
                    </a:lnTo>
                    <a:lnTo>
                      <a:pt x="72" y="44"/>
                    </a:lnTo>
                    <a:lnTo>
                      <a:pt x="108" y="64"/>
                    </a:lnTo>
                    <a:lnTo>
                      <a:pt x="146" y="84"/>
                    </a:lnTo>
                    <a:lnTo>
                      <a:pt x="146" y="12371"/>
                    </a:lnTo>
                    <a:lnTo>
                      <a:pt x="108" y="12353"/>
                    </a:lnTo>
                    <a:lnTo>
                      <a:pt x="72" y="12333"/>
                    </a:lnTo>
                    <a:lnTo>
                      <a:pt x="35" y="12314"/>
                    </a:lnTo>
                    <a:lnTo>
                      <a:pt x="0" y="12294"/>
                    </a:lnTo>
                    <a:close/>
                  </a:path>
                </a:pathLst>
              </a:custGeom>
              <a:solidFill>
                <a:srgbClr val="7C84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7" name="Freeform 362"/>
              <p:cNvSpPr>
                <a:spLocks/>
              </p:cNvSpPr>
              <p:nvPr/>
            </p:nvSpPr>
            <p:spPr bwMode="auto">
              <a:xfrm>
                <a:off x="2784" y="1811"/>
                <a:ext cx="18" cy="1545"/>
              </a:xfrm>
              <a:custGeom>
                <a:avLst/>
                <a:gdLst>
                  <a:gd name="T0" fmla="*/ 0 w 145"/>
                  <a:gd name="T1" fmla="*/ 192 h 12359"/>
                  <a:gd name="T2" fmla="*/ 0 w 145"/>
                  <a:gd name="T3" fmla="*/ 0 h 12359"/>
                  <a:gd name="T4" fmla="*/ 0 w 145"/>
                  <a:gd name="T5" fmla="*/ 0 h 12359"/>
                  <a:gd name="T6" fmla="*/ 1 w 145"/>
                  <a:gd name="T7" fmla="*/ 1 h 12359"/>
                  <a:gd name="T8" fmla="*/ 2 w 145"/>
                  <a:gd name="T9" fmla="*/ 1 h 12359"/>
                  <a:gd name="T10" fmla="*/ 2 w 145"/>
                  <a:gd name="T11" fmla="*/ 1 h 12359"/>
                  <a:gd name="T12" fmla="*/ 2 w 145"/>
                  <a:gd name="T13" fmla="*/ 193 h 12359"/>
                  <a:gd name="T14" fmla="*/ 2 w 145"/>
                  <a:gd name="T15" fmla="*/ 193 h 12359"/>
                  <a:gd name="T16" fmla="*/ 1 w 145"/>
                  <a:gd name="T17" fmla="*/ 193 h 12359"/>
                  <a:gd name="T18" fmla="*/ 0 w 145"/>
                  <a:gd name="T19" fmla="*/ 192 h 12359"/>
                  <a:gd name="T20" fmla="*/ 0 w 145"/>
                  <a:gd name="T21" fmla="*/ 192 h 123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59"/>
                  <a:gd name="T35" fmla="*/ 145 w 145"/>
                  <a:gd name="T36" fmla="*/ 12359 h 123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59">
                    <a:moveTo>
                      <a:pt x="0" y="12289"/>
                    </a:moveTo>
                    <a:lnTo>
                      <a:pt x="0" y="0"/>
                    </a:lnTo>
                    <a:lnTo>
                      <a:pt x="35" y="20"/>
                    </a:lnTo>
                    <a:lnTo>
                      <a:pt x="72" y="39"/>
                    </a:lnTo>
                    <a:lnTo>
                      <a:pt x="108" y="57"/>
                    </a:lnTo>
                    <a:lnTo>
                      <a:pt x="145" y="76"/>
                    </a:lnTo>
                    <a:lnTo>
                      <a:pt x="145" y="12359"/>
                    </a:lnTo>
                    <a:lnTo>
                      <a:pt x="108" y="12343"/>
                    </a:lnTo>
                    <a:lnTo>
                      <a:pt x="72" y="12326"/>
                    </a:lnTo>
                    <a:lnTo>
                      <a:pt x="35" y="12308"/>
                    </a:lnTo>
                    <a:lnTo>
                      <a:pt x="0" y="12289"/>
                    </a:lnTo>
                    <a:close/>
                  </a:path>
                </a:pathLst>
              </a:custGeom>
              <a:solidFill>
                <a:srgbClr val="8088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8" name="Freeform 363"/>
              <p:cNvSpPr>
                <a:spLocks/>
              </p:cNvSpPr>
              <p:nvPr/>
            </p:nvSpPr>
            <p:spPr bwMode="auto">
              <a:xfrm>
                <a:off x="2793" y="1816"/>
                <a:ext cx="19" cy="1544"/>
              </a:xfrm>
              <a:custGeom>
                <a:avLst/>
                <a:gdLst>
                  <a:gd name="T0" fmla="*/ 0 w 145"/>
                  <a:gd name="T1" fmla="*/ 192 h 12351"/>
                  <a:gd name="T2" fmla="*/ 0 w 145"/>
                  <a:gd name="T3" fmla="*/ 0 h 12351"/>
                  <a:gd name="T4" fmla="*/ 1 w 145"/>
                  <a:gd name="T5" fmla="*/ 0 h 12351"/>
                  <a:gd name="T6" fmla="*/ 1 w 145"/>
                  <a:gd name="T7" fmla="*/ 1 h 12351"/>
                  <a:gd name="T8" fmla="*/ 2 w 145"/>
                  <a:gd name="T9" fmla="*/ 1 h 12351"/>
                  <a:gd name="T10" fmla="*/ 2 w 145"/>
                  <a:gd name="T11" fmla="*/ 1 h 12351"/>
                  <a:gd name="T12" fmla="*/ 2 w 145"/>
                  <a:gd name="T13" fmla="*/ 193 h 12351"/>
                  <a:gd name="T14" fmla="*/ 2 w 145"/>
                  <a:gd name="T15" fmla="*/ 193 h 12351"/>
                  <a:gd name="T16" fmla="*/ 1 w 145"/>
                  <a:gd name="T17" fmla="*/ 193 h 12351"/>
                  <a:gd name="T18" fmla="*/ 1 w 145"/>
                  <a:gd name="T19" fmla="*/ 192 h 12351"/>
                  <a:gd name="T20" fmla="*/ 0 w 145"/>
                  <a:gd name="T21" fmla="*/ 192 h 123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51"/>
                  <a:gd name="T35" fmla="*/ 145 w 145"/>
                  <a:gd name="T36" fmla="*/ 12351 h 1235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51">
                    <a:moveTo>
                      <a:pt x="0" y="12287"/>
                    </a:moveTo>
                    <a:lnTo>
                      <a:pt x="0" y="0"/>
                    </a:lnTo>
                    <a:lnTo>
                      <a:pt x="35" y="18"/>
                    </a:lnTo>
                    <a:lnTo>
                      <a:pt x="71" y="36"/>
                    </a:lnTo>
                    <a:lnTo>
                      <a:pt x="108" y="53"/>
                    </a:lnTo>
                    <a:lnTo>
                      <a:pt x="145" y="69"/>
                    </a:lnTo>
                    <a:lnTo>
                      <a:pt x="145" y="12351"/>
                    </a:lnTo>
                    <a:lnTo>
                      <a:pt x="108" y="12335"/>
                    </a:lnTo>
                    <a:lnTo>
                      <a:pt x="71" y="12320"/>
                    </a:lnTo>
                    <a:lnTo>
                      <a:pt x="35" y="12304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rgbClr val="848B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9" name="Freeform 364"/>
              <p:cNvSpPr>
                <a:spLocks/>
              </p:cNvSpPr>
              <p:nvPr/>
            </p:nvSpPr>
            <p:spPr bwMode="auto">
              <a:xfrm>
                <a:off x="2802" y="1821"/>
                <a:ext cx="19" cy="1543"/>
              </a:xfrm>
              <a:custGeom>
                <a:avLst/>
                <a:gdLst>
                  <a:gd name="T0" fmla="*/ 0 w 146"/>
                  <a:gd name="T1" fmla="*/ 192 h 12342"/>
                  <a:gd name="T2" fmla="*/ 0 w 146"/>
                  <a:gd name="T3" fmla="*/ 0 h 12342"/>
                  <a:gd name="T4" fmla="*/ 1 w 146"/>
                  <a:gd name="T5" fmla="*/ 0 h 12342"/>
                  <a:gd name="T6" fmla="*/ 1 w 146"/>
                  <a:gd name="T7" fmla="*/ 1 h 12342"/>
                  <a:gd name="T8" fmla="*/ 2 w 146"/>
                  <a:gd name="T9" fmla="*/ 1 h 12342"/>
                  <a:gd name="T10" fmla="*/ 2 w 146"/>
                  <a:gd name="T11" fmla="*/ 1 h 12342"/>
                  <a:gd name="T12" fmla="*/ 2 w 146"/>
                  <a:gd name="T13" fmla="*/ 193 h 12342"/>
                  <a:gd name="T14" fmla="*/ 2 w 146"/>
                  <a:gd name="T15" fmla="*/ 193 h 12342"/>
                  <a:gd name="T16" fmla="*/ 1 w 146"/>
                  <a:gd name="T17" fmla="*/ 192 h 12342"/>
                  <a:gd name="T18" fmla="*/ 1 w 146"/>
                  <a:gd name="T19" fmla="*/ 192 h 12342"/>
                  <a:gd name="T20" fmla="*/ 0 w 146"/>
                  <a:gd name="T21" fmla="*/ 192 h 1234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42"/>
                  <a:gd name="T35" fmla="*/ 146 w 146"/>
                  <a:gd name="T36" fmla="*/ 12342 h 1234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42">
                    <a:moveTo>
                      <a:pt x="0" y="12283"/>
                    </a:moveTo>
                    <a:lnTo>
                      <a:pt x="0" y="0"/>
                    </a:lnTo>
                    <a:lnTo>
                      <a:pt x="36" y="16"/>
                    </a:lnTo>
                    <a:lnTo>
                      <a:pt x="72" y="31"/>
                    </a:lnTo>
                    <a:lnTo>
                      <a:pt x="109" y="46"/>
                    </a:lnTo>
                    <a:lnTo>
                      <a:pt x="146" y="61"/>
                    </a:lnTo>
                    <a:lnTo>
                      <a:pt x="146" y="12342"/>
                    </a:lnTo>
                    <a:lnTo>
                      <a:pt x="109" y="12328"/>
                    </a:lnTo>
                    <a:lnTo>
                      <a:pt x="72" y="12314"/>
                    </a:lnTo>
                    <a:lnTo>
                      <a:pt x="36" y="12298"/>
                    </a:lnTo>
                    <a:lnTo>
                      <a:pt x="0" y="12283"/>
                    </a:lnTo>
                    <a:close/>
                  </a:path>
                </a:pathLst>
              </a:custGeom>
              <a:solidFill>
                <a:srgbClr val="878F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0" name="Freeform 365"/>
              <p:cNvSpPr>
                <a:spLocks/>
              </p:cNvSpPr>
              <p:nvPr/>
            </p:nvSpPr>
            <p:spPr bwMode="auto">
              <a:xfrm>
                <a:off x="2812" y="1825"/>
                <a:ext cx="18" cy="1542"/>
              </a:xfrm>
              <a:custGeom>
                <a:avLst/>
                <a:gdLst>
                  <a:gd name="T0" fmla="*/ 0 w 145"/>
                  <a:gd name="T1" fmla="*/ 192 h 12335"/>
                  <a:gd name="T2" fmla="*/ 0 w 145"/>
                  <a:gd name="T3" fmla="*/ 0 h 12335"/>
                  <a:gd name="T4" fmla="*/ 0 w 145"/>
                  <a:gd name="T5" fmla="*/ 0 h 12335"/>
                  <a:gd name="T6" fmla="*/ 1 w 145"/>
                  <a:gd name="T7" fmla="*/ 1 h 12335"/>
                  <a:gd name="T8" fmla="*/ 2 w 145"/>
                  <a:gd name="T9" fmla="*/ 1 h 12335"/>
                  <a:gd name="T10" fmla="*/ 2 w 145"/>
                  <a:gd name="T11" fmla="*/ 1 h 12335"/>
                  <a:gd name="T12" fmla="*/ 2 w 145"/>
                  <a:gd name="T13" fmla="*/ 193 h 12335"/>
                  <a:gd name="T14" fmla="*/ 2 w 145"/>
                  <a:gd name="T15" fmla="*/ 193 h 12335"/>
                  <a:gd name="T16" fmla="*/ 1 w 145"/>
                  <a:gd name="T17" fmla="*/ 192 h 12335"/>
                  <a:gd name="T18" fmla="*/ 0 w 145"/>
                  <a:gd name="T19" fmla="*/ 192 h 12335"/>
                  <a:gd name="T20" fmla="*/ 0 w 145"/>
                  <a:gd name="T21" fmla="*/ 192 h 1233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35"/>
                  <a:gd name="T35" fmla="*/ 145 w 145"/>
                  <a:gd name="T36" fmla="*/ 12335 h 1233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35">
                    <a:moveTo>
                      <a:pt x="0" y="12282"/>
                    </a:moveTo>
                    <a:lnTo>
                      <a:pt x="0" y="0"/>
                    </a:lnTo>
                    <a:lnTo>
                      <a:pt x="36" y="14"/>
                    </a:lnTo>
                    <a:lnTo>
                      <a:pt x="72" y="28"/>
                    </a:lnTo>
                    <a:lnTo>
                      <a:pt x="109" y="43"/>
                    </a:lnTo>
                    <a:lnTo>
                      <a:pt x="145" y="55"/>
                    </a:lnTo>
                    <a:lnTo>
                      <a:pt x="145" y="12335"/>
                    </a:lnTo>
                    <a:lnTo>
                      <a:pt x="109" y="12322"/>
                    </a:lnTo>
                    <a:lnTo>
                      <a:pt x="72" y="12309"/>
                    </a:lnTo>
                    <a:lnTo>
                      <a:pt x="36" y="12296"/>
                    </a:lnTo>
                    <a:lnTo>
                      <a:pt x="0" y="12282"/>
                    </a:lnTo>
                    <a:close/>
                  </a:path>
                </a:pathLst>
              </a:custGeom>
              <a:solidFill>
                <a:srgbClr val="8B93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1" name="Freeform 366"/>
              <p:cNvSpPr>
                <a:spLocks/>
              </p:cNvSpPr>
              <p:nvPr/>
            </p:nvSpPr>
            <p:spPr bwMode="auto">
              <a:xfrm>
                <a:off x="2821" y="1829"/>
                <a:ext cx="18" cy="1541"/>
              </a:xfrm>
              <a:custGeom>
                <a:avLst/>
                <a:gdLst>
                  <a:gd name="T0" fmla="*/ 0 w 145"/>
                  <a:gd name="T1" fmla="*/ 192 h 12330"/>
                  <a:gd name="T2" fmla="*/ 0 w 145"/>
                  <a:gd name="T3" fmla="*/ 0 h 12330"/>
                  <a:gd name="T4" fmla="*/ 0 w 145"/>
                  <a:gd name="T5" fmla="*/ 0 h 12330"/>
                  <a:gd name="T6" fmla="*/ 1 w 145"/>
                  <a:gd name="T7" fmla="*/ 0 h 12330"/>
                  <a:gd name="T8" fmla="*/ 2 w 145"/>
                  <a:gd name="T9" fmla="*/ 1 h 12330"/>
                  <a:gd name="T10" fmla="*/ 2 w 145"/>
                  <a:gd name="T11" fmla="*/ 1 h 12330"/>
                  <a:gd name="T12" fmla="*/ 2 w 145"/>
                  <a:gd name="T13" fmla="*/ 193 h 12330"/>
                  <a:gd name="T14" fmla="*/ 2 w 145"/>
                  <a:gd name="T15" fmla="*/ 192 h 12330"/>
                  <a:gd name="T16" fmla="*/ 1 w 145"/>
                  <a:gd name="T17" fmla="*/ 192 h 12330"/>
                  <a:gd name="T18" fmla="*/ 0 w 145"/>
                  <a:gd name="T19" fmla="*/ 192 h 12330"/>
                  <a:gd name="T20" fmla="*/ 0 w 145"/>
                  <a:gd name="T21" fmla="*/ 192 h 1233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30"/>
                  <a:gd name="T35" fmla="*/ 145 w 145"/>
                  <a:gd name="T36" fmla="*/ 12330 h 1233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30">
                    <a:moveTo>
                      <a:pt x="0" y="12281"/>
                    </a:moveTo>
                    <a:lnTo>
                      <a:pt x="0" y="0"/>
                    </a:lnTo>
                    <a:lnTo>
                      <a:pt x="36" y="14"/>
                    </a:lnTo>
                    <a:lnTo>
                      <a:pt x="72" y="26"/>
                    </a:lnTo>
                    <a:lnTo>
                      <a:pt x="109" y="38"/>
                    </a:lnTo>
                    <a:lnTo>
                      <a:pt x="145" y="49"/>
                    </a:lnTo>
                    <a:lnTo>
                      <a:pt x="145" y="12330"/>
                    </a:lnTo>
                    <a:lnTo>
                      <a:pt x="109" y="12317"/>
                    </a:lnTo>
                    <a:lnTo>
                      <a:pt x="72" y="12306"/>
                    </a:lnTo>
                    <a:lnTo>
                      <a:pt x="36" y="12293"/>
                    </a:lnTo>
                    <a:lnTo>
                      <a:pt x="0" y="12281"/>
                    </a:lnTo>
                    <a:close/>
                  </a:path>
                </a:pathLst>
              </a:custGeom>
              <a:solidFill>
                <a:srgbClr val="8F9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2" name="Freeform 367"/>
              <p:cNvSpPr>
                <a:spLocks/>
              </p:cNvSpPr>
              <p:nvPr/>
            </p:nvSpPr>
            <p:spPr bwMode="auto">
              <a:xfrm>
                <a:off x="2830" y="1832"/>
                <a:ext cx="18" cy="1540"/>
              </a:xfrm>
              <a:custGeom>
                <a:avLst/>
                <a:gdLst>
                  <a:gd name="T0" fmla="*/ 0 w 146"/>
                  <a:gd name="T1" fmla="*/ 192 h 12324"/>
                  <a:gd name="T2" fmla="*/ 0 w 146"/>
                  <a:gd name="T3" fmla="*/ 0 h 12324"/>
                  <a:gd name="T4" fmla="*/ 1 w 146"/>
                  <a:gd name="T5" fmla="*/ 0 h 12324"/>
                  <a:gd name="T6" fmla="*/ 1 w 146"/>
                  <a:gd name="T7" fmla="*/ 0 h 12324"/>
                  <a:gd name="T8" fmla="*/ 2 w 146"/>
                  <a:gd name="T9" fmla="*/ 0 h 12324"/>
                  <a:gd name="T10" fmla="*/ 2 w 146"/>
                  <a:gd name="T11" fmla="*/ 1 h 12324"/>
                  <a:gd name="T12" fmla="*/ 2 w 146"/>
                  <a:gd name="T13" fmla="*/ 192 h 12324"/>
                  <a:gd name="T14" fmla="*/ 2 w 146"/>
                  <a:gd name="T15" fmla="*/ 192 h 12324"/>
                  <a:gd name="T16" fmla="*/ 1 w 146"/>
                  <a:gd name="T17" fmla="*/ 192 h 12324"/>
                  <a:gd name="T18" fmla="*/ 1 w 146"/>
                  <a:gd name="T19" fmla="*/ 192 h 12324"/>
                  <a:gd name="T20" fmla="*/ 0 w 146"/>
                  <a:gd name="T21" fmla="*/ 192 h 123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24"/>
                  <a:gd name="T35" fmla="*/ 146 w 146"/>
                  <a:gd name="T36" fmla="*/ 12324 h 123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24">
                    <a:moveTo>
                      <a:pt x="0" y="12280"/>
                    </a:moveTo>
                    <a:lnTo>
                      <a:pt x="0" y="0"/>
                    </a:lnTo>
                    <a:lnTo>
                      <a:pt x="37" y="12"/>
                    </a:lnTo>
                    <a:lnTo>
                      <a:pt x="72" y="23"/>
                    </a:lnTo>
                    <a:lnTo>
                      <a:pt x="110" y="34"/>
                    </a:lnTo>
                    <a:lnTo>
                      <a:pt x="146" y="44"/>
                    </a:lnTo>
                    <a:lnTo>
                      <a:pt x="146" y="12324"/>
                    </a:lnTo>
                    <a:lnTo>
                      <a:pt x="110" y="12314"/>
                    </a:lnTo>
                    <a:lnTo>
                      <a:pt x="73" y="12304"/>
                    </a:lnTo>
                    <a:lnTo>
                      <a:pt x="37" y="12291"/>
                    </a:lnTo>
                    <a:lnTo>
                      <a:pt x="0" y="12280"/>
                    </a:lnTo>
                    <a:close/>
                  </a:path>
                </a:pathLst>
              </a:custGeom>
              <a:solidFill>
                <a:srgbClr val="929B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3" name="Freeform 368"/>
              <p:cNvSpPr>
                <a:spLocks/>
              </p:cNvSpPr>
              <p:nvPr/>
            </p:nvSpPr>
            <p:spPr bwMode="auto">
              <a:xfrm>
                <a:off x="2839" y="1835"/>
                <a:ext cx="18" cy="1540"/>
              </a:xfrm>
              <a:custGeom>
                <a:avLst/>
                <a:gdLst>
                  <a:gd name="T0" fmla="*/ 0 w 146"/>
                  <a:gd name="T1" fmla="*/ 192 h 12320"/>
                  <a:gd name="T2" fmla="*/ 0 w 146"/>
                  <a:gd name="T3" fmla="*/ 0 h 12320"/>
                  <a:gd name="T4" fmla="*/ 1 w 146"/>
                  <a:gd name="T5" fmla="*/ 0 h 12320"/>
                  <a:gd name="T6" fmla="*/ 1 w 146"/>
                  <a:gd name="T7" fmla="*/ 0 h 12320"/>
                  <a:gd name="T8" fmla="*/ 2 w 146"/>
                  <a:gd name="T9" fmla="*/ 1 h 12320"/>
                  <a:gd name="T10" fmla="*/ 2 w 146"/>
                  <a:gd name="T11" fmla="*/ 1 h 12320"/>
                  <a:gd name="T12" fmla="*/ 2 w 146"/>
                  <a:gd name="T13" fmla="*/ 193 h 12320"/>
                  <a:gd name="T14" fmla="*/ 2 w 146"/>
                  <a:gd name="T15" fmla="*/ 192 h 12320"/>
                  <a:gd name="T16" fmla="*/ 1 w 146"/>
                  <a:gd name="T17" fmla="*/ 192 h 12320"/>
                  <a:gd name="T18" fmla="*/ 1 w 146"/>
                  <a:gd name="T19" fmla="*/ 192 h 12320"/>
                  <a:gd name="T20" fmla="*/ 0 w 146"/>
                  <a:gd name="T21" fmla="*/ 192 h 1232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20"/>
                  <a:gd name="T35" fmla="*/ 146 w 146"/>
                  <a:gd name="T36" fmla="*/ 12320 h 1232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20">
                    <a:moveTo>
                      <a:pt x="0" y="12281"/>
                    </a:moveTo>
                    <a:lnTo>
                      <a:pt x="0" y="0"/>
                    </a:lnTo>
                    <a:lnTo>
                      <a:pt x="37" y="11"/>
                    </a:lnTo>
                    <a:lnTo>
                      <a:pt x="72" y="21"/>
                    </a:lnTo>
                    <a:lnTo>
                      <a:pt x="110" y="30"/>
                    </a:lnTo>
                    <a:lnTo>
                      <a:pt x="146" y="39"/>
                    </a:lnTo>
                    <a:lnTo>
                      <a:pt x="146" y="12320"/>
                    </a:lnTo>
                    <a:lnTo>
                      <a:pt x="110" y="12311"/>
                    </a:lnTo>
                    <a:lnTo>
                      <a:pt x="73" y="12301"/>
                    </a:lnTo>
                    <a:lnTo>
                      <a:pt x="37" y="12291"/>
                    </a:lnTo>
                    <a:lnTo>
                      <a:pt x="0" y="12281"/>
                    </a:lnTo>
                    <a:close/>
                  </a:path>
                </a:pathLst>
              </a:custGeom>
              <a:solidFill>
                <a:srgbClr val="969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4" name="Freeform 369"/>
              <p:cNvSpPr>
                <a:spLocks/>
              </p:cNvSpPr>
              <p:nvPr/>
            </p:nvSpPr>
            <p:spPr bwMode="auto">
              <a:xfrm>
                <a:off x="2848" y="1837"/>
                <a:ext cx="18" cy="1540"/>
              </a:xfrm>
              <a:custGeom>
                <a:avLst/>
                <a:gdLst>
                  <a:gd name="T0" fmla="*/ 0 w 146"/>
                  <a:gd name="T1" fmla="*/ 192 h 12316"/>
                  <a:gd name="T2" fmla="*/ 0 w 146"/>
                  <a:gd name="T3" fmla="*/ 0 h 12316"/>
                  <a:gd name="T4" fmla="*/ 1 w 146"/>
                  <a:gd name="T5" fmla="*/ 0 h 12316"/>
                  <a:gd name="T6" fmla="*/ 1 w 146"/>
                  <a:gd name="T7" fmla="*/ 0 h 12316"/>
                  <a:gd name="T8" fmla="*/ 2 w 146"/>
                  <a:gd name="T9" fmla="*/ 0 h 12316"/>
                  <a:gd name="T10" fmla="*/ 2 w 146"/>
                  <a:gd name="T11" fmla="*/ 1 h 12316"/>
                  <a:gd name="T12" fmla="*/ 2 w 146"/>
                  <a:gd name="T13" fmla="*/ 193 h 12316"/>
                  <a:gd name="T14" fmla="*/ 2 w 146"/>
                  <a:gd name="T15" fmla="*/ 192 h 12316"/>
                  <a:gd name="T16" fmla="*/ 1 w 146"/>
                  <a:gd name="T17" fmla="*/ 192 h 12316"/>
                  <a:gd name="T18" fmla="*/ 1 w 146"/>
                  <a:gd name="T19" fmla="*/ 192 h 12316"/>
                  <a:gd name="T20" fmla="*/ 0 w 146"/>
                  <a:gd name="T21" fmla="*/ 192 h 123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16"/>
                  <a:gd name="T35" fmla="*/ 146 w 146"/>
                  <a:gd name="T36" fmla="*/ 12316 h 1231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16">
                    <a:moveTo>
                      <a:pt x="0" y="12280"/>
                    </a:moveTo>
                    <a:lnTo>
                      <a:pt x="0" y="0"/>
                    </a:lnTo>
                    <a:lnTo>
                      <a:pt x="37" y="9"/>
                    </a:lnTo>
                    <a:lnTo>
                      <a:pt x="72" y="18"/>
                    </a:lnTo>
                    <a:lnTo>
                      <a:pt x="109" y="27"/>
                    </a:lnTo>
                    <a:lnTo>
                      <a:pt x="146" y="35"/>
                    </a:lnTo>
                    <a:lnTo>
                      <a:pt x="146" y="12316"/>
                    </a:lnTo>
                    <a:lnTo>
                      <a:pt x="110" y="12308"/>
                    </a:lnTo>
                    <a:lnTo>
                      <a:pt x="73" y="12299"/>
                    </a:lnTo>
                    <a:lnTo>
                      <a:pt x="37" y="12290"/>
                    </a:lnTo>
                    <a:lnTo>
                      <a:pt x="0" y="12280"/>
                    </a:lnTo>
                    <a:close/>
                  </a:path>
                </a:pathLst>
              </a:custGeom>
              <a:solidFill>
                <a:srgbClr val="9AA3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5" name="Freeform 370"/>
              <p:cNvSpPr>
                <a:spLocks/>
              </p:cNvSpPr>
              <p:nvPr/>
            </p:nvSpPr>
            <p:spPr bwMode="auto">
              <a:xfrm>
                <a:off x="2857" y="1840"/>
                <a:ext cx="18" cy="1539"/>
              </a:xfrm>
              <a:custGeom>
                <a:avLst/>
                <a:gdLst>
                  <a:gd name="T0" fmla="*/ 0 w 146"/>
                  <a:gd name="T1" fmla="*/ 192 h 12313"/>
                  <a:gd name="T2" fmla="*/ 0 w 146"/>
                  <a:gd name="T3" fmla="*/ 0 h 12313"/>
                  <a:gd name="T4" fmla="*/ 0 w 146"/>
                  <a:gd name="T5" fmla="*/ 0 h 12313"/>
                  <a:gd name="T6" fmla="*/ 1 w 146"/>
                  <a:gd name="T7" fmla="*/ 0 h 12313"/>
                  <a:gd name="T8" fmla="*/ 2 w 146"/>
                  <a:gd name="T9" fmla="*/ 0 h 12313"/>
                  <a:gd name="T10" fmla="*/ 2 w 146"/>
                  <a:gd name="T11" fmla="*/ 0 h 12313"/>
                  <a:gd name="T12" fmla="*/ 2 w 146"/>
                  <a:gd name="T13" fmla="*/ 192 h 12313"/>
                  <a:gd name="T14" fmla="*/ 2 w 146"/>
                  <a:gd name="T15" fmla="*/ 192 h 12313"/>
                  <a:gd name="T16" fmla="*/ 1 w 146"/>
                  <a:gd name="T17" fmla="*/ 192 h 12313"/>
                  <a:gd name="T18" fmla="*/ 1 w 146"/>
                  <a:gd name="T19" fmla="*/ 192 h 12313"/>
                  <a:gd name="T20" fmla="*/ 0 w 146"/>
                  <a:gd name="T21" fmla="*/ 192 h 123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13"/>
                  <a:gd name="T35" fmla="*/ 146 w 146"/>
                  <a:gd name="T36" fmla="*/ 12313 h 1231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13">
                    <a:moveTo>
                      <a:pt x="0" y="12281"/>
                    </a:moveTo>
                    <a:lnTo>
                      <a:pt x="0" y="0"/>
                    </a:lnTo>
                    <a:lnTo>
                      <a:pt x="36" y="9"/>
                    </a:lnTo>
                    <a:lnTo>
                      <a:pt x="72" y="17"/>
                    </a:lnTo>
                    <a:lnTo>
                      <a:pt x="109" y="23"/>
                    </a:lnTo>
                    <a:lnTo>
                      <a:pt x="146" y="30"/>
                    </a:lnTo>
                    <a:lnTo>
                      <a:pt x="146" y="12313"/>
                    </a:lnTo>
                    <a:lnTo>
                      <a:pt x="110" y="12306"/>
                    </a:lnTo>
                    <a:lnTo>
                      <a:pt x="73" y="12298"/>
                    </a:lnTo>
                    <a:lnTo>
                      <a:pt x="37" y="12290"/>
                    </a:lnTo>
                    <a:lnTo>
                      <a:pt x="0" y="12281"/>
                    </a:lnTo>
                    <a:close/>
                  </a:path>
                </a:pathLst>
              </a:custGeom>
              <a:solidFill>
                <a:srgbClr val="9DA7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6" name="Freeform 371"/>
              <p:cNvSpPr>
                <a:spLocks/>
              </p:cNvSpPr>
              <p:nvPr/>
            </p:nvSpPr>
            <p:spPr bwMode="auto">
              <a:xfrm>
                <a:off x="2866" y="1842"/>
                <a:ext cx="18" cy="1538"/>
              </a:xfrm>
              <a:custGeom>
                <a:avLst/>
                <a:gdLst>
                  <a:gd name="T0" fmla="*/ 0 w 146"/>
                  <a:gd name="T1" fmla="*/ 192 h 12309"/>
                  <a:gd name="T2" fmla="*/ 0 w 146"/>
                  <a:gd name="T3" fmla="*/ 0 h 12309"/>
                  <a:gd name="T4" fmla="*/ 0 w 146"/>
                  <a:gd name="T5" fmla="*/ 0 h 12309"/>
                  <a:gd name="T6" fmla="*/ 1 w 146"/>
                  <a:gd name="T7" fmla="*/ 0 h 12309"/>
                  <a:gd name="T8" fmla="*/ 2 w 146"/>
                  <a:gd name="T9" fmla="*/ 0 h 12309"/>
                  <a:gd name="T10" fmla="*/ 2 w 146"/>
                  <a:gd name="T11" fmla="*/ 0 h 12309"/>
                  <a:gd name="T12" fmla="*/ 2 w 146"/>
                  <a:gd name="T13" fmla="*/ 192 h 12309"/>
                  <a:gd name="T14" fmla="*/ 2 w 146"/>
                  <a:gd name="T15" fmla="*/ 192 h 12309"/>
                  <a:gd name="T16" fmla="*/ 1 w 146"/>
                  <a:gd name="T17" fmla="*/ 192 h 12309"/>
                  <a:gd name="T18" fmla="*/ 1 w 146"/>
                  <a:gd name="T19" fmla="*/ 192 h 12309"/>
                  <a:gd name="T20" fmla="*/ 0 w 146"/>
                  <a:gd name="T21" fmla="*/ 192 h 123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09"/>
                  <a:gd name="T35" fmla="*/ 146 w 146"/>
                  <a:gd name="T36" fmla="*/ 12309 h 123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09">
                    <a:moveTo>
                      <a:pt x="0" y="12281"/>
                    </a:moveTo>
                    <a:lnTo>
                      <a:pt x="0" y="0"/>
                    </a:lnTo>
                    <a:lnTo>
                      <a:pt x="36" y="6"/>
                    </a:lnTo>
                    <a:lnTo>
                      <a:pt x="72" y="13"/>
                    </a:lnTo>
                    <a:lnTo>
                      <a:pt x="109" y="19"/>
                    </a:lnTo>
                    <a:lnTo>
                      <a:pt x="146" y="24"/>
                    </a:lnTo>
                    <a:lnTo>
                      <a:pt x="146" y="12309"/>
                    </a:lnTo>
                    <a:lnTo>
                      <a:pt x="110" y="12303"/>
                    </a:lnTo>
                    <a:lnTo>
                      <a:pt x="73" y="12296"/>
                    </a:lnTo>
                    <a:lnTo>
                      <a:pt x="37" y="12289"/>
                    </a:lnTo>
                    <a:lnTo>
                      <a:pt x="0" y="12281"/>
                    </a:lnTo>
                    <a:close/>
                  </a:path>
                </a:pathLst>
              </a:custGeom>
              <a:solidFill>
                <a:srgbClr val="A2AB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7" name="Freeform 372"/>
              <p:cNvSpPr>
                <a:spLocks/>
              </p:cNvSpPr>
              <p:nvPr/>
            </p:nvSpPr>
            <p:spPr bwMode="auto">
              <a:xfrm>
                <a:off x="2875" y="1843"/>
                <a:ext cx="18" cy="1539"/>
              </a:xfrm>
              <a:custGeom>
                <a:avLst/>
                <a:gdLst>
                  <a:gd name="T0" fmla="*/ 0 w 145"/>
                  <a:gd name="T1" fmla="*/ 192 h 12307"/>
                  <a:gd name="T2" fmla="*/ 0 w 145"/>
                  <a:gd name="T3" fmla="*/ 0 h 12307"/>
                  <a:gd name="T4" fmla="*/ 0 w 145"/>
                  <a:gd name="T5" fmla="*/ 0 h 12307"/>
                  <a:gd name="T6" fmla="*/ 1 w 145"/>
                  <a:gd name="T7" fmla="*/ 0 h 12307"/>
                  <a:gd name="T8" fmla="*/ 2 w 145"/>
                  <a:gd name="T9" fmla="*/ 0 h 12307"/>
                  <a:gd name="T10" fmla="*/ 2 w 145"/>
                  <a:gd name="T11" fmla="*/ 0 h 12307"/>
                  <a:gd name="T12" fmla="*/ 2 w 145"/>
                  <a:gd name="T13" fmla="*/ 192 h 12307"/>
                  <a:gd name="T14" fmla="*/ 2 w 145"/>
                  <a:gd name="T15" fmla="*/ 192 h 12307"/>
                  <a:gd name="T16" fmla="*/ 1 w 145"/>
                  <a:gd name="T17" fmla="*/ 192 h 12307"/>
                  <a:gd name="T18" fmla="*/ 1 w 145"/>
                  <a:gd name="T19" fmla="*/ 192 h 12307"/>
                  <a:gd name="T20" fmla="*/ 0 w 145"/>
                  <a:gd name="T21" fmla="*/ 192 h 1230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07"/>
                  <a:gd name="T35" fmla="*/ 145 w 145"/>
                  <a:gd name="T36" fmla="*/ 12307 h 1230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07">
                    <a:moveTo>
                      <a:pt x="0" y="12283"/>
                    </a:moveTo>
                    <a:lnTo>
                      <a:pt x="0" y="0"/>
                    </a:lnTo>
                    <a:lnTo>
                      <a:pt x="36" y="6"/>
                    </a:lnTo>
                    <a:lnTo>
                      <a:pt x="72" y="11"/>
                    </a:lnTo>
                    <a:lnTo>
                      <a:pt x="108" y="16"/>
                    </a:lnTo>
                    <a:lnTo>
                      <a:pt x="145" y="20"/>
                    </a:lnTo>
                    <a:lnTo>
                      <a:pt x="145" y="12307"/>
                    </a:lnTo>
                    <a:lnTo>
                      <a:pt x="109" y="12302"/>
                    </a:lnTo>
                    <a:lnTo>
                      <a:pt x="73" y="12297"/>
                    </a:lnTo>
                    <a:lnTo>
                      <a:pt x="37" y="12290"/>
                    </a:lnTo>
                    <a:lnTo>
                      <a:pt x="0" y="12283"/>
                    </a:lnTo>
                    <a:close/>
                  </a:path>
                </a:pathLst>
              </a:custGeom>
              <a:solidFill>
                <a:srgbClr val="A5AF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8" name="Freeform 373"/>
              <p:cNvSpPr>
                <a:spLocks/>
              </p:cNvSpPr>
              <p:nvPr/>
            </p:nvSpPr>
            <p:spPr bwMode="auto">
              <a:xfrm>
                <a:off x="2884" y="1845"/>
                <a:ext cx="18" cy="1538"/>
              </a:xfrm>
              <a:custGeom>
                <a:avLst/>
                <a:gdLst>
                  <a:gd name="T0" fmla="*/ 0 w 145"/>
                  <a:gd name="T1" fmla="*/ 192 h 12305"/>
                  <a:gd name="T2" fmla="*/ 0 w 145"/>
                  <a:gd name="T3" fmla="*/ 0 h 12305"/>
                  <a:gd name="T4" fmla="*/ 0 w 145"/>
                  <a:gd name="T5" fmla="*/ 0 h 12305"/>
                  <a:gd name="T6" fmla="*/ 1 w 145"/>
                  <a:gd name="T7" fmla="*/ 0 h 12305"/>
                  <a:gd name="T8" fmla="*/ 2 w 145"/>
                  <a:gd name="T9" fmla="*/ 0 h 12305"/>
                  <a:gd name="T10" fmla="*/ 2 w 145"/>
                  <a:gd name="T11" fmla="*/ 0 h 12305"/>
                  <a:gd name="T12" fmla="*/ 2 w 145"/>
                  <a:gd name="T13" fmla="*/ 192 h 12305"/>
                  <a:gd name="T14" fmla="*/ 2 w 145"/>
                  <a:gd name="T15" fmla="*/ 192 h 12305"/>
                  <a:gd name="T16" fmla="*/ 1 w 145"/>
                  <a:gd name="T17" fmla="*/ 192 h 12305"/>
                  <a:gd name="T18" fmla="*/ 0 w 145"/>
                  <a:gd name="T19" fmla="*/ 192 h 12305"/>
                  <a:gd name="T20" fmla="*/ 0 w 145"/>
                  <a:gd name="T21" fmla="*/ 192 h 12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05"/>
                  <a:gd name="T35" fmla="*/ 145 w 145"/>
                  <a:gd name="T36" fmla="*/ 12305 h 12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05">
                    <a:moveTo>
                      <a:pt x="0" y="12285"/>
                    </a:moveTo>
                    <a:lnTo>
                      <a:pt x="0" y="0"/>
                    </a:lnTo>
                    <a:lnTo>
                      <a:pt x="35" y="5"/>
                    </a:lnTo>
                    <a:lnTo>
                      <a:pt x="72" y="9"/>
                    </a:lnTo>
                    <a:lnTo>
                      <a:pt x="108" y="13"/>
                    </a:lnTo>
                    <a:lnTo>
                      <a:pt x="145" y="16"/>
                    </a:lnTo>
                    <a:lnTo>
                      <a:pt x="145" y="12305"/>
                    </a:lnTo>
                    <a:lnTo>
                      <a:pt x="109" y="12301"/>
                    </a:lnTo>
                    <a:lnTo>
                      <a:pt x="73" y="12296"/>
                    </a:lnTo>
                    <a:lnTo>
                      <a:pt x="36" y="12291"/>
                    </a:lnTo>
                    <a:lnTo>
                      <a:pt x="0" y="12285"/>
                    </a:lnTo>
                    <a:close/>
                  </a:path>
                </a:pathLst>
              </a:custGeom>
              <a:solidFill>
                <a:srgbClr val="A9B3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9" name="Freeform 374"/>
              <p:cNvSpPr>
                <a:spLocks/>
              </p:cNvSpPr>
              <p:nvPr/>
            </p:nvSpPr>
            <p:spPr bwMode="auto">
              <a:xfrm>
                <a:off x="2893" y="1846"/>
                <a:ext cx="19" cy="1538"/>
              </a:xfrm>
              <a:custGeom>
                <a:avLst/>
                <a:gdLst>
                  <a:gd name="T0" fmla="*/ 0 w 146"/>
                  <a:gd name="T1" fmla="*/ 192 h 12303"/>
                  <a:gd name="T2" fmla="*/ 0 w 146"/>
                  <a:gd name="T3" fmla="*/ 0 h 12303"/>
                  <a:gd name="T4" fmla="*/ 1 w 146"/>
                  <a:gd name="T5" fmla="*/ 0 h 12303"/>
                  <a:gd name="T6" fmla="*/ 1 w 146"/>
                  <a:gd name="T7" fmla="*/ 0 h 12303"/>
                  <a:gd name="T8" fmla="*/ 2 w 146"/>
                  <a:gd name="T9" fmla="*/ 0 h 12303"/>
                  <a:gd name="T10" fmla="*/ 2 w 146"/>
                  <a:gd name="T11" fmla="*/ 0 h 12303"/>
                  <a:gd name="T12" fmla="*/ 2 w 146"/>
                  <a:gd name="T13" fmla="*/ 192 h 12303"/>
                  <a:gd name="T14" fmla="*/ 2 w 146"/>
                  <a:gd name="T15" fmla="*/ 192 h 12303"/>
                  <a:gd name="T16" fmla="*/ 1 w 146"/>
                  <a:gd name="T17" fmla="*/ 192 h 12303"/>
                  <a:gd name="T18" fmla="*/ 1 w 146"/>
                  <a:gd name="T19" fmla="*/ 192 h 12303"/>
                  <a:gd name="T20" fmla="*/ 0 w 146"/>
                  <a:gd name="T21" fmla="*/ 192 h 1230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03"/>
                  <a:gd name="T35" fmla="*/ 146 w 146"/>
                  <a:gd name="T36" fmla="*/ 12303 h 1230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03">
                    <a:moveTo>
                      <a:pt x="0" y="12287"/>
                    </a:moveTo>
                    <a:lnTo>
                      <a:pt x="0" y="0"/>
                    </a:lnTo>
                    <a:lnTo>
                      <a:pt x="36" y="4"/>
                    </a:lnTo>
                    <a:lnTo>
                      <a:pt x="73" y="7"/>
                    </a:lnTo>
                    <a:lnTo>
                      <a:pt x="109" y="10"/>
                    </a:lnTo>
                    <a:lnTo>
                      <a:pt x="146" y="12"/>
                    </a:lnTo>
                    <a:lnTo>
                      <a:pt x="146" y="12303"/>
                    </a:lnTo>
                    <a:lnTo>
                      <a:pt x="110" y="12300"/>
                    </a:lnTo>
                    <a:lnTo>
                      <a:pt x="75" y="12296"/>
                    </a:lnTo>
                    <a:lnTo>
                      <a:pt x="37" y="12292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rgbClr val="ADB7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0" name="Freeform 375"/>
              <p:cNvSpPr>
                <a:spLocks/>
              </p:cNvSpPr>
              <p:nvPr/>
            </p:nvSpPr>
            <p:spPr bwMode="auto">
              <a:xfrm>
                <a:off x="2902" y="1847"/>
                <a:ext cx="19" cy="1537"/>
              </a:xfrm>
              <a:custGeom>
                <a:avLst/>
                <a:gdLst>
                  <a:gd name="T0" fmla="*/ 0 w 146"/>
                  <a:gd name="T1" fmla="*/ 192 h 12300"/>
                  <a:gd name="T2" fmla="*/ 0 w 146"/>
                  <a:gd name="T3" fmla="*/ 0 h 12300"/>
                  <a:gd name="T4" fmla="*/ 1 w 146"/>
                  <a:gd name="T5" fmla="*/ 0 h 12300"/>
                  <a:gd name="T6" fmla="*/ 1 w 146"/>
                  <a:gd name="T7" fmla="*/ 0 h 12300"/>
                  <a:gd name="T8" fmla="*/ 2 w 146"/>
                  <a:gd name="T9" fmla="*/ 0 h 12300"/>
                  <a:gd name="T10" fmla="*/ 2 w 146"/>
                  <a:gd name="T11" fmla="*/ 0 h 12300"/>
                  <a:gd name="T12" fmla="*/ 2 w 146"/>
                  <a:gd name="T13" fmla="*/ 192 h 12300"/>
                  <a:gd name="T14" fmla="*/ 2 w 146"/>
                  <a:gd name="T15" fmla="*/ 192 h 12300"/>
                  <a:gd name="T16" fmla="*/ 1 w 146"/>
                  <a:gd name="T17" fmla="*/ 192 h 12300"/>
                  <a:gd name="T18" fmla="*/ 1 w 146"/>
                  <a:gd name="T19" fmla="*/ 192 h 12300"/>
                  <a:gd name="T20" fmla="*/ 0 w 146"/>
                  <a:gd name="T21" fmla="*/ 192 h 123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00"/>
                  <a:gd name="T35" fmla="*/ 146 w 146"/>
                  <a:gd name="T36" fmla="*/ 12300 h 123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00">
                    <a:moveTo>
                      <a:pt x="0" y="12289"/>
                    </a:moveTo>
                    <a:lnTo>
                      <a:pt x="0" y="0"/>
                    </a:lnTo>
                    <a:lnTo>
                      <a:pt x="36" y="3"/>
                    </a:lnTo>
                    <a:lnTo>
                      <a:pt x="73" y="5"/>
                    </a:lnTo>
                    <a:lnTo>
                      <a:pt x="109" y="7"/>
                    </a:lnTo>
                    <a:lnTo>
                      <a:pt x="146" y="8"/>
                    </a:lnTo>
                    <a:lnTo>
                      <a:pt x="146" y="12300"/>
                    </a:lnTo>
                    <a:lnTo>
                      <a:pt x="110" y="12298"/>
                    </a:lnTo>
                    <a:lnTo>
                      <a:pt x="75" y="12296"/>
                    </a:lnTo>
                    <a:lnTo>
                      <a:pt x="37" y="12293"/>
                    </a:lnTo>
                    <a:lnTo>
                      <a:pt x="0" y="12289"/>
                    </a:lnTo>
                    <a:close/>
                  </a:path>
                </a:pathLst>
              </a:custGeom>
              <a:solidFill>
                <a:srgbClr val="B1BB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1" name="Freeform 376"/>
              <p:cNvSpPr>
                <a:spLocks/>
              </p:cNvSpPr>
              <p:nvPr/>
            </p:nvSpPr>
            <p:spPr bwMode="auto">
              <a:xfrm>
                <a:off x="2912" y="1847"/>
                <a:ext cx="18" cy="1537"/>
              </a:xfrm>
              <a:custGeom>
                <a:avLst/>
                <a:gdLst>
                  <a:gd name="T0" fmla="*/ 0 w 146"/>
                  <a:gd name="T1" fmla="*/ 192 h 12297"/>
                  <a:gd name="T2" fmla="*/ 0 w 146"/>
                  <a:gd name="T3" fmla="*/ 0 h 12297"/>
                  <a:gd name="T4" fmla="*/ 0 w 146"/>
                  <a:gd name="T5" fmla="*/ 0 h 12297"/>
                  <a:gd name="T6" fmla="*/ 1 w 146"/>
                  <a:gd name="T7" fmla="*/ 0 h 12297"/>
                  <a:gd name="T8" fmla="*/ 2 w 146"/>
                  <a:gd name="T9" fmla="*/ 0 h 12297"/>
                  <a:gd name="T10" fmla="*/ 2 w 146"/>
                  <a:gd name="T11" fmla="*/ 0 h 12297"/>
                  <a:gd name="T12" fmla="*/ 2 w 146"/>
                  <a:gd name="T13" fmla="*/ 0 h 12297"/>
                  <a:gd name="T14" fmla="*/ 2 w 146"/>
                  <a:gd name="T15" fmla="*/ 192 h 12297"/>
                  <a:gd name="T16" fmla="*/ 2 w 146"/>
                  <a:gd name="T17" fmla="*/ 192 h 12297"/>
                  <a:gd name="T18" fmla="*/ 2 w 146"/>
                  <a:gd name="T19" fmla="*/ 192 h 12297"/>
                  <a:gd name="T20" fmla="*/ 1 w 146"/>
                  <a:gd name="T21" fmla="*/ 192 h 12297"/>
                  <a:gd name="T22" fmla="*/ 1 w 146"/>
                  <a:gd name="T23" fmla="*/ 192 h 12297"/>
                  <a:gd name="T24" fmla="*/ 0 w 146"/>
                  <a:gd name="T25" fmla="*/ 192 h 1229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6"/>
                  <a:gd name="T40" fmla="*/ 0 h 12297"/>
                  <a:gd name="T41" fmla="*/ 146 w 146"/>
                  <a:gd name="T42" fmla="*/ 12297 h 1229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6" h="12297">
                    <a:moveTo>
                      <a:pt x="0" y="12291"/>
                    </a:moveTo>
                    <a:lnTo>
                      <a:pt x="0" y="0"/>
                    </a:lnTo>
                    <a:lnTo>
                      <a:pt x="36" y="2"/>
                    </a:lnTo>
                    <a:lnTo>
                      <a:pt x="72" y="3"/>
                    </a:lnTo>
                    <a:lnTo>
                      <a:pt x="108" y="4"/>
                    </a:lnTo>
                    <a:lnTo>
                      <a:pt x="145" y="4"/>
                    </a:lnTo>
                    <a:lnTo>
                      <a:pt x="146" y="4"/>
                    </a:lnTo>
                    <a:lnTo>
                      <a:pt x="146" y="12297"/>
                    </a:lnTo>
                    <a:lnTo>
                      <a:pt x="145" y="12297"/>
                    </a:lnTo>
                    <a:lnTo>
                      <a:pt x="110" y="12296"/>
                    </a:lnTo>
                    <a:lnTo>
                      <a:pt x="75" y="12295"/>
                    </a:lnTo>
                    <a:lnTo>
                      <a:pt x="37" y="12293"/>
                    </a:lnTo>
                    <a:lnTo>
                      <a:pt x="0" y="12291"/>
                    </a:lnTo>
                    <a:close/>
                  </a:path>
                </a:pathLst>
              </a:custGeom>
              <a:solidFill>
                <a:srgbClr val="B4C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2" name="Freeform 377"/>
              <p:cNvSpPr>
                <a:spLocks/>
              </p:cNvSpPr>
              <p:nvPr/>
            </p:nvSpPr>
            <p:spPr bwMode="auto">
              <a:xfrm>
                <a:off x="2921" y="1848"/>
                <a:ext cx="18" cy="1536"/>
              </a:xfrm>
              <a:custGeom>
                <a:avLst/>
                <a:gdLst>
                  <a:gd name="T0" fmla="*/ 0 w 146"/>
                  <a:gd name="T1" fmla="*/ 192 h 12294"/>
                  <a:gd name="T2" fmla="*/ 0 w 146"/>
                  <a:gd name="T3" fmla="*/ 0 h 12294"/>
                  <a:gd name="T4" fmla="*/ 0 w 146"/>
                  <a:gd name="T5" fmla="*/ 0 h 12294"/>
                  <a:gd name="T6" fmla="*/ 0 w 146"/>
                  <a:gd name="T7" fmla="*/ 0 h 12294"/>
                  <a:gd name="T8" fmla="*/ 1 w 146"/>
                  <a:gd name="T9" fmla="*/ 0 h 12294"/>
                  <a:gd name="T10" fmla="*/ 1 w 146"/>
                  <a:gd name="T11" fmla="*/ 0 h 12294"/>
                  <a:gd name="T12" fmla="*/ 1 w 146"/>
                  <a:gd name="T13" fmla="*/ 0 h 12294"/>
                  <a:gd name="T14" fmla="*/ 2 w 146"/>
                  <a:gd name="T15" fmla="*/ 0 h 12294"/>
                  <a:gd name="T16" fmla="*/ 2 w 146"/>
                  <a:gd name="T17" fmla="*/ 0 h 12294"/>
                  <a:gd name="T18" fmla="*/ 2 w 146"/>
                  <a:gd name="T19" fmla="*/ 0 h 12294"/>
                  <a:gd name="T20" fmla="*/ 2 w 146"/>
                  <a:gd name="T21" fmla="*/ 192 h 12294"/>
                  <a:gd name="T22" fmla="*/ 2 w 146"/>
                  <a:gd name="T23" fmla="*/ 192 h 12294"/>
                  <a:gd name="T24" fmla="*/ 2 w 146"/>
                  <a:gd name="T25" fmla="*/ 192 h 12294"/>
                  <a:gd name="T26" fmla="*/ 1 w 146"/>
                  <a:gd name="T27" fmla="*/ 192 h 12294"/>
                  <a:gd name="T28" fmla="*/ 1 w 146"/>
                  <a:gd name="T29" fmla="*/ 192 h 12294"/>
                  <a:gd name="T30" fmla="*/ 1 w 146"/>
                  <a:gd name="T31" fmla="*/ 192 h 12294"/>
                  <a:gd name="T32" fmla="*/ 0 w 146"/>
                  <a:gd name="T33" fmla="*/ 192 h 12294"/>
                  <a:gd name="T34" fmla="*/ 0 w 146"/>
                  <a:gd name="T35" fmla="*/ 192 h 12294"/>
                  <a:gd name="T36" fmla="*/ 0 w 146"/>
                  <a:gd name="T37" fmla="*/ 192 h 122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294"/>
                  <a:gd name="T59" fmla="*/ 146 w 146"/>
                  <a:gd name="T60" fmla="*/ 12294 h 1229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294">
                    <a:moveTo>
                      <a:pt x="0" y="12292"/>
                    </a:moveTo>
                    <a:lnTo>
                      <a:pt x="0" y="0"/>
                    </a:lnTo>
                    <a:lnTo>
                      <a:pt x="18" y="0"/>
                    </a:lnTo>
                    <a:lnTo>
                      <a:pt x="36" y="1"/>
                    </a:lnTo>
                    <a:lnTo>
                      <a:pt x="54" y="1"/>
                    </a:lnTo>
                    <a:lnTo>
                      <a:pt x="72" y="1"/>
                    </a:lnTo>
                    <a:lnTo>
                      <a:pt x="91" y="1"/>
                    </a:lnTo>
                    <a:lnTo>
                      <a:pt x="109" y="1"/>
                    </a:lnTo>
                    <a:lnTo>
                      <a:pt x="127" y="0"/>
                    </a:lnTo>
                    <a:lnTo>
                      <a:pt x="146" y="0"/>
                    </a:lnTo>
                    <a:lnTo>
                      <a:pt x="146" y="12293"/>
                    </a:lnTo>
                    <a:lnTo>
                      <a:pt x="127" y="12293"/>
                    </a:lnTo>
                    <a:lnTo>
                      <a:pt x="109" y="12293"/>
                    </a:lnTo>
                    <a:lnTo>
                      <a:pt x="91" y="12294"/>
                    </a:lnTo>
                    <a:lnTo>
                      <a:pt x="72" y="12294"/>
                    </a:lnTo>
                    <a:lnTo>
                      <a:pt x="54" y="12294"/>
                    </a:lnTo>
                    <a:lnTo>
                      <a:pt x="36" y="12293"/>
                    </a:lnTo>
                    <a:lnTo>
                      <a:pt x="18" y="12293"/>
                    </a:lnTo>
                    <a:lnTo>
                      <a:pt x="0" y="12292"/>
                    </a:lnTo>
                    <a:close/>
                  </a:path>
                </a:pathLst>
              </a:custGeom>
              <a:solidFill>
                <a:srgbClr val="B9C4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3" name="Freeform 378"/>
              <p:cNvSpPr>
                <a:spLocks/>
              </p:cNvSpPr>
              <p:nvPr/>
            </p:nvSpPr>
            <p:spPr bwMode="auto">
              <a:xfrm>
                <a:off x="2930" y="1847"/>
                <a:ext cx="18" cy="1537"/>
              </a:xfrm>
              <a:custGeom>
                <a:avLst/>
                <a:gdLst>
                  <a:gd name="T0" fmla="*/ 0 w 146"/>
                  <a:gd name="T1" fmla="*/ 192 h 12297"/>
                  <a:gd name="T2" fmla="*/ 0 w 146"/>
                  <a:gd name="T3" fmla="*/ 0 h 12297"/>
                  <a:gd name="T4" fmla="*/ 0 w 146"/>
                  <a:gd name="T5" fmla="*/ 0 h 12297"/>
                  <a:gd name="T6" fmla="*/ 1 w 146"/>
                  <a:gd name="T7" fmla="*/ 0 h 12297"/>
                  <a:gd name="T8" fmla="*/ 2 w 146"/>
                  <a:gd name="T9" fmla="*/ 0 h 12297"/>
                  <a:gd name="T10" fmla="*/ 2 w 146"/>
                  <a:gd name="T11" fmla="*/ 0 h 12297"/>
                  <a:gd name="T12" fmla="*/ 2 w 146"/>
                  <a:gd name="T13" fmla="*/ 192 h 12297"/>
                  <a:gd name="T14" fmla="*/ 2 w 146"/>
                  <a:gd name="T15" fmla="*/ 192 h 12297"/>
                  <a:gd name="T16" fmla="*/ 1 w 146"/>
                  <a:gd name="T17" fmla="*/ 192 h 12297"/>
                  <a:gd name="T18" fmla="*/ 0 w 146"/>
                  <a:gd name="T19" fmla="*/ 192 h 12297"/>
                  <a:gd name="T20" fmla="*/ 0 w 146"/>
                  <a:gd name="T21" fmla="*/ 192 h 122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297"/>
                  <a:gd name="T35" fmla="*/ 146 w 146"/>
                  <a:gd name="T36" fmla="*/ 12297 h 122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297">
                    <a:moveTo>
                      <a:pt x="0" y="12297"/>
                    </a:moveTo>
                    <a:lnTo>
                      <a:pt x="0" y="4"/>
                    </a:lnTo>
                    <a:lnTo>
                      <a:pt x="36" y="4"/>
                    </a:lnTo>
                    <a:lnTo>
                      <a:pt x="73" y="3"/>
                    </a:lnTo>
                    <a:lnTo>
                      <a:pt x="109" y="2"/>
                    </a:lnTo>
                    <a:lnTo>
                      <a:pt x="146" y="0"/>
                    </a:lnTo>
                    <a:lnTo>
                      <a:pt x="146" y="12293"/>
                    </a:lnTo>
                    <a:lnTo>
                      <a:pt x="109" y="12294"/>
                    </a:lnTo>
                    <a:lnTo>
                      <a:pt x="73" y="12296"/>
                    </a:lnTo>
                    <a:lnTo>
                      <a:pt x="36" y="12296"/>
                    </a:lnTo>
                    <a:lnTo>
                      <a:pt x="0" y="12297"/>
                    </a:lnTo>
                    <a:close/>
                  </a:path>
                </a:pathLst>
              </a:custGeom>
              <a:solidFill>
                <a:srgbClr val="BAC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4" name="Freeform 379"/>
              <p:cNvSpPr>
                <a:spLocks/>
              </p:cNvSpPr>
              <p:nvPr/>
            </p:nvSpPr>
            <p:spPr bwMode="auto">
              <a:xfrm>
                <a:off x="2939" y="1847"/>
                <a:ext cx="18" cy="1537"/>
              </a:xfrm>
              <a:custGeom>
                <a:avLst/>
                <a:gdLst>
                  <a:gd name="T0" fmla="*/ 0 w 145"/>
                  <a:gd name="T1" fmla="*/ 192 h 12301"/>
                  <a:gd name="T2" fmla="*/ 0 w 145"/>
                  <a:gd name="T3" fmla="*/ 0 h 12301"/>
                  <a:gd name="T4" fmla="*/ 0 w 145"/>
                  <a:gd name="T5" fmla="*/ 0 h 12301"/>
                  <a:gd name="T6" fmla="*/ 1 w 145"/>
                  <a:gd name="T7" fmla="*/ 0 h 12301"/>
                  <a:gd name="T8" fmla="*/ 2 w 145"/>
                  <a:gd name="T9" fmla="*/ 0 h 12301"/>
                  <a:gd name="T10" fmla="*/ 2 w 145"/>
                  <a:gd name="T11" fmla="*/ 0 h 12301"/>
                  <a:gd name="T12" fmla="*/ 2 w 145"/>
                  <a:gd name="T13" fmla="*/ 192 h 12301"/>
                  <a:gd name="T14" fmla="*/ 2 w 145"/>
                  <a:gd name="T15" fmla="*/ 192 h 12301"/>
                  <a:gd name="T16" fmla="*/ 1 w 145"/>
                  <a:gd name="T17" fmla="*/ 192 h 12301"/>
                  <a:gd name="T18" fmla="*/ 0 w 145"/>
                  <a:gd name="T19" fmla="*/ 192 h 12301"/>
                  <a:gd name="T20" fmla="*/ 0 w 145"/>
                  <a:gd name="T21" fmla="*/ 192 h 123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01"/>
                  <a:gd name="T35" fmla="*/ 145 w 145"/>
                  <a:gd name="T36" fmla="*/ 12301 h 123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01">
                    <a:moveTo>
                      <a:pt x="0" y="12301"/>
                    </a:moveTo>
                    <a:lnTo>
                      <a:pt x="0" y="8"/>
                    </a:lnTo>
                    <a:lnTo>
                      <a:pt x="36" y="7"/>
                    </a:lnTo>
                    <a:lnTo>
                      <a:pt x="73" y="5"/>
                    </a:lnTo>
                    <a:lnTo>
                      <a:pt x="109" y="3"/>
                    </a:lnTo>
                    <a:lnTo>
                      <a:pt x="145" y="0"/>
                    </a:lnTo>
                    <a:lnTo>
                      <a:pt x="145" y="12293"/>
                    </a:lnTo>
                    <a:lnTo>
                      <a:pt x="109" y="12295"/>
                    </a:lnTo>
                    <a:lnTo>
                      <a:pt x="73" y="12298"/>
                    </a:lnTo>
                    <a:lnTo>
                      <a:pt x="36" y="12299"/>
                    </a:lnTo>
                    <a:lnTo>
                      <a:pt x="0" y="12301"/>
                    </a:lnTo>
                    <a:close/>
                  </a:path>
                </a:pathLst>
              </a:custGeom>
              <a:solidFill>
                <a:srgbClr val="BCC7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5" name="Freeform 380"/>
              <p:cNvSpPr>
                <a:spLocks/>
              </p:cNvSpPr>
              <p:nvPr/>
            </p:nvSpPr>
            <p:spPr bwMode="auto">
              <a:xfrm>
                <a:off x="2948" y="1846"/>
                <a:ext cx="18" cy="1538"/>
              </a:xfrm>
              <a:custGeom>
                <a:avLst/>
                <a:gdLst>
                  <a:gd name="T0" fmla="*/ 0 w 144"/>
                  <a:gd name="T1" fmla="*/ 192 h 12305"/>
                  <a:gd name="T2" fmla="*/ 0 w 144"/>
                  <a:gd name="T3" fmla="*/ 0 h 12305"/>
                  <a:gd name="T4" fmla="*/ 1 w 144"/>
                  <a:gd name="T5" fmla="*/ 0 h 12305"/>
                  <a:gd name="T6" fmla="*/ 1 w 144"/>
                  <a:gd name="T7" fmla="*/ 0 h 12305"/>
                  <a:gd name="T8" fmla="*/ 2 w 144"/>
                  <a:gd name="T9" fmla="*/ 0 h 12305"/>
                  <a:gd name="T10" fmla="*/ 2 w 144"/>
                  <a:gd name="T11" fmla="*/ 0 h 12305"/>
                  <a:gd name="T12" fmla="*/ 2 w 144"/>
                  <a:gd name="T13" fmla="*/ 192 h 12305"/>
                  <a:gd name="T14" fmla="*/ 2 w 144"/>
                  <a:gd name="T15" fmla="*/ 192 h 12305"/>
                  <a:gd name="T16" fmla="*/ 1 w 144"/>
                  <a:gd name="T17" fmla="*/ 192 h 12305"/>
                  <a:gd name="T18" fmla="*/ 1 w 144"/>
                  <a:gd name="T19" fmla="*/ 192 h 12305"/>
                  <a:gd name="T20" fmla="*/ 0 w 144"/>
                  <a:gd name="T21" fmla="*/ 192 h 12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4"/>
                  <a:gd name="T34" fmla="*/ 0 h 12305"/>
                  <a:gd name="T35" fmla="*/ 144 w 144"/>
                  <a:gd name="T36" fmla="*/ 12305 h 12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4" h="12305">
                    <a:moveTo>
                      <a:pt x="0" y="12305"/>
                    </a:moveTo>
                    <a:lnTo>
                      <a:pt x="0" y="12"/>
                    </a:lnTo>
                    <a:lnTo>
                      <a:pt x="36" y="10"/>
                    </a:lnTo>
                    <a:lnTo>
                      <a:pt x="73" y="7"/>
                    </a:lnTo>
                    <a:lnTo>
                      <a:pt x="109" y="4"/>
                    </a:lnTo>
                    <a:lnTo>
                      <a:pt x="144" y="0"/>
                    </a:lnTo>
                    <a:lnTo>
                      <a:pt x="144" y="12293"/>
                    </a:lnTo>
                    <a:lnTo>
                      <a:pt x="109" y="12296"/>
                    </a:lnTo>
                    <a:lnTo>
                      <a:pt x="73" y="12300"/>
                    </a:lnTo>
                    <a:lnTo>
                      <a:pt x="36" y="12302"/>
                    </a:lnTo>
                    <a:lnTo>
                      <a:pt x="0" y="12305"/>
                    </a:lnTo>
                    <a:close/>
                  </a:path>
                </a:pathLst>
              </a:custGeom>
              <a:solidFill>
                <a:srgbClr val="BDC8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6" name="Freeform 381"/>
              <p:cNvSpPr>
                <a:spLocks/>
              </p:cNvSpPr>
              <p:nvPr/>
            </p:nvSpPr>
            <p:spPr bwMode="auto">
              <a:xfrm>
                <a:off x="2957" y="1845"/>
                <a:ext cx="18" cy="1538"/>
              </a:xfrm>
              <a:custGeom>
                <a:avLst/>
                <a:gdLst>
                  <a:gd name="T0" fmla="*/ 0 w 145"/>
                  <a:gd name="T1" fmla="*/ 192 h 12309"/>
                  <a:gd name="T2" fmla="*/ 0 w 145"/>
                  <a:gd name="T3" fmla="*/ 0 h 12309"/>
                  <a:gd name="T4" fmla="*/ 1 w 145"/>
                  <a:gd name="T5" fmla="*/ 0 h 12309"/>
                  <a:gd name="T6" fmla="*/ 1 w 145"/>
                  <a:gd name="T7" fmla="*/ 0 h 12309"/>
                  <a:gd name="T8" fmla="*/ 2 w 145"/>
                  <a:gd name="T9" fmla="*/ 0 h 12309"/>
                  <a:gd name="T10" fmla="*/ 2 w 145"/>
                  <a:gd name="T11" fmla="*/ 0 h 12309"/>
                  <a:gd name="T12" fmla="*/ 2 w 145"/>
                  <a:gd name="T13" fmla="*/ 192 h 12309"/>
                  <a:gd name="T14" fmla="*/ 2 w 145"/>
                  <a:gd name="T15" fmla="*/ 192 h 12309"/>
                  <a:gd name="T16" fmla="*/ 1 w 145"/>
                  <a:gd name="T17" fmla="*/ 192 h 12309"/>
                  <a:gd name="T18" fmla="*/ 1 w 145"/>
                  <a:gd name="T19" fmla="*/ 192 h 12309"/>
                  <a:gd name="T20" fmla="*/ 0 w 145"/>
                  <a:gd name="T21" fmla="*/ 192 h 123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09"/>
                  <a:gd name="T35" fmla="*/ 145 w 145"/>
                  <a:gd name="T36" fmla="*/ 12309 h 123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09">
                    <a:moveTo>
                      <a:pt x="0" y="12309"/>
                    </a:moveTo>
                    <a:lnTo>
                      <a:pt x="0" y="16"/>
                    </a:lnTo>
                    <a:lnTo>
                      <a:pt x="37" y="13"/>
                    </a:lnTo>
                    <a:lnTo>
                      <a:pt x="74" y="9"/>
                    </a:lnTo>
                    <a:lnTo>
                      <a:pt x="110" y="5"/>
                    </a:lnTo>
                    <a:lnTo>
                      <a:pt x="145" y="0"/>
                    </a:lnTo>
                    <a:lnTo>
                      <a:pt x="145" y="12293"/>
                    </a:lnTo>
                    <a:lnTo>
                      <a:pt x="110" y="12297"/>
                    </a:lnTo>
                    <a:lnTo>
                      <a:pt x="74" y="12302"/>
                    </a:lnTo>
                    <a:lnTo>
                      <a:pt x="37" y="12305"/>
                    </a:lnTo>
                    <a:lnTo>
                      <a:pt x="0" y="12309"/>
                    </a:lnTo>
                    <a:close/>
                  </a:path>
                </a:pathLst>
              </a:custGeom>
              <a:solidFill>
                <a:srgbClr val="C0CA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7" name="Freeform 382"/>
              <p:cNvSpPr>
                <a:spLocks/>
              </p:cNvSpPr>
              <p:nvPr/>
            </p:nvSpPr>
            <p:spPr bwMode="auto">
              <a:xfrm>
                <a:off x="2966" y="1843"/>
                <a:ext cx="18" cy="1539"/>
              </a:xfrm>
              <a:custGeom>
                <a:avLst/>
                <a:gdLst>
                  <a:gd name="T0" fmla="*/ 0 w 146"/>
                  <a:gd name="T1" fmla="*/ 192 h 12313"/>
                  <a:gd name="T2" fmla="*/ 0 w 146"/>
                  <a:gd name="T3" fmla="*/ 0 h 12313"/>
                  <a:gd name="T4" fmla="*/ 1 w 146"/>
                  <a:gd name="T5" fmla="*/ 0 h 12313"/>
                  <a:gd name="T6" fmla="*/ 1 w 146"/>
                  <a:gd name="T7" fmla="*/ 0 h 12313"/>
                  <a:gd name="T8" fmla="*/ 2 w 146"/>
                  <a:gd name="T9" fmla="*/ 0 h 12313"/>
                  <a:gd name="T10" fmla="*/ 2 w 146"/>
                  <a:gd name="T11" fmla="*/ 0 h 12313"/>
                  <a:gd name="T12" fmla="*/ 2 w 146"/>
                  <a:gd name="T13" fmla="*/ 192 h 12313"/>
                  <a:gd name="T14" fmla="*/ 2 w 146"/>
                  <a:gd name="T15" fmla="*/ 192 h 12313"/>
                  <a:gd name="T16" fmla="*/ 1 w 146"/>
                  <a:gd name="T17" fmla="*/ 192 h 12313"/>
                  <a:gd name="T18" fmla="*/ 1 w 146"/>
                  <a:gd name="T19" fmla="*/ 192 h 12313"/>
                  <a:gd name="T20" fmla="*/ 0 w 146"/>
                  <a:gd name="T21" fmla="*/ 192 h 123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13"/>
                  <a:gd name="T35" fmla="*/ 146 w 146"/>
                  <a:gd name="T36" fmla="*/ 12313 h 1231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13">
                    <a:moveTo>
                      <a:pt x="0" y="12313"/>
                    </a:moveTo>
                    <a:lnTo>
                      <a:pt x="0" y="20"/>
                    </a:lnTo>
                    <a:lnTo>
                      <a:pt x="38" y="16"/>
                    </a:lnTo>
                    <a:lnTo>
                      <a:pt x="74" y="11"/>
                    </a:lnTo>
                    <a:lnTo>
                      <a:pt x="111" y="6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1" y="12298"/>
                    </a:lnTo>
                    <a:lnTo>
                      <a:pt x="74" y="12304"/>
                    </a:lnTo>
                    <a:lnTo>
                      <a:pt x="38" y="12308"/>
                    </a:lnTo>
                    <a:lnTo>
                      <a:pt x="0" y="12313"/>
                    </a:lnTo>
                    <a:close/>
                  </a:path>
                </a:pathLst>
              </a:custGeom>
              <a:solidFill>
                <a:srgbClr val="C1CB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8" name="Freeform 383"/>
              <p:cNvSpPr>
                <a:spLocks/>
              </p:cNvSpPr>
              <p:nvPr/>
            </p:nvSpPr>
            <p:spPr bwMode="auto">
              <a:xfrm>
                <a:off x="2975" y="1841"/>
                <a:ext cx="19" cy="1540"/>
              </a:xfrm>
              <a:custGeom>
                <a:avLst/>
                <a:gdLst>
                  <a:gd name="T0" fmla="*/ 0 w 146"/>
                  <a:gd name="T1" fmla="*/ 193 h 12318"/>
                  <a:gd name="T2" fmla="*/ 0 w 146"/>
                  <a:gd name="T3" fmla="*/ 0 h 12318"/>
                  <a:gd name="T4" fmla="*/ 1 w 146"/>
                  <a:gd name="T5" fmla="*/ 0 h 12318"/>
                  <a:gd name="T6" fmla="*/ 1 w 146"/>
                  <a:gd name="T7" fmla="*/ 0 h 12318"/>
                  <a:gd name="T8" fmla="*/ 2 w 146"/>
                  <a:gd name="T9" fmla="*/ 0 h 12318"/>
                  <a:gd name="T10" fmla="*/ 2 w 146"/>
                  <a:gd name="T11" fmla="*/ 0 h 12318"/>
                  <a:gd name="T12" fmla="*/ 2 w 146"/>
                  <a:gd name="T13" fmla="*/ 192 h 12318"/>
                  <a:gd name="T14" fmla="*/ 2 w 146"/>
                  <a:gd name="T15" fmla="*/ 192 h 12318"/>
                  <a:gd name="T16" fmla="*/ 1 w 146"/>
                  <a:gd name="T17" fmla="*/ 192 h 12318"/>
                  <a:gd name="T18" fmla="*/ 1 w 146"/>
                  <a:gd name="T19" fmla="*/ 192 h 12318"/>
                  <a:gd name="T20" fmla="*/ 0 w 146"/>
                  <a:gd name="T21" fmla="*/ 193 h 1231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18"/>
                  <a:gd name="T35" fmla="*/ 146 w 146"/>
                  <a:gd name="T36" fmla="*/ 12318 h 1231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18">
                    <a:moveTo>
                      <a:pt x="0" y="12318"/>
                    </a:moveTo>
                    <a:lnTo>
                      <a:pt x="0" y="25"/>
                    </a:lnTo>
                    <a:lnTo>
                      <a:pt x="38" y="20"/>
                    </a:lnTo>
                    <a:lnTo>
                      <a:pt x="74" y="14"/>
                    </a:lnTo>
                    <a:lnTo>
                      <a:pt x="110" y="7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0" y="12300"/>
                    </a:lnTo>
                    <a:lnTo>
                      <a:pt x="74" y="12306"/>
                    </a:lnTo>
                    <a:lnTo>
                      <a:pt x="38" y="12312"/>
                    </a:lnTo>
                    <a:lnTo>
                      <a:pt x="0" y="12318"/>
                    </a:lnTo>
                    <a:close/>
                  </a:path>
                </a:pathLst>
              </a:custGeom>
              <a:solidFill>
                <a:srgbClr val="C3CC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9" name="Freeform 384"/>
              <p:cNvSpPr>
                <a:spLocks/>
              </p:cNvSpPr>
              <p:nvPr/>
            </p:nvSpPr>
            <p:spPr bwMode="auto">
              <a:xfrm>
                <a:off x="2984" y="1840"/>
                <a:ext cx="19" cy="1540"/>
              </a:xfrm>
              <a:custGeom>
                <a:avLst/>
                <a:gdLst>
                  <a:gd name="T0" fmla="*/ 0 w 146"/>
                  <a:gd name="T1" fmla="*/ 192 h 12322"/>
                  <a:gd name="T2" fmla="*/ 0 w 146"/>
                  <a:gd name="T3" fmla="*/ 0 h 12322"/>
                  <a:gd name="T4" fmla="*/ 1 w 146"/>
                  <a:gd name="T5" fmla="*/ 0 h 12322"/>
                  <a:gd name="T6" fmla="*/ 1 w 146"/>
                  <a:gd name="T7" fmla="*/ 0 h 12322"/>
                  <a:gd name="T8" fmla="*/ 2 w 146"/>
                  <a:gd name="T9" fmla="*/ 0 h 12322"/>
                  <a:gd name="T10" fmla="*/ 2 w 146"/>
                  <a:gd name="T11" fmla="*/ 0 h 12322"/>
                  <a:gd name="T12" fmla="*/ 2 w 146"/>
                  <a:gd name="T13" fmla="*/ 192 h 12322"/>
                  <a:gd name="T14" fmla="*/ 2 w 146"/>
                  <a:gd name="T15" fmla="*/ 192 h 12322"/>
                  <a:gd name="T16" fmla="*/ 1 w 146"/>
                  <a:gd name="T17" fmla="*/ 192 h 12322"/>
                  <a:gd name="T18" fmla="*/ 1 w 146"/>
                  <a:gd name="T19" fmla="*/ 192 h 12322"/>
                  <a:gd name="T20" fmla="*/ 0 w 146"/>
                  <a:gd name="T21" fmla="*/ 192 h 1232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22"/>
                  <a:gd name="T35" fmla="*/ 146 w 146"/>
                  <a:gd name="T36" fmla="*/ 12322 h 1232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22">
                    <a:moveTo>
                      <a:pt x="0" y="12322"/>
                    </a:moveTo>
                    <a:lnTo>
                      <a:pt x="0" y="30"/>
                    </a:lnTo>
                    <a:lnTo>
                      <a:pt x="37" y="23"/>
                    </a:lnTo>
                    <a:lnTo>
                      <a:pt x="74" y="16"/>
                    </a:lnTo>
                    <a:lnTo>
                      <a:pt x="110" y="9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0" y="12300"/>
                    </a:lnTo>
                    <a:lnTo>
                      <a:pt x="74" y="12308"/>
                    </a:lnTo>
                    <a:lnTo>
                      <a:pt x="37" y="12316"/>
                    </a:lnTo>
                    <a:lnTo>
                      <a:pt x="0" y="12322"/>
                    </a:lnTo>
                    <a:close/>
                  </a:path>
                </a:pathLst>
              </a:custGeom>
              <a:solidFill>
                <a:srgbClr val="C5C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0" name="Freeform 385"/>
              <p:cNvSpPr>
                <a:spLocks/>
              </p:cNvSpPr>
              <p:nvPr/>
            </p:nvSpPr>
            <p:spPr bwMode="auto">
              <a:xfrm>
                <a:off x="2994" y="1837"/>
                <a:ext cx="18" cy="1541"/>
              </a:xfrm>
              <a:custGeom>
                <a:avLst/>
                <a:gdLst>
                  <a:gd name="T0" fmla="*/ 0 w 146"/>
                  <a:gd name="T1" fmla="*/ 193 h 12326"/>
                  <a:gd name="T2" fmla="*/ 0 w 146"/>
                  <a:gd name="T3" fmla="*/ 1 h 12326"/>
                  <a:gd name="T4" fmla="*/ 1 w 146"/>
                  <a:gd name="T5" fmla="*/ 0 h 12326"/>
                  <a:gd name="T6" fmla="*/ 1 w 146"/>
                  <a:gd name="T7" fmla="*/ 0 h 12326"/>
                  <a:gd name="T8" fmla="*/ 2 w 146"/>
                  <a:gd name="T9" fmla="*/ 0 h 12326"/>
                  <a:gd name="T10" fmla="*/ 2 w 146"/>
                  <a:gd name="T11" fmla="*/ 0 h 12326"/>
                  <a:gd name="T12" fmla="*/ 2 w 146"/>
                  <a:gd name="T13" fmla="*/ 192 h 12326"/>
                  <a:gd name="T14" fmla="*/ 2 w 146"/>
                  <a:gd name="T15" fmla="*/ 192 h 12326"/>
                  <a:gd name="T16" fmla="*/ 1 w 146"/>
                  <a:gd name="T17" fmla="*/ 192 h 12326"/>
                  <a:gd name="T18" fmla="*/ 1 w 146"/>
                  <a:gd name="T19" fmla="*/ 193 h 12326"/>
                  <a:gd name="T20" fmla="*/ 0 w 146"/>
                  <a:gd name="T21" fmla="*/ 193 h 123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26"/>
                  <a:gd name="T35" fmla="*/ 146 w 146"/>
                  <a:gd name="T36" fmla="*/ 12326 h 1232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26">
                    <a:moveTo>
                      <a:pt x="0" y="12326"/>
                    </a:moveTo>
                    <a:lnTo>
                      <a:pt x="0" y="34"/>
                    </a:lnTo>
                    <a:lnTo>
                      <a:pt x="37" y="27"/>
                    </a:lnTo>
                    <a:lnTo>
                      <a:pt x="73" y="18"/>
                    </a:lnTo>
                    <a:lnTo>
                      <a:pt x="110" y="9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0" y="12302"/>
                    </a:lnTo>
                    <a:lnTo>
                      <a:pt x="73" y="12310"/>
                    </a:lnTo>
                    <a:lnTo>
                      <a:pt x="37" y="12318"/>
                    </a:lnTo>
                    <a:lnTo>
                      <a:pt x="0" y="12326"/>
                    </a:lnTo>
                    <a:close/>
                  </a:path>
                </a:pathLst>
              </a:custGeom>
              <a:solidFill>
                <a:srgbClr val="C7D0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1" name="Freeform 386"/>
              <p:cNvSpPr>
                <a:spLocks/>
              </p:cNvSpPr>
              <p:nvPr/>
            </p:nvSpPr>
            <p:spPr bwMode="auto">
              <a:xfrm>
                <a:off x="3003" y="1835"/>
                <a:ext cx="18" cy="1541"/>
              </a:xfrm>
              <a:custGeom>
                <a:avLst/>
                <a:gdLst>
                  <a:gd name="T0" fmla="*/ 0 w 146"/>
                  <a:gd name="T1" fmla="*/ 193 h 12331"/>
                  <a:gd name="T2" fmla="*/ 0 w 146"/>
                  <a:gd name="T3" fmla="*/ 1 h 12331"/>
                  <a:gd name="T4" fmla="*/ 1 w 146"/>
                  <a:gd name="T5" fmla="*/ 0 h 12331"/>
                  <a:gd name="T6" fmla="*/ 1 w 146"/>
                  <a:gd name="T7" fmla="*/ 0 h 12331"/>
                  <a:gd name="T8" fmla="*/ 2 w 146"/>
                  <a:gd name="T9" fmla="*/ 0 h 12331"/>
                  <a:gd name="T10" fmla="*/ 2 w 146"/>
                  <a:gd name="T11" fmla="*/ 0 h 12331"/>
                  <a:gd name="T12" fmla="*/ 2 w 146"/>
                  <a:gd name="T13" fmla="*/ 192 h 12331"/>
                  <a:gd name="T14" fmla="*/ 2 w 146"/>
                  <a:gd name="T15" fmla="*/ 192 h 12331"/>
                  <a:gd name="T16" fmla="*/ 1 w 146"/>
                  <a:gd name="T17" fmla="*/ 192 h 12331"/>
                  <a:gd name="T18" fmla="*/ 1 w 146"/>
                  <a:gd name="T19" fmla="*/ 192 h 12331"/>
                  <a:gd name="T20" fmla="*/ 0 w 146"/>
                  <a:gd name="T21" fmla="*/ 193 h 123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31"/>
                  <a:gd name="T35" fmla="*/ 146 w 146"/>
                  <a:gd name="T36" fmla="*/ 12331 h 123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31">
                    <a:moveTo>
                      <a:pt x="0" y="12331"/>
                    </a:moveTo>
                    <a:lnTo>
                      <a:pt x="0" y="39"/>
                    </a:lnTo>
                    <a:lnTo>
                      <a:pt x="37" y="30"/>
                    </a:lnTo>
                    <a:lnTo>
                      <a:pt x="73" y="20"/>
                    </a:lnTo>
                    <a:lnTo>
                      <a:pt x="110" y="11"/>
                    </a:lnTo>
                    <a:lnTo>
                      <a:pt x="146" y="0"/>
                    </a:lnTo>
                    <a:lnTo>
                      <a:pt x="146" y="12293"/>
                    </a:lnTo>
                    <a:lnTo>
                      <a:pt x="110" y="12303"/>
                    </a:lnTo>
                    <a:lnTo>
                      <a:pt x="73" y="12313"/>
                    </a:lnTo>
                    <a:lnTo>
                      <a:pt x="37" y="12322"/>
                    </a:lnTo>
                    <a:lnTo>
                      <a:pt x="0" y="12331"/>
                    </a:lnTo>
                    <a:close/>
                  </a:path>
                </a:pathLst>
              </a:custGeom>
              <a:solidFill>
                <a:srgbClr val="C8D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" name="Freeform 387"/>
              <p:cNvSpPr>
                <a:spLocks/>
              </p:cNvSpPr>
              <p:nvPr/>
            </p:nvSpPr>
            <p:spPr bwMode="auto">
              <a:xfrm>
                <a:off x="3012" y="1832"/>
                <a:ext cx="18" cy="1542"/>
              </a:xfrm>
              <a:custGeom>
                <a:avLst/>
                <a:gdLst>
                  <a:gd name="T0" fmla="*/ 0 w 145"/>
                  <a:gd name="T1" fmla="*/ 193 h 12336"/>
                  <a:gd name="T2" fmla="*/ 0 w 145"/>
                  <a:gd name="T3" fmla="*/ 1 h 12336"/>
                  <a:gd name="T4" fmla="*/ 1 w 145"/>
                  <a:gd name="T5" fmla="*/ 1 h 12336"/>
                  <a:gd name="T6" fmla="*/ 1 w 145"/>
                  <a:gd name="T7" fmla="*/ 0 h 12336"/>
                  <a:gd name="T8" fmla="*/ 2 w 145"/>
                  <a:gd name="T9" fmla="*/ 0 h 12336"/>
                  <a:gd name="T10" fmla="*/ 2 w 145"/>
                  <a:gd name="T11" fmla="*/ 0 h 12336"/>
                  <a:gd name="T12" fmla="*/ 2 w 145"/>
                  <a:gd name="T13" fmla="*/ 192 h 12336"/>
                  <a:gd name="T14" fmla="*/ 2 w 145"/>
                  <a:gd name="T15" fmla="*/ 192 h 12336"/>
                  <a:gd name="T16" fmla="*/ 1 w 145"/>
                  <a:gd name="T17" fmla="*/ 193 h 12336"/>
                  <a:gd name="T18" fmla="*/ 1 w 145"/>
                  <a:gd name="T19" fmla="*/ 193 h 12336"/>
                  <a:gd name="T20" fmla="*/ 0 w 145"/>
                  <a:gd name="T21" fmla="*/ 193 h 12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36"/>
                  <a:gd name="T35" fmla="*/ 145 w 145"/>
                  <a:gd name="T36" fmla="*/ 12336 h 12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36">
                    <a:moveTo>
                      <a:pt x="0" y="12336"/>
                    </a:moveTo>
                    <a:lnTo>
                      <a:pt x="0" y="44"/>
                    </a:lnTo>
                    <a:lnTo>
                      <a:pt x="37" y="34"/>
                    </a:lnTo>
                    <a:lnTo>
                      <a:pt x="73" y="23"/>
                    </a:lnTo>
                    <a:lnTo>
                      <a:pt x="110" y="12"/>
                    </a:lnTo>
                    <a:lnTo>
                      <a:pt x="145" y="0"/>
                    </a:lnTo>
                    <a:lnTo>
                      <a:pt x="145" y="12292"/>
                    </a:lnTo>
                    <a:lnTo>
                      <a:pt x="110" y="12304"/>
                    </a:lnTo>
                    <a:lnTo>
                      <a:pt x="73" y="12316"/>
                    </a:lnTo>
                    <a:lnTo>
                      <a:pt x="37" y="12326"/>
                    </a:lnTo>
                    <a:lnTo>
                      <a:pt x="0" y="12336"/>
                    </a:lnTo>
                    <a:close/>
                  </a:path>
                </a:pathLst>
              </a:custGeom>
              <a:solidFill>
                <a:srgbClr val="CAD3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3" name="Freeform 388"/>
              <p:cNvSpPr>
                <a:spLocks/>
              </p:cNvSpPr>
              <p:nvPr/>
            </p:nvSpPr>
            <p:spPr bwMode="auto">
              <a:xfrm>
                <a:off x="3021" y="1828"/>
                <a:ext cx="18" cy="1543"/>
              </a:xfrm>
              <a:custGeom>
                <a:avLst/>
                <a:gdLst>
                  <a:gd name="T0" fmla="*/ 0 w 145"/>
                  <a:gd name="T1" fmla="*/ 193 h 12343"/>
                  <a:gd name="T2" fmla="*/ 0 w 145"/>
                  <a:gd name="T3" fmla="*/ 1 h 12343"/>
                  <a:gd name="T4" fmla="*/ 1 w 145"/>
                  <a:gd name="T5" fmla="*/ 1 h 12343"/>
                  <a:gd name="T6" fmla="*/ 1 w 145"/>
                  <a:gd name="T7" fmla="*/ 0 h 12343"/>
                  <a:gd name="T8" fmla="*/ 2 w 145"/>
                  <a:gd name="T9" fmla="*/ 0 h 12343"/>
                  <a:gd name="T10" fmla="*/ 2 w 145"/>
                  <a:gd name="T11" fmla="*/ 0 h 12343"/>
                  <a:gd name="T12" fmla="*/ 2 w 145"/>
                  <a:gd name="T13" fmla="*/ 192 h 12343"/>
                  <a:gd name="T14" fmla="*/ 2 w 145"/>
                  <a:gd name="T15" fmla="*/ 192 h 12343"/>
                  <a:gd name="T16" fmla="*/ 1 w 145"/>
                  <a:gd name="T17" fmla="*/ 193 h 12343"/>
                  <a:gd name="T18" fmla="*/ 1 w 145"/>
                  <a:gd name="T19" fmla="*/ 193 h 12343"/>
                  <a:gd name="T20" fmla="*/ 0 w 145"/>
                  <a:gd name="T21" fmla="*/ 193 h 123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43"/>
                  <a:gd name="T35" fmla="*/ 145 w 145"/>
                  <a:gd name="T36" fmla="*/ 12343 h 1234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43">
                    <a:moveTo>
                      <a:pt x="0" y="12343"/>
                    </a:moveTo>
                    <a:lnTo>
                      <a:pt x="0" y="50"/>
                    </a:lnTo>
                    <a:lnTo>
                      <a:pt x="37" y="39"/>
                    </a:lnTo>
                    <a:lnTo>
                      <a:pt x="73" y="27"/>
                    </a:lnTo>
                    <a:lnTo>
                      <a:pt x="110" y="14"/>
                    </a:lnTo>
                    <a:lnTo>
                      <a:pt x="145" y="0"/>
                    </a:lnTo>
                    <a:lnTo>
                      <a:pt x="145" y="12293"/>
                    </a:lnTo>
                    <a:lnTo>
                      <a:pt x="110" y="12306"/>
                    </a:lnTo>
                    <a:lnTo>
                      <a:pt x="73" y="12318"/>
                    </a:lnTo>
                    <a:lnTo>
                      <a:pt x="37" y="12331"/>
                    </a:lnTo>
                    <a:lnTo>
                      <a:pt x="0" y="12343"/>
                    </a:lnTo>
                    <a:close/>
                  </a:path>
                </a:pathLst>
              </a:custGeom>
              <a:solidFill>
                <a:srgbClr val="CCD4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4" name="Freeform 389"/>
              <p:cNvSpPr>
                <a:spLocks/>
              </p:cNvSpPr>
              <p:nvPr/>
            </p:nvSpPr>
            <p:spPr bwMode="auto">
              <a:xfrm>
                <a:off x="3030" y="1825"/>
                <a:ext cx="18" cy="1543"/>
              </a:xfrm>
              <a:custGeom>
                <a:avLst/>
                <a:gdLst>
                  <a:gd name="T0" fmla="*/ 0 w 146"/>
                  <a:gd name="T1" fmla="*/ 193 h 12348"/>
                  <a:gd name="T2" fmla="*/ 0 w 146"/>
                  <a:gd name="T3" fmla="*/ 1 h 12348"/>
                  <a:gd name="T4" fmla="*/ 1 w 146"/>
                  <a:gd name="T5" fmla="*/ 1 h 12348"/>
                  <a:gd name="T6" fmla="*/ 1 w 146"/>
                  <a:gd name="T7" fmla="*/ 0 h 12348"/>
                  <a:gd name="T8" fmla="*/ 2 w 146"/>
                  <a:gd name="T9" fmla="*/ 0 h 12348"/>
                  <a:gd name="T10" fmla="*/ 2 w 146"/>
                  <a:gd name="T11" fmla="*/ 0 h 12348"/>
                  <a:gd name="T12" fmla="*/ 2 w 146"/>
                  <a:gd name="T13" fmla="*/ 192 h 12348"/>
                  <a:gd name="T14" fmla="*/ 2 w 146"/>
                  <a:gd name="T15" fmla="*/ 192 h 12348"/>
                  <a:gd name="T16" fmla="*/ 1 w 146"/>
                  <a:gd name="T17" fmla="*/ 192 h 12348"/>
                  <a:gd name="T18" fmla="*/ 1 w 146"/>
                  <a:gd name="T19" fmla="*/ 193 h 12348"/>
                  <a:gd name="T20" fmla="*/ 0 w 146"/>
                  <a:gd name="T21" fmla="*/ 193 h 123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48"/>
                  <a:gd name="T35" fmla="*/ 146 w 146"/>
                  <a:gd name="T36" fmla="*/ 12348 h 123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48">
                    <a:moveTo>
                      <a:pt x="0" y="12348"/>
                    </a:moveTo>
                    <a:lnTo>
                      <a:pt x="0" y="56"/>
                    </a:lnTo>
                    <a:lnTo>
                      <a:pt x="38" y="43"/>
                    </a:lnTo>
                    <a:lnTo>
                      <a:pt x="74" y="29"/>
                    </a:lnTo>
                    <a:lnTo>
                      <a:pt x="111" y="15"/>
                    </a:lnTo>
                    <a:lnTo>
                      <a:pt x="146" y="0"/>
                    </a:lnTo>
                    <a:lnTo>
                      <a:pt x="146" y="12293"/>
                    </a:lnTo>
                    <a:lnTo>
                      <a:pt x="111" y="12307"/>
                    </a:lnTo>
                    <a:lnTo>
                      <a:pt x="74" y="12321"/>
                    </a:lnTo>
                    <a:lnTo>
                      <a:pt x="38" y="12335"/>
                    </a:lnTo>
                    <a:lnTo>
                      <a:pt x="0" y="12348"/>
                    </a:lnTo>
                    <a:close/>
                  </a:path>
                </a:pathLst>
              </a:custGeom>
              <a:solidFill>
                <a:srgbClr val="CED6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5" name="Freeform 390"/>
              <p:cNvSpPr>
                <a:spLocks/>
              </p:cNvSpPr>
              <p:nvPr/>
            </p:nvSpPr>
            <p:spPr bwMode="auto">
              <a:xfrm>
                <a:off x="3039" y="1821"/>
                <a:ext cx="18" cy="1544"/>
              </a:xfrm>
              <a:custGeom>
                <a:avLst/>
                <a:gdLst>
                  <a:gd name="T0" fmla="*/ 0 w 146"/>
                  <a:gd name="T1" fmla="*/ 193 h 12354"/>
                  <a:gd name="T2" fmla="*/ 0 w 146"/>
                  <a:gd name="T3" fmla="*/ 1 h 12354"/>
                  <a:gd name="T4" fmla="*/ 1 w 146"/>
                  <a:gd name="T5" fmla="*/ 1 h 12354"/>
                  <a:gd name="T6" fmla="*/ 1 w 146"/>
                  <a:gd name="T7" fmla="*/ 0 h 12354"/>
                  <a:gd name="T8" fmla="*/ 2 w 146"/>
                  <a:gd name="T9" fmla="*/ 0 h 12354"/>
                  <a:gd name="T10" fmla="*/ 2 w 146"/>
                  <a:gd name="T11" fmla="*/ 0 h 12354"/>
                  <a:gd name="T12" fmla="*/ 2 w 146"/>
                  <a:gd name="T13" fmla="*/ 192 h 12354"/>
                  <a:gd name="T14" fmla="*/ 2 w 146"/>
                  <a:gd name="T15" fmla="*/ 192 h 12354"/>
                  <a:gd name="T16" fmla="*/ 1 w 146"/>
                  <a:gd name="T17" fmla="*/ 192 h 12354"/>
                  <a:gd name="T18" fmla="*/ 1 w 146"/>
                  <a:gd name="T19" fmla="*/ 193 h 12354"/>
                  <a:gd name="T20" fmla="*/ 0 w 146"/>
                  <a:gd name="T21" fmla="*/ 193 h 123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54"/>
                  <a:gd name="T35" fmla="*/ 146 w 146"/>
                  <a:gd name="T36" fmla="*/ 12354 h 1235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54">
                    <a:moveTo>
                      <a:pt x="0" y="12354"/>
                    </a:moveTo>
                    <a:lnTo>
                      <a:pt x="0" y="61"/>
                    </a:lnTo>
                    <a:lnTo>
                      <a:pt x="38" y="47"/>
                    </a:lnTo>
                    <a:lnTo>
                      <a:pt x="74" y="32"/>
                    </a:lnTo>
                    <a:lnTo>
                      <a:pt x="110" y="16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0" y="12309"/>
                    </a:lnTo>
                    <a:lnTo>
                      <a:pt x="74" y="12324"/>
                    </a:lnTo>
                    <a:lnTo>
                      <a:pt x="38" y="12339"/>
                    </a:lnTo>
                    <a:lnTo>
                      <a:pt x="0" y="12354"/>
                    </a:lnTo>
                    <a:close/>
                  </a:path>
                </a:pathLst>
              </a:custGeom>
              <a:solidFill>
                <a:srgbClr val="CFD7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6" name="Freeform 391"/>
              <p:cNvSpPr>
                <a:spLocks/>
              </p:cNvSpPr>
              <p:nvPr/>
            </p:nvSpPr>
            <p:spPr bwMode="auto">
              <a:xfrm>
                <a:off x="3048" y="1816"/>
                <a:ext cx="18" cy="1545"/>
              </a:xfrm>
              <a:custGeom>
                <a:avLst/>
                <a:gdLst>
                  <a:gd name="T0" fmla="*/ 0 w 146"/>
                  <a:gd name="T1" fmla="*/ 193 h 12361"/>
                  <a:gd name="T2" fmla="*/ 0 w 146"/>
                  <a:gd name="T3" fmla="*/ 1 h 12361"/>
                  <a:gd name="T4" fmla="*/ 1 w 146"/>
                  <a:gd name="T5" fmla="*/ 1 h 12361"/>
                  <a:gd name="T6" fmla="*/ 1 w 146"/>
                  <a:gd name="T7" fmla="*/ 0 h 12361"/>
                  <a:gd name="T8" fmla="*/ 2 w 146"/>
                  <a:gd name="T9" fmla="*/ 0 h 12361"/>
                  <a:gd name="T10" fmla="*/ 2 w 146"/>
                  <a:gd name="T11" fmla="*/ 0 h 12361"/>
                  <a:gd name="T12" fmla="*/ 2 w 146"/>
                  <a:gd name="T13" fmla="*/ 192 h 12361"/>
                  <a:gd name="T14" fmla="*/ 2 w 146"/>
                  <a:gd name="T15" fmla="*/ 192 h 12361"/>
                  <a:gd name="T16" fmla="*/ 1 w 146"/>
                  <a:gd name="T17" fmla="*/ 193 h 12361"/>
                  <a:gd name="T18" fmla="*/ 1 w 146"/>
                  <a:gd name="T19" fmla="*/ 193 h 12361"/>
                  <a:gd name="T20" fmla="*/ 0 w 146"/>
                  <a:gd name="T21" fmla="*/ 193 h 1236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61"/>
                  <a:gd name="T35" fmla="*/ 146 w 146"/>
                  <a:gd name="T36" fmla="*/ 12361 h 1236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61">
                    <a:moveTo>
                      <a:pt x="0" y="12361"/>
                    </a:moveTo>
                    <a:lnTo>
                      <a:pt x="0" y="68"/>
                    </a:lnTo>
                    <a:lnTo>
                      <a:pt x="37" y="52"/>
                    </a:lnTo>
                    <a:lnTo>
                      <a:pt x="74" y="36"/>
                    </a:lnTo>
                    <a:lnTo>
                      <a:pt x="110" y="18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0" y="12310"/>
                    </a:lnTo>
                    <a:lnTo>
                      <a:pt x="74" y="12327"/>
                    </a:lnTo>
                    <a:lnTo>
                      <a:pt x="37" y="12345"/>
                    </a:lnTo>
                    <a:lnTo>
                      <a:pt x="0" y="12361"/>
                    </a:lnTo>
                    <a:close/>
                  </a:path>
                </a:pathLst>
              </a:custGeom>
              <a:solidFill>
                <a:srgbClr val="D1D9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7" name="Freeform 392"/>
              <p:cNvSpPr>
                <a:spLocks/>
              </p:cNvSpPr>
              <p:nvPr/>
            </p:nvSpPr>
            <p:spPr bwMode="auto">
              <a:xfrm>
                <a:off x="3057" y="1811"/>
                <a:ext cx="18" cy="1546"/>
              </a:xfrm>
              <a:custGeom>
                <a:avLst/>
                <a:gdLst>
                  <a:gd name="T0" fmla="*/ 0 w 146"/>
                  <a:gd name="T1" fmla="*/ 193 h 12368"/>
                  <a:gd name="T2" fmla="*/ 0 w 146"/>
                  <a:gd name="T3" fmla="*/ 1 h 12368"/>
                  <a:gd name="T4" fmla="*/ 1 w 146"/>
                  <a:gd name="T5" fmla="*/ 1 h 12368"/>
                  <a:gd name="T6" fmla="*/ 1 w 146"/>
                  <a:gd name="T7" fmla="*/ 1 h 12368"/>
                  <a:gd name="T8" fmla="*/ 2 w 146"/>
                  <a:gd name="T9" fmla="*/ 0 h 12368"/>
                  <a:gd name="T10" fmla="*/ 2 w 146"/>
                  <a:gd name="T11" fmla="*/ 0 h 12368"/>
                  <a:gd name="T12" fmla="*/ 2 w 146"/>
                  <a:gd name="T13" fmla="*/ 192 h 12368"/>
                  <a:gd name="T14" fmla="*/ 2 w 146"/>
                  <a:gd name="T15" fmla="*/ 192 h 12368"/>
                  <a:gd name="T16" fmla="*/ 1 w 146"/>
                  <a:gd name="T17" fmla="*/ 193 h 12368"/>
                  <a:gd name="T18" fmla="*/ 1 w 146"/>
                  <a:gd name="T19" fmla="*/ 193 h 12368"/>
                  <a:gd name="T20" fmla="*/ 0 w 146"/>
                  <a:gd name="T21" fmla="*/ 193 h 1236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68"/>
                  <a:gd name="T35" fmla="*/ 146 w 146"/>
                  <a:gd name="T36" fmla="*/ 12368 h 1236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68">
                    <a:moveTo>
                      <a:pt x="0" y="12368"/>
                    </a:moveTo>
                    <a:lnTo>
                      <a:pt x="0" y="76"/>
                    </a:lnTo>
                    <a:lnTo>
                      <a:pt x="37" y="57"/>
                    </a:lnTo>
                    <a:lnTo>
                      <a:pt x="74" y="39"/>
                    </a:lnTo>
                    <a:lnTo>
                      <a:pt x="110" y="20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0" y="12312"/>
                    </a:lnTo>
                    <a:lnTo>
                      <a:pt x="74" y="12332"/>
                    </a:lnTo>
                    <a:lnTo>
                      <a:pt x="37" y="12350"/>
                    </a:lnTo>
                    <a:lnTo>
                      <a:pt x="0" y="12368"/>
                    </a:lnTo>
                    <a:close/>
                  </a:path>
                </a:pathLst>
              </a:custGeom>
              <a:solidFill>
                <a:srgbClr val="D3DA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8" name="Freeform 393"/>
              <p:cNvSpPr>
                <a:spLocks/>
              </p:cNvSpPr>
              <p:nvPr/>
            </p:nvSpPr>
            <p:spPr bwMode="auto">
              <a:xfrm>
                <a:off x="3066" y="1806"/>
                <a:ext cx="19" cy="1547"/>
              </a:xfrm>
              <a:custGeom>
                <a:avLst/>
                <a:gdLst>
                  <a:gd name="T0" fmla="*/ 0 w 146"/>
                  <a:gd name="T1" fmla="*/ 193 h 12377"/>
                  <a:gd name="T2" fmla="*/ 0 w 146"/>
                  <a:gd name="T3" fmla="*/ 1 h 12377"/>
                  <a:gd name="T4" fmla="*/ 1 w 146"/>
                  <a:gd name="T5" fmla="*/ 1 h 12377"/>
                  <a:gd name="T6" fmla="*/ 1 w 146"/>
                  <a:gd name="T7" fmla="*/ 1 h 12377"/>
                  <a:gd name="T8" fmla="*/ 2 w 146"/>
                  <a:gd name="T9" fmla="*/ 0 h 12377"/>
                  <a:gd name="T10" fmla="*/ 2 w 146"/>
                  <a:gd name="T11" fmla="*/ 0 h 12377"/>
                  <a:gd name="T12" fmla="*/ 2 w 146"/>
                  <a:gd name="T13" fmla="*/ 192 h 12377"/>
                  <a:gd name="T14" fmla="*/ 2 w 146"/>
                  <a:gd name="T15" fmla="*/ 192 h 12377"/>
                  <a:gd name="T16" fmla="*/ 1 w 146"/>
                  <a:gd name="T17" fmla="*/ 193 h 12377"/>
                  <a:gd name="T18" fmla="*/ 1 w 146"/>
                  <a:gd name="T19" fmla="*/ 193 h 12377"/>
                  <a:gd name="T20" fmla="*/ 0 w 146"/>
                  <a:gd name="T21" fmla="*/ 193 h 123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377"/>
                  <a:gd name="T35" fmla="*/ 146 w 146"/>
                  <a:gd name="T36" fmla="*/ 12377 h 1237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377">
                    <a:moveTo>
                      <a:pt x="0" y="12377"/>
                    </a:moveTo>
                    <a:lnTo>
                      <a:pt x="0" y="85"/>
                    </a:lnTo>
                    <a:lnTo>
                      <a:pt x="37" y="65"/>
                    </a:lnTo>
                    <a:lnTo>
                      <a:pt x="74" y="44"/>
                    </a:lnTo>
                    <a:lnTo>
                      <a:pt x="110" y="22"/>
                    </a:lnTo>
                    <a:lnTo>
                      <a:pt x="146" y="0"/>
                    </a:lnTo>
                    <a:lnTo>
                      <a:pt x="146" y="12293"/>
                    </a:lnTo>
                    <a:lnTo>
                      <a:pt x="110" y="12315"/>
                    </a:lnTo>
                    <a:lnTo>
                      <a:pt x="74" y="12336"/>
                    </a:lnTo>
                    <a:lnTo>
                      <a:pt x="37" y="12357"/>
                    </a:lnTo>
                    <a:lnTo>
                      <a:pt x="0" y="12377"/>
                    </a:lnTo>
                    <a:close/>
                  </a:path>
                </a:pathLst>
              </a:custGeom>
              <a:solidFill>
                <a:srgbClr val="D5DC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9" name="Freeform 394"/>
              <p:cNvSpPr>
                <a:spLocks/>
              </p:cNvSpPr>
              <p:nvPr/>
            </p:nvSpPr>
            <p:spPr bwMode="auto">
              <a:xfrm>
                <a:off x="3075" y="1800"/>
                <a:ext cx="19" cy="1548"/>
              </a:xfrm>
              <a:custGeom>
                <a:avLst/>
                <a:gdLst>
                  <a:gd name="T0" fmla="*/ 0 w 145"/>
                  <a:gd name="T1" fmla="*/ 193 h 12385"/>
                  <a:gd name="T2" fmla="*/ 0 w 145"/>
                  <a:gd name="T3" fmla="*/ 1 h 12385"/>
                  <a:gd name="T4" fmla="*/ 1 w 145"/>
                  <a:gd name="T5" fmla="*/ 1 h 12385"/>
                  <a:gd name="T6" fmla="*/ 1 w 145"/>
                  <a:gd name="T7" fmla="*/ 1 h 12385"/>
                  <a:gd name="T8" fmla="*/ 2 w 145"/>
                  <a:gd name="T9" fmla="*/ 0 h 12385"/>
                  <a:gd name="T10" fmla="*/ 2 w 145"/>
                  <a:gd name="T11" fmla="*/ 0 h 12385"/>
                  <a:gd name="T12" fmla="*/ 2 w 145"/>
                  <a:gd name="T13" fmla="*/ 192 h 12385"/>
                  <a:gd name="T14" fmla="*/ 2 w 145"/>
                  <a:gd name="T15" fmla="*/ 192 h 12385"/>
                  <a:gd name="T16" fmla="*/ 1 w 145"/>
                  <a:gd name="T17" fmla="*/ 193 h 12385"/>
                  <a:gd name="T18" fmla="*/ 1 w 145"/>
                  <a:gd name="T19" fmla="*/ 193 h 12385"/>
                  <a:gd name="T20" fmla="*/ 0 w 145"/>
                  <a:gd name="T21" fmla="*/ 193 h 123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85"/>
                  <a:gd name="T35" fmla="*/ 145 w 145"/>
                  <a:gd name="T36" fmla="*/ 12385 h 123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85">
                    <a:moveTo>
                      <a:pt x="0" y="12385"/>
                    </a:moveTo>
                    <a:lnTo>
                      <a:pt x="0" y="93"/>
                    </a:lnTo>
                    <a:lnTo>
                      <a:pt x="37" y="70"/>
                    </a:lnTo>
                    <a:lnTo>
                      <a:pt x="74" y="47"/>
                    </a:lnTo>
                    <a:lnTo>
                      <a:pt x="110" y="24"/>
                    </a:lnTo>
                    <a:lnTo>
                      <a:pt x="145" y="0"/>
                    </a:lnTo>
                    <a:lnTo>
                      <a:pt x="145" y="12291"/>
                    </a:lnTo>
                    <a:lnTo>
                      <a:pt x="110" y="12316"/>
                    </a:lnTo>
                    <a:lnTo>
                      <a:pt x="74" y="12340"/>
                    </a:lnTo>
                    <a:lnTo>
                      <a:pt x="37" y="12363"/>
                    </a:lnTo>
                    <a:lnTo>
                      <a:pt x="0" y="12385"/>
                    </a:lnTo>
                    <a:close/>
                  </a:path>
                </a:pathLst>
              </a:custGeom>
              <a:solidFill>
                <a:srgbClr val="D6DE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0" name="Freeform 395"/>
              <p:cNvSpPr>
                <a:spLocks/>
              </p:cNvSpPr>
              <p:nvPr/>
            </p:nvSpPr>
            <p:spPr bwMode="auto">
              <a:xfrm>
                <a:off x="3085" y="1793"/>
                <a:ext cx="18" cy="1549"/>
              </a:xfrm>
              <a:custGeom>
                <a:avLst/>
                <a:gdLst>
                  <a:gd name="T0" fmla="*/ 0 w 145"/>
                  <a:gd name="T1" fmla="*/ 194 h 12397"/>
                  <a:gd name="T2" fmla="*/ 0 w 145"/>
                  <a:gd name="T3" fmla="*/ 2 h 12397"/>
                  <a:gd name="T4" fmla="*/ 1 w 145"/>
                  <a:gd name="T5" fmla="*/ 1 h 12397"/>
                  <a:gd name="T6" fmla="*/ 1 w 145"/>
                  <a:gd name="T7" fmla="*/ 1 h 12397"/>
                  <a:gd name="T8" fmla="*/ 2 w 145"/>
                  <a:gd name="T9" fmla="*/ 0 h 12397"/>
                  <a:gd name="T10" fmla="*/ 2 w 145"/>
                  <a:gd name="T11" fmla="*/ 0 h 12397"/>
                  <a:gd name="T12" fmla="*/ 2 w 145"/>
                  <a:gd name="T13" fmla="*/ 192 h 12397"/>
                  <a:gd name="T14" fmla="*/ 2 w 145"/>
                  <a:gd name="T15" fmla="*/ 192 h 12397"/>
                  <a:gd name="T16" fmla="*/ 1 w 145"/>
                  <a:gd name="T17" fmla="*/ 193 h 12397"/>
                  <a:gd name="T18" fmla="*/ 1 w 145"/>
                  <a:gd name="T19" fmla="*/ 193 h 12397"/>
                  <a:gd name="T20" fmla="*/ 0 w 145"/>
                  <a:gd name="T21" fmla="*/ 194 h 123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5"/>
                  <a:gd name="T34" fmla="*/ 0 h 12397"/>
                  <a:gd name="T35" fmla="*/ 145 w 145"/>
                  <a:gd name="T36" fmla="*/ 12397 h 123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5" h="12397">
                    <a:moveTo>
                      <a:pt x="0" y="12397"/>
                    </a:moveTo>
                    <a:lnTo>
                      <a:pt x="0" y="104"/>
                    </a:lnTo>
                    <a:lnTo>
                      <a:pt x="37" y="79"/>
                    </a:lnTo>
                    <a:lnTo>
                      <a:pt x="75" y="53"/>
                    </a:lnTo>
                    <a:lnTo>
                      <a:pt x="110" y="27"/>
                    </a:lnTo>
                    <a:lnTo>
                      <a:pt x="145" y="0"/>
                    </a:lnTo>
                    <a:lnTo>
                      <a:pt x="145" y="12292"/>
                    </a:lnTo>
                    <a:lnTo>
                      <a:pt x="110" y="12319"/>
                    </a:lnTo>
                    <a:lnTo>
                      <a:pt x="75" y="12345"/>
                    </a:lnTo>
                    <a:lnTo>
                      <a:pt x="37" y="12372"/>
                    </a:lnTo>
                    <a:lnTo>
                      <a:pt x="0" y="12397"/>
                    </a:lnTo>
                    <a:close/>
                  </a:path>
                </a:pathLst>
              </a:custGeom>
              <a:solidFill>
                <a:srgbClr val="D8D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1" name="Freeform 396"/>
              <p:cNvSpPr>
                <a:spLocks/>
              </p:cNvSpPr>
              <p:nvPr/>
            </p:nvSpPr>
            <p:spPr bwMode="auto">
              <a:xfrm>
                <a:off x="3094" y="1785"/>
                <a:ext cx="18" cy="1551"/>
              </a:xfrm>
              <a:custGeom>
                <a:avLst/>
                <a:gdLst>
                  <a:gd name="T0" fmla="*/ 0 w 146"/>
                  <a:gd name="T1" fmla="*/ 194 h 12411"/>
                  <a:gd name="T2" fmla="*/ 0 w 146"/>
                  <a:gd name="T3" fmla="*/ 2 h 12411"/>
                  <a:gd name="T4" fmla="*/ 1 w 146"/>
                  <a:gd name="T5" fmla="*/ 1 h 12411"/>
                  <a:gd name="T6" fmla="*/ 1 w 146"/>
                  <a:gd name="T7" fmla="*/ 1 h 12411"/>
                  <a:gd name="T8" fmla="*/ 2 w 146"/>
                  <a:gd name="T9" fmla="*/ 0 h 12411"/>
                  <a:gd name="T10" fmla="*/ 2 w 146"/>
                  <a:gd name="T11" fmla="*/ 0 h 12411"/>
                  <a:gd name="T12" fmla="*/ 2 w 146"/>
                  <a:gd name="T13" fmla="*/ 192 h 12411"/>
                  <a:gd name="T14" fmla="*/ 2 w 146"/>
                  <a:gd name="T15" fmla="*/ 192 h 12411"/>
                  <a:gd name="T16" fmla="*/ 1 w 146"/>
                  <a:gd name="T17" fmla="*/ 193 h 12411"/>
                  <a:gd name="T18" fmla="*/ 1 w 146"/>
                  <a:gd name="T19" fmla="*/ 193 h 12411"/>
                  <a:gd name="T20" fmla="*/ 0 w 146"/>
                  <a:gd name="T21" fmla="*/ 194 h 124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11"/>
                  <a:gd name="T35" fmla="*/ 146 w 146"/>
                  <a:gd name="T36" fmla="*/ 12411 h 1241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11">
                    <a:moveTo>
                      <a:pt x="0" y="12411"/>
                    </a:moveTo>
                    <a:lnTo>
                      <a:pt x="0" y="120"/>
                    </a:lnTo>
                    <a:lnTo>
                      <a:pt x="38" y="90"/>
                    </a:lnTo>
                    <a:lnTo>
                      <a:pt x="76" y="62"/>
                    </a:lnTo>
                    <a:lnTo>
                      <a:pt x="111" y="31"/>
                    </a:lnTo>
                    <a:lnTo>
                      <a:pt x="146" y="0"/>
                    </a:lnTo>
                    <a:lnTo>
                      <a:pt x="146" y="12293"/>
                    </a:lnTo>
                    <a:lnTo>
                      <a:pt x="111" y="12323"/>
                    </a:lnTo>
                    <a:lnTo>
                      <a:pt x="76" y="12354"/>
                    </a:lnTo>
                    <a:lnTo>
                      <a:pt x="38" y="12383"/>
                    </a:lnTo>
                    <a:lnTo>
                      <a:pt x="0" y="12411"/>
                    </a:lnTo>
                    <a:close/>
                  </a:path>
                </a:pathLst>
              </a:custGeom>
              <a:solidFill>
                <a:srgbClr val="DAE1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2" name="Freeform 397"/>
              <p:cNvSpPr>
                <a:spLocks/>
              </p:cNvSpPr>
              <p:nvPr/>
            </p:nvSpPr>
            <p:spPr bwMode="auto">
              <a:xfrm>
                <a:off x="3103" y="1776"/>
                <a:ext cx="18" cy="1553"/>
              </a:xfrm>
              <a:custGeom>
                <a:avLst/>
                <a:gdLst>
                  <a:gd name="T0" fmla="*/ 0 w 146"/>
                  <a:gd name="T1" fmla="*/ 194 h 12428"/>
                  <a:gd name="T2" fmla="*/ 0 w 146"/>
                  <a:gd name="T3" fmla="*/ 2 h 12428"/>
                  <a:gd name="T4" fmla="*/ 1 w 146"/>
                  <a:gd name="T5" fmla="*/ 2 h 12428"/>
                  <a:gd name="T6" fmla="*/ 1 w 146"/>
                  <a:gd name="T7" fmla="*/ 1 h 12428"/>
                  <a:gd name="T8" fmla="*/ 2 w 146"/>
                  <a:gd name="T9" fmla="*/ 0 h 12428"/>
                  <a:gd name="T10" fmla="*/ 2 w 146"/>
                  <a:gd name="T11" fmla="*/ 0 h 12428"/>
                  <a:gd name="T12" fmla="*/ 2 w 146"/>
                  <a:gd name="T13" fmla="*/ 192 h 12428"/>
                  <a:gd name="T14" fmla="*/ 2 w 146"/>
                  <a:gd name="T15" fmla="*/ 192 h 12428"/>
                  <a:gd name="T16" fmla="*/ 1 w 146"/>
                  <a:gd name="T17" fmla="*/ 193 h 12428"/>
                  <a:gd name="T18" fmla="*/ 1 w 146"/>
                  <a:gd name="T19" fmla="*/ 194 h 12428"/>
                  <a:gd name="T20" fmla="*/ 0 w 146"/>
                  <a:gd name="T21" fmla="*/ 194 h 124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12428"/>
                  <a:gd name="T35" fmla="*/ 146 w 146"/>
                  <a:gd name="T36" fmla="*/ 12428 h 1242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12428">
                    <a:moveTo>
                      <a:pt x="0" y="12428"/>
                    </a:moveTo>
                    <a:lnTo>
                      <a:pt x="0" y="136"/>
                    </a:lnTo>
                    <a:lnTo>
                      <a:pt x="38" y="102"/>
                    </a:lnTo>
                    <a:lnTo>
                      <a:pt x="76" y="70"/>
                    </a:lnTo>
                    <a:lnTo>
                      <a:pt x="111" y="36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11" y="12327"/>
                    </a:lnTo>
                    <a:lnTo>
                      <a:pt x="76" y="12362"/>
                    </a:lnTo>
                    <a:lnTo>
                      <a:pt x="39" y="12395"/>
                    </a:lnTo>
                    <a:lnTo>
                      <a:pt x="0" y="12428"/>
                    </a:lnTo>
                    <a:close/>
                  </a:path>
                </a:pathLst>
              </a:custGeom>
              <a:solidFill>
                <a:srgbClr val="DCE3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3" name="Freeform 398"/>
              <p:cNvSpPr>
                <a:spLocks/>
              </p:cNvSpPr>
              <p:nvPr/>
            </p:nvSpPr>
            <p:spPr bwMode="auto">
              <a:xfrm>
                <a:off x="3112" y="1765"/>
                <a:ext cx="18" cy="1556"/>
              </a:xfrm>
              <a:custGeom>
                <a:avLst/>
                <a:gdLst>
                  <a:gd name="T0" fmla="*/ 0 w 146"/>
                  <a:gd name="T1" fmla="*/ 194 h 12450"/>
                  <a:gd name="T2" fmla="*/ 0 w 146"/>
                  <a:gd name="T3" fmla="*/ 2 h 12450"/>
                  <a:gd name="T4" fmla="*/ 0 w 146"/>
                  <a:gd name="T5" fmla="*/ 2 h 12450"/>
                  <a:gd name="T6" fmla="*/ 1 w 146"/>
                  <a:gd name="T7" fmla="*/ 2 h 12450"/>
                  <a:gd name="T8" fmla="*/ 1 w 146"/>
                  <a:gd name="T9" fmla="*/ 1 h 12450"/>
                  <a:gd name="T10" fmla="*/ 1 w 146"/>
                  <a:gd name="T11" fmla="*/ 1 h 12450"/>
                  <a:gd name="T12" fmla="*/ 1 w 146"/>
                  <a:gd name="T13" fmla="*/ 1 h 12450"/>
                  <a:gd name="T14" fmla="*/ 2 w 146"/>
                  <a:gd name="T15" fmla="*/ 1 h 12450"/>
                  <a:gd name="T16" fmla="*/ 2 w 146"/>
                  <a:gd name="T17" fmla="*/ 0 h 12450"/>
                  <a:gd name="T18" fmla="*/ 2 w 146"/>
                  <a:gd name="T19" fmla="*/ 0 h 12450"/>
                  <a:gd name="T20" fmla="*/ 2 w 146"/>
                  <a:gd name="T21" fmla="*/ 192 h 12450"/>
                  <a:gd name="T22" fmla="*/ 2 w 146"/>
                  <a:gd name="T23" fmla="*/ 192 h 12450"/>
                  <a:gd name="T24" fmla="*/ 2 w 146"/>
                  <a:gd name="T25" fmla="*/ 193 h 12450"/>
                  <a:gd name="T26" fmla="*/ 1 w 146"/>
                  <a:gd name="T27" fmla="*/ 193 h 12450"/>
                  <a:gd name="T28" fmla="*/ 1 w 146"/>
                  <a:gd name="T29" fmla="*/ 193 h 12450"/>
                  <a:gd name="T30" fmla="*/ 1 w 146"/>
                  <a:gd name="T31" fmla="*/ 194 h 12450"/>
                  <a:gd name="T32" fmla="*/ 1 w 146"/>
                  <a:gd name="T33" fmla="*/ 194 h 12450"/>
                  <a:gd name="T34" fmla="*/ 0 w 146"/>
                  <a:gd name="T35" fmla="*/ 194 h 12450"/>
                  <a:gd name="T36" fmla="*/ 0 w 146"/>
                  <a:gd name="T37" fmla="*/ 194 h 1245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6"/>
                  <a:gd name="T58" fmla="*/ 0 h 12450"/>
                  <a:gd name="T59" fmla="*/ 146 w 146"/>
                  <a:gd name="T60" fmla="*/ 12450 h 1245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6" h="12450">
                    <a:moveTo>
                      <a:pt x="0" y="12450"/>
                    </a:moveTo>
                    <a:lnTo>
                      <a:pt x="0" y="157"/>
                    </a:lnTo>
                    <a:lnTo>
                      <a:pt x="20" y="139"/>
                    </a:lnTo>
                    <a:lnTo>
                      <a:pt x="39" y="120"/>
                    </a:lnTo>
                    <a:lnTo>
                      <a:pt x="58" y="100"/>
                    </a:lnTo>
                    <a:lnTo>
                      <a:pt x="77" y="81"/>
                    </a:lnTo>
                    <a:lnTo>
                      <a:pt x="95" y="61"/>
                    </a:lnTo>
                    <a:lnTo>
                      <a:pt x="112" y="41"/>
                    </a:lnTo>
                    <a:lnTo>
                      <a:pt x="129" y="20"/>
                    </a:lnTo>
                    <a:lnTo>
                      <a:pt x="146" y="0"/>
                    </a:lnTo>
                    <a:lnTo>
                      <a:pt x="146" y="12292"/>
                    </a:lnTo>
                    <a:lnTo>
                      <a:pt x="129" y="12313"/>
                    </a:lnTo>
                    <a:lnTo>
                      <a:pt x="112" y="12333"/>
                    </a:lnTo>
                    <a:lnTo>
                      <a:pt x="95" y="12354"/>
                    </a:lnTo>
                    <a:lnTo>
                      <a:pt x="77" y="12373"/>
                    </a:lnTo>
                    <a:lnTo>
                      <a:pt x="58" y="12392"/>
                    </a:lnTo>
                    <a:lnTo>
                      <a:pt x="39" y="12412"/>
                    </a:lnTo>
                    <a:lnTo>
                      <a:pt x="20" y="12431"/>
                    </a:lnTo>
                    <a:lnTo>
                      <a:pt x="0" y="12450"/>
                    </a:lnTo>
                    <a:close/>
                  </a:path>
                </a:pathLst>
              </a:custGeom>
              <a:solidFill>
                <a:srgbClr val="DDE3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4" name="Freeform 399"/>
              <p:cNvSpPr>
                <a:spLocks/>
              </p:cNvSpPr>
              <p:nvPr/>
            </p:nvSpPr>
            <p:spPr bwMode="auto">
              <a:xfrm>
                <a:off x="3121" y="1752"/>
                <a:ext cx="18" cy="1560"/>
              </a:xfrm>
              <a:custGeom>
                <a:avLst/>
                <a:gdLst>
                  <a:gd name="T0" fmla="*/ 0 w 145"/>
                  <a:gd name="T1" fmla="*/ 195 h 12482"/>
                  <a:gd name="T2" fmla="*/ 0 w 145"/>
                  <a:gd name="T3" fmla="*/ 3 h 12482"/>
                  <a:gd name="T4" fmla="*/ 0 w 145"/>
                  <a:gd name="T5" fmla="*/ 3 h 12482"/>
                  <a:gd name="T6" fmla="*/ 1 w 145"/>
                  <a:gd name="T7" fmla="*/ 2 h 12482"/>
                  <a:gd name="T8" fmla="*/ 1 w 145"/>
                  <a:gd name="T9" fmla="*/ 2 h 12482"/>
                  <a:gd name="T10" fmla="*/ 1 w 145"/>
                  <a:gd name="T11" fmla="*/ 1 h 12482"/>
                  <a:gd name="T12" fmla="*/ 1 w 145"/>
                  <a:gd name="T13" fmla="*/ 1 h 12482"/>
                  <a:gd name="T14" fmla="*/ 2 w 145"/>
                  <a:gd name="T15" fmla="*/ 1 h 12482"/>
                  <a:gd name="T16" fmla="*/ 2 w 145"/>
                  <a:gd name="T17" fmla="*/ 0 h 12482"/>
                  <a:gd name="T18" fmla="*/ 2 w 145"/>
                  <a:gd name="T19" fmla="*/ 0 h 12482"/>
                  <a:gd name="T20" fmla="*/ 2 w 145"/>
                  <a:gd name="T21" fmla="*/ 192 h 12482"/>
                  <a:gd name="T22" fmla="*/ 2 w 145"/>
                  <a:gd name="T23" fmla="*/ 192 h 12482"/>
                  <a:gd name="T24" fmla="*/ 2 w 145"/>
                  <a:gd name="T25" fmla="*/ 193 h 12482"/>
                  <a:gd name="T26" fmla="*/ 1 w 145"/>
                  <a:gd name="T27" fmla="*/ 193 h 12482"/>
                  <a:gd name="T28" fmla="*/ 1 w 145"/>
                  <a:gd name="T29" fmla="*/ 194 h 12482"/>
                  <a:gd name="T30" fmla="*/ 1 w 145"/>
                  <a:gd name="T31" fmla="*/ 194 h 12482"/>
                  <a:gd name="T32" fmla="*/ 1 w 145"/>
                  <a:gd name="T33" fmla="*/ 194 h 12482"/>
                  <a:gd name="T34" fmla="*/ 0 w 145"/>
                  <a:gd name="T35" fmla="*/ 195 h 12482"/>
                  <a:gd name="T36" fmla="*/ 0 w 145"/>
                  <a:gd name="T37" fmla="*/ 195 h 1248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5"/>
                  <a:gd name="T58" fmla="*/ 0 h 12482"/>
                  <a:gd name="T59" fmla="*/ 145 w 145"/>
                  <a:gd name="T60" fmla="*/ 12482 h 1248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5" h="12482">
                    <a:moveTo>
                      <a:pt x="0" y="12482"/>
                    </a:moveTo>
                    <a:lnTo>
                      <a:pt x="0" y="190"/>
                    </a:lnTo>
                    <a:lnTo>
                      <a:pt x="20" y="168"/>
                    </a:lnTo>
                    <a:lnTo>
                      <a:pt x="40" y="145"/>
                    </a:lnTo>
                    <a:lnTo>
                      <a:pt x="59" y="121"/>
                    </a:lnTo>
                    <a:lnTo>
                      <a:pt x="78" y="98"/>
                    </a:lnTo>
                    <a:lnTo>
                      <a:pt x="96" y="74"/>
                    </a:lnTo>
                    <a:lnTo>
                      <a:pt x="113" y="49"/>
                    </a:lnTo>
                    <a:lnTo>
                      <a:pt x="129" y="25"/>
                    </a:lnTo>
                    <a:lnTo>
                      <a:pt x="145" y="0"/>
                    </a:lnTo>
                    <a:lnTo>
                      <a:pt x="145" y="12293"/>
                    </a:lnTo>
                    <a:lnTo>
                      <a:pt x="129" y="12317"/>
                    </a:lnTo>
                    <a:lnTo>
                      <a:pt x="113" y="12342"/>
                    </a:lnTo>
                    <a:lnTo>
                      <a:pt x="96" y="12365"/>
                    </a:lnTo>
                    <a:lnTo>
                      <a:pt x="78" y="12390"/>
                    </a:lnTo>
                    <a:lnTo>
                      <a:pt x="59" y="12413"/>
                    </a:lnTo>
                    <a:lnTo>
                      <a:pt x="40" y="12436"/>
                    </a:lnTo>
                    <a:lnTo>
                      <a:pt x="20" y="12460"/>
                    </a:lnTo>
                    <a:lnTo>
                      <a:pt x="0" y="12482"/>
                    </a:lnTo>
                    <a:close/>
                  </a:path>
                </a:pathLst>
              </a:custGeom>
              <a:solidFill>
                <a:srgbClr val="DEE3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5" name="Freeform 400"/>
              <p:cNvSpPr>
                <a:spLocks/>
              </p:cNvSpPr>
              <p:nvPr/>
            </p:nvSpPr>
            <p:spPr bwMode="auto">
              <a:xfrm>
                <a:off x="3130" y="1734"/>
                <a:ext cx="18" cy="1567"/>
              </a:xfrm>
              <a:custGeom>
                <a:avLst/>
                <a:gdLst>
                  <a:gd name="T0" fmla="*/ 0 w 145"/>
                  <a:gd name="T1" fmla="*/ 196 h 12539"/>
                  <a:gd name="T2" fmla="*/ 0 w 145"/>
                  <a:gd name="T3" fmla="*/ 4 h 12539"/>
                  <a:gd name="T4" fmla="*/ 0 w 145"/>
                  <a:gd name="T5" fmla="*/ 3 h 12539"/>
                  <a:gd name="T6" fmla="*/ 1 w 145"/>
                  <a:gd name="T7" fmla="*/ 3 h 12539"/>
                  <a:gd name="T8" fmla="*/ 1 w 145"/>
                  <a:gd name="T9" fmla="*/ 2 h 12539"/>
                  <a:gd name="T10" fmla="*/ 1 w 145"/>
                  <a:gd name="T11" fmla="*/ 2 h 12539"/>
                  <a:gd name="T12" fmla="*/ 1 w 145"/>
                  <a:gd name="T13" fmla="*/ 1 h 12539"/>
                  <a:gd name="T14" fmla="*/ 2 w 145"/>
                  <a:gd name="T15" fmla="*/ 1 h 12539"/>
                  <a:gd name="T16" fmla="*/ 2 w 145"/>
                  <a:gd name="T17" fmla="*/ 0 h 12539"/>
                  <a:gd name="T18" fmla="*/ 2 w 145"/>
                  <a:gd name="T19" fmla="*/ 0 h 12539"/>
                  <a:gd name="T20" fmla="*/ 2 w 145"/>
                  <a:gd name="T21" fmla="*/ 192 h 12539"/>
                  <a:gd name="T22" fmla="*/ 2 w 145"/>
                  <a:gd name="T23" fmla="*/ 192 h 12539"/>
                  <a:gd name="T24" fmla="*/ 2 w 145"/>
                  <a:gd name="T25" fmla="*/ 193 h 12539"/>
                  <a:gd name="T26" fmla="*/ 1 w 145"/>
                  <a:gd name="T27" fmla="*/ 193 h 12539"/>
                  <a:gd name="T28" fmla="*/ 1 w 145"/>
                  <a:gd name="T29" fmla="*/ 194 h 12539"/>
                  <a:gd name="T30" fmla="*/ 1 w 145"/>
                  <a:gd name="T31" fmla="*/ 194 h 12539"/>
                  <a:gd name="T32" fmla="*/ 1 w 145"/>
                  <a:gd name="T33" fmla="*/ 195 h 12539"/>
                  <a:gd name="T34" fmla="*/ 0 w 145"/>
                  <a:gd name="T35" fmla="*/ 195 h 12539"/>
                  <a:gd name="T36" fmla="*/ 0 w 145"/>
                  <a:gd name="T37" fmla="*/ 196 h 1253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5"/>
                  <a:gd name="T58" fmla="*/ 0 h 12539"/>
                  <a:gd name="T59" fmla="*/ 145 w 145"/>
                  <a:gd name="T60" fmla="*/ 12539 h 1253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5" h="12539">
                    <a:moveTo>
                      <a:pt x="0" y="12539"/>
                    </a:moveTo>
                    <a:lnTo>
                      <a:pt x="0" y="247"/>
                    </a:lnTo>
                    <a:lnTo>
                      <a:pt x="22" y="218"/>
                    </a:lnTo>
                    <a:lnTo>
                      <a:pt x="42" y="188"/>
                    </a:lnTo>
                    <a:lnTo>
                      <a:pt x="62" y="158"/>
                    </a:lnTo>
                    <a:lnTo>
                      <a:pt x="82" y="127"/>
                    </a:lnTo>
                    <a:lnTo>
                      <a:pt x="99" y="96"/>
                    </a:lnTo>
                    <a:lnTo>
                      <a:pt x="115" y="65"/>
                    </a:lnTo>
                    <a:lnTo>
                      <a:pt x="131" y="32"/>
                    </a:lnTo>
                    <a:lnTo>
                      <a:pt x="145" y="0"/>
                    </a:lnTo>
                    <a:lnTo>
                      <a:pt x="145" y="12293"/>
                    </a:lnTo>
                    <a:lnTo>
                      <a:pt x="131" y="12325"/>
                    </a:lnTo>
                    <a:lnTo>
                      <a:pt x="115" y="12357"/>
                    </a:lnTo>
                    <a:lnTo>
                      <a:pt x="99" y="12388"/>
                    </a:lnTo>
                    <a:lnTo>
                      <a:pt x="82" y="12419"/>
                    </a:lnTo>
                    <a:lnTo>
                      <a:pt x="62" y="12450"/>
                    </a:lnTo>
                    <a:lnTo>
                      <a:pt x="42" y="12480"/>
                    </a:lnTo>
                    <a:lnTo>
                      <a:pt x="22" y="12509"/>
                    </a:lnTo>
                    <a:lnTo>
                      <a:pt x="0" y="12539"/>
                    </a:lnTo>
                    <a:close/>
                  </a:path>
                </a:pathLst>
              </a:custGeom>
              <a:solidFill>
                <a:srgbClr val="E0E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6" name="Freeform 401"/>
              <p:cNvSpPr>
                <a:spLocks/>
              </p:cNvSpPr>
              <p:nvPr/>
            </p:nvSpPr>
            <p:spPr bwMode="auto">
              <a:xfrm>
                <a:off x="3139" y="1690"/>
                <a:ext cx="18" cy="1598"/>
              </a:xfrm>
              <a:custGeom>
                <a:avLst/>
                <a:gdLst>
                  <a:gd name="T0" fmla="*/ 0 w 145"/>
                  <a:gd name="T1" fmla="*/ 200 h 12785"/>
                  <a:gd name="T2" fmla="*/ 0 w 145"/>
                  <a:gd name="T3" fmla="*/ 8 h 12785"/>
                  <a:gd name="T4" fmla="*/ 0 w 145"/>
                  <a:gd name="T5" fmla="*/ 7 h 12785"/>
                  <a:gd name="T6" fmla="*/ 0 w 145"/>
                  <a:gd name="T7" fmla="*/ 7 h 12785"/>
                  <a:gd name="T8" fmla="*/ 1 w 145"/>
                  <a:gd name="T9" fmla="*/ 6 h 12785"/>
                  <a:gd name="T10" fmla="*/ 1 w 145"/>
                  <a:gd name="T11" fmla="*/ 6 h 12785"/>
                  <a:gd name="T12" fmla="*/ 1 w 145"/>
                  <a:gd name="T13" fmla="*/ 5 h 12785"/>
                  <a:gd name="T14" fmla="*/ 1 w 145"/>
                  <a:gd name="T15" fmla="*/ 5 h 12785"/>
                  <a:gd name="T16" fmla="*/ 1 w 145"/>
                  <a:gd name="T17" fmla="*/ 4 h 12785"/>
                  <a:gd name="T18" fmla="*/ 2 w 145"/>
                  <a:gd name="T19" fmla="*/ 4 h 12785"/>
                  <a:gd name="T20" fmla="*/ 2 w 145"/>
                  <a:gd name="T21" fmla="*/ 3 h 12785"/>
                  <a:gd name="T22" fmla="*/ 2 w 145"/>
                  <a:gd name="T23" fmla="*/ 3 h 12785"/>
                  <a:gd name="T24" fmla="*/ 2 w 145"/>
                  <a:gd name="T25" fmla="*/ 2 h 12785"/>
                  <a:gd name="T26" fmla="*/ 2 w 145"/>
                  <a:gd name="T27" fmla="*/ 2 h 12785"/>
                  <a:gd name="T28" fmla="*/ 2 w 145"/>
                  <a:gd name="T29" fmla="*/ 1 h 12785"/>
                  <a:gd name="T30" fmla="*/ 2 w 145"/>
                  <a:gd name="T31" fmla="*/ 1 h 12785"/>
                  <a:gd name="T32" fmla="*/ 2 w 145"/>
                  <a:gd name="T33" fmla="*/ 0 h 12785"/>
                  <a:gd name="T34" fmla="*/ 2 w 145"/>
                  <a:gd name="T35" fmla="*/ 0 h 12785"/>
                  <a:gd name="T36" fmla="*/ 2 w 145"/>
                  <a:gd name="T37" fmla="*/ 193 h 12785"/>
                  <a:gd name="T38" fmla="*/ 2 w 145"/>
                  <a:gd name="T39" fmla="*/ 194 h 12785"/>
                  <a:gd name="T40" fmla="*/ 2 w 145"/>
                  <a:gd name="T41" fmla="*/ 194 h 12785"/>
                  <a:gd name="T42" fmla="*/ 2 w 145"/>
                  <a:gd name="T43" fmla="*/ 194 h 12785"/>
                  <a:gd name="T44" fmla="*/ 2 w 145"/>
                  <a:gd name="T45" fmla="*/ 195 h 12785"/>
                  <a:gd name="T46" fmla="*/ 2 w 145"/>
                  <a:gd name="T47" fmla="*/ 195 h 12785"/>
                  <a:gd name="T48" fmla="*/ 2 w 145"/>
                  <a:gd name="T49" fmla="*/ 195 h 12785"/>
                  <a:gd name="T50" fmla="*/ 2 w 145"/>
                  <a:gd name="T51" fmla="*/ 196 h 12785"/>
                  <a:gd name="T52" fmla="*/ 2 w 145"/>
                  <a:gd name="T53" fmla="*/ 196 h 12785"/>
                  <a:gd name="T54" fmla="*/ 2 w 145"/>
                  <a:gd name="T55" fmla="*/ 196 h 12785"/>
                  <a:gd name="T56" fmla="*/ 1 w 145"/>
                  <a:gd name="T57" fmla="*/ 197 h 12785"/>
                  <a:gd name="T58" fmla="*/ 1 w 145"/>
                  <a:gd name="T59" fmla="*/ 197 h 12785"/>
                  <a:gd name="T60" fmla="*/ 1 w 145"/>
                  <a:gd name="T61" fmla="*/ 197 h 12785"/>
                  <a:gd name="T62" fmla="*/ 1 w 145"/>
                  <a:gd name="T63" fmla="*/ 198 h 12785"/>
                  <a:gd name="T64" fmla="*/ 1 w 145"/>
                  <a:gd name="T65" fmla="*/ 198 h 12785"/>
                  <a:gd name="T66" fmla="*/ 0 w 145"/>
                  <a:gd name="T67" fmla="*/ 199 h 12785"/>
                  <a:gd name="T68" fmla="*/ 0 w 145"/>
                  <a:gd name="T69" fmla="*/ 200 h 1278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45"/>
                  <a:gd name="T106" fmla="*/ 0 h 12785"/>
                  <a:gd name="T107" fmla="*/ 145 w 145"/>
                  <a:gd name="T108" fmla="*/ 12785 h 1278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45" h="12785">
                    <a:moveTo>
                      <a:pt x="0" y="12785"/>
                    </a:moveTo>
                    <a:lnTo>
                      <a:pt x="0" y="492"/>
                    </a:lnTo>
                    <a:lnTo>
                      <a:pt x="17" y="463"/>
                    </a:lnTo>
                    <a:lnTo>
                      <a:pt x="33" y="435"/>
                    </a:lnTo>
                    <a:lnTo>
                      <a:pt x="48" y="406"/>
                    </a:lnTo>
                    <a:lnTo>
                      <a:pt x="62" y="376"/>
                    </a:lnTo>
                    <a:lnTo>
                      <a:pt x="74" y="346"/>
                    </a:lnTo>
                    <a:lnTo>
                      <a:pt x="87" y="316"/>
                    </a:lnTo>
                    <a:lnTo>
                      <a:pt x="98" y="285"/>
                    </a:lnTo>
                    <a:lnTo>
                      <a:pt x="107" y="255"/>
                    </a:lnTo>
                    <a:lnTo>
                      <a:pt x="116" y="223"/>
                    </a:lnTo>
                    <a:lnTo>
                      <a:pt x="123" y="192"/>
                    </a:lnTo>
                    <a:lnTo>
                      <a:pt x="130" y="161"/>
                    </a:lnTo>
                    <a:lnTo>
                      <a:pt x="135" y="129"/>
                    </a:lnTo>
                    <a:lnTo>
                      <a:pt x="139" y="97"/>
                    </a:lnTo>
                    <a:lnTo>
                      <a:pt x="142" y="65"/>
                    </a:lnTo>
                    <a:lnTo>
                      <a:pt x="144" y="32"/>
                    </a:lnTo>
                    <a:lnTo>
                      <a:pt x="144" y="0"/>
                    </a:lnTo>
                    <a:lnTo>
                      <a:pt x="145" y="12367"/>
                    </a:lnTo>
                    <a:lnTo>
                      <a:pt x="144" y="12390"/>
                    </a:lnTo>
                    <a:lnTo>
                      <a:pt x="141" y="12411"/>
                    </a:lnTo>
                    <a:lnTo>
                      <a:pt x="136" y="12433"/>
                    </a:lnTo>
                    <a:lnTo>
                      <a:pt x="129" y="12454"/>
                    </a:lnTo>
                    <a:lnTo>
                      <a:pt x="125" y="12477"/>
                    </a:lnTo>
                    <a:lnTo>
                      <a:pt x="120" y="12498"/>
                    </a:lnTo>
                    <a:lnTo>
                      <a:pt x="115" y="12519"/>
                    </a:lnTo>
                    <a:lnTo>
                      <a:pt x="109" y="12541"/>
                    </a:lnTo>
                    <a:lnTo>
                      <a:pt x="103" y="12562"/>
                    </a:lnTo>
                    <a:lnTo>
                      <a:pt x="96" y="12583"/>
                    </a:lnTo>
                    <a:lnTo>
                      <a:pt x="89" y="12603"/>
                    </a:lnTo>
                    <a:lnTo>
                      <a:pt x="81" y="12625"/>
                    </a:lnTo>
                    <a:lnTo>
                      <a:pt x="63" y="12665"/>
                    </a:lnTo>
                    <a:lnTo>
                      <a:pt x="44" y="12706"/>
                    </a:lnTo>
                    <a:lnTo>
                      <a:pt x="23" y="12745"/>
                    </a:lnTo>
                    <a:lnTo>
                      <a:pt x="0" y="12785"/>
                    </a:lnTo>
                    <a:close/>
                  </a:path>
                </a:pathLst>
              </a:custGeom>
              <a:solidFill>
                <a:srgbClr val="E1E4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7" name="Freeform 402"/>
              <p:cNvSpPr>
                <a:spLocks/>
              </p:cNvSpPr>
              <p:nvPr/>
            </p:nvSpPr>
            <p:spPr bwMode="auto">
              <a:xfrm>
                <a:off x="3148" y="1690"/>
                <a:ext cx="9" cy="1581"/>
              </a:xfrm>
              <a:custGeom>
                <a:avLst/>
                <a:gdLst>
                  <a:gd name="T0" fmla="*/ 0 w 72"/>
                  <a:gd name="T1" fmla="*/ 198 h 12643"/>
                  <a:gd name="T2" fmla="*/ 0 w 72"/>
                  <a:gd name="T3" fmla="*/ 6 h 12643"/>
                  <a:gd name="T4" fmla="*/ 0 w 72"/>
                  <a:gd name="T5" fmla="*/ 5 h 12643"/>
                  <a:gd name="T6" fmla="*/ 0 w 72"/>
                  <a:gd name="T7" fmla="*/ 5 h 12643"/>
                  <a:gd name="T8" fmla="*/ 0 w 72"/>
                  <a:gd name="T9" fmla="*/ 5 h 12643"/>
                  <a:gd name="T10" fmla="*/ 1 w 72"/>
                  <a:gd name="T11" fmla="*/ 4 h 12643"/>
                  <a:gd name="T12" fmla="*/ 1 w 72"/>
                  <a:gd name="T13" fmla="*/ 4 h 12643"/>
                  <a:gd name="T14" fmla="*/ 1 w 72"/>
                  <a:gd name="T15" fmla="*/ 4 h 12643"/>
                  <a:gd name="T16" fmla="*/ 1 w 72"/>
                  <a:gd name="T17" fmla="*/ 3 h 12643"/>
                  <a:gd name="T18" fmla="*/ 1 w 72"/>
                  <a:gd name="T19" fmla="*/ 3 h 12643"/>
                  <a:gd name="T20" fmla="*/ 1 w 72"/>
                  <a:gd name="T21" fmla="*/ 3 h 12643"/>
                  <a:gd name="T22" fmla="*/ 1 w 72"/>
                  <a:gd name="T23" fmla="*/ 2 h 12643"/>
                  <a:gd name="T24" fmla="*/ 1 w 72"/>
                  <a:gd name="T25" fmla="*/ 2 h 12643"/>
                  <a:gd name="T26" fmla="*/ 1 w 72"/>
                  <a:gd name="T27" fmla="*/ 1 h 12643"/>
                  <a:gd name="T28" fmla="*/ 1 w 72"/>
                  <a:gd name="T29" fmla="*/ 1 h 12643"/>
                  <a:gd name="T30" fmla="*/ 1 w 72"/>
                  <a:gd name="T31" fmla="*/ 1 h 12643"/>
                  <a:gd name="T32" fmla="*/ 1 w 72"/>
                  <a:gd name="T33" fmla="*/ 0 h 12643"/>
                  <a:gd name="T34" fmla="*/ 1 w 72"/>
                  <a:gd name="T35" fmla="*/ 0 h 12643"/>
                  <a:gd name="T36" fmla="*/ 1 w 72"/>
                  <a:gd name="T37" fmla="*/ 193 h 12643"/>
                  <a:gd name="T38" fmla="*/ 1 w 72"/>
                  <a:gd name="T39" fmla="*/ 194 h 12643"/>
                  <a:gd name="T40" fmla="*/ 1 w 72"/>
                  <a:gd name="T41" fmla="*/ 194 h 12643"/>
                  <a:gd name="T42" fmla="*/ 1 w 72"/>
                  <a:gd name="T43" fmla="*/ 194 h 12643"/>
                  <a:gd name="T44" fmla="*/ 1 w 72"/>
                  <a:gd name="T45" fmla="*/ 195 h 12643"/>
                  <a:gd name="T46" fmla="*/ 1 w 72"/>
                  <a:gd name="T47" fmla="*/ 195 h 12643"/>
                  <a:gd name="T48" fmla="*/ 1 w 72"/>
                  <a:gd name="T49" fmla="*/ 195 h 12643"/>
                  <a:gd name="T50" fmla="*/ 1 w 72"/>
                  <a:gd name="T51" fmla="*/ 196 h 12643"/>
                  <a:gd name="T52" fmla="*/ 1 w 72"/>
                  <a:gd name="T53" fmla="*/ 196 h 12643"/>
                  <a:gd name="T54" fmla="*/ 0 w 72"/>
                  <a:gd name="T55" fmla="*/ 197 h 12643"/>
                  <a:gd name="T56" fmla="*/ 0 w 72"/>
                  <a:gd name="T57" fmla="*/ 197 h 12643"/>
                  <a:gd name="T58" fmla="*/ 0 w 72"/>
                  <a:gd name="T59" fmla="*/ 197 h 12643"/>
                  <a:gd name="T60" fmla="*/ 0 w 72"/>
                  <a:gd name="T61" fmla="*/ 198 h 1264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72"/>
                  <a:gd name="T94" fmla="*/ 0 h 12643"/>
                  <a:gd name="T95" fmla="*/ 72 w 72"/>
                  <a:gd name="T96" fmla="*/ 12643 h 12643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72" h="12643">
                    <a:moveTo>
                      <a:pt x="0" y="12643"/>
                    </a:moveTo>
                    <a:lnTo>
                      <a:pt x="0" y="350"/>
                    </a:lnTo>
                    <a:lnTo>
                      <a:pt x="9" y="330"/>
                    </a:lnTo>
                    <a:lnTo>
                      <a:pt x="17" y="309"/>
                    </a:lnTo>
                    <a:lnTo>
                      <a:pt x="24" y="287"/>
                    </a:lnTo>
                    <a:lnTo>
                      <a:pt x="31" y="266"/>
                    </a:lnTo>
                    <a:lnTo>
                      <a:pt x="37" y="245"/>
                    </a:lnTo>
                    <a:lnTo>
                      <a:pt x="43" y="222"/>
                    </a:lnTo>
                    <a:lnTo>
                      <a:pt x="48" y="201"/>
                    </a:lnTo>
                    <a:lnTo>
                      <a:pt x="53" y="179"/>
                    </a:lnTo>
                    <a:lnTo>
                      <a:pt x="57" y="157"/>
                    </a:lnTo>
                    <a:lnTo>
                      <a:pt x="61" y="134"/>
                    </a:lnTo>
                    <a:lnTo>
                      <a:pt x="64" y="112"/>
                    </a:lnTo>
                    <a:lnTo>
                      <a:pt x="67" y="90"/>
                    </a:lnTo>
                    <a:lnTo>
                      <a:pt x="69" y="68"/>
                    </a:lnTo>
                    <a:lnTo>
                      <a:pt x="70" y="45"/>
                    </a:lnTo>
                    <a:lnTo>
                      <a:pt x="71" y="23"/>
                    </a:lnTo>
                    <a:lnTo>
                      <a:pt x="71" y="0"/>
                    </a:lnTo>
                    <a:lnTo>
                      <a:pt x="72" y="12367"/>
                    </a:lnTo>
                    <a:lnTo>
                      <a:pt x="71" y="12390"/>
                    </a:lnTo>
                    <a:lnTo>
                      <a:pt x="68" y="12411"/>
                    </a:lnTo>
                    <a:lnTo>
                      <a:pt x="63" y="12433"/>
                    </a:lnTo>
                    <a:lnTo>
                      <a:pt x="56" y="12454"/>
                    </a:lnTo>
                    <a:lnTo>
                      <a:pt x="52" y="12479"/>
                    </a:lnTo>
                    <a:lnTo>
                      <a:pt x="46" y="12503"/>
                    </a:lnTo>
                    <a:lnTo>
                      <a:pt x="40" y="12526"/>
                    </a:lnTo>
                    <a:lnTo>
                      <a:pt x="33" y="12550"/>
                    </a:lnTo>
                    <a:lnTo>
                      <a:pt x="26" y="12573"/>
                    </a:lnTo>
                    <a:lnTo>
                      <a:pt x="18" y="12596"/>
                    </a:lnTo>
                    <a:lnTo>
                      <a:pt x="10" y="12620"/>
                    </a:lnTo>
                    <a:lnTo>
                      <a:pt x="0" y="12643"/>
                    </a:lnTo>
                    <a:close/>
                  </a:path>
                </a:pathLst>
              </a:custGeom>
              <a:solidFill>
                <a:srgbClr val="E5E5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8" name="Freeform 403"/>
              <p:cNvSpPr>
                <a:spLocks/>
              </p:cNvSpPr>
              <p:nvPr/>
            </p:nvSpPr>
            <p:spPr bwMode="auto">
              <a:xfrm>
                <a:off x="2702" y="1690"/>
                <a:ext cx="455" cy="1694"/>
              </a:xfrm>
              <a:custGeom>
                <a:avLst/>
                <a:gdLst>
                  <a:gd name="T0" fmla="*/ 57 w 3639"/>
                  <a:gd name="T1" fmla="*/ 194 h 13552"/>
                  <a:gd name="T2" fmla="*/ 57 w 3639"/>
                  <a:gd name="T3" fmla="*/ 195 h 13552"/>
                  <a:gd name="T4" fmla="*/ 56 w 3639"/>
                  <a:gd name="T5" fmla="*/ 197 h 13552"/>
                  <a:gd name="T6" fmla="*/ 55 w 3639"/>
                  <a:gd name="T7" fmla="*/ 200 h 13552"/>
                  <a:gd name="T8" fmla="*/ 53 w 3639"/>
                  <a:gd name="T9" fmla="*/ 202 h 13552"/>
                  <a:gd name="T10" fmla="*/ 51 w 3639"/>
                  <a:gd name="T11" fmla="*/ 204 h 13552"/>
                  <a:gd name="T12" fmla="*/ 48 w 3639"/>
                  <a:gd name="T13" fmla="*/ 206 h 13552"/>
                  <a:gd name="T14" fmla="*/ 45 w 3639"/>
                  <a:gd name="T15" fmla="*/ 208 h 13552"/>
                  <a:gd name="T16" fmla="*/ 42 w 3639"/>
                  <a:gd name="T17" fmla="*/ 209 h 13552"/>
                  <a:gd name="T18" fmla="*/ 39 w 3639"/>
                  <a:gd name="T19" fmla="*/ 210 h 13552"/>
                  <a:gd name="T20" fmla="*/ 35 w 3639"/>
                  <a:gd name="T21" fmla="*/ 211 h 13552"/>
                  <a:gd name="T22" fmla="*/ 31 w 3639"/>
                  <a:gd name="T23" fmla="*/ 212 h 13552"/>
                  <a:gd name="T24" fmla="*/ 28 w 3639"/>
                  <a:gd name="T25" fmla="*/ 212 h 13552"/>
                  <a:gd name="T26" fmla="*/ 24 w 3639"/>
                  <a:gd name="T27" fmla="*/ 212 h 13552"/>
                  <a:gd name="T28" fmla="*/ 21 w 3639"/>
                  <a:gd name="T29" fmla="*/ 211 h 13552"/>
                  <a:gd name="T30" fmla="*/ 18 w 3639"/>
                  <a:gd name="T31" fmla="*/ 210 h 13552"/>
                  <a:gd name="T32" fmla="*/ 14 w 3639"/>
                  <a:gd name="T33" fmla="*/ 209 h 13552"/>
                  <a:gd name="T34" fmla="*/ 11 w 3639"/>
                  <a:gd name="T35" fmla="*/ 207 h 13552"/>
                  <a:gd name="T36" fmla="*/ 7 w 3639"/>
                  <a:gd name="T37" fmla="*/ 206 h 13552"/>
                  <a:gd name="T38" fmla="*/ 5 w 3639"/>
                  <a:gd name="T39" fmla="*/ 203 h 13552"/>
                  <a:gd name="T40" fmla="*/ 2 w 3639"/>
                  <a:gd name="T41" fmla="*/ 201 h 13552"/>
                  <a:gd name="T42" fmla="*/ 1 w 3639"/>
                  <a:gd name="T43" fmla="*/ 198 h 13552"/>
                  <a:gd name="T44" fmla="*/ 0 w 3639"/>
                  <a:gd name="T45" fmla="*/ 194 h 13552"/>
                  <a:gd name="T46" fmla="*/ 0 w 3639"/>
                  <a:gd name="T47" fmla="*/ 192 h 13552"/>
                  <a:gd name="T48" fmla="*/ 0 w 3639"/>
                  <a:gd name="T49" fmla="*/ 0 h 13552"/>
                  <a:gd name="T50" fmla="*/ 0 w 3639"/>
                  <a:gd name="T51" fmla="*/ 3 h 13552"/>
                  <a:gd name="T52" fmla="*/ 1 w 3639"/>
                  <a:gd name="T53" fmla="*/ 6 h 13552"/>
                  <a:gd name="T54" fmla="*/ 3 w 3639"/>
                  <a:gd name="T55" fmla="*/ 9 h 13552"/>
                  <a:gd name="T56" fmla="*/ 5 w 3639"/>
                  <a:gd name="T57" fmla="*/ 11 h 13552"/>
                  <a:gd name="T58" fmla="*/ 7 w 3639"/>
                  <a:gd name="T59" fmla="*/ 13 h 13552"/>
                  <a:gd name="T60" fmla="*/ 10 w 3639"/>
                  <a:gd name="T61" fmla="*/ 15 h 13552"/>
                  <a:gd name="T62" fmla="*/ 14 w 3639"/>
                  <a:gd name="T63" fmla="*/ 17 h 13552"/>
                  <a:gd name="T64" fmla="*/ 17 w 3639"/>
                  <a:gd name="T65" fmla="*/ 18 h 13552"/>
                  <a:gd name="T66" fmla="*/ 21 w 3639"/>
                  <a:gd name="T67" fmla="*/ 19 h 13552"/>
                  <a:gd name="T68" fmla="*/ 26 w 3639"/>
                  <a:gd name="T69" fmla="*/ 20 h 13552"/>
                  <a:gd name="T70" fmla="*/ 30 w 3639"/>
                  <a:gd name="T71" fmla="*/ 20 h 13552"/>
                  <a:gd name="T72" fmla="*/ 34 w 3639"/>
                  <a:gd name="T73" fmla="*/ 19 h 13552"/>
                  <a:gd name="T74" fmla="*/ 38 w 3639"/>
                  <a:gd name="T75" fmla="*/ 19 h 13552"/>
                  <a:gd name="T76" fmla="*/ 42 w 3639"/>
                  <a:gd name="T77" fmla="*/ 17 h 13552"/>
                  <a:gd name="T78" fmla="*/ 46 w 3639"/>
                  <a:gd name="T79" fmla="*/ 16 h 13552"/>
                  <a:gd name="T80" fmla="*/ 49 w 3639"/>
                  <a:gd name="T81" fmla="*/ 14 h 13552"/>
                  <a:gd name="T82" fmla="*/ 51 w 3639"/>
                  <a:gd name="T83" fmla="*/ 12 h 13552"/>
                  <a:gd name="T84" fmla="*/ 53 w 3639"/>
                  <a:gd name="T85" fmla="*/ 9 h 13552"/>
                  <a:gd name="T86" fmla="*/ 55 w 3639"/>
                  <a:gd name="T87" fmla="*/ 7 h 13552"/>
                  <a:gd name="T88" fmla="*/ 56 w 3639"/>
                  <a:gd name="T89" fmla="*/ 4 h 13552"/>
                  <a:gd name="T90" fmla="*/ 57 w 3639"/>
                  <a:gd name="T91" fmla="*/ 1 h 1355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639"/>
                  <a:gd name="T139" fmla="*/ 0 h 13552"/>
                  <a:gd name="T140" fmla="*/ 3639 w 3639"/>
                  <a:gd name="T141" fmla="*/ 13552 h 1355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639" h="13552">
                    <a:moveTo>
                      <a:pt x="3638" y="0"/>
                    </a:moveTo>
                    <a:lnTo>
                      <a:pt x="3639" y="12367"/>
                    </a:lnTo>
                    <a:lnTo>
                      <a:pt x="3638" y="12390"/>
                    </a:lnTo>
                    <a:lnTo>
                      <a:pt x="3635" y="12411"/>
                    </a:lnTo>
                    <a:lnTo>
                      <a:pt x="3630" y="12433"/>
                    </a:lnTo>
                    <a:lnTo>
                      <a:pt x="3623" y="12454"/>
                    </a:lnTo>
                    <a:lnTo>
                      <a:pt x="3611" y="12512"/>
                    </a:lnTo>
                    <a:lnTo>
                      <a:pt x="3595" y="12569"/>
                    </a:lnTo>
                    <a:lnTo>
                      <a:pt x="3575" y="12625"/>
                    </a:lnTo>
                    <a:lnTo>
                      <a:pt x="3551" y="12679"/>
                    </a:lnTo>
                    <a:lnTo>
                      <a:pt x="3524" y="12733"/>
                    </a:lnTo>
                    <a:lnTo>
                      <a:pt x="3493" y="12786"/>
                    </a:lnTo>
                    <a:lnTo>
                      <a:pt x="3460" y="12837"/>
                    </a:lnTo>
                    <a:lnTo>
                      <a:pt x="3423" y="12887"/>
                    </a:lnTo>
                    <a:lnTo>
                      <a:pt x="3383" y="12936"/>
                    </a:lnTo>
                    <a:lnTo>
                      <a:pt x="3340" y="12983"/>
                    </a:lnTo>
                    <a:lnTo>
                      <a:pt x="3294" y="13030"/>
                    </a:lnTo>
                    <a:lnTo>
                      <a:pt x="3245" y="13074"/>
                    </a:lnTo>
                    <a:lnTo>
                      <a:pt x="3195" y="13117"/>
                    </a:lnTo>
                    <a:lnTo>
                      <a:pt x="3141" y="13158"/>
                    </a:lnTo>
                    <a:lnTo>
                      <a:pt x="3084" y="13198"/>
                    </a:lnTo>
                    <a:lnTo>
                      <a:pt x="3024" y="13235"/>
                    </a:lnTo>
                    <a:lnTo>
                      <a:pt x="2964" y="13272"/>
                    </a:lnTo>
                    <a:lnTo>
                      <a:pt x="2900" y="13305"/>
                    </a:lnTo>
                    <a:lnTo>
                      <a:pt x="2834" y="13337"/>
                    </a:lnTo>
                    <a:lnTo>
                      <a:pt x="2766" y="13368"/>
                    </a:lnTo>
                    <a:lnTo>
                      <a:pt x="2696" y="13396"/>
                    </a:lnTo>
                    <a:lnTo>
                      <a:pt x="2624" y="13421"/>
                    </a:lnTo>
                    <a:lnTo>
                      <a:pt x="2550" y="13446"/>
                    </a:lnTo>
                    <a:lnTo>
                      <a:pt x="2475" y="13467"/>
                    </a:lnTo>
                    <a:lnTo>
                      <a:pt x="2398" y="13486"/>
                    </a:lnTo>
                    <a:lnTo>
                      <a:pt x="2319" y="13503"/>
                    </a:lnTo>
                    <a:lnTo>
                      <a:pt x="2239" y="13518"/>
                    </a:lnTo>
                    <a:lnTo>
                      <a:pt x="2157" y="13530"/>
                    </a:lnTo>
                    <a:lnTo>
                      <a:pt x="2075" y="13539"/>
                    </a:lnTo>
                    <a:lnTo>
                      <a:pt x="1991" y="13546"/>
                    </a:lnTo>
                    <a:lnTo>
                      <a:pt x="1906" y="13550"/>
                    </a:lnTo>
                    <a:lnTo>
                      <a:pt x="1819" y="13552"/>
                    </a:lnTo>
                    <a:lnTo>
                      <a:pt x="1759" y="13551"/>
                    </a:lnTo>
                    <a:lnTo>
                      <a:pt x="1696" y="13547"/>
                    </a:lnTo>
                    <a:lnTo>
                      <a:pt x="1631" y="13542"/>
                    </a:lnTo>
                    <a:lnTo>
                      <a:pt x="1563" y="13535"/>
                    </a:lnTo>
                    <a:lnTo>
                      <a:pt x="1492" y="13525"/>
                    </a:lnTo>
                    <a:lnTo>
                      <a:pt x="1421" y="13514"/>
                    </a:lnTo>
                    <a:lnTo>
                      <a:pt x="1348" y="13499"/>
                    </a:lnTo>
                    <a:lnTo>
                      <a:pt x="1274" y="13483"/>
                    </a:lnTo>
                    <a:lnTo>
                      <a:pt x="1198" y="13464"/>
                    </a:lnTo>
                    <a:lnTo>
                      <a:pt x="1123" y="13444"/>
                    </a:lnTo>
                    <a:lnTo>
                      <a:pt x="1047" y="13420"/>
                    </a:lnTo>
                    <a:lnTo>
                      <a:pt x="971" y="13395"/>
                    </a:lnTo>
                    <a:lnTo>
                      <a:pt x="896" y="13367"/>
                    </a:lnTo>
                    <a:lnTo>
                      <a:pt x="822" y="13336"/>
                    </a:lnTo>
                    <a:lnTo>
                      <a:pt x="749" y="13304"/>
                    </a:lnTo>
                    <a:lnTo>
                      <a:pt x="677" y="13270"/>
                    </a:lnTo>
                    <a:lnTo>
                      <a:pt x="608" y="13232"/>
                    </a:lnTo>
                    <a:lnTo>
                      <a:pt x="540" y="13193"/>
                    </a:lnTo>
                    <a:lnTo>
                      <a:pt x="475" y="13150"/>
                    </a:lnTo>
                    <a:lnTo>
                      <a:pt x="412" y="13106"/>
                    </a:lnTo>
                    <a:lnTo>
                      <a:pt x="354" y="13058"/>
                    </a:lnTo>
                    <a:lnTo>
                      <a:pt x="298" y="13008"/>
                    </a:lnTo>
                    <a:lnTo>
                      <a:pt x="245" y="12956"/>
                    </a:lnTo>
                    <a:lnTo>
                      <a:pt x="198" y="12901"/>
                    </a:lnTo>
                    <a:lnTo>
                      <a:pt x="154" y="12843"/>
                    </a:lnTo>
                    <a:lnTo>
                      <a:pt x="116" y="12784"/>
                    </a:lnTo>
                    <a:lnTo>
                      <a:pt x="82" y="12721"/>
                    </a:lnTo>
                    <a:lnTo>
                      <a:pt x="54" y="12655"/>
                    </a:lnTo>
                    <a:lnTo>
                      <a:pt x="30" y="12587"/>
                    </a:lnTo>
                    <a:lnTo>
                      <a:pt x="14" y="12517"/>
                    </a:lnTo>
                    <a:lnTo>
                      <a:pt x="4" y="12443"/>
                    </a:lnTo>
                    <a:lnTo>
                      <a:pt x="1" y="12367"/>
                    </a:lnTo>
                    <a:lnTo>
                      <a:pt x="0" y="12339"/>
                    </a:lnTo>
                    <a:lnTo>
                      <a:pt x="0" y="12312"/>
                    </a:lnTo>
                    <a:lnTo>
                      <a:pt x="0" y="12283"/>
                    </a:lnTo>
                    <a:lnTo>
                      <a:pt x="1" y="12256"/>
                    </a:lnTo>
                    <a:lnTo>
                      <a:pt x="0" y="0"/>
                    </a:lnTo>
                    <a:lnTo>
                      <a:pt x="2" y="65"/>
                    </a:lnTo>
                    <a:lnTo>
                      <a:pt x="9" y="128"/>
                    </a:lnTo>
                    <a:lnTo>
                      <a:pt x="21" y="192"/>
                    </a:lnTo>
                    <a:lnTo>
                      <a:pt x="37" y="254"/>
                    </a:lnTo>
                    <a:lnTo>
                      <a:pt x="57" y="315"/>
                    </a:lnTo>
                    <a:lnTo>
                      <a:pt x="82" y="374"/>
                    </a:lnTo>
                    <a:lnTo>
                      <a:pt x="111" y="433"/>
                    </a:lnTo>
                    <a:lnTo>
                      <a:pt x="143" y="490"/>
                    </a:lnTo>
                    <a:lnTo>
                      <a:pt x="179" y="546"/>
                    </a:lnTo>
                    <a:lnTo>
                      <a:pt x="220" y="600"/>
                    </a:lnTo>
                    <a:lnTo>
                      <a:pt x="263" y="653"/>
                    </a:lnTo>
                    <a:lnTo>
                      <a:pt x="311" y="704"/>
                    </a:lnTo>
                    <a:lnTo>
                      <a:pt x="362" y="754"/>
                    </a:lnTo>
                    <a:lnTo>
                      <a:pt x="415" y="802"/>
                    </a:lnTo>
                    <a:lnTo>
                      <a:pt x="472" y="847"/>
                    </a:lnTo>
                    <a:lnTo>
                      <a:pt x="533" y="891"/>
                    </a:lnTo>
                    <a:lnTo>
                      <a:pt x="596" y="932"/>
                    </a:lnTo>
                    <a:lnTo>
                      <a:pt x="662" y="972"/>
                    </a:lnTo>
                    <a:lnTo>
                      <a:pt x="731" y="1009"/>
                    </a:lnTo>
                    <a:lnTo>
                      <a:pt x="802" y="1045"/>
                    </a:lnTo>
                    <a:lnTo>
                      <a:pt x="876" y="1077"/>
                    </a:lnTo>
                    <a:lnTo>
                      <a:pt x="952" y="1107"/>
                    </a:lnTo>
                    <a:lnTo>
                      <a:pt x="1030" y="1135"/>
                    </a:lnTo>
                    <a:lnTo>
                      <a:pt x="1112" y="1160"/>
                    </a:lnTo>
                    <a:lnTo>
                      <a:pt x="1194" y="1183"/>
                    </a:lnTo>
                    <a:lnTo>
                      <a:pt x="1279" y="1203"/>
                    </a:lnTo>
                    <a:lnTo>
                      <a:pt x="1365" y="1220"/>
                    </a:lnTo>
                    <a:lnTo>
                      <a:pt x="1453" y="1234"/>
                    </a:lnTo>
                    <a:lnTo>
                      <a:pt x="1542" y="1245"/>
                    </a:lnTo>
                    <a:lnTo>
                      <a:pt x="1633" y="1253"/>
                    </a:lnTo>
                    <a:lnTo>
                      <a:pt x="1725" y="1257"/>
                    </a:lnTo>
                    <a:lnTo>
                      <a:pt x="1819" y="1259"/>
                    </a:lnTo>
                    <a:lnTo>
                      <a:pt x="1913" y="1257"/>
                    </a:lnTo>
                    <a:lnTo>
                      <a:pt x="2005" y="1253"/>
                    </a:lnTo>
                    <a:lnTo>
                      <a:pt x="2096" y="1245"/>
                    </a:lnTo>
                    <a:lnTo>
                      <a:pt x="2185" y="1234"/>
                    </a:lnTo>
                    <a:lnTo>
                      <a:pt x="2274" y="1220"/>
                    </a:lnTo>
                    <a:lnTo>
                      <a:pt x="2360" y="1203"/>
                    </a:lnTo>
                    <a:lnTo>
                      <a:pt x="2445" y="1182"/>
                    </a:lnTo>
                    <a:lnTo>
                      <a:pt x="2527" y="1160"/>
                    </a:lnTo>
                    <a:lnTo>
                      <a:pt x="2608" y="1135"/>
                    </a:lnTo>
                    <a:lnTo>
                      <a:pt x="2686" y="1107"/>
                    </a:lnTo>
                    <a:lnTo>
                      <a:pt x="2763" y="1077"/>
                    </a:lnTo>
                    <a:lnTo>
                      <a:pt x="2836" y="1044"/>
                    </a:lnTo>
                    <a:lnTo>
                      <a:pt x="2908" y="1009"/>
                    </a:lnTo>
                    <a:lnTo>
                      <a:pt x="2977" y="972"/>
                    </a:lnTo>
                    <a:lnTo>
                      <a:pt x="3043" y="932"/>
                    </a:lnTo>
                    <a:lnTo>
                      <a:pt x="3105" y="891"/>
                    </a:lnTo>
                    <a:lnTo>
                      <a:pt x="3166" y="846"/>
                    </a:lnTo>
                    <a:lnTo>
                      <a:pt x="3223" y="801"/>
                    </a:lnTo>
                    <a:lnTo>
                      <a:pt x="3277" y="753"/>
                    </a:lnTo>
                    <a:lnTo>
                      <a:pt x="3327" y="704"/>
                    </a:lnTo>
                    <a:lnTo>
                      <a:pt x="3375" y="653"/>
                    </a:lnTo>
                    <a:lnTo>
                      <a:pt x="3418" y="600"/>
                    </a:lnTo>
                    <a:lnTo>
                      <a:pt x="3459" y="545"/>
                    </a:lnTo>
                    <a:lnTo>
                      <a:pt x="3495" y="490"/>
                    </a:lnTo>
                    <a:lnTo>
                      <a:pt x="3528" y="433"/>
                    </a:lnTo>
                    <a:lnTo>
                      <a:pt x="3556" y="374"/>
                    </a:lnTo>
                    <a:lnTo>
                      <a:pt x="3582" y="315"/>
                    </a:lnTo>
                    <a:lnTo>
                      <a:pt x="3602" y="254"/>
                    </a:lnTo>
                    <a:lnTo>
                      <a:pt x="3618" y="191"/>
                    </a:lnTo>
                    <a:lnTo>
                      <a:pt x="3629" y="128"/>
                    </a:lnTo>
                    <a:lnTo>
                      <a:pt x="3636" y="65"/>
                    </a:lnTo>
                    <a:lnTo>
                      <a:pt x="3638" y="0"/>
                    </a:lnTo>
                    <a:close/>
                  </a:path>
                </a:pathLst>
              </a:custGeom>
              <a:noFill/>
              <a:ln w="2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39" name="Freeform 404"/>
              <p:cNvSpPr>
                <a:spLocks/>
              </p:cNvSpPr>
              <p:nvPr/>
            </p:nvSpPr>
            <p:spPr bwMode="auto">
              <a:xfrm>
                <a:off x="2702" y="1533"/>
                <a:ext cx="455" cy="315"/>
              </a:xfrm>
              <a:custGeom>
                <a:avLst/>
                <a:gdLst>
                  <a:gd name="T0" fmla="*/ 31 w 3638"/>
                  <a:gd name="T1" fmla="*/ 0 h 2519"/>
                  <a:gd name="T2" fmla="*/ 36 w 3638"/>
                  <a:gd name="T3" fmla="*/ 1 h 2519"/>
                  <a:gd name="T4" fmla="*/ 40 w 3638"/>
                  <a:gd name="T5" fmla="*/ 2 h 2519"/>
                  <a:gd name="T6" fmla="*/ 43 w 3638"/>
                  <a:gd name="T7" fmla="*/ 3 h 2519"/>
                  <a:gd name="T8" fmla="*/ 47 w 3638"/>
                  <a:gd name="T9" fmla="*/ 5 h 2519"/>
                  <a:gd name="T10" fmla="*/ 50 w 3638"/>
                  <a:gd name="T11" fmla="*/ 7 h 2519"/>
                  <a:gd name="T12" fmla="*/ 52 w 3638"/>
                  <a:gd name="T13" fmla="*/ 9 h 2519"/>
                  <a:gd name="T14" fmla="*/ 54 w 3638"/>
                  <a:gd name="T15" fmla="*/ 11 h 2519"/>
                  <a:gd name="T16" fmla="*/ 56 w 3638"/>
                  <a:gd name="T17" fmla="*/ 14 h 2519"/>
                  <a:gd name="T18" fmla="*/ 57 w 3638"/>
                  <a:gd name="T19" fmla="*/ 17 h 2519"/>
                  <a:gd name="T20" fmla="*/ 57 w 3638"/>
                  <a:gd name="T21" fmla="*/ 20 h 2519"/>
                  <a:gd name="T22" fmla="*/ 57 w 3638"/>
                  <a:gd name="T23" fmla="*/ 23 h 2519"/>
                  <a:gd name="T24" fmla="*/ 56 w 3638"/>
                  <a:gd name="T25" fmla="*/ 26 h 2519"/>
                  <a:gd name="T26" fmla="*/ 54 w 3638"/>
                  <a:gd name="T27" fmla="*/ 28 h 2519"/>
                  <a:gd name="T28" fmla="*/ 52 w 3638"/>
                  <a:gd name="T29" fmla="*/ 31 h 2519"/>
                  <a:gd name="T30" fmla="*/ 50 w 3638"/>
                  <a:gd name="T31" fmla="*/ 33 h 2519"/>
                  <a:gd name="T32" fmla="*/ 47 w 3638"/>
                  <a:gd name="T33" fmla="*/ 35 h 2519"/>
                  <a:gd name="T34" fmla="*/ 43 w 3638"/>
                  <a:gd name="T35" fmla="*/ 37 h 2519"/>
                  <a:gd name="T36" fmla="*/ 40 w 3638"/>
                  <a:gd name="T37" fmla="*/ 38 h 2519"/>
                  <a:gd name="T38" fmla="*/ 36 w 3638"/>
                  <a:gd name="T39" fmla="*/ 39 h 2519"/>
                  <a:gd name="T40" fmla="*/ 31 w 3638"/>
                  <a:gd name="T41" fmla="*/ 39 h 2519"/>
                  <a:gd name="T42" fmla="*/ 27 w 3638"/>
                  <a:gd name="T43" fmla="*/ 39 h 2519"/>
                  <a:gd name="T44" fmla="*/ 23 w 3638"/>
                  <a:gd name="T45" fmla="*/ 39 h 2519"/>
                  <a:gd name="T46" fmla="*/ 19 w 3638"/>
                  <a:gd name="T47" fmla="*/ 38 h 2519"/>
                  <a:gd name="T48" fmla="*/ 15 w 3638"/>
                  <a:gd name="T49" fmla="*/ 37 h 2519"/>
                  <a:gd name="T50" fmla="*/ 11 w 3638"/>
                  <a:gd name="T51" fmla="*/ 36 h 2519"/>
                  <a:gd name="T52" fmla="*/ 8 w 3638"/>
                  <a:gd name="T53" fmla="*/ 34 h 2519"/>
                  <a:gd name="T54" fmla="*/ 6 w 3638"/>
                  <a:gd name="T55" fmla="*/ 32 h 2519"/>
                  <a:gd name="T56" fmla="*/ 4 w 3638"/>
                  <a:gd name="T57" fmla="*/ 29 h 2519"/>
                  <a:gd name="T58" fmla="*/ 2 w 3638"/>
                  <a:gd name="T59" fmla="*/ 27 h 2519"/>
                  <a:gd name="T60" fmla="*/ 1 w 3638"/>
                  <a:gd name="T61" fmla="*/ 24 h 2519"/>
                  <a:gd name="T62" fmla="*/ 0 w 3638"/>
                  <a:gd name="T63" fmla="*/ 21 h 2519"/>
                  <a:gd name="T64" fmla="*/ 0 w 3638"/>
                  <a:gd name="T65" fmla="*/ 18 h 2519"/>
                  <a:gd name="T66" fmla="*/ 1 w 3638"/>
                  <a:gd name="T67" fmla="*/ 15 h 2519"/>
                  <a:gd name="T68" fmla="*/ 2 w 3638"/>
                  <a:gd name="T69" fmla="*/ 12 h 2519"/>
                  <a:gd name="T70" fmla="*/ 4 w 3638"/>
                  <a:gd name="T71" fmla="*/ 10 h 2519"/>
                  <a:gd name="T72" fmla="*/ 7 w 3638"/>
                  <a:gd name="T73" fmla="*/ 7 h 2519"/>
                  <a:gd name="T74" fmla="*/ 9 w 3638"/>
                  <a:gd name="T75" fmla="*/ 5 h 2519"/>
                  <a:gd name="T76" fmla="*/ 13 w 3638"/>
                  <a:gd name="T77" fmla="*/ 3 h 2519"/>
                  <a:gd name="T78" fmla="*/ 16 w 3638"/>
                  <a:gd name="T79" fmla="*/ 2 h 2519"/>
                  <a:gd name="T80" fmla="*/ 20 w 3638"/>
                  <a:gd name="T81" fmla="*/ 1 h 2519"/>
                  <a:gd name="T82" fmla="*/ 24 w 3638"/>
                  <a:gd name="T83" fmla="*/ 0 h 2519"/>
                  <a:gd name="T84" fmla="*/ 29 w 3638"/>
                  <a:gd name="T85" fmla="*/ 0 h 251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638"/>
                  <a:gd name="T130" fmla="*/ 0 h 2519"/>
                  <a:gd name="T131" fmla="*/ 3638 w 3638"/>
                  <a:gd name="T132" fmla="*/ 2519 h 251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638" h="2519">
                    <a:moveTo>
                      <a:pt x="1820" y="0"/>
                    </a:moveTo>
                    <a:lnTo>
                      <a:pt x="1913" y="1"/>
                    </a:lnTo>
                    <a:lnTo>
                      <a:pt x="2005" y="6"/>
                    </a:lnTo>
                    <a:lnTo>
                      <a:pt x="2096" y="14"/>
                    </a:lnTo>
                    <a:lnTo>
                      <a:pt x="2185" y="25"/>
                    </a:lnTo>
                    <a:lnTo>
                      <a:pt x="2274" y="40"/>
                    </a:lnTo>
                    <a:lnTo>
                      <a:pt x="2360" y="56"/>
                    </a:lnTo>
                    <a:lnTo>
                      <a:pt x="2445" y="76"/>
                    </a:lnTo>
                    <a:lnTo>
                      <a:pt x="2527" y="98"/>
                    </a:lnTo>
                    <a:lnTo>
                      <a:pt x="2608" y="124"/>
                    </a:lnTo>
                    <a:lnTo>
                      <a:pt x="2686" y="152"/>
                    </a:lnTo>
                    <a:lnTo>
                      <a:pt x="2763" y="182"/>
                    </a:lnTo>
                    <a:lnTo>
                      <a:pt x="2836" y="215"/>
                    </a:lnTo>
                    <a:lnTo>
                      <a:pt x="2908" y="250"/>
                    </a:lnTo>
                    <a:lnTo>
                      <a:pt x="2977" y="288"/>
                    </a:lnTo>
                    <a:lnTo>
                      <a:pt x="3043" y="327"/>
                    </a:lnTo>
                    <a:lnTo>
                      <a:pt x="3105" y="369"/>
                    </a:lnTo>
                    <a:lnTo>
                      <a:pt x="3166" y="412"/>
                    </a:lnTo>
                    <a:lnTo>
                      <a:pt x="3223" y="458"/>
                    </a:lnTo>
                    <a:lnTo>
                      <a:pt x="3277" y="505"/>
                    </a:lnTo>
                    <a:lnTo>
                      <a:pt x="3327" y="555"/>
                    </a:lnTo>
                    <a:lnTo>
                      <a:pt x="3375" y="607"/>
                    </a:lnTo>
                    <a:lnTo>
                      <a:pt x="3418" y="659"/>
                    </a:lnTo>
                    <a:lnTo>
                      <a:pt x="3459" y="713"/>
                    </a:lnTo>
                    <a:lnTo>
                      <a:pt x="3495" y="769"/>
                    </a:lnTo>
                    <a:lnTo>
                      <a:pt x="3528" y="826"/>
                    </a:lnTo>
                    <a:lnTo>
                      <a:pt x="3556" y="885"/>
                    </a:lnTo>
                    <a:lnTo>
                      <a:pt x="3582" y="945"/>
                    </a:lnTo>
                    <a:lnTo>
                      <a:pt x="3602" y="1006"/>
                    </a:lnTo>
                    <a:lnTo>
                      <a:pt x="3618" y="1067"/>
                    </a:lnTo>
                    <a:lnTo>
                      <a:pt x="3629" y="1131"/>
                    </a:lnTo>
                    <a:lnTo>
                      <a:pt x="3636" y="1195"/>
                    </a:lnTo>
                    <a:lnTo>
                      <a:pt x="3638" y="1260"/>
                    </a:lnTo>
                    <a:lnTo>
                      <a:pt x="3636" y="1325"/>
                    </a:lnTo>
                    <a:lnTo>
                      <a:pt x="3629" y="1388"/>
                    </a:lnTo>
                    <a:lnTo>
                      <a:pt x="3618" y="1451"/>
                    </a:lnTo>
                    <a:lnTo>
                      <a:pt x="3602" y="1514"/>
                    </a:lnTo>
                    <a:lnTo>
                      <a:pt x="3582" y="1575"/>
                    </a:lnTo>
                    <a:lnTo>
                      <a:pt x="3556" y="1634"/>
                    </a:lnTo>
                    <a:lnTo>
                      <a:pt x="3528" y="1693"/>
                    </a:lnTo>
                    <a:lnTo>
                      <a:pt x="3495" y="1750"/>
                    </a:lnTo>
                    <a:lnTo>
                      <a:pt x="3459" y="1805"/>
                    </a:lnTo>
                    <a:lnTo>
                      <a:pt x="3420" y="1860"/>
                    </a:lnTo>
                    <a:lnTo>
                      <a:pt x="3375" y="1913"/>
                    </a:lnTo>
                    <a:lnTo>
                      <a:pt x="3328" y="1964"/>
                    </a:lnTo>
                    <a:lnTo>
                      <a:pt x="3277" y="2013"/>
                    </a:lnTo>
                    <a:lnTo>
                      <a:pt x="3223" y="2061"/>
                    </a:lnTo>
                    <a:lnTo>
                      <a:pt x="3166" y="2106"/>
                    </a:lnTo>
                    <a:lnTo>
                      <a:pt x="3105" y="2151"/>
                    </a:lnTo>
                    <a:lnTo>
                      <a:pt x="3043" y="2192"/>
                    </a:lnTo>
                    <a:lnTo>
                      <a:pt x="2977" y="2232"/>
                    </a:lnTo>
                    <a:lnTo>
                      <a:pt x="2908" y="2269"/>
                    </a:lnTo>
                    <a:lnTo>
                      <a:pt x="2837" y="2305"/>
                    </a:lnTo>
                    <a:lnTo>
                      <a:pt x="2763" y="2337"/>
                    </a:lnTo>
                    <a:lnTo>
                      <a:pt x="2687" y="2367"/>
                    </a:lnTo>
                    <a:lnTo>
                      <a:pt x="2608" y="2396"/>
                    </a:lnTo>
                    <a:lnTo>
                      <a:pt x="2528" y="2420"/>
                    </a:lnTo>
                    <a:lnTo>
                      <a:pt x="2445" y="2443"/>
                    </a:lnTo>
                    <a:lnTo>
                      <a:pt x="2361" y="2463"/>
                    </a:lnTo>
                    <a:lnTo>
                      <a:pt x="2274" y="2480"/>
                    </a:lnTo>
                    <a:lnTo>
                      <a:pt x="2185" y="2494"/>
                    </a:lnTo>
                    <a:lnTo>
                      <a:pt x="2096" y="2505"/>
                    </a:lnTo>
                    <a:lnTo>
                      <a:pt x="2005" y="2513"/>
                    </a:lnTo>
                    <a:lnTo>
                      <a:pt x="1913" y="2518"/>
                    </a:lnTo>
                    <a:lnTo>
                      <a:pt x="1820" y="2519"/>
                    </a:lnTo>
                    <a:lnTo>
                      <a:pt x="1725" y="2518"/>
                    </a:lnTo>
                    <a:lnTo>
                      <a:pt x="1633" y="2513"/>
                    </a:lnTo>
                    <a:lnTo>
                      <a:pt x="1542" y="2505"/>
                    </a:lnTo>
                    <a:lnTo>
                      <a:pt x="1453" y="2494"/>
                    </a:lnTo>
                    <a:lnTo>
                      <a:pt x="1365" y="2480"/>
                    </a:lnTo>
                    <a:lnTo>
                      <a:pt x="1279" y="2463"/>
                    </a:lnTo>
                    <a:lnTo>
                      <a:pt x="1194" y="2443"/>
                    </a:lnTo>
                    <a:lnTo>
                      <a:pt x="1112" y="2421"/>
                    </a:lnTo>
                    <a:lnTo>
                      <a:pt x="1030" y="2396"/>
                    </a:lnTo>
                    <a:lnTo>
                      <a:pt x="952" y="2367"/>
                    </a:lnTo>
                    <a:lnTo>
                      <a:pt x="875" y="2337"/>
                    </a:lnTo>
                    <a:lnTo>
                      <a:pt x="802" y="2305"/>
                    </a:lnTo>
                    <a:lnTo>
                      <a:pt x="731" y="2269"/>
                    </a:lnTo>
                    <a:lnTo>
                      <a:pt x="662" y="2232"/>
                    </a:lnTo>
                    <a:lnTo>
                      <a:pt x="596" y="2192"/>
                    </a:lnTo>
                    <a:lnTo>
                      <a:pt x="533" y="2151"/>
                    </a:lnTo>
                    <a:lnTo>
                      <a:pt x="472" y="2107"/>
                    </a:lnTo>
                    <a:lnTo>
                      <a:pt x="415" y="2062"/>
                    </a:lnTo>
                    <a:lnTo>
                      <a:pt x="362" y="2014"/>
                    </a:lnTo>
                    <a:lnTo>
                      <a:pt x="311" y="1964"/>
                    </a:lnTo>
                    <a:lnTo>
                      <a:pt x="263" y="1913"/>
                    </a:lnTo>
                    <a:lnTo>
                      <a:pt x="220" y="1860"/>
                    </a:lnTo>
                    <a:lnTo>
                      <a:pt x="179" y="1806"/>
                    </a:lnTo>
                    <a:lnTo>
                      <a:pt x="143" y="1750"/>
                    </a:lnTo>
                    <a:lnTo>
                      <a:pt x="111" y="1693"/>
                    </a:lnTo>
                    <a:lnTo>
                      <a:pt x="82" y="1634"/>
                    </a:lnTo>
                    <a:lnTo>
                      <a:pt x="57" y="1575"/>
                    </a:lnTo>
                    <a:lnTo>
                      <a:pt x="37" y="1514"/>
                    </a:lnTo>
                    <a:lnTo>
                      <a:pt x="21" y="1452"/>
                    </a:lnTo>
                    <a:lnTo>
                      <a:pt x="9" y="1388"/>
                    </a:lnTo>
                    <a:lnTo>
                      <a:pt x="2" y="1325"/>
                    </a:lnTo>
                    <a:lnTo>
                      <a:pt x="0" y="1260"/>
                    </a:lnTo>
                    <a:lnTo>
                      <a:pt x="2" y="1195"/>
                    </a:lnTo>
                    <a:lnTo>
                      <a:pt x="9" y="1131"/>
                    </a:lnTo>
                    <a:lnTo>
                      <a:pt x="21" y="1068"/>
                    </a:lnTo>
                    <a:lnTo>
                      <a:pt x="37" y="1006"/>
                    </a:lnTo>
                    <a:lnTo>
                      <a:pt x="57" y="945"/>
                    </a:lnTo>
                    <a:lnTo>
                      <a:pt x="82" y="885"/>
                    </a:lnTo>
                    <a:lnTo>
                      <a:pt x="111" y="826"/>
                    </a:lnTo>
                    <a:lnTo>
                      <a:pt x="143" y="770"/>
                    </a:lnTo>
                    <a:lnTo>
                      <a:pt x="179" y="714"/>
                    </a:lnTo>
                    <a:lnTo>
                      <a:pt x="220" y="659"/>
                    </a:lnTo>
                    <a:lnTo>
                      <a:pt x="263" y="607"/>
                    </a:lnTo>
                    <a:lnTo>
                      <a:pt x="311" y="555"/>
                    </a:lnTo>
                    <a:lnTo>
                      <a:pt x="362" y="506"/>
                    </a:lnTo>
                    <a:lnTo>
                      <a:pt x="415" y="459"/>
                    </a:lnTo>
                    <a:lnTo>
                      <a:pt x="472" y="412"/>
                    </a:lnTo>
                    <a:lnTo>
                      <a:pt x="533" y="369"/>
                    </a:lnTo>
                    <a:lnTo>
                      <a:pt x="596" y="327"/>
                    </a:lnTo>
                    <a:lnTo>
                      <a:pt x="662" y="288"/>
                    </a:lnTo>
                    <a:lnTo>
                      <a:pt x="731" y="250"/>
                    </a:lnTo>
                    <a:lnTo>
                      <a:pt x="802" y="215"/>
                    </a:lnTo>
                    <a:lnTo>
                      <a:pt x="875" y="182"/>
                    </a:lnTo>
                    <a:lnTo>
                      <a:pt x="952" y="152"/>
                    </a:lnTo>
                    <a:lnTo>
                      <a:pt x="1030" y="124"/>
                    </a:lnTo>
                    <a:lnTo>
                      <a:pt x="1112" y="98"/>
                    </a:lnTo>
                    <a:lnTo>
                      <a:pt x="1194" y="76"/>
                    </a:lnTo>
                    <a:lnTo>
                      <a:pt x="1279" y="57"/>
                    </a:lnTo>
                    <a:lnTo>
                      <a:pt x="1365" y="40"/>
                    </a:lnTo>
                    <a:lnTo>
                      <a:pt x="1453" y="25"/>
                    </a:lnTo>
                    <a:lnTo>
                      <a:pt x="1542" y="14"/>
                    </a:lnTo>
                    <a:lnTo>
                      <a:pt x="1633" y="6"/>
                    </a:lnTo>
                    <a:lnTo>
                      <a:pt x="1725" y="1"/>
                    </a:lnTo>
                    <a:lnTo>
                      <a:pt x="1820" y="0"/>
                    </a:lnTo>
                    <a:close/>
                  </a:path>
                </a:pathLst>
              </a:custGeom>
              <a:solidFill>
                <a:srgbClr val="B6C0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0" name="Freeform 405"/>
              <p:cNvSpPr>
                <a:spLocks/>
              </p:cNvSpPr>
              <p:nvPr/>
            </p:nvSpPr>
            <p:spPr bwMode="auto">
              <a:xfrm>
                <a:off x="2896" y="1533"/>
                <a:ext cx="129" cy="305"/>
              </a:xfrm>
              <a:custGeom>
                <a:avLst/>
                <a:gdLst>
                  <a:gd name="T0" fmla="*/ 1 w 1033"/>
                  <a:gd name="T1" fmla="*/ 1 h 2436"/>
                  <a:gd name="T2" fmla="*/ 1 w 1033"/>
                  <a:gd name="T3" fmla="*/ 2 h 2436"/>
                  <a:gd name="T4" fmla="*/ 1 w 1033"/>
                  <a:gd name="T5" fmla="*/ 3 h 2436"/>
                  <a:gd name="T6" fmla="*/ 0 w 1033"/>
                  <a:gd name="T7" fmla="*/ 4 h 2436"/>
                  <a:gd name="T8" fmla="*/ 0 w 1033"/>
                  <a:gd name="T9" fmla="*/ 6 h 2436"/>
                  <a:gd name="T10" fmla="*/ 0 w 1033"/>
                  <a:gd name="T11" fmla="*/ 7 h 2436"/>
                  <a:gd name="T12" fmla="*/ 0 w 1033"/>
                  <a:gd name="T13" fmla="*/ 8 h 2436"/>
                  <a:gd name="T14" fmla="*/ 0 w 1033"/>
                  <a:gd name="T15" fmla="*/ 9 h 2436"/>
                  <a:gd name="T16" fmla="*/ 0 w 1033"/>
                  <a:gd name="T17" fmla="*/ 11 h 2436"/>
                  <a:gd name="T18" fmla="*/ 0 w 1033"/>
                  <a:gd name="T19" fmla="*/ 13 h 2436"/>
                  <a:gd name="T20" fmla="*/ 0 w 1033"/>
                  <a:gd name="T21" fmla="*/ 15 h 2436"/>
                  <a:gd name="T22" fmla="*/ 1 w 1033"/>
                  <a:gd name="T23" fmla="*/ 17 h 2436"/>
                  <a:gd name="T24" fmla="*/ 1 w 1033"/>
                  <a:gd name="T25" fmla="*/ 19 h 2436"/>
                  <a:gd name="T26" fmla="*/ 2 w 1033"/>
                  <a:gd name="T27" fmla="*/ 21 h 2436"/>
                  <a:gd name="T28" fmla="*/ 3 w 1033"/>
                  <a:gd name="T29" fmla="*/ 23 h 2436"/>
                  <a:gd name="T30" fmla="*/ 3 w 1033"/>
                  <a:gd name="T31" fmla="*/ 25 h 2436"/>
                  <a:gd name="T32" fmla="*/ 4 w 1033"/>
                  <a:gd name="T33" fmla="*/ 27 h 2436"/>
                  <a:gd name="T34" fmla="*/ 5 w 1033"/>
                  <a:gd name="T35" fmla="*/ 29 h 2436"/>
                  <a:gd name="T36" fmla="*/ 7 w 1033"/>
                  <a:gd name="T37" fmla="*/ 30 h 2436"/>
                  <a:gd name="T38" fmla="*/ 8 w 1033"/>
                  <a:gd name="T39" fmla="*/ 32 h 2436"/>
                  <a:gd name="T40" fmla="*/ 9 w 1033"/>
                  <a:gd name="T41" fmla="*/ 33 h 2436"/>
                  <a:gd name="T42" fmla="*/ 10 w 1033"/>
                  <a:gd name="T43" fmla="*/ 35 h 2436"/>
                  <a:gd name="T44" fmla="*/ 12 w 1033"/>
                  <a:gd name="T45" fmla="*/ 36 h 2436"/>
                  <a:gd name="T46" fmla="*/ 13 w 1033"/>
                  <a:gd name="T47" fmla="*/ 38 h 2436"/>
                  <a:gd name="T48" fmla="*/ 15 w 1033"/>
                  <a:gd name="T49" fmla="*/ 38 h 2436"/>
                  <a:gd name="T50" fmla="*/ 16 w 1033"/>
                  <a:gd name="T51" fmla="*/ 38 h 2436"/>
                  <a:gd name="T52" fmla="*/ 15 w 1033"/>
                  <a:gd name="T53" fmla="*/ 37 h 2436"/>
                  <a:gd name="T54" fmla="*/ 14 w 1033"/>
                  <a:gd name="T55" fmla="*/ 36 h 2436"/>
                  <a:gd name="T56" fmla="*/ 12 w 1033"/>
                  <a:gd name="T57" fmla="*/ 35 h 2436"/>
                  <a:gd name="T58" fmla="*/ 11 w 1033"/>
                  <a:gd name="T59" fmla="*/ 33 h 2436"/>
                  <a:gd name="T60" fmla="*/ 9 w 1033"/>
                  <a:gd name="T61" fmla="*/ 32 h 2436"/>
                  <a:gd name="T62" fmla="*/ 8 w 1033"/>
                  <a:gd name="T63" fmla="*/ 30 h 2436"/>
                  <a:gd name="T64" fmla="*/ 7 w 1033"/>
                  <a:gd name="T65" fmla="*/ 28 h 2436"/>
                  <a:gd name="T66" fmla="*/ 6 w 1033"/>
                  <a:gd name="T67" fmla="*/ 27 h 2436"/>
                  <a:gd name="T68" fmla="*/ 5 w 1033"/>
                  <a:gd name="T69" fmla="*/ 25 h 2436"/>
                  <a:gd name="T70" fmla="*/ 4 w 1033"/>
                  <a:gd name="T71" fmla="*/ 23 h 2436"/>
                  <a:gd name="T72" fmla="*/ 3 w 1033"/>
                  <a:gd name="T73" fmla="*/ 21 h 2436"/>
                  <a:gd name="T74" fmla="*/ 3 w 1033"/>
                  <a:gd name="T75" fmla="*/ 19 h 2436"/>
                  <a:gd name="T76" fmla="*/ 2 w 1033"/>
                  <a:gd name="T77" fmla="*/ 17 h 2436"/>
                  <a:gd name="T78" fmla="*/ 2 w 1033"/>
                  <a:gd name="T79" fmla="*/ 15 h 2436"/>
                  <a:gd name="T80" fmla="*/ 2 w 1033"/>
                  <a:gd name="T81" fmla="*/ 13 h 2436"/>
                  <a:gd name="T82" fmla="*/ 1 w 1033"/>
                  <a:gd name="T83" fmla="*/ 11 h 2436"/>
                  <a:gd name="T84" fmla="*/ 1 w 1033"/>
                  <a:gd name="T85" fmla="*/ 9 h 2436"/>
                  <a:gd name="T86" fmla="*/ 1 w 1033"/>
                  <a:gd name="T87" fmla="*/ 8 h 2436"/>
                  <a:gd name="T88" fmla="*/ 2 w 1033"/>
                  <a:gd name="T89" fmla="*/ 7 h 2436"/>
                  <a:gd name="T90" fmla="*/ 2 w 1033"/>
                  <a:gd name="T91" fmla="*/ 5 h 2436"/>
                  <a:gd name="T92" fmla="*/ 2 w 1033"/>
                  <a:gd name="T93" fmla="*/ 4 h 2436"/>
                  <a:gd name="T94" fmla="*/ 2 w 1033"/>
                  <a:gd name="T95" fmla="*/ 3 h 2436"/>
                  <a:gd name="T96" fmla="*/ 2 w 1033"/>
                  <a:gd name="T97" fmla="*/ 2 h 2436"/>
                  <a:gd name="T98" fmla="*/ 3 w 1033"/>
                  <a:gd name="T99" fmla="*/ 1 h 2436"/>
                  <a:gd name="T100" fmla="*/ 2 w 1033"/>
                  <a:gd name="T101" fmla="*/ 0 h 2436"/>
                  <a:gd name="T102" fmla="*/ 2 w 1033"/>
                  <a:gd name="T103" fmla="*/ 0 h 24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33"/>
                  <a:gd name="T157" fmla="*/ 0 h 2436"/>
                  <a:gd name="T158" fmla="*/ 1033 w 1033"/>
                  <a:gd name="T159" fmla="*/ 2436 h 24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33" h="2436">
                    <a:moveTo>
                      <a:pt x="88" y="5"/>
                    </a:moveTo>
                    <a:lnTo>
                      <a:pt x="78" y="43"/>
                    </a:lnTo>
                    <a:lnTo>
                      <a:pt x="68" y="80"/>
                    </a:lnTo>
                    <a:lnTo>
                      <a:pt x="59" y="118"/>
                    </a:lnTo>
                    <a:lnTo>
                      <a:pt x="51" y="156"/>
                    </a:lnTo>
                    <a:lnTo>
                      <a:pt x="43" y="194"/>
                    </a:lnTo>
                    <a:lnTo>
                      <a:pt x="36" y="232"/>
                    </a:lnTo>
                    <a:lnTo>
                      <a:pt x="29" y="272"/>
                    </a:lnTo>
                    <a:lnTo>
                      <a:pt x="22" y="310"/>
                    </a:lnTo>
                    <a:lnTo>
                      <a:pt x="17" y="350"/>
                    </a:lnTo>
                    <a:lnTo>
                      <a:pt x="13" y="389"/>
                    </a:lnTo>
                    <a:lnTo>
                      <a:pt x="9" y="428"/>
                    </a:lnTo>
                    <a:lnTo>
                      <a:pt x="6" y="468"/>
                    </a:lnTo>
                    <a:lnTo>
                      <a:pt x="3" y="507"/>
                    </a:lnTo>
                    <a:lnTo>
                      <a:pt x="2" y="548"/>
                    </a:lnTo>
                    <a:lnTo>
                      <a:pt x="1" y="588"/>
                    </a:lnTo>
                    <a:lnTo>
                      <a:pt x="0" y="629"/>
                    </a:lnTo>
                    <a:lnTo>
                      <a:pt x="1" y="698"/>
                    </a:lnTo>
                    <a:lnTo>
                      <a:pt x="4" y="767"/>
                    </a:lnTo>
                    <a:lnTo>
                      <a:pt x="10" y="836"/>
                    </a:lnTo>
                    <a:lnTo>
                      <a:pt x="17" y="903"/>
                    </a:lnTo>
                    <a:lnTo>
                      <a:pt x="26" y="970"/>
                    </a:lnTo>
                    <a:lnTo>
                      <a:pt x="38" y="1037"/>
                    </a:lnTo>
                    <a:lnTo>
                      <a:pt x="51" y="1103"/>
                    </a:lnTo>
                    <a:lnTo>
                      <a:pt x="66" y="1168"/>
                    </a:lnTo>
                    <a:lnTo>
                      <a:pt x="82" y="1231"/>
                    </a:lnTo>
                    <a:lnTo>
                      <a:pt x="101" y="1295"/>
                    </a:lnTo>
                    <a:lnTo>
                      <a:pt x="122" y="1358"/>
                    </a:lnTo>
                    <a:lnTo>
                      <a:pt x="144" y="1420"/>
                    </a:lnTo>
                    <a:lnTo>
                      <a:pt x="168" y="1480"/>
                    </a:lnTo>
                    <a:lnTo>
                      <a:pt x="195" y="1541"/>
                    </a:lnTo>
                    <a:lnTo>
                      <a:pt x="222" y="1600"/>
                    </a:lnTo>
                    <a:lnTo>
                      <a:pt x="251" y="1659"/>
                    </a:lnTo>
                    <a:lnTo>
                      <a:pt x="282" y="1716"/>
                    </a:lnTo>
                    <a:lnTo>
                      <a:pt x="314" y="1772"/>
                    </a:lnTo>
                    <a:lnTo>
                      <a:pt x="349" y="1828"/>
                    </a:lnTo>
                    <a:lnTo>
                      <a:pt x="384" y="1881"/>
                    </a:lnTo>
                    <a:lnTo>
                      <a:pt x="422" y="1935"/>
                    </a:lnTo>
                    <a:lnTo>
                      <a:pt x="460" y="1987"/>
                    </a:lnTo>
                    <a:lnTo>
                      <a:pt x="500" y="2037"/>
                    </a:lnTo>
                    <a:lnTo>
                      <a:pt x="541" y="2087"/>
                    </a:lnTo>
                    <a:lnTo>
                      <a:pt x="584" y="2136"/>
                    </a:lnTo>
                    <a:lnTo>
                      <a:pt x="628" y="2182"/>
                    </a:lnTo>
                    <a:lnTo>
                      <a:pt x="674" y="2228"/>
                    </a:lnTo>
                    <a:lnTo>
                      <a:pt x="721" y="2272"/>
                    </a:lnTo>
                    <a:lnTo>
                      <a:pt x="769" y="2316"/>
                    </a:lnTo>
                    <a:lnTo>
                      <a:pt x="818" y="2357"/>
                    </a:lnTo>
                    <a:lnTo>
                      <a:pt x="868" y="2398"/>
                    </a:lnTo>
                    <a:lnTo>
                      <a:pt x="920" y="2436"/>
                    </a:lnTo>
                    <a:lnTo>
                      <a:pt x="948" y="2429"/>
                    </a:lnTo>
                    <a:lnTo>
                      <a:pt x="977" y="2421"/>
                    </a:lnTo>
                    <a:lnTo>
                      <a:pt x="1005" y="2413"/>
                    </a:lnTo>
                    <a:lnTo>
                      <a:pt x="1033" y="2404"/>
                    </a:lnTo>
                    <a:lnTo>
                      <a:pt x="980" y="2367"/>
                    </a:lnTo>
                    <a:lnTo>
                      <a:pt x="928" y="2329"/>
                    </a:lnTo>
                    <a:lnTo>
                      <a:pt x="879" y="2288"/>
                    </a:lnTo>
                    <a:lnTo>
                      <a:pt x="829" y="2247"/>
                    </a:lnTo>
                    <a:lnTo>
                      <a:pt x="781" y="2204"/>
                    </a:lnTo>
                    <a:lnTo>
                      <a:pt x="735" y="2160"/>
                    </a:lnTo>
                    <a:lnTo>
                      <a:pt x="690" y="2114"/>
                    </a:lnTo>
                    <a:lnTo>
                      <a:pt x="646" y="2068"/>
                    </a:lnTo>
                    <a:lnTo>
                      <a:pt x="604" y="2019"/>
                    </a:lnTo>
                    <a:lnTo>
                      <a:pt x="562" y="1970"/>
                    </a:lnTo>
                    <a:lnTo>
                      <a:pt x="523" y="1919"/>
                    </a:lnTo>
                    <a:lnTo>
                      <a:pt x="485" y="1867"/>
                    </a:lnTo>
                    <a:lnTo>
                      <a:pt x="449" y="1815"/>
                    </a:lnTo>
                    <a:lnTo>
                      <a:pt x="415" y="1760"/>
                    </a:lnTo>
                    <a:lnTo>
                      <a:pt x="381" y="1705"/>
                    </a:lnTo>
                    <a:lnTo>
                      <a:pt x="350" y="1649"/>
                    </a:lnTo>
                    <a:lnTo>
                      <a:pt x="319" y="1591"/>
                    </a:lnTo>
                    <a:lnTo>
                      <a:pt x="291" y="1533"/>
                    </a:lnTo>
                    <a:lnTo>
                      <a:pt x="265" y="1473"/>
                    </a:lnTo>
                    <a:lnTo>
                      <a:pt x="239" y="1413"/>
                    </a:lnTo>
                    <a:lnTo>
                      <a:pt x="217" y="1352"/>
                    </a:lnTo>
                    <a:lnTo>
                      <a:pt x="196" y="1290"/>
                    </a:lnTo>
                    <a:lnTo>
                      <a:pt x="176" y="1227"/>
                    </a:lnTo>
                    <a:lnTo>
                      <a:pt x="159" y="1164"/>
                    </a:lnTo>
                    <a:lnTo>
                      <a:pt x="143" y="1099"/>
                    </a:lnTo>
                    <a:lnTo>
                      <a:pt x="130" y="1034"/>
                    </a:lnTo>
                    <a:lnTo>
                      <a:pt x="119" y="968"/>
                    </a:lnTo>
                    <a:lnTo>
                      <a:pt x="109" y="901"/>
                    </a:lnTo>
                    <a:lnTo>
                      <a:pt x="101" y="833"/>
                    </a:lnTo>
                    <a:lnTo>
                      <a:pt x="96" y="766"/>
                    </a:lnTo>
                    <a:lnTo>
                      <a:pt x="92" y="698"/>
                    </a:lnTo>
                    <a:lnTo>
                      <a:pt x="91" y="629"/>
                    </a:lnTo>
                    <a:lnTo>
                      <a:pt x="92" y="587"/>
                    </a:lnTo>
                    <a:lnTo>
                      <a:pt x="93" y="547"/>
                    </a:lnTo>
                    <a:lnTo>
                      <a:pt x="95" y="506"/>
                    </a:lnTo>
                    <a:lnTo>
                      <a:pt x="97" y="466"/>
                    </a:lnTo>
                    <a:lnTo>
                      <a:pt x="101" y="426"/>
                    </a:lnTo>
                    <a:lnTo>
                      <a:pt x="106" y="386"/>
                    </a:lnTo>
                    <a:lnTo>
                      <a:pt x="111" y="346"/>
                    </a:lnTo>
                    <a:lnTo>
                      <a:pt x="116" y="307"/>
                    </a:lnTo>
                    <a:lnTo>
                      <a:pt x="122" y="267"/>
                    </a:lnTo>
                    <a:lnTo>
                      <a:pt x="129" y="229"/>
                    </a:lnTo>
                    <a:lnTo>
                      <a:pt x="137" y="191"/>
                    </a:lnTo>
                    <a:lnTo>
                      <a:pt x="145" y="152"/>
                    </a:lnTo>
                    <a:lnTo>
                      <a:pt x="154" y="114"/>
                    </a:lnTo>
                    <a:lnTo>
                      <a:pt x="164" y="75"/>
                    </a:lnTo>
                    <a:lnTo>
                      <a:pt x="174" y="38"/>
                    </a:lnTo>
                    <a:lnTo>
                      <a:pt x="186" y="0"/>
                    </a:lnTo>
                    <a:lnTo>
                      <a:pt x="161" y="1"/>
                    </a:lnTo>
                    <a:lnTo>
                      <a:pt x="137" y="2"/>
                    </a:lnTo>
                    <a:lnTo>
                      <a:pt x="113" y="3"/>
                    </a:lnTo>
                    <a:lnTo>
                      <a:pt x="88" y="5"/>
                    </a:lnTo>
                    <a:close/>
                  </a:path>
                </a:pathLst>
              </a:custGeom>
              <a:solidFill>
                <a:srgbClr val="B7C1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1" name="Freeform 406"/>
              <p:cNvSpPr>
                <a:spLocks/>
              </p:cNvSpPr>
              <p:nvPr/>
            </p:nvSpPr>
            <p:spPr bwMode="auto">
              <a:xfrm>
                <a:off x="2901" y="1533"/>
                <a:ext cx="130" cy="303"/>
              </a:xfrm>
              <a:custGeom>
                <a:avLst/>
                <a:gdLst>
                  <a:gd name="T0" fmla="*/ 1 w 1041"/>
                  <a:gd name="T1" fmla="*/ 1 h 2422"/>
                  <a:gd name="T2" fmla="*/ 1 w 1041"/>
                  <a:gd name="T3" fmla="*/ 2 h 2422"/>
                  <a:gd name="T4" fmla="*/ 1 w 1041"/>
                  <a:gd name="T5" fmla="*/ 3 h 2422"/>
                  <a:gd name="T6" fmla="*/ 0 w 1041"/>
                  <a:gd name="T7" fmla="*/ 4 h 2422"/>
                  <a:gd name="T8" fmla="*/ 0 w 1041"/>
                  <a:gd name="T9" fmla="*/ 6 h 2422"/>
                  <a:gd name="T10" fmla="*/ 0 w 1041"/>
                  <a:gd name="T11" fmla="*/ 7 h 2422"/>
                  <a:gd name="T12" fmla="*/ 0 w 1041"/>
                  <a:gd name="T13" fmla="*/ 8 h 2422"/>
                  <a:gd name="T14" fmla="*/ 0 w 1041"/>
                  <a:gd name="T15" fmla="*/ 9 h 2422"/>
                  <a:gd name="T16" fmla="*/ 0 w 1041"/>
                  <a:gd name="T17" fmla="*/ 11 h 2422"/>
                  <a:gd name="T18" fmla="*/ 0 w 1041"/>
                  <a:gd name="T19" fmla="*/ 13 h 2422"/>
                  <a:gd name="T20" fmla="*/ 0 w 1041"/>
                  <a:gd name="T21" fmla="*/ 15 h 2422"/>
                  <a:gd name="T22" fmla="*/ 1 w 1041"/>
                  <a:gd name="T23" fmla="*/ 17 h 2422"/>
                  <a:gd name="T24" fmla="*/ 1 w 1041"/>
                  <a:gd name="T25" fmla="*/ 19 h 2422"/>
                  <a:gd name="T26" fmla="*/ 2 w 1041"/>
                  <a:gd name="T27" fmla="*/ 21 h 2422"/>
                  <a:gd name="T28" fmla="*/ 3 w 1041"/>
                  <a:gd name="T29" fmla="*/ 23 h 2422"/>
                  <a:gd name="T30" fmla="*/ 3 w 1041"/>
                  <a:gd name="T31" fmla="*/ 25 h 2422"/>
                  <a:gd name="T32" fmla="*/ 4 w 1041"/>
                  <a:gd name="T33" fmla="*/ 27 h 2422"/>
                  <a:gd name="T34" fmla="*/ 5 w 1041"/>
                  <a:gd name="T35" fmla="*/ 29 h 2422"/>
                  <a:gd name="T36" fmla="*/ 7 w 1041"/>
                  <a:gd name="T37" fmla="*/ 30 h 2422"/>
                  <a:gd name="T38" fmla="*/ 8 w 1041"/>
                  <a:gd name="T39" fmla="*/ 32 h 2422"/>
                  <a:gd name="T40" fmla="*/ 9 w 1041"/>
                  <a:gd name="T41" fmla="*/ 33 h 2422"/>
                  <a:gd name="T42" fmla="*/ 11 w 1041"/>
                  <a:gd name="T43" fmla="*/ 35 h 2422"/>
                  <a:gd name="T44" fmla="*/ 12 w 1041"/>
                  <a:gd name="T45" fmla="*/ 36 h 2422"/>
                  <a:gd name="T46" fmla="*/ 14 w 1041"/>
                  <a:gd name="T47" fmla="*/ 37 h 2422"/>
                  <a:gd name="T48" fmla="*/ 15 w 1041"/>
                  <a:gd name="T49" fmla="*/ 38 h 2422"/>
                  <a:gd name="T50" fmla="*/ 16 w 1041"/>
                  <a:gd name="T51" fmla="*/ 38 h 2422"/>
                  <a:gd name="T52" fmla="*/ 15 w 1041"/>
                  <a:gd name="T53" fmla="*/ 37 h 2422"/>
                  <a:gd name="T54" fmla="*/ 14 w 1041"/>
                  <a:gd name="T55" fmla="*/ 36 h 2422"/>
                  <a:gd name="T56" fmla="*/ 12 w 1041"/>
                  <a:gd name="T57" fmla="*/ 34 h 2422"/>
                  <a:gd name="T58" fmla="*/ 11 w 1041"/>
                  <a:gd name="T59" fmla="*/ 33 h 2422"/>
                  <a:gd name="T60" fmla="*/ 9 w 1041"/>
                  <a:gd name="T61" fmla="*/ 31 h 2422"/>
                  <a:gd name="T62" fmla="*/ 8 w 1041"/>
                  <a:gd name="T63" fmla="*/ 30 h 2422"/>
                  <a:gd name="T64" fmla="*/ 7 w 1041"/>
                  <a:gd name="T65" fmla="*/ 28 h 2422"/>
                  <a:gd name="T66" fmla="*/ 6 w 1041"/>
                  <a:gd name="T67" fmla="*/ 27 h 2422"/>
                  <a:gd name="T68" fmla="*/ 5 w 1041"/>
                  <a:gd name="T69" fmla="*/ 25 h 2422"/>
                  <a:gd name="T70" fmla="*/ 4 w 1041"/>
                  <a:gd name="T71" fmla="*/ 23 h 2422"/>
                  <a:gd name="T72" fmla="*/ 3 w 1041"/>
                  <a:gd name="T73" fmla="*/ 21 h 2422"/>
                  <a:gd name="T74" fmla="*/ 3 w 1041"/>
                  <a:gd name="T75" fmla="*/ 19 h 2422"/>
                  <a:gd name="T76" fmla="*/ 2 w 1041"/>
                  <a:gd name="T77" fmla="*/ 17 h 2422"/>
                  <a:gd name="T78" fmla="*/ 2 w 1041"/>
                  <a:gd name="T79" fmla="*/ 15 h 2422"/>
                  <a:gd name="T80" fmla="*/ 2 w 1041"/>
                  <a:gd name="T81" fmla="*/ 13 h 2422"/>
                  <a:gd name="T82" fmla="*/ 1 w 1041"/>
                  <a:gd name="T83" fmla="*/ 11 h 2422"/>
                  <a:gd name="T84" fmla="*/ 1 w 1041"/>
                  <a:gd name="T85" fmla="*/ 9 h 2422"/>
                  <a:gd name="T86" fmla="*/ 1 w 1041"/>
                  <a:gd name="T87" fmla="*/ 8 h 2422"/>
                  <a:gd name="T88" fmla="*/ 2 w 1041"/>
                  <a:gd name="T89" fmla="*/ 7 h 2422"/>
                  <a:gd name="T90" fmla="*/ 2 w 1041"/>
                  <a:gd name="T91" fmla="*/ 5 h 2422"/>
                  <a:gd name="T92" fmla="*/ 2 w 1041"/>
                  <a:gd name="T93" fmla="*/ 4 h 2422"/>
                  <a:gd name="T94" fmla="*/ 2 w 1041"/>
                  <a:gd name="T95" fmla="*/ 3 h 2422"/>
                  <a:gd name="T96" fmla="*/ 2 w 1041"/>
                  <a:gd name="T97" fmla="*/ 2 h 2422"/>
                  <a:gd name="T98" fmla="*/ 3 w 1041"/>
                  <a:gd name="T99" fmla="*/ 1 h 2422"/>
                  <a:gd name="T100" fmla="*/ 2 w 1041"/>
                  <a:gd name="T101" fmla="*/ 0 h 2422"/>
                  <a:gd name="T102" fmla="*/ 2 w 1041"/>
                  <a:gd name="T103" fmla="*/ 0 h 242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41"/>
                  <a:gd name="T157" fmla="*/ 0 h 2422"/>
                  <a:gd name="T158" fmla="*/ 1041 w 1041"/>
                  <a:gd name="T159" fmla="*/ 2422 h 242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41" h="2422">
                    <a:moveTo>
                      <a:pt x="91" y="3"/>
                    </a:moveTo>
                    <a:lnTo>
                      <a:pt x="81" y="41"/>
                    </a:lnTo>
                    <a:lnTo>
                      <a:pt x="71" y="78"/>
                    </a:lnTo>
                    <a:lnTo>
                      <a:pt x="61" y="117"/>
                    </a:lnTo>
                    <a:lnTo>
                      <a:pt x="52" y="154"/>
                    </a:lnTo>
                    <a:lnTo>
                      <a:pt x="44" y="193"/>
                    </a:lnTo>
                    <a:lnTo>
                      <a:pt x="36" y="231"/>
                    </a:lnTo>
                    <a:lnTo>
                      <a:pt x="29" y="271"/>
                    </a:lnTo>
                    <a:lnTo>
                      <a:pt x="23" y="309"/>
                    </a:lnTo>
                    <a:lnTo>
                      <a:pt x="18" y="348"/>
                    </a:lnTo>
                    <a:lnTo>
                      <a:pt x="13" y="388"/>
                    </a:lnTo>
                    <a:lnTo>
                      <a:pt x="9" y="428"/>
                    </a:lnTo>
                    <a:lnTo>
                      <a:pt x="6" y="468"/>
                    </a:lnTo>
                    <a:lnTo>
                      <a:pt x="4" y="508"/>
                    </a:lnTo>
                    <a:lnTo>
                      <a:pt x="2" y="549"/>
                    </a:lnTo>
                    <a:lnTo>
                      <a:pt x="1" y="589"/>
                    </a:lnTo>
                    <a:lnTo>
                      <a:pt x="0" y="630"/>
                    </a:lnTo>
                    <a:lnTo>
                      <a:pt x="1" y="699"/>
                    </a:lnTo>
                    <a:lnTo>
                      <a:pt x="5" y="768"/>
                    </a:lnTo>
                    <a:lnTo>
                      <a:pt x="10" y="835"/>
                    </a:lnTo>
                    <a:lnTo>
                      <a:pt x="17" y="903"/>
                    </a:lnTo>
                    <a:lnTo>
                      <a:pt x="26" y="970"/>
                    </a:lnTo>
                    <a:lnTo>
                      <a:pt x="37" y="1036"/>
                    </a:lnTo>
                    <a:lnTo>
                      <a:pt x="51" y="1102"/>
                    </a:lnTo>
                    <a:lnTo>
                      <a:pt x="67" y="1167"/>
                    </a:lnTo>
                    <a:lnTo>
                      <a:pt x="84" y="1230"/>
                    </a:lnTo>
                    <a:lnTo>
                      <a:pt x="102" y="1294"/>
                    </a:lnTo>
                    <a:lnTo>
                      <a:pt x="123" y="1356"/>
                    </a:lnTo>
                    <a:lnTo>
                      <a:pt x="146" y="1418"/>
                    </a:lnTo>
                    <a:lnTo>
                      <a:pt x="171" y="1478"/>
                    </a:lnTo>
                    <a:lnTo>
                      <a:pt x="196" y="1538"/>
                    </a:lnTo>
                    <a:lnTo>
                      <a:pt x="225" y="1597"/>
                    </a:lnTo>
                    <a:lnTo>
                      <a:pt x="254" y="1655"/>
                    </a:lnTo>
                    <a:lnTo>
                      <a:pt x="285" y="1711"/>
                    </a:lnTo>
                    <a:lnTo>
                      <a:pt x="319" y="1768"/>
                    </a:lnTo>
                    <a:lnTo>
                      <a:pt x="353" y="1823"/>
                    </a:lnTo>
                    <a:lnTo>
                      <a:pt x="389" y="1876"/>
                    </a:lnTo>
                    <a:lnTo>
                      <a:pt x="426" y="1928"/>
                    </a:lnTo>
                    <a:lnTo>
                      <a:pt x="466" y="1980"/>
                    </a:lnTo>
                    <a:lnTo>
                      <a:pt x="506" y="2030"/>
                    </a:lnTo>
                    <a:lnTo>
                      <a:pt x="548" y="2079"/>
                    </a:lnTo>
                    <a:lnTo>
                      <a:pt x="591" y="2126"/>
                    </a:lnTo>
                    <a:lnTo>
                      <a:pt x="636" y="2173"/>
                    </a:lnTo>
                    <a:lnTo>
                      <a:pt x="682" y="2218"/>
                    </a:lnTo>
                    <a:lnTo>
                      <a:pt x="729" y="2261"/>
                    </a:lnTo>
                    <a:lnTo>
                      <a:pt x="778" y="2304"/>
                    </a:lnTo>
                    <a:lnTo>
                      <a:pt x="827" y="2345"/>
                    </a:lnTo>
                    <a:lnTo>
                      <a:pt x="879" y="2384"/>
                    </a:lnTo>
                    <a:lnTo>
                      <a:pt x="931" y="2422"/>
                    </a:lnTo>
                    <a:lnTo>
                      <a:pt x="959" y="2414"/>
                    </a:lnTo>
                    <a:lnTo>
                      <a:pt x="987" y="2405"/>
                    </a:lnTo>
                    <a:lnTo>
                      <a:pt x="1014" y="2396"/>
                    </a:lnTo>
                    <a:lnTo>
                      <a:pt x="1041" y="2387"/>
                    </a:lnTo>
                    <a:lnTo>
                      <a:pt x="989" y="2351"/>
                    </a:lnTo>
                    <a:lnTo>
                      <a:pt x="937" y="2314"/>
                    </a:lnTo>
                    <a:lnTo>
                      <a:pt x="886" y="2274"/>
                    </a:lnTo>
                    <a:lnTo>
                      <a:pt x="837" y="2234"/>
                    </a:lnTo>
                    <a:lnTo>
                      <a:pt x="788" y="2191"/>
                    </a:lnTo>
                    <a:lnTo>
                      <a:pt x="741" y="2149"/>
                    </a:lnTo>
                    <a:lnTo>
                      <a:pt x="696" y="2103"/>
                    </a:lnTo>
                    <a:lnTo>
                      <a:pt x="652" y="2058"/>
                    </a:lnTo>
                    <a:lnTo>
                      <a:pt x="609" y="2010"/>
                    </a:lnTo>
                    <a:lnTo>
                      <a:pt x="568" y="1961"/>
                    </a:lnTo>
                    <a:lnTo>
                      <a:pt x="528" y="1911"/>
                    </a:lnTo>
                    <a:lnTo>
                      <a:pt x="489" y="1860"/>
                    </a:lnTo>
                    <a:lnTo>
                      <a:pt x="453" y="1807"/>
                    </a:lnTo>
                    <a:lnTo>
                      <a:pt x="417" y="1754"/>
                    </a:lnTo>
                    <a:lnTo>
                      <a:pt x="384" y="1699"/>
                    </a:lnTo>
                    <a:lnTo>
                      <a:pt x="352" y="1643"/>
                    </a:lnTo>
                    <a:lnTo>
                      <a:pt x="322" y="1587"/>
                    </a:lnTo>
                    <a:lnTo>
                      <a:pt x="294" y="1528"/>
                    </a:lnTo>
                    <a:lnTo>
                      <a:pt x="266" y="1469"/>
                    </a:lnTo>
                    <a:lnTo>
                      <a:pt x="241" y="1410"/>
                    </a:lnTo>
                    <a:lnTo>
                      <a:pt x="218" y="1349"/>
                    </a:lnTo>
                    <a:lnTo>
                      <a:pt x="196" y="1287"/>
                    </a:lnTo>
                    <a:lnTo>
                      <a:pt x="177" y="1225"/>
                    </a:lnTo>
                    <a:lnTo>
                      <a:pt x="160" y="1162"/>
                    </a:lnTo>
                    <a:lnTo>
                      <a:pt x="144" y="1098"/>
                    </a:lnTo>
                    <a:lnTo>
                      <a:pt x="130" y="1033"/>
                    </a:lnTo>
                    <a:lnTo>
                      <a:pt x="118" y="967"/>
                    </a:lnTo>
                    <a:lnTo>
                      <a:pt x="109" y="901"/>
                    </a:lnTo>
                    <a:lnTo>
                      <a:pt x="101" y="834"/>
                    </a:lnTo>
                    <a:lnTo>
                      <a:pt x="96" y="767"/>
                    </a:lnTo>
                    <a:lnTo>
                      <a:pt x="93" y="699"/>
                    </a:lnTo>
                    <a:lnTo>
                      <a:pt x="91" y="630"/>
                    </a:lnTo>
                    <a:lnTo>
                      <a:pt x="92" y="588"/>
                    </a:lnTo>
                    <a:lnTo>
                      <a:pt x="93" y="548"/>
                    </a:lnTo>
                    <a:lnTo>
                      <a:pt x="95" y="507"/>
                    </a:lnTo>
                    <a:lnTo>
                      <a:pt x="98" y="467"/>
                    </a:lnTo>
                    <a:lnTo>
                      <a:pt x="101" y="426"/>
                    </a:lnTo>
                    <a:lnTo>
                      <a:pt x="105" y="387"/>
                    </a:lnTo>
                    <a:lnTo>
                      <a:pt x="110" y="346"/>
                    </a:lnTo>
                    <a:lnTo>
                      <a:pt x="116" y="307"/>
                    </a:lnTo>
                    <a:lnTo>
                      <a:pt x="122" y="267"/>
                    </a:lnTo>
                    <a:lnTo>
                      <a:pt x="129" y="229"/>
                    </a:lnTo>
                    <a:lnTo>
                      <a:pt x="138" y="191"/>
                    </a:lnTo>
                    <a:lnTo>
                      <a:pt x="147" y="151"/>
                    </a:lnTo>
                    <a:lnTo>
                      <a:pt x="156" y="114"/>
                    </a:lnTo>
                    <a:lnTo>
                      <a:pt x="166" y="75"/>
                    </a:lnTo>
                    <a:lnTo>
                      <a:pt x="176" y="38"/>
                    </a:lnTo>
                    <a:lnTo>
                      <a:pt x="187" y="0"/>
                    </a:lnTo>
                    <a:lnTo>
                      <a:pt x="163" y="0"/>
                    </a:lnTo>
                    <a:lnTo>
                      <a:pt x="140" y="1"/>
                    </a:lnTo>
                    <a:lnTo>
                      <a:pt x="115" y="2"/>
                    </a:lnTo>
                    <a:lnTo>
                      <a:pt x="91" y="3"/>
                    </a:lnTo>
                    <a:close/>
                  </a:path>
                </a:pathLst>
              </a:custGeom>
              <a:solidFill>
                <a:srgbClr val="B9C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2" name="Freeform 407"/>
              <p:cNvSpPr>
                <a:spLocks/>
              </p:cNvSpPr>
              <p:nvPr/>
            </p:nvSpPr>
            <p:spPr bwMode="auto">
              <a:xfrm>
                <a:off x="2907" y="1533"/>
                <a:ext cx="131" cy="300"/>
              </a:xfrm>
              <a:custGeom>
                <a:avLst/>
                <a:gdLst>
                  <a:gd name="T0" fmla="*/ 1 w 1051"/>
                  <a:gd name="T1" fmla="*/ 1 h 2405"/>
                  <a:gd name="T2" fmla="*/ 1 w 1051"/>
                  <a:gd name="T3" fmla="*/ 2 h 2405"/>
                  <a:gd name="T4" fmla="*/ 1 w 1051"/>
                  <a:gd name="T5" fmla="*/ 3 h 2405"/>
                  <a:gd name="T6" fmla="*/ 0 w 1051"/>
                  <a:gd name="T7" fmla="*/ 4 h 2405"/>
                  <a:gd name="T8" fmla="*/ 0 w 1051"/>
                  <a:gd name="T9" fmla="*/ 5 h 2405"/>
                  <a:gd name="T10" fmla="*/ 0 w 1051"/>
                  <a:gd name="T11" fmla="*/ 7 h 2405"/>
                  <a:gd name="T12" fmla="*/ 0 w 1051"/>
                  <a:gd name="T13" fmla="*/ 8 h 2405"/>
                  <a:gd name="T14" fmla="*/ 0 w 1051"/>
                  <a:gd name="T15" fmla="*/ 9 h 2405"/>
                  <a:gd name="T16" fmla="*/ 0 w 1051"/>
                  <a:gd name="T17" fmla="*/ 11 h 2405"/>
                  <a:gd name="T18" fmla="*/ 0 w 1051"/>
                  <a:gd name="T19" fmla="*/ 13 h 2405"/>
                  <a:gd name="T20" fmla="*/ 0 w 1051"/>
                  <a:gd name="T21" fmla="*/ 15 h 2405"/>
                  <a:gd name="T22" fmla="*/ 1 w 1051"/>
                  <a:gd name="T23" fmla="*/ 17 h 2405"/>
                  <a:gd name="T24" fmla="*/ 1 w 1051"/>
                  <a:gd name="T25" fmla="*/ 19 h 2405"/>
                  <a:gd name="T26" fmla="*/ 2 w 1051"/>
                  <a:gd name="T27" fmla="*/ 21 h 2405"/>
                  <a:gd name="T28" fmla="*/ 3 w 1051"/>
                  <a:gd name="T29" fmla="*/ 23 h 2405"/>
                  <a:gd name="T30" fmla="*/ 3 w 1051"/>
                  <a:gd name="T31" fmla="*/ 25 h 2405"/>
                  <a:gd name="T32" fmla="*/ 4 w 1051"/>
                  <a:gd name="T33" fmla="*/ 27 h 2405"/>
                  <a:gd name="T34" fmla="*/ 6 w 1051"/>
                  <a:gd name="T35" fmla="*/ 28 h 2405"/>
                  <a:gd name="T36" fmla="*/ 7 w 1051"/>
                  <a:gd name="T37" fmla="*/ 30 h 2405"/>
                  <a:gd name="T38" fmla="*/ 8 w 1051"/>
                  <a:gd name="T39" fmla="*/ 31 h 2405"/>
                  <a:gd name="T40" fmla="*/ 9 w 1051"/>
                  <a:gd name="T41" fmla="*/ 33 h 2405"/>
                  <a:gd name="T42" fmla="*/ 11 w 1051"/>
                  <a:gd name="T43" fmla="*/ 34 h 2405"/>
                  <a:gd name="T44" fmla="*/ 12 w 1051"/>
                  <a:gd name="T45" fmla="*/ 36 h 2405"/>
                  <a:gd name="T46" fmla="*/ 14 w 1051"/>
                  <a:gd name="T47" fmla="*/ 37 h 2405"/>
                  <a:gd name="T48" fmla="*/ 15 w 1051"/>
                  <a:gd name="T49" fmla="*/ 37 h 2405"/>
                  <a:gd name="T50" fmla="*/ 16 w 1051"/>
                  <a:gd name="T51" fmla="*/ 37 h 2405"/>
                  <a:gd name="T52" fmla="*/ 15 w 1051"/>
                  <a:gd name="T53" fmla="*/ 36 h 2405"/>
                  <a:gd name="T54" fmla="*/ 14 w 1051"/>
                  <a:gd name="T55" fmla="*/ 35 h 2405"/>
                  <a:gd name="T56" fmla="*/ 12 w 1051"/>
                  <a:gd name="T57" fmla="*/ 34 h 2405"/>
                  <a:gd name="T58" fmla="*/ 11 w 1051"/>
                  <a:gd name="T59" fmla="*/ 33 h 2405"/>
                  <a:gd name="T60" fmla="*/ 10 w 1051"/>
                  <a:gd name="T61" fmla="*/ 31 h 2405"/>
                  <a:gd name="T62" fmla="*/ 8 w 1051"/>
                  <a:gd name="T63" fmla="*/ 30 h 2405"/>
                  <a:gd name="T64" fmla="*/ 7 w 1051"/>
                  <a:gd name="T65" fmla="*/ 28 h 2405"/>
                  <a:gd name="T66" fmla="*/ 6 w 1051"/>
                  <a:gd name="T67" fmla="*/ 26 h 2405"/>
                  <a:gd name="T68" fmla="*/ 5 w 1051"/>
                  <a:gd name="T69" fmla="*/ 25 h 2405"/>
                  <a:gd name="T70" fmla="*/ 4 w 1051"/>
                  <a:gd name="T71" fmla="*/ 23 h 2405"/>
                  <a:gd name="T72" fmla="*/ 3 w 1051"/>
                  <a:gd name="T73" fmla="*/ 21 h 2405"/>
                  <a:gd name="T74" fmla="*/ 3 w 1051"/>
                  <a:gd name="T75" fmla="*/ 19 h 2405"/>
                  <a:gd name="T76" fmla="*/ 2 w 1051"/>
                  <a:gd name="T77" fmla="*/ 17 h 2405"/>
                  <a:gd name="T78" fmla="*/ 2 w 1051"/>
                  <a:gd name="T79" fmla="*/ 15 h 2405"/>
                  <a:gd name="T80" fmla="*/ 2 w 1051"/>
                  <a:gd name="T81" fmla="*/ 13 h 2405"/>
                  <a:gd name="T82" fmla="*/ 1 w 1051"/>
                  <a:gd name="T83" fmla="*/ 11 h 2405"/>
                  <a:gd name="T84" fmla="*/ 1 w 1051"/>
                  <a:gd name="T85" fmla="*/ 9 h 2405"/>
                  <a:gd name="T86" fmla="*/ 1 w 1051"/>
                  <a:gd name="T87" fmla="*/ 8 h 2405"/>
                  <a:gd name="T88" fmla="*/ 2 w 1051"/>
                  <a:gd name="T89" fmla="*/ 7 h 2405"/>
                  <a:gd name="T90" fmla="*/ 2 w 1051"/>
                  <a:gd name="T91" fmla="*/ 5 h 2405"/>
                  <a:gd name="T92" fmla="*/ 2 w 1051"/>
                  <a:gd name="T93" fmla="*/ 4 h 2405"/>
                  <a:gd name="T94" fmla="*/ 2 w 1051"/>
                  <a:gd name="T95" fmla="*/ 3 h 2405"/>
                  <a:gd name="T96" fmla="*/ 2 w 1051"/>
                  <a:gd name="T97" fmla="*/ 2 h 2405"/>
                  <a:gd name="T98" fmla="*/ 3 w 1051"/>
                  <a:gd name="T99" fmla="*/ 1 h 2405"/>
                  <a:gd name="T100" fmla="*/ 3 w 1051"/>
                  <a:gd name="T101" fmla="*/ 0 h 2405"/>
                  <a:gd name="T102" fmla="*/ 2 w 1051"/>
                  <a:gd name="T103" fmla="*/ 0 h 2405"/>
                  <a:gd name="T104" fmla="*/ 1 w 1051"/>
                  <a:gd name="T105" fmla="*/ 0 h 240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051"/>
                  <a:gd name="T160" fmla="*/ 0 h 2405"/>
                  <a:gd name="T161" fmla="*/ 1051 w 1051"/>
                  <a:gd name="T162" fmla="*/ 2405 h 240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051" h="2405">
                    <a:moveTo>
                      <a:pt x="95" y="1"/>
                    </a:moveTo>
                    <a:lnTo>
                      <a:pt x="83" y="39"/>
                    </a:lnTo>
                    <a:lnTo>
                      <a:pt x="73" y="76"/>
                    </a:lnTo>
                    <a:lnTo>
                      <a:pt x="63" y="115"/>
                    </a:lnTo>
                    <a:lnTo>
                      <a:pt x="54" y="153"/>
                    </a:lnTo>
                    <a:lnTo>
                      <a:pt x="46" y="192"/>
                    </a:lnTo>
                    <a:lnTo>
                      <a:pt x="38" y="230"/>
                    </a:lnTo>
                    <a:lnTo>
                      <a:pt x="31" y="268"/>
                    </a:lnTo>
                    <a:lnTo>
                      <a:pt x="25" y="308"/>
                    </a:lnTo>
                    <a:lnTo>
                      <a:pt x="20" y="347"/>
                    </a:lnTo>
                    <a:lnTo>
                      <a:pt x="15" y="387"/>
                    </a:lnTo>
                    <a:lnTo>
                      <a:pt x="10" y="427"/>
                    </a:lnTo>
                    <a:lnTo>
                      <a:pt x="6" y="467"/>
                    </a:lnTo>
                    <a:lnTo>
                      <a:pt x="4" y="507"/>
                    </a:lnTo>
                    <a:lnTo>
                      <a:pt x="2" y="548"/>
                    </a:lnTo>
                    <a:lnTo>
                      <a:pt x="1" y="588"/>
                    </a:lnTo>
                    <a:lnTo>
                      <a:pt x="0" y="630"/>
                    </a:lnTo>
                    <a:lnTo>
                      <a:pt x="1" y="699"/>
                    </a:lnTo>
                    <a:lnTo>
                      <a:pt x="5" y="767"/>
                    </a:lnTo>
                    <a:lnTo>
                      <a:pt x="10" y="834"/>
                    </a:lnTo>
                    <a:lnTo>
                      <a:pt x="18" y="902"/>
                    </a:lnTo>
                    <a:lnTo>
                      <a:pt x="28" y="969"/>
                    </a:lnTo>
                    <a:lnTo>
                      <a:pt x="39" y="1035"/>
                    </a:lnTo>
                    <a:lnTo>
                      <a:pt x="52" y="1100"/>
                    </a:lnTo>
                    <a:lnTo>
                      <a:pt x="68" y="1165"/>
                    </a:lnTo>
                    <a:lnTo>
                      <a:pt x="85" y="1228"/>
                    </a:lnTo>
                    <a:lnTo>
                      <a:pt x="105" y="1291"/>
                    </a:lnTo>
                    <a:lnTo>
                      <a:pt x="126" y="1353"/>
                    </a:lnTo>
                    <a:lnTo>
                      <a:pt x="148" y="1414"/>
                    </a:lnTo>
                    <a:lnTo>
                      <a:pt x="174" y="1474"/>
                    </a:lnTo>
                    <a:lnTo>
                      <a:pt x="200" y="1534"/>
                    </a:lnTo>
                    <a:lnTo>
                      <a:pt x="228" y="1592"/>
                    </a:lnTo>
                    <a:lnTo>
                      <a:pt x="259" y="1650"/>
                    </a:lnTo>
                    <a:lnTo>
                      <a:pt x="290" y="1706"/>
                    </a:lnTo>
                    <a:lnTo>
                      <a:pt x="324" y="1761"/>
                    </a:lnTo>
                    <a:lnTo>
                      <a:pt x="358" y="1816"/>
                    </a:lnTo>
                    <a:lnTo>
                      <a:pt x="394" y="1868"/>
                    </a:lnTo>
                    <a:lnTo>
                      <a:pt x="432" y="1920"/>
                    </a:lnTo>
                    <a:lnTo>
                      <a:pt x="471" y="1971"/>
                    </a:lnTo>
                    <a:lnTo>
                      <a:pt x="513" y="2020"/>
                    </a:lnTo>
                    <a:lnTo>
                      <a:pt x="555" y="2069"/>
                    </a:lnTo>
                    <a:lnTo>
                      <a:pt x="599" y="2115"/>
                    </a:lnTo>
                    <a:lnTo>
                      <a:pt x="644" y="2161"/>
                    </a:lnTo>
                    <a:lnTo>
                      <a:pt x="690" y="2205"/>
                    </a:lnTo>
                    <a:lnTo>
                      <a:pt x="738" y="2248"/>
                    </a:lnTo>
                    <a:lnTo>
                      <a:pt x="788" y="2289"/>
                    </a:lnTo>
                    <a:lnTo>
                      <a:pt x="837" y="2330"/>
                    </a:lnTo>
                    <a:lnTo>
                      <a:pt x="889" y="2368"/>
                    </a:lnTo>
                    <a:lnTo>
                      <a:pt x="942" y="2405"/>
                    </a:lnTo>
                    <a:lnTo>
                      <a:pt x="969" y="2396"/>
                    </a:lnTo>
                    <a:lnTo>
                      <a:pt x="996" y="2387"/>
                    </a:lnTo>
                    <a:lnTo>
                      <a:pt x="1024" y="2378"/>
                    </a:lnTo>
                    <a:lnTo>
                      <a:pt x="1051" y="2367"/>
                    </a:lnTo>
                    <a:lnTo>
                      <a:pt x="997" y="2332"/>
                    </a:lnTo>
                    <a:lnTo>
                      <a:pt x="945" y="2296"/>
                    </a:lnTo>
                    <a:lnTo>
                      <a:pt x="894" y="2258"/>
                    </a:lnTo>
                    <a:lnTo>
                      <a:pt x="844" y="2219"/>
                    </a:lnTo>
                    <a:lnTo>
                      <a:pt x="796" y="2177"/>
                    </a:lnTo>
                    <a:lnTo>
                      <a:pt x="748" y="2135"/>
                    </a:lnTo>
                    <a:lnTo>
                      <a:pt x="702" y="2091"/>
                    </a:lnTo>
                    <a:lnTo>
                      <a:pt x="658" y="2045"/>
                    </a:lnTo>
                    <a:lnTo>
                      <a:pt x="614" y="1999"/>
                    </a:lnTo>
                    <a:lnTo>
                      <a:pt x="573" y="1950"/>
                    </a:lnTo>
                    <a:lnTo>
                      <a:pt x="533" y="1901"/>
                    </a:lnTo>
                    <a:lnTo>
                      <a:pt x="494" y="1850"/>
                    </a:lnTo>
                    <a:lnTo>
                      <a:pt x="457" y="1798"/>
                    </a:lnTo>
                    <a:lnTo>
                      <a:pt x="422" y="1746"/>
                    </a:lnTo>
                    <a:lnTo>
                      <a:pt x="387" y="1691"/>
                    </a:lnTo>
                    <a:lnTo>
                      <a:pt x="355" y="1636"/>
                    </a:lnTo>
                    <a:lnTo>
                      <a:pt x="325" y="1580"/>
                    </a:lnTo>
                    <a:lnTo>
                      <a:pt x="296" y="1523"/>
                    </a:lnTo>
                    <a:lnTo>
                      <a:pt x="269" y="1464"/>
                    </a:lnTo>
                    <a:lnTo>
                      <a:pt x="243" y="1405"/>
                    </a:lnTo>
                    <a:lnTo>
                      <a:pt x="220" y="1345"/>
                    </a:lnTo>
                    <a:lnTo>
                      <a:pt x="198" y="1284"/>
                    </a:lnTo>
                    <a:lnTo>
                      <a:pt x="179" y="1221"/>
                    </a:lnTo>
                    <a:lnTo>
                      <a:pt x="160" y="1158"/>
                    </a:lnTo>
                    <a:lnTo>
                      <a:pt x="145" y="1095"/>
                    </a:lnTo>
                    <a:lnTo>
                      <a:pt x="131" y="1031"/>
                    </a:lnTo>
                    <a:lnTo>
                      <a:pt x="120" y="965"/>
                    </a:lnTo>
                    <a:lnTo>
                      <a:pt x="110" y="899"/>
                    </a:lnTo>
                    <a:lnTo>
                      <a:pt x="102" y="832"/>
                    </a:lnTo>
                    <a:lnTo>
                      <a:pt x="97" y="766"/>
                    </a:lnTo>
                    <a:lnTo>
                      <a:pt x="94" y="698"/>
                    </a:lnTo>
                    <a:lnTo>
                      <a:pt x="93" y="630"/>
                    </a:lnTo>
                    <a:lnTo>
                      <a:pt x="93" y="588"/>
                    </a:lnTo>
                    <a:lnTo>
                      <a:pt x="94" y="548"/>
                    </a:lnTo>
                    <a:lnTo>
                      <a:pt x="96" y="507"/>
                    </a:lnTo>
                    <a:lnTo>
                      <a:pt x="99" y="467"/>
                    </a:lnTo>
                    <a:lnTo>
                      <a:pt x="102" y="426"/>
                    </a:lnTo>
                    <a:lnTo>
                      <a:pt x="107" y="386"/>
                    </a:lnTo>
                    <a:lnTo>
                      <a:pt x="112" y="346"/>
                    </a:lnTo>
                    <a:lnTo>
                      <a:pt x="118" y="307"/>
                    </a:lnTo>
                    <a:lnTo>
                      <a:pt x="124" y="267"/>
                    </a:lnTo>
                    <a:lnTo>
                      <a:pt x="131" y="228"/>
                    </a:lnTo>
                    <a:lnTo>
                      <a:pt x="139" y="190"/>
                    </a:lnTo>
                    <a:lnTo>
                      <a:pt x="148" y="151"/>
                    </a:lnTo>
                    <a:lnTo>
                      <a:pt x="157" y="113"/>
                    </a:lnTo>
                    <a:lnTo>
                      <a:pt x="169" y="75"/>
                    </a:lnTo>
                    <a:lnTo>
                      <a:pt x="179" y="38"/>
                    </a:lnTo>
                    <a:lnTo>
                      <a:pt x="191" y="0"/>
                    </a:lnTo>
                    <a:lnTo>
                      <a:pt x="184" y="0"/>
                    </a:lnTo>
                    <a:lnTo>
                      <a:pt x="161" y="0"/>
                    </a:lnTo>
                    <a:lnTo>
                      <a:pt x="139" y="0"/>
                    </a:lnTo>
                    <a:lnTo>
                      <a:pt x="117" y="0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BBC4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3" name="Freeform 408"/>
              <p:cNvSpPr>
                <a:spLocks/>
              </p:cNvSpPr>
              <p:nvPr/>
            </p:nvSpPr>
            <p:spPr bwMode="auto">
              <a:xfrm>
                <a:off x="2913" y="1533"/>
                <a:ext cx="132" cy="298"/>
              </a:xfrm>
              <a:custGeom>
                <a:avLst/>
                <a:gdLst>
                  <a:gd name="T0" fmla="*/ 1 w 1058"/>
                  <a:gd name="T1" fmla="*/ 1 h 2387"/>
                  <a:gd name="T2" fmla="*/ 1 w 1058"/>
                  <a:gd name="T3" fmla="*/ 2 h 2387"/>
                  <a:gd name="T4" fmla="*/ 1 w 1058"/>
                  <a:gd name="T5" fmla="*/ 3 h 2387"/>
                  <a:gd name="T6" fmla="*/ 0 w 1058"/>
                  <a:gd name="T7" fmla="*/ 4 h 2387"/>
                  <a:gd name="T8" fmla="*/ 0 w 1058"/>
                  <a:gd name="T9" fmla="*/ 5 h 2387"/>
                  <a:gd name="T10" fmla="*/ 0 w 1058"/>
                  <a:gd name="T11" fmla="*/ 7 h 2387"/>
                  <a:gd name="T12" fmla="*/ 0 w 1058"/>
                  <a:gd name="T13" fmla="*/ 8 h 2387"/>
                  <a:gd name="T14" fmla="*/ 0 w 1058"/>
                  <a:gd name="T15" fmla="*/ 9 h 2387"/>
                  <a:gd name="T16" fmla="*/ 0 w 1058"/>
                  <a:gd name="T17" fmla="*/ 11 h 2387"/>
                  <a:gd name="T18" fmla="*/ 0 w 1058"/>
                  <a:gd name="T19" fmla="*/ 13 h 2387"/>
                  <a:gd name="T20" fmla="*/ 0 w 1058"/>
                  <a:gd name="T21" fmla="*/ 15 h 2387"/>
                  <a:gd name="T22" fmla="*/ 1 w 1058"/>
                  <a:gd name="T23" fmla="*/ 17 h 2387"/>
                  <a:gd name="T24" fmla="*/ 1 w 1058"/>
                  <a:gd name="T25" fmla="*/ 19 h 2387"/>
                  <a:gd name="T26" fmla="*/ 2 w 1058"/>
                  <a:gd name="T27" fmla="*/ 21 h 2387"/>
                  <a:gd name="T28" fmla="*/ 3 w 1058"/>
                  <a:gd name="T29" fmla="*/ 23 h 2387"/>
                  <a:gd name="T30" fmla="*/ 4 w 1058"/>
                  <a:gd name="T31" fmla="*/ 25 h 2387"/>
                  <a:gd name="T32" fmla="*/ 5 w 1058"/>
                  <a:gd name="T33" fmla="*/ 26 h 2387"/>
                  <a:gd name="T34" fmla="*/ 6 w 1058"/>
                  <a:gd name="T35" fmla="*/ 28 h 2387"/>
                  <a:gd name="T36" fmla="*/ 7 w 1058"/>
                  <a:gd name="T37" fmla="*/ 30 h 2387"/>
                  <a:gd name="T38" fmla="*/ 8 w 1058"/>
                  <a:gd name="T39" fmla="*/ 31 h 2387"/>
                  <a:gd name="T40" fmla="*/ 9 w 1058"/>
                  <a:gd name="T41" fmla="*/ 33 h 2387"/>
                  <a:gd name="T42" fmla="*/ 11 w 1058"/>
                  <a:gd name="T43" fmla="*/ 34 h 2387"/>
                  <a:gd name="T44" fmla="*/ 12 w 1058"/>
                  <a:gd name="T45" fmla="*/ 35 h 2387"/>
                  <a:gd name="T46" fmla="*/ 14 w 1058"/>
                  <a:gd name="T47" fmla="*/ 37 h 2387"/>
                  <a:gd name="T48" fmla="*/ 15 w 1058"/>
                  <a:gd name="T49" fmla="*/ 37 h 2387"/>
                  <a:gd name="T50" fmla="*/ 16 w 1058"/>
                  <a:gd name="T51" fmla="*/ 37 h 2387"/>
                  <a:gd name="T52" fmla="*/ 16 w 1058"/>
                  <a:gd name="T53" fmla="*/ 36 h 2387"/>
                  <a:gd name="T54" fmla="*/ 14 w 1058"/>
                  <a:gd name="T55" fmla="*/ 35 h 2387"/>
                  <a:gd name="T56" fmla="*/ 12 w 1058"/>
                  <a:gd name="T57" fmla="*/ 34 h 2387"/>
                  <a:gd name="T58" fmla="*/ 11 w 1058"/>
                  <a:gd name="T59" fmla="*/ 32 h 2387"/>
                  <a:gd name="T60" fmla="*/ 10 w 1058"/>
                  <a:gd name="T61" fmla="*/ 31 h 2387"/>
                  <a:gd name="T62" fmla="*/ 8 w 1058"/>
                  <a:gd name="T63" fmla="*/ 29 h 2387"/>
                  <a:gd name="T64" fmla="*/ 7 w 1058"/>
                  <a:gd name="T65" fmla="*/ 28 h 2387"/>
                  <a:gd name="T66" fmla="*/ 6 w 1058"/>
                  <a:gd name="T67" fmla="*/ 26 h 2387"/>
                  <a:gd name="T68" fmla="*/ 5 w 1058"/>
                  <a:gd name="T69" fmla="*/ 24 h 2387"/>
                  <a:gd name="T70" fmla="*/ 4 w 1058"/>
                  <a:gd name="T71" fmla="*/ 23 h 2387"/>
                  <a:gd name="T72" fmla="*/ 3 w 1058"/>
                  <a:gd name="T73" fmla="*/ 21 h 2387"/>
                  <a:gd name="T74" fmla="*/ 3 w 1058"/>
                  <a:gd name="T75" fmla="*/ 19 h 2387"/>
                  <a:gd name="T76" fmla="*/ 2 w 1058"/>
                  <a:gd name="T77" fmla="*/ 17 h 2387"/>
                  <a:gd name="T78" fmla="*/ 2 w 1058"/>
                  <a:gd name="T79" fmla="*/ 15 h 2387"/>
                  <a:gd name="T80" fmla="*/ 2 w 1058"/>
                  <a:gd name="T81" fmla="*/ 13 h 2387"/>
                  <a:gd name="T82" fmla="*/ 1 w 1058"/>
                  <a:gd name="T83" fmla="*/ 11 h 2387"/>
                  <a:gd name="T84" fmla="*/ 1 w 1058"/>
                  <a:gd name="T85" fmla="*/ 9 h 2387"/>
                  <a:gd name="T86" fmla="*/ 1 w 1058"/>
                  <a:gd name="T87" fmla="*/ 8 h 2387"/>
                  <a:gd name="T88" fmla="*/ 2 w 1058"/>
                  <a:gd name="T89" fmla="*/ 7 h 2387"/>
                  <a:gd name="T90" fmla="*/ 2 w 1058"/>
                  <a:gd name="T91" fmla="*/ 5 h 2387"/>
                  <a:gd name="T92" fmla="*/ 2 w 1058"/>
                  <a:gd name="T93" fmla="*/ 4 h 2387"/>
                  <a:gd name="T94" fmla="*/ 2 w 1058"/>
                  <a:gd name="T95" fmla="*/ 3 h 2387"/>
                  <a:gd name="T96" fmla="*/ 2 w 1058"/>
                  <a:gd name="T97" fmla="*/ 2 h 2387"/>
                  <a:gd name="T98" fmla="*/ 3 w 1058"/>
                  <a:gd name="T99" fmla="*/ 1 h 2387"/>
                  <a:gd name="T100" fmla="*/ 3 w 1058"/>
                  <a:gd name="T101" fmla="*/ 0 h 2387"/>
                  <a:gd name="T102" fmla="*/ 2 w 1058"/>
                  <a:gd name="T103" fmla="*/ 0 h 2387"/>
                  <a:gd name="T104" fmla="*/ 1 w 1058"/>
                  <a:gd name="T105" fmla="*/ 0 h 2387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058"/>
                  <a:gd name="T160" fmla="*/ 0 h 2387"/>
                  <a:gd name="T161" fmla="*/ 1058 w 1058"/>
                  <a:gd name="T162" fmla="*/ 2387 h 2387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058" h="2387">
                    <a:moveTo>
                      <a:pt x="96" y="0"/>
                    </a:moveTo>
                    <a:lnTo>
                      <a:pt x="85" y="38"/>
                    </a:lnTo>
                    <a:lnTo>
                      <a:pt x="75" y="75"/>
                    </a:lnTo>
                    <a:lnTo>
                      <a:pt x="65" y="114"/>
                    </a:lnTo>
                    <a:lnTo>
                      <a:pt x="56" y="151"/>
                    </a:lnTo>
                    <a:lnTo>
                      <a:pt x="47" y="191"/>
                    </a:lnTo>
                    <a:lnTo>
                      <a:pt x="38" y="229"/>
                    </a:lnTo>
                    <a:lnTo>
                      <a:pt x="31" y="267"/>
                    </a:lnTo>
                    <a:lnTo>
                      <a:pt x="25" y="307"/>
                    </a:lnTo>
                    <a:lnTo>
                      <a:pt x="19" y="346"/>
                    </a:lnTo>
                    <a:lnTo>
                      <a:pt x="14" y="387"/>
                    </a:lnTo>
                    <a:lnTo>
                      <a:pt x="10" y="426"/>
                    </a:lnTo>
                    <a:lnTo>
                      <a:pt x="7" y="467"/>
                    </a:lnTo>
                    <a:lnTo>
                      <a:pt x="4" y="507"/>
                    </a:lnTo>
                    <a:lnTo>
                      <a:pt x="2" y="548"/>
                    </a:lnTo>
                    <a:lnTo>
                      <a:pt x="1" y="588"/>
                    </a:lnTo>
                    <a:lnTo>
                      <a:pt x="0" y="630"/>
                    </a:lnTo>
                    <a:lnTo>
                      <a:pt x="2" y="699"/>
                    </a:lnTo>
                    <a:lnTo>
                      <a:pt x="5" y="767"/>
                    </a:lnTo>
                    <a:lnTo>
                      <a:pt x="10" y="834"/>
                    </a:lnTo>
                    <a:lnTo>
                      <a:pt x="18" y="901"/>
                    </a:lnTo>
                    <a:lnTo>
                      <a:pt x="27" y="967"/>
                    </a:lnTo>
                    <a:lnTo>
                      <a:pt x="39" y="1033"/>
                    </a:lnTo>
                    <a:lnTo>
                      <a:pt x="53" y="1098"/>
                    </a:lnTo>
                    <a:lnTo>
                      <a:pt x="69" y="1162"/>
                    </a:lnTo>
                    <a:lnTo>
                      <a:pt x="86" y="1225"/>
                    </a:lnTo>
                    <a:lnTo>
                      <a:pt x="105" y="1287"/>
                    </a:lnTo>
                    <a:lnTo>
                      <a:pt x="127" y="1349"/>
                    </a:lnTo>
                    <a:lnTo>
                      <a:pt x="150" y="1410"/>
                    </a:lnTo>
                    <a:lnTo>
                      <a:pt x="175" y="1469"/>
                    </a:lnTo>
                    <a:lnTo>
                      <a:pt x="203" y="1528"/>
                    </a:lnTo>
                    <a:lnTo>
                      <a:pt x="231" y="1587"/>
                    </a:lnTo>
                    <a:lnTo>
                      <a:pt x="261" y="1643"/>
                    </a:lnTo>
                    <a:lnTo>
                      <a:pt x="293" y="1699"/>
                    </a:lnTo>
                    <a:lnTo>
                      <a:pt x="326" y="1754"/>
                    </a:lnTo>
                    <a:lnTo>
                      <a:pt x="362" y="1807"/>
                    </a:lnTo>
                    <a:lnTo>
                      <a:pt x="398" y="1860"/>
                    </a:lnTo>
                    <a:lnTo>
                      <a:pt x="437" y="1911"/>
                    </a:lnTo>
                    <a:lnTo>
                      <a:pt x="477" y="1961"/>
                    </a:lnTo>
                    <a:lnTo>
                      <a:pt x="518" y="2010"/>
                    </a:lnTo>
                    <a:lnTo>
                      <a:pt x="561" y="2058"/>
                    </a:lnTo>
                    <a:lnTo>
                      <a:pt x="605" y="2103"/>
                    </a:lnTo>
                    <a:lnTo>
                      <a:pt x="650" y="2149"/>
                    </a:lnTo>
                    <a:lnTo>
                      <a:pt x="697" y="2191"/>
                    </a:lnTo>
                    <a:lnTo>
                      <a:pt x="746" y="2234"/>
                    </a:lnTo>
                    <a:lnTo>
                      <a:pt x="795" y="2274"/>
                    </a:lnTo>
                    <a:lnTo>
                      <a:pt x="846" y="2314"/>
                    </a:lnTo>
                    <a:lnTo>
                      <a:pt x="898" y="2351"/>
                    </a:lnTo>
                    <a:lnTo>
                      <a:pt x="950" y="2387"/>
                    </a:lnTo>
                    <a:lnTo>
                      <a:pt x="978" y="2378"/>
                    </a:lnTo>
                    <a:lnTo>
                      <a:pt x="1005" y="2367"/>
                    </a:lnTo>
                    <a:lnTo>
                      <a:pt x="1031" y="2357"/>
                    </a:lnTo>
                    <a:lnTo>
                      <a:pt x="1058" y="2346"/>
                    </a:lnTo>
                    <a:lnTo>
                      <a:pt x="1004" y="2313"/>
                    </a:lnTo>
                    <a:lnTo>
                      <a:pt x="951" y="2277"/>
                    </a:lnTo>
                    <a:lnTo>
                      <a:pt x="900" y="2240"/>
                    </a:lnTo>
                    <a:lnTo>
                      <a:pt x="850" y="2201"/>
                    </a:lnTo>
                    <a:lnTo>
                      <a:pt x="801" y="2161"/>
                    </a:lnTo>
                    <a:lnTo>
                      <a:pt x="754" y="2119"/>
                    </a:lnTo>
                    <a:lnTo>
                      <a:pt x="707" y="2077"/>
                    </a:lnTo>
                    <a:lnTo>
                      <a:pt x="663" y="2031"/>
                    </a:lnTo>
                    <a:lnTo>
                      <a:pt x="619" y="1986"/>
                    </a:lnTo>
                    <a:lnTo>
                      <a:pt x="577" y="1938"/>
                    </a:lnTo>
                    <a:lnTo>
                      <a:pt x="537" y="1890"/>
                    </a:lnTo>
                    <a:lnTo>
                      <a:pt x="497" y="1840"/>
                    </a:lnTo>
                    <a:lnTo>
                      <a:pt x="460" y="1789"/>
                    </a:lnTo>
                    <a:lnTo>
                      <a:pt x="424" y="1737"/>
                    </a:lnTo>
                    <a:lnTo>
                      <a:pt x="390" y="1683"/>
                    </a:lnTo>
                    <a:lnTo>
                      <a:pt x="358" y="1628"/>
                    </a:lnTo>
                    <a:lnTo>
                      <a:pt x="327" y="1573"/>
                    </a:lnTo>
                    <a:lnTo>
                      <a:pt x="298" y="1516"/>
                    </a:lnTo>
                    <a:lnTo>
                      <a:pt x="270" y="1458"/>
                    </a:lnTo>
                    <a:lnTo>
                      <a:pt x="245" y="1399"/>
                    </a:lnTo>
                    <a:lnTo>
                      <a:pt x="221" y="1340"/>
                    </a:lnTo>
                    <a:lnTo>
                      <a:pt x="200" y="1279"/>
                    </a:lnTo>
                    <a:lnTo>
                      <a:pt x="179" y="1217"/>
                    </a:lnTo>
                    <a:lnTo>
                      <a:pt x="161" y="1155"/>
                    </a:lnTo>
                    <a:lnTo>
                      <a:pt x="145" y="1092"/>
                    </a:lnTo>
                    <a:lnTo>
                      <a:pt x="132" y="1028"/>
                    </a:lnTo>
                    <a:lnTo>
                      <a:pt x="119" y="963"/>
                    </a:lnTo>
                    <a:lnTo>
                      <a:pt x="109" y="898"/>
                    </a:lnTo>
                    <a:lnTo>
                      <a:pt x="102" y="831"/>
                    </a:lnTo>
                    <a:lnTo>
                      <a:pt x="96" y="765"/>
                    </a:lnTo>
                    <a:lnTo>
                      <a:pt x="93" y="698"/>
                    </a:lnTo>
                    <a:lnTo>
                      <a:pt x="92" y="630"/>
                    </a:lnTo>
                    <a:lnTo>
                      <a:pt x="92" y="588"/>
                    </a:lnTo>
                    <a:lnTo>
                      <a:pt x="93" y="548"/>
                    </a:lnTo>
                    <a:lnTo>
                      <a:pt x="95" y="507"/>
                    </a:lnTo>
                    <a:lnTo>
                      <a:pt x="98" y="467"/>
                    </a:lnTo>
                    <a:lnTo>
                      <a:pt x="102" y="426"/>
                    </a:lnTo>
                    <a:lnTo>
                      <a:pt x="106" y="386"/>
                    </a:lnTo>
                    <a:lnTo>
                      <a:pt x="111" y="346"/>
                    </a:lnTo>
                    <a:lnTo>
                      <a:pt x="117" y="307"/>
                    </a:lnTo>
                    <a:lnTo>
                      <a:pt x="125" y="267"/>
                    </a:lnTo>
                    <a:lnTo>
                      <a:pt x="132" y="229"/>
                    </a:lnTo>
                    <a:lnTo>
                      <a:pt x="141" y="190"/>
                    </a:lnTo>
                    <a:lnTo>
                      <a:pt x="149" y="151"/>
                    </a:lnTo>
                    <a:lnTo>
                      <a:pt x="159" y="114"/>
                    </a:lnTo>
                    <a:lnTo>
                      <a:pt x="169" y="75"/>
                    </a:lnTo>
                    <a:lnTo>
                      <a:pt x="180" y="38"/>
                    </a:lnTo>
                    <a:lnTo>
                      <a:pt x="192" y="0"/>
                    </a:lnTo>
                    <a:lnTo>
                      <a:pt x="179" y="0"/>
                    </a:lnTo>
                    <a:lnTo>
                      <a:pt x="165" y="0"/>
                    </a:lnTo>
                    <a:lnTo>
                      <a:pt x="151" y="0"/>
                    </a:lnTo>
                    <a:lnTo>
                      <a:pt x="138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BCC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4" name="Freeform 409"/>
              <p:cNvSpPr>
                <a:spLocks/>
              </p:cNvSpPr>
              <p:nvPr/>
            </p:nvSpPr>
            <p:spPr bwMode="auto">
              <a:xfrm>
                <a:off x="2918" y="1533"/>
                <a:ext cx="133" cy="296"/>
              </a:xfrm>
              <a:custGeom>
                <a:avLst/>
                <a:gdLst>
                  <a:gd name="T0" fmla="*/ 1 w 1063"/>
                  <a:gd name="T1" fmla="*/ 1 h 2367"/>
                  <a:gd name="T2" fmla="*/ 1 w 1063"/>
                  <a:gd name="T3" fmla="*/ 2 h 2367"/>
                  <a:gd name="T4" fmla="*/ 1 w 1063"/>
                  <a:gd name="T5" fmla="*/ 3 h 2367"/>
                  <a:gd name="T6" fmla="*/ 1 w 1063"/>
                  <a:gd name="T7" fmla="*/ 4 h 2367"/>
                  <a:gd name="T8" fmla="*/ 0 w 1063"/>
                  <a:gd name="T9" fmla="*/ 5 h 2367"/>
                  <a:gd name="T10" fmla="*/ 0 w 1063"/>
                  <a:gd name="T11" fmla="*/ 7 h 2367"/>
                  <a:gd name="T12" fmla="*/ 0 w 1063"/>
                  <a:gd name="T13" fmla="*/ 8 h 2367"/>
                  <a:gd name="T14" fmla="*/ 0 w 1063"/>
                  <a:gd name="T15" fmla="*/ 9 h 2367"/>
                  <a:gd name="T16" fmla="*/ 0 w 1063"/>
                  <a:gd name="T17" fmla="*/ 11 h 2367"/>
                  <a:gd name="T18" fmla="*/ 0 w 1063"/>
                  <a:gd name="T19" fmla="*/ 13 h 2367"/>
                  <a:gd name="T20" fmla="*/ 0 w 1063"/>
                  <a:gd name="T21" fmla="*/ 15 h 2367"/>
                  <a:gd name="T22" fmla="*/ 1 w 1063"/>
                  <a:gd name="T23" fmla="*/ 17 h 2367"/>
                  <a:gd name="T24" fmla="*/ 1 w 1063"/>
                  <a:gd name="T25" fmla="*/ 19 h 2367"/>
                  <a:gd name="T26" fmla="*/ 2 w 1063"/>
                  <a:gd name="T27" fmla="*/ 21 h 2367"/>
                  <a:gd name="T28" fmla="*/ 3 w 1063"/>
                  <a:gd name="T29" fmla="*/ 23 h 2367"/>
                  <a:gd name="T30" fmla="*/ 4 w 1063"/>
                  <a:gd name="T31" fmla="*/ 25 h 2367"/>
                  <a:gd name="T32" fmla="*/ 5 w 1063"/>
                  <a:gd name="T33" fmla="*/ 26 h 2367"/>
                  <a:gd name="T34" fmla="*/ 6 w 1063"/>
                  <a:gd name="T35" fmla="*/ 28 h 2367"/>
                  <a:gd name="T36" fmla="*/ 7 w 1063"/>
                  <a:gd name="T37" fmla="*/ 30 h 2367"/>
                  <a:gd name="T38" fmla="*/ 8 w 1063"/>
                  <a:gd name="T39" fmla="*/ 31 h 2367"/>
                  <a:gd name="T40" fmla="*/ 10 w 1063"/>
                  <a:gd name="T41" fmla="*/ 33 h 2367"/>
                  <a:gd name="T42" fmla="*/ 11 w 1063"/>
                  <a:gd name="T43" fmla="*/ 34 h 2367"/>
                  <a:gd name="T44" fmla="*/ 13 w 1063"/>
                  <a:gd name="T45" fmla="*/ 35 h 2367"/>
                  <a:gd name="T46" fmla="*/ 14 w 1063"/>
                  <a:gd name="T47" fmla="*/ 37 h 2367"/>
                  <a:gd name="T48" fmla="*/ 15 w 1063"/>
                  <a:gd name="T49" fmla="*/ 37 h 2367"/>
                  <a:gd name="T50" fmla="*/ 16 w 1063"/>
                  <a:gd name="T51" fmla="*/ 37 h 2367"/>
                  <a:gd name="T52" fmla="*/ 16 w 1063"/>
                  <a:gd name="T53" fmla="*/ 36 h 2367"/>
                  <a:gd name="T54" fmla="*/ 14 w 1063"/>
                  <a:gd name="T55" fmla="*/ 35 h 2367"/>
                  <a:gd name="T56" fmla="*/ 13 w 1063"/>
                  <a:gd name="T57" fmla="*/ 34 h 2367"/>
                  <a:gd name="T58" fmla="*/ 11 w 1063"/>
                  <a:gd name="T59" fmla="*/ 32 h 2367"/>
                  <a:gd name="T60" fmla="*/ 10 w 1063"/>
                  <a:gd name="T61" fmla="*/ 31 h 2367"/>
                  <a:gd name="T62" fmla="*/ 8 w 1063"/>
                  <a:gd name="T63" fmla="*/ 29 h 2367"/>
                  <a:gd name="T64" fmla="*/ 7 w 1063"/>
                  <a:gd name="T65" fmla="*/ 28 h 2367"/>
                  <a:gd name="T66" fmla="*/ 6 w 1063"/>
                  <a:gd name="T67" fmla="*/ 26 h 2367"/>
                  <a:gd name="T68" fmla="*/ 5 w 1063"/>
                  <a:gd name="T69" fmla="*/ 25 h 2367"/>
                  <a:gd name="T70" fmla="*/ 4 w 1063"/>
                  <a:gd name="T71" fmla="*/ 23 h 2367"/>
                  <a:gd name="T72" fmla="*/ 4 w 1063"/>
                  <a:gd name="T73" fmla="*/ 21 h 2367"/>
                  <a:gd name="T74" fmla="*/ 3 w 1063"/>
                  <a:gd name="T75" fmla="*/ 19 h 2367"/>
                  <a:gd name="T76" fmla="*/ 2 w 1063"/>
                  <a:gd name="T77" fmla="*/ 17 h 2367"/>
                  <a:gd name="T78" fmla="*/ 2 w 1063"/>
                  <a:gd name="T79" fmla="*/ 15 h 2367"/>
                  <a:gd name="T80" fmla="*/ 2 w 1063"/>
                  <a:gd name="T81" fmla="*/ 13 h 2367"/>
                  <a:gd name="T82" fmla="*/ 2 w 1063"/>
                  <a:gd name="T83" fmla="*/ 11 h 2367"/>
                  <a:gd name="T84" fmla="*/ 1 w 1063"/>
                  <a:gd name="T85" fmla="*/ 9 h 2367"/>
                  <a:gd name="T86" fmla="*/ 2 w 1063"/>
                  <a:gd name="T87" fmla="*/ 8 h 2367"/>
                  <a:gd name="T88" fmla="*/ 2 w 1063"/>
                  <a:gd name="T89" fmla="*/ 7 h 2367"/>
                  <a:gd name="T90" fmla="*/ 2 w 1063"/>
                  <a:gd name="T91" fmla="*/ 5 h 2367"/>
                  <a:gd name="T92" fmla="*/ 2 w 1063"/>
                  <a:gd name="T93" fmla="*/ 4 h 2367"/>
                  <a:gd name="T94" fmla="*/ 2 w 1063"/>
                  <a:gd name="T95" fmla="*/ 3 h 2367"/>
                  <a:gd name="T96" fmla="*/ 3 w 1063"/>
                  <a:gd name="T97" fmla="*/ 2 h 2367"/>
                  <a:gd name="T98" fmla="*/ 3 w 1063"/>
                  <a:gd name="T99" fmla="*/ 1 h 2367"/>
                  <a:gd name="T100" fmla="*/ 3 w 1063"/>
                  <a:gd name="T101" fmla="*/ 0 h 2367"/>
                  <a:gd name="T102" fmla="*/ 2 w 1063"/>
                  <a:gd name="T103" fmla="*/ 0 h 2367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63"/>
                  <a:gd name="T157" fmla="*/ 0 h 2367"/>
                  <a:gd name="T158" fmla="*/ 1063 w 1063"/>
                  <a:gd name="T159" fmla="*/ 2367 h 2367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63" h="2367">
                    <a:moveTo>
                      <a:pt x="98" y="0"/>
                    </a:moveTo>
                    <a:lnTo>
                      <a:pt x="86" y="38"/>
                    </a:lnTo>
                    <a:lnTo>
                      <a:pt x="76" y="75"/>
                    </a:lnTo>
                    <a:lnTo>
                      <a:pt x="64" y="113"/>
                    </a:lnTo>
                    <a:lnTo>
                      <a:pt x="55" y="151"/>
                    </a:lnTo>
                    <a:lnTo>
                      <a:pt x="46" y="190"/>
                    </a:lnTo>
                    <a:lnTo>
                      <a:pt x="38" y="228"/>
                    </a:lnTo>
                    <a:lnTo>
                      <a:pt x="31" y="267"/>
                    </a:lnTo>
                    <a:lnTo>
                      <a:pt x="25" y="307"/>
                    </a:lnTo>
                    <a:lnTo>
                      <a:pt x="19" y="346"/>
                    </a:lnTo>
                    <a:lnTo>
                      <a:pt x="14" y="386"/>
                    </a:lnTo>
                    <a:lnTo>
                      <a:pt x="9" y="426"/>
                    </a:lnTo>
                    <a:lnTo>
                      <a:pt x="6" y="467"/>
                    </a:lnTo>
                    <a:lnTo>
                      <a:pt x="3" y="507"/>
                    </a:lnTo>
                    <a:lnTo>
                      <a:pt x="1" y="548"/>
                    </a:lnTo>
                    <a:lnTo>
                      <a:pt x="0" y="588"/>
                    </a:lnTo>
                    <a:lnTo>
                      <a:pt x="0" y="630"/>
                    </a:lnTo>
                    <a:lnTo>
                      <a:pt x="1" y="698"/>
                    </a:lnTo>
                    <a:lnTo>
                      <a:pt x="4" y="766"/>
                    </a:lnTo>
                    <a:lnTo>
                      <a:pt x="9" y="832"/>
                    </a:lnTo>
                    <a:lnTo>
                      <a:pt x="17" y="899"/>
                    </a:lnTo>
                    <a:lnTo>
                      <a:pt x="27" y="965"/>
                    </a:lnTo>
                    <a:lnTo>
                      <a:pt x="38" y="1031"/>
                    </a:lnTo>
                    <a:lnTo>
                      <a:pt x="52" y="1095"/>
                    </a:lnTo>
                    <a:lnTo>
                      <a:pt x="67" y="1158"/>
                    </a:lnTo>
                    <a:lnTo>
                      <a:pt x="86" y="1221"/>
                    </a:lnTo>
                    <a:lnTo>
                      <a:pt x="105" y="1284"/>
                    </a:lnTo>
                    <a:lnTo>
                      <a:pt x="127" y="1345"/>
                    </a:lnTo>
                    <a:lnTo>
                      <a:pt x="150" y="1405"/>
                    </a:lnTo>
                    <a:lnTo>
                      <a:pt x="176" y="1464"/>
                    </a:lnTo>
                    <a:lnTo>
                      <a:pt x="203" y="1523"/>
                    </a:lnTo>
                    <a:lnTo>
                      <a:pt x="232" y="1580"/>
                    </a:lnTo>
                    <a:lnTo>
                      <a:pt x="262" y="1636"/>
                    </a:lnTo>
                    <a:lnTo>
                      <a:pt x="294" y="1691"/>
                    </a:lnTo>
                    <a:lnTo>
                      <a:pt x="329" y="1746"/>
                    </a:lnTo>
                    <a:lnTo>
                      <a:pt x="364" y="1798"/>
                    </a:lnTo>
                    <a:lnTo>
                      <a:pt x="401" y="1850"/>
                    </a:lnTo>
                    <a:lnTo>
                      <a:pt x="440" y="1901"/>
                    </a:lnTo>
                    <a:lnTo>
                      <a:pt x="480" y="1950"/>
                    </a:lnTo>
                    <a:lnTo>
                      <a:pt x="521" y="1999"/>
                    </a:lnTo>
                    <a:lnTo>
                      <a:pt x="565" y="2045"/>
                    </a:lnTo>
                    <a:lnTo>
                      <a:pt x="609" y="2091"/>
                    </a:lnTo>
                    <a:lnTo>
                      <a:pt x="655" y="2135"/>
                    </a:lnTo>
                    <a:lnTo>
                      <a:pt x="703" y="2177"/>
                    </a:lnTo>
                    <a:lnTo>
                      <a:pt x="751" y="2219"/>
                    </a:lnTo>
                    <a:lnTo>
                      <a:pt x="801" y="2258"/>
                    </a:lnTo>
                    <a:lnTo>
                      <a:pt x="852" y="2296"/>
                    </a:lnTo>
                    <a:lnTo>
                      <a:pt x="904" y="2332"/>
                    </a:lnTo>
                    <a:lnTo>
                      <a:pt x="958" y="2367"/>
                    </a:lnTo>
                    <a:lnTo>
                      <a:pt x="984" y="2357"/>
                    </a:lnTo>
                    <a:lnTo>
                      <a:pt x="1011" y="2346"/>
                    </a:lnTo>
                    <a:lnTo>
                      <a:pt x="1037" y="2336"/>
                    </a:lnTo>
                    <a:lnTo>
                      <a:pt x="1063" y="2325"/>
                    </a:lnTo>
                    <a:lnTo>
                      <a:pt x="1009" y="2291"/>
                    </a:lnTo>
                    <a:lnTo>
                      <a:pt x="956" y="2257"/>
                    </a:lnTo>
                    <a:lnTo>
                      <a:pt x="904" y="2221"/>
                    </a:lnTo>
                    <a:lnTo>
                      <a:pt x="854" y="2183"/>
                    </a:lnTo>
                    <a:lnTo>
                      <a:pt x="805" y="2144"/>
                    </a:lnTo>
                    <a:lnTo>
                      <a:pt x="757" y="2103"/>
                    </a:lnTo>
                    <a:lnTo>
                      <a:pt x="711" y="2061"/>
                    </a:lnTo>
                    <a:lnTo>
                      <a:pt x="665" y="2017"/>
                    </a:lnTo>
                    <a:lnTo>
                      <a:pt x="622" y="1973"/>
                    </a:lnTo>
                    <a:lnTo>
                      <a:pt x="580" y="1926"/>
                    </a:lnTo>
                    <a:lnTo>
                      <a:pt x="539" y="1878"/>
                    </a:lnTo>
                    <a:lnTo>
                      <a:pt x="500" y="1829"/>
                    </a:lnTo>
                    <a:lnTo>
                      <a:pt x="462" y="1778"/>
                    </a:lnTo>
                    <a:lnTo>
                      <a:pt x="426" y="1726"/>
                    </a:lnTo>
                    <a:lnTo>
                      <a:pt x="392" y="1674"/>
                    </a:lnTo>
                    <a:lnTo>
                      <a:pt x="358" y="1620"/>
                    </a:lnTo>
                    <a:lnTo>
                      <a:pt x="328" y="1566"/>
                    </a:lnTo>
                    <a:lnTo>
                      <a:pt x="298" y="1509"/>
                    </a:lnTo>
                    <a:lnTo>
                      <a:pt x="271" y="1452"/>
                    </a:lnTo>
                    <a:lnTo>
                      <a:pt x="245" y="1393"/>
                    </a:lnTo>
                    <a:lnTo>
                      <a:pt x="220" y="1335"/>
                    </a:lnTo>
                    <a:lnTo>
                      <a:pt x="199" y="1274"/>
                    </a:lnTo>
                    <a:lnTo>
                      <a:pt x="179" y="1213"/>
                    </a:lnTo>
                    <a:lnTo>
                      <a:pt x="161" y="1151"/>
                    </a:lnTo>
                    <a:lnTo>
                      <a:pt x="144" y="1089"/>
                    </a:lnTo>
                    <a:lnTo>
                      <a:pt x="130" y="1025"/>
                    </a:lnTo>
                    <a:lnTo>
                      <a:pt x="118" y="961"/>
                    </a:lnTo>
                    <a:lnTo>
                      <a:pt x="108" y="896"/>
                    </a:lnTo>
                    <a:lnTo>
                      <a:pt x="101" y="830"/>
                    </a:lnTo>
                    <a:lnTo>
                      <a:pt x="95" y="764"/>
                    </a:lnTo>
                    <a:lnTo>
                      <a:pt x="92" y="697"/>
                    </a:lnTo>
                    <a:lnTo>
                      <a:pt x="91" y="630"/>
                    </a:lnTo>
                    <a:lnTo>
                      <a:pt x="91" y="588"/>
                    </a:lnTo>
                    <a:lnTo>
                      <a:pt x="92" y="548"/>
                    </a:lnTo>
                    <a:lnTo>
                      <a:pt x="95" y="507"/>
                    </a:lnTo>
                    <a:lnTo>
                      <a:pt x="97" y="467"/>
                    </a:lnTo>
                    <a:lnTo>
                      <a:pt x="101" y="426"/>
                    </a:lnTo>
                    <a:lnTo>
                      <a:pt x="106" y="387"/>
                    </a:lnTo>
                    <a:lnTo>
                      <a:pt x="111" y="346"/>
                    </a:lnTo>
                    <a:lnTo>
                      <a:pt x="117" y="307"/>
                    </a:lnTo>
                    <a:lnTo>
                      <a:pt x="124" y="268"/>
                    </a:lnTo>
                    <a:lnTo>
                      <a:pt x="131" y="229"/>
                    </a:lnTo>
                    <a:lnTo>
                      <a:pt x="140" y="191"/>
                    </a:lnTo>
                    <a:lnTo>
                      <a:pt x="149" y="152"/>
                    </a:lnTo>
                    <a:lnTo>
                      <a:pt x="159" y="115"/>
                    </a:lnTo>
                    <a:lnTo>
                      <a:pt x="170" y="76"/>
                    </a:lnTo>
                    <a:lnTo>
                      <a:pt x="181" y="39"/>
                    </a:lnTo>
                    <a:lnTo>
                      <a:pt x="193" y="2"/>
                    </a:lnTo>
                    <a:lnTo>
                      <a:pt x="170" y="1"/>
                    </a:lnTo>
                    <a:lnTo>
                      <a:pt x="145" y="0"/>
                    </a:lnTo>
                    <a:lnTo>
                      <a:pt x="122" y="0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BEC7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5" name="Freeform 410"/>
              <p:cNvSpPr>
                <a:spLocks/>
              </p:cNvSpPr>
              <p:nvPr/>
            </p:nvSpPr>
            <p:spPr bwMode="auto">
              <a:xfrm>
                <a:off x="2924" y="1533"/>
                <a:ext cx="134" cy="293"/>
              </a:xfrm>
              <a:custGeom>
                <a:avLst/>
                <a:gdLst>
                  <a:gd name="T0" fmla="*/ 1 w 1069"/>
                  <a:gd name="T1" fmla="*/ 1 h 2346"/>
                  <a:gd name="T2" fmla="*/ 1 w 1069"/>
                  <a:gd name="T3" fmla="*/ 2 h 2346"/>
                  <a:gd name="T4" fmla="*/ 1 w 1069"/>
                  <a:gd name="T5" fmla="*/ 3 h 2346"/>
                  <a:gd name="T6" fmla="*/ 1 w 1069"/>
                  <a:gd name="T7" fmla="*/ 4 h 2346"/>
                  <a:gd name="T8" fmla="*/ 0 w 1069"/>
                  <a:gd name="T9" fmla="*/ 5 h 2346"/>
                  <a:gd name="T10" fmla="*/ 0 w 1069"/>
                  <a:gd name="T11" fmla="*/ 7 h 2346"/>
                  <a:gd name="T12" fmla="*/ 0 w 1069"/>
                  <a:gd name="T13" fmla="*/ 8 h 2346"/>
                  <a:gd name="T14" fmla="*/ 0 w 1069"/>
                  <a:gd name="T15" fmla="*/ 9 h 2346"/>
                  <a:gd name="T16" fmla="*/ 0 w 1069"/>
                  <a:gd name="T17" fmla="*/ 11 h 2346"/>
                  <a:gd name="T18" fmla="*/ 0 w 1069"/>
                  <a:gd name="T19" fmla="*/ 13 h 2346"/>
                  <a:gd name="T20" fmla="*/ 0 w 1069"/>
                  <a:gd name="T21" fmla="*/ 15 h 2346"/>
                  <a:gd name="T22" fmla="*/ 1 w 1069"/>
                  <a:gd name="T23" fmla="*/ 17 h 2346"/>
                  <a:gd name="T24" fmla="*/ 1 w 1069"/>
                  <a:gd name="T25" fmla="*/ 19 h 2346"/>
                  <a:gd name="T26" fmla="*/ 2 w 1069"/>
                  <a:gd name="T27" fmla="*/ 21 h 2346"/>
                  <a:gd name="T28" fmla="*/ 3 w 1069"/>
                  <a:gd name="T29" fmla="*/ 23 h 2346"/>
                  <a:gd name="T30" fmla="*/ 4 w 1069"/>
                  <a:gd name="T31" fmla="*/ 24 h 2346"/>
                  <a:gd name="T32" fmla="*/ 5 w 1069"/>
                  <a:gd name="T33" fmla="*/ 26 h 2346"/>
                  <a:gd name="T34" fmla="*/ 6 w 1069"/>
                  <a:gd name="T35" fmla="*/ 28 h 2346"/>
                  <a:gd name="T36" fmla="*/ 7 w 1069"/>
                  <a:gd name="T37" fmla="*/ 29 h 2346"/>
                  <a:gd name="T38" fmla="*/ 8 w 1069"/>
                  <a:gd name="T39" fmla="*/ 31 h 2346"/>
                  <a:gd name="T40" fmla="*/ 10 w 1069"/>
                  <a:gd name="T41" fmla="*/ 32 h 2346"/>
                  <a:gd name="T42" fmla="*/ 11 w 1069"/>
                  <a:gd name="T43" fmla="*/ 34 h 2346"/>
                  <a:gd name="T44" fmla="*/ 13 w 1069"/>
                  <a:gd name="T45" fmla="*/ 35 h 2346"/>
                  <a:gd name="T46" fmla="*/ 14 w 1069"/>
                  <a:gd name="T47" fmla="*/ 36 h 2346"/>
                  <a:gd name="T48" fmla="*/ 16 w 1069"/>
                  <a:gd name="T49" fmla="*/ 36 h 2346"/>
                  <a:gd name="T50" fmla="*/ 16 w 1069"/>
                  <a:gd name="T51" fmla="*/ 36 h 2346"/>
                  <a:gd name="T52" fmla="*/ 16 w 1069"/>
                  <a:gd name="T53" fmla="*/ 35 h 2346"/>
                  <a:gd name="T54" fmla="*/ 14 w 1069"/>
                  <a:gd name="T55" fmla="*/ 34 h 2346"/>
                  <a:gd name="T56" fmla="*/ 13 w 1069"/>
                  <a:gd name="T57" fmla="*/ 33 h 2346"/>
                  <a:gd name="T58" fmla="*/ 11 w 1069"/>
                  <a:gd name="T59" fmla="*/ 32 h 2346"/>
                  <a:gd name="T60" fmla="*/ 10 w 1069"/>
                  <a:gd name="T61" fmla="*/ 30 h 2346"/>
                  <a:gd name="T62" fmla="*/ 9 w 1069"/>
                  <a:gd name="T63" fmla="*/ 29 h 2346"/>
                  <a:gd name="T64" fmla="*/ 7 w 1069"/>
                  <a:gd name="T65" fmla="*/ 28 h 2346"/>
                  <a:gd name="T66" fmla="*/ 6 w 1069"/>
                  <a:gd name="T67" fmla="*/ 26 h 2346"/>
                  <a:gd name="T68" fmla="*/ 5 w 1069"/>
                  <a:gd name="T69" fmla="*/ 24 h 2346"/>
                  <a:gd name="T70" fmla="*/ 4 w 1069"/>
                  <a:gd name="T71" fmla="*/ 22 h 2346"/>
                  <a:gd name="T72" fmla="*/ 4 w 1069"/>
                  <a:gd name="T73" fmla="*/ 21 h 2346"/>
                  <a:gd name="T74" fmla="*/ 3 w 1069"/>
                  <a:gd name="T75" fmla="*/ 19 h 2346"/>
                  <a:gd name="T76" fmla="*/ 2 w 1069"/>
                  <a:gd name="T77" fmla="*/ 17 h 2346"/>
                  <a:gd name="T78" fmla="*/ 2 w 1069"/>
                  <a:gd name="T79" fmla="*/ 15 h 2346"/>
                  <a:gd name="T80" fmla="*/ 2 w 1069"/>
                  <a:gd name="T81" fmla="*/ 13 h 2346"/>
                  <a:gd name="T82" fmla="*/ 2 w 1069"/>
                  <a:gd name="T83" fmla="*/ 11 h 2346"/>
                  <a:gd name="T84" fmla="*/ 1 w 1069"/>
                  <a:gd name="T85" fmla="*/ 9 h 2346"/>
                  <a:gd name="T86" fmla="*/ 2 w 1069"/>
                  <a:gd name="T87" fmla="*/ 8 h 2346"/>
                  <a:gd name="T88" fmla="*/ 2 w 1069"/>
                  <a:gd name="T89" fmla="*/ 7 h 2346"/>
                  <a:gd name="T90" fmla="*/ 2 w 1069"/>
                  <a:gd name="T91" fmla="*/ 5 h 2346"/>
                  <a:gd name="T92" fmla="*/ 2 w 1069"/>
                  <a:gd name="T93" fmla="*/ 4 h 2346"/>
                  <a:gd name="T94" fmla="*/ 2 w 1069"/>
                  <a:gd name="T95" fmla="*/ 3 h 2346"/>
                  <a:gd name="T96" fmla="*/ 3 w 1069"/>
                  <a:gd name="T97" fmla="*/ 2 h 2346"/>
                  <a:gd name="T98" fmla="*/ 3 w 1069"/>
                  <a:gd name="T99" fmla="*/ 1 h 2346"/>
                  <a:gd name="T100" fmla="*/ 3 w 1069"/>
                  <a:gd name="T101" fmla="*/ 0 h 2346"/>
                  <a:gd name="T102" fmla="*/ 2 w 1069"/>
                  <a:gd name="T103" fmla="*/ 0 h 234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69"/>
                  <a:gd name="T157" fmla="*/ 0 h 2346"/>
                  <a:gd name="T158" fmla="*/ 1069 w 1069"/>
                  <a:gd name="T159" fmla="*/ 2346 h 234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69" h="2346">
                    <a:moveTo>
                      <a:pt x="100" y="0"/>
                    </a:moveTo>
                    <a:lnTo>
                      <a:pt x="88" y="38"/>
                    </a:lnTo>
                    <a:lnTo>
                      <a:pt x="77" y="75"/>
                    </a:lnTo>
                    <a:lnTo>
                      <a:pt x="67" y="114"/>
                    </a:lnTo>
                    <a:lnTo>
                      <a:pt x="57" y="151"/>
                    </a:lnTo>
                    <a:lnTo>
                      <a:pt x="49" y="190"/>
                    </a:lnTo>
                    <a:lnTo>
                      <a:pt x="40" y="229"/>
                    </a:lnTo>
                    <a:lnTo>
                      <a:pt x="33" y="267"/>
                    </a:lnTo>
                    <a:lnTo>
                      <a:pt x="25" y="307"/>
                    </a:lnTo>
                    <a:lnTo>
                      <a:pt x="19" y="346"/>
                    </a:lnTo>
                    <a:lnTo>
                      <a:pt x="14" y="386"/>
                    </a:lnTo>
                    <a:lnTo>
                      <a:pt x="10" y="426"/>
                    </a:lnTo>
                    <a:lnTo>
                      <a:pt x="6" y="467"/>
                    </a:lnTo>
                    <a:lnTo>
                      <a:pt x="3" y="507"/>
                    </a:lnTo>
                    <a:lnTo>
                      <a:pt x="1" y="548"/>
                    </a:lnTo>
                    <a:lnTo>
                      <a:pt x="0" y="588"/>
                    </a:lnTo>
                    <a:lnTo>
                      <a:pt x="0" y="630"/>
                    </a:lnTo>
                    <a:lnTo>
                      <a:pt x="1" y="698"/>
                    </a:lnTo>
                    <a:lnTo>
                      <a:pt x="4" y="765"/>
                    </a:lnTo>
                    <a:lnTo>
                      <a:pt x="10" y="831"/>
                    </a:lnTo>
                    <a:lnTo>
                      <a:pt x="17" y="898"/>
                    </a:lnTo>
                    <a:lnTo>
                      <a:pt x="27" y="963"/>
                    </a:lnTo>
                    <a:lnTo>
                      <a:pt x="40" y="1028"/>
                    </a:lnTo>
                    <a:lnTo>
                      <a:pt x="53" y="1092"/>
                    </a:lnTo>
                    <a:lnTo>
                      <a:pt x="69" y="1155"/>
                    </a:lnTo>
                    <a:lnTo>
                      <a:pt x="87" y="1217"/>
                    </a:lnTo>
                    <a:lnTo>
                      <a:pt x="108" y="1279"/>
                    </a:lnTo>
                    <a:lnTo>
                      <a:pt x="129" y="1340"/>
                    </a:lnTo>
                    <a:lnTo>
                      <a:pt x="153" y="1399"/>
                    </a:lnTo>
                    <a:lnTo>
                      <a:pt x="178" y="1458"/>
                    </a:lnTo>
                    <a:lnTo>
                      <a:pt x="206" y="1516"/>
                    </a:lnTo>
                    <a:lnTo>
                      <a:pt x="235" y="1573"/>
                    </a:lnTo>
                    <a:lnTo>
                      <a:pt x="266" y="1628"/>
                    </a:lnTo>
                    <a:lnTo>
                      <a:pt x="298" y="1683"/>
                    </a:lnTo>
                    <a:lnTo>
                      <a:pt x="332" y="1737"/>
                    </a:lnTo>
                    <a:lnTo>
                      <a:pt x="368" y="1789"/>
                    </a:lnTo>
                    <a:lnTo>
                      <a:pt x="405" y="1840"/>
                    </a:lnTo>
                    <a:lnTo>
                      <a:pt x="445" y="1890"/>
                    </a:lnTo>
                    <a:lnTo>
                      <a:pt x="485" y="1938"/>
                    </a:lnTo>
                    <a:lnTo>
                      <a:pt x="527" y="1986"/>
                    </a:lnTo>
                    <a:lnTo>
                      <a:pt x="571" y="2031"/>
                    </a:lnTo>
                    <a:lnTo>
                      <a:pt x="615" y="2077"/>
                    </a:lnTo>
                    <a:lnTo>
                      <a:pt x="662" y="2119"/>
                    </a:lnTo>
                    <a:lnTo>
                      <a:pt x="709" y="2161"/>
                    </a:lnTo>
                    <a:lnTo>
                      <a:pt x="758" y="2201"/>
                    </a:lnTo>
                    <a:lnTo>
                      <a:pt x="808" y="2240"/>
                    </a:lnTo>
                    <a:lnTo>
                      <a:pt x="859" y="2277"/>
                    </a:lnTo>
                    <a:lnTo>
                      <a:pt x="912" y="2313"/>
                    </a:lnTo>
                    <a:lnTo>
                      <a:pt x="966" y="2346"/>
                    </a:lnTo>
                    <a:lnTo>
                      <a:pt x="992" y="2336"/>
                    </a:lnTo>
                    <a:lnTo>
                      <a:pt x="1018" y="2325"/>
                    </a:lnTo>
                    <a:lnTo>
                      <a:pt x="1044" y="2313"/>
                    </a:lnTo>
                    <a:lnTo>
                      <a:pt x="1069" y="2302"/>
                    </a:lnTo>
                    <a:lnTo>
                      <a:pt x="1014" y="2269"/>
                    </a:lnTo>
                    <a:lnTo>
                      <a:pt x="962" y="2236"/>
                    </a:lnTo>
                    <a:lnTo>
                      <a:pt x="910" y="2201"/>
                    </a:lnTo>
                    <a:lnTo>
                      <a:pt x="859" y="2164"/>
                    </a:lnTo>
                    <a:lnTo>
                      <a:pt x="810" y="2126"/>
                    </a:lnTo>
                    <a:lnTo>
                      <a:pt x="762" y="2086"/>
                    </a:lnTo>
                    <a:lnTo>
                      <a:pt x="715" y="2044"/>
                    </a:lnTo>
                    <a:lnTo>
                      <a:pt x="670" y="2002"/>
                    </a:lnTo>
                    <a:lnTo>
                      <a:pt x="626" y="1957"/>
                    </a:lnTo>
                    <a:lnTo>
                      <a:pt x="584" y="1912"/>
                    </a:lnTo>
                    <a:lnTo>
                      <a:pt x="542" y="1865"/>
                    </a:lnTo>
                    <a:lnTo>
                      <a:pt x="503" y="1817"/>
                    </a:lnTo>
                    <a:lnTo>
                      <a:pt x="465" y="1767"/>
                    </a:lnTo>
                    <a:lnTo>
                      <a:pt x="429" y="1716"/>
                    </a:lnTo>
                    <a:lnTo>
                      <a:pt x="394" y="1665"/>
                    </a:lnTo>
                    <a:lnTo>
                      <a:pt x="361" y="1611"/>
                    </a:lnTo>
                    <a:lnTo>
                      <a:pt x="330" y="1556"/>
                    </a:lnTo>
                    <a:lnTo>
                      <a:pt x="300" y="1501"/>
                    </a:lnTo>
                    <a:lnTo>
                      <a:pt x="273" y="1445"/>
                    </a:lnTo>
                    <a:lnTo>
                      <a:pt x="246" y="1387"/>
                    </a:lnTo>
                    <a:lnTo>
                      <a:pt x="223" y="1329"/>
                    </a:lnTo>
                    <a:lnTo>
                      <a:pt x="201" y="1269"/>
                    </a:lnTo>
                    <a:lnTo>
                      <a:pt x="180" y="1208"/>
                    </a:lnTo>
                    <a:lnTo>
                      <a:pt x="162" y="1147"/>
                    </a:lnTo>
                    <a:lnTo>
                      <a:pt x="146" y="1086"/>
                    </a:lnTo>
                    <a:lnTo>
                      <a:pt x="132" y="1022"/>
                    </a:lnTo>
                    <a:lnTo>
                      <a:pt x="120" y="958"/>
                    </a:lnTo>
                    <a:lnTo>
                      <a:pt x="110" y="894"/>
                    </a:lnTo>
                    <a:lnTo>
                      <a:pt x="101" y="828"/>
                    </a:lnTo>
                    <a:lnTo>
                      <a:pt x="95" y="763"/>
                    </a:lnTo>
                    <a:lnTo>
                      <a:pt x="92" y="697"/>
                    </a:lnTo>
                    <a:lnTo>
                      <a:pt x="91" y="630"/>
                    </a:lnTo>
                    <a:lnTo>
                      <a:pt x="91" y="588"/>
                    </a:lnTo>
                    <a:lnTo>
                      <a:pt x="93" y="548"/>
                    </a:lnTo>
                    <a:lnTo>
                      <a:pt x="95" y="507"/>
                    </a:lnTo>
                    <a:lnTo>
                      <a:pt x="98" y="467"/>
                    </a:lnTo>
                    <a:lnTo>
                      <a:pt x="101" y="427"/>
                    </a:lnTo>
                    <a:lnTo>
                      <a:pt x="107" y="387"/>
                    </a:lnTo>
                    <a:lnTo>
                      <a:pt x="112" y="347"/>
                    </a:lnTo>
                    <a:lnTo>
                      <a:pt x="118" y="308"/>
                    </a:lnTo>
                    <a:lnTo>
                      <a:pt x="125" y="270"/>
                    </a:lnTo>
                    <a:lnTo>
                      <a:pt x="133" y="230"/>
                    </a:lnTo>
                    <a:lnTo>
                      <a:pt x="142" y="192"/>
                    </a:lnTo>
                    <a:lnTo>
                      <a:pt x="151" y="154"/>
                    </a:lnTo>
                    <a:lnTo>
                      <a:pt x="161" y="116"/>
                    </a:lnTo>
                    <a:lnTo>
                      <a:pt x="171" y="78"/>
                    </a:lnTo>
                    <a:lnTo>
                      <a:pt x="184" y="41"/>
                    </a:lnTo>
                    <a:lnTo>
                      <a:pt x="196" y="4"/>
                    </a:lnTo>
                    <a:lnTo>
                      <a:pt x="172" y="3"/>
                    </a:lnTo>
                    <a:lnTo>
                      <a:pt x="148" y="2"/>
                    </a:lnTo>
                    <a:lnTo>
                      <a:pt x="125" y="1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C0C8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6" name="Freeform 411"/>
              <p:cNvSpPr>
                <a:spLocks/>
              </p:cNvSpPr>
              <p:nvPr/>
            </p:nvSpPr>
            <p:spPr bwMode="auto">
              <a:xfrm>
                <a:off x="2930" y="1533"/>
                <a:ext cx="134" cy="290"/>
              </a:xfrm>
              <a:custGeom>
                <a:avLst/>
                <a:gdLst>
                  <a:gd name="T0" fmla="*/ 1 w 1073"/>
                  <a:gd name="T1" fmla="*/ 1 h 2323"/>
                  <a:gd name="T2" fmla="*/ 1 w 1073"/>
                  <a:gd name="T3" fmla="*/ 2 h 2323"/>
                  <a:gd name="T4" fmla="*/ 1 w 1073"/>
                  <a:gd name="T5" fmla="*/ 3 h 2323"/>
                  <a:gd name="T6" fmla="*/ 0 w 1073"/>
                  <a:gd name="T7" fmla="*/ 4 h 2323"/>
                  <a:gd name="T8" fmla="*/ 0 w 1073"/>
                  <a:gd name="T9" fmla="*/ 5 h 2323"/>
                  <a:gd name="T10" fmla="*/ 0 w 1073"/>
                  <a:gd name="T11" fmla="*/ 7 h 2323"/>
                  <a:gd name="T12" fmla="*/ 0 w 1073"/>
                  <a:gd name="T13" fmla="*/ 8 h 2323"/>
                  <a:gd name="T14" fmla="*/ 0 w 1073"/>
                  <a:gd name="T15" fmla="*/ 9 h 2323"/>
                  <a:gd name="T16" fmla="*/ 0 w 1073"/>
                  <a:gd name="T17" fmla="*/ 11 h 2323"/>
                  <a:gd name="T18" fmla="*/ 0 w 1073"/>
                  <a:gd name="T19" fmla="*/ 13 h 2323"/>
                  <a:gd name="T20" fmla="*/ 0 w 1073"/>
                  <a:gd name="T21" fmla="*/ 15 h 2323"/>
                  <a:gd name="T22" fmla="*/ 1 w 1073"/>
                  <a:gd name="T23" fmla="*/ 17 h 2323"/>
                  <a:gd name="T24" fmla="*/ 1 w 1073"/>
                  <a:gd name="T25" fmla="*/ 19 h 2323"/>
                  <a:gd name="T26" fmla="*/ 2 w 1073"/>
                  <a:gd name="T27" fmla="*/ 21 h 2323"/>
                  <a:gd name="T28" fmla="*/ 3 w 1073"/>
                  <a:gd name="T29" fmla="*/ 23 h 2323"/>
                  <a:gd name="T30" fmla="*/ 4 w 1073"/>
                  <a:gd name="T31" fmla="*/ 24 h 2323"/>
                  <a:gd name="T32" fmla="*/ 5 w 1073"/>
                  <a:gd name="T33" fmla="*/ 26 h 2323"/>
                  <a:gd name="T34" fmla="*/ 6 w 1073"/>
                  <a:gd name="T35" fmla="*/ 28 h 2323"/>
                  <a:gd name="T36" fmla="*/ 7 w 1073"/>
                  <a:gd name="T37" fmla="*/ 29 h 2323"/>
                  <a:gd name="T38" fmla="*/ 8 w 1073"/>
                  <a:gd name="T39" fmla="*/ 31 h 2323"/>
                  <a:gd name="T40" fmla="*/ 10 w 1073"/>
                  <a:gd name="T41" fmla="*/ 32 h 2323"/>
                  <a:gd name="T42" fmla="*/ 11 w 1073"/>
                  <a:gd name="T43" fmla="*/ 33 h 2323"/>
                  <a:gd name="T44" fmla="*/ 13 w 1073"/>
                  <a:gd name="T45" fmla="*/ 35 h 2323"/>
                  <a:gd name="T46" fmla="*/ 14 w 1073"/>
                  <a:gd name="T47" fmla="*/ 36 h 2323"/>
                  <a:gd name="T48" fmla="*/ 16 w 1073"/>
                  <a:gd name="T49" fmla="*/ 36 h 2323"/>
                  <a:gd name="T50" fmla="*/ 16 w 1073"/>
                  <a:gd name="T51" fmla="*/ 36 h 2323"/>
                  <a:gd name="T52" fmla="*/ 16 w 1073"/>
                  <a:gd name="T53" fmla="*/ 35 h 2323"/>
                  <a:gd name="T54" fmla="*/ 14 w 1073"/>
                  <a:gd name="T55" fmla="*/ 34 h 2323"/>
                  <a:gd name="T56" fmla="*/ 13 w 1073"/>
                  <a:gd name="T57" fmla="*/ 33 h 2323"/>
                  <a:gd name="T58" fmla="*/ 11 w 1073"/>
                  <a:gd name="T59" fmla="*/ 32 h 2323"/>
                  <a:gd name="T60" fmla="*/ 10 w 1073"/>
                  <a:gd name="T61" fmla="*/ 30 h 2323"/>
                  <a:gd name="T62" fmla="*/ 8 w 1073"/>
                  <a:gd name="T63" fmla="*/ 29 h 2323"/>
                  <a:gd name="T64" fmla="*/ 7 w 1073"/>
                  <a:gd name="T65" fmla="*/ 27 h 2323"/>
                  <a:gd name="T66" fmla="*/ 6 w 1073"/>
                  <a:gd name="T67" fmla="*/ 26 h 2323"/>
                  <a:gd name="T68" fmla="*/ 5 w 1073"/>
                  <a:gd name="T69" fmla="*/ 24 h 2323"/>
                  <a:gd name="T70" fmla="*/ 4 w 1073"/>
                  <a:gd name="T71" fmla="*/ 22 h 2323"/>
                  <a:gd name="T72" fmla="*/ 3 w 1073"/>
                  <a:gd name="T73" fmla="*/ 21 h 2323"/>
                  <a:gd name="T74" fmla="*/ 3 w 1073"/>
                  <a:gd name="T75" fmla="*/ 19 h 2323"/>
                  <a:gd name="T76" fmla="*/ 2 w 1073"/>
                  <a:gd name="T77" fmla="*/ 17 h 2323"/>
                  <a:gd name="T78" fmla="*/ 2 w 1073"/>
                  <a:gd name="T79" fmla="*/ 15 h 2323"/>
                  <a:gd name="T80" fmla="*/ 2 w 1073"/>
                  <a:gd name="T81" fmla="*/ 13 h 2323"/>
                  <a:gd name="T82" fmla="*/ 1 w 1073"/>
                  <a:gd name="T83" fmla="*/ 11 h 2323"/>
                  <a:gd name="T84" fmla="*/ 1 w 1073"/>
                  <a:gd name="T85" fmla="*/ 9 h 2323"/>
                  <a:gd name="T86" fmla="*/ 1 w 1073"/>
                  <a:gd name="T87" fmla="*/ 8 h 2323"/>
                  <a:gd name="T88" fmla="*/ 2 w 1073"/>
                  <a:gd name="T89" fmla="*/ 7 h 2323"/>
                  <a:gd name="T90" fmla="*/ 2 w 1073"/>
                  <a:gd name="T91" fmla="*/ 5 h 2323"/>
                  <a:gd name="T92" fmla="*/ 2 w 1073"/>
                  <a:gd name="T93" fmla="*/ 4 h 2323"/>
                  <a:gd name="T94" fmla="*/ 2 w 1073"/>
                  <a:gd name="T95" fmla="*/ 3 h 2323"/>
                  <a:gd name="T96" fmla="*/ 2 w 1073"/>
                  <a:gd name="T97" fmla="*/ 2 h 2323"/>
                  <a:gd name="T98" fmla="*/ 3 w 1073"/>
                  <a:gd name="T99" fmla="*/ 1 h 2323"/>
                  <a:gd name="T100" fmla="*/ 3 w 1073"/>
                  <a:gd name="T101" fmla="*/ 0 h 2323"/>
                  <a:gd name="T102" fmla="*/ 2 w 1073"/>
                  <a:gd name="T103" fmla="*/ 0 h 232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3"/>
                  <a:gd name="T157" fmla="*/ 0 h 2323"/>
                  <a:gd name="T158" fmla="*/ 1073 w 1073"/>
                  <a:gd name="T159" fmla="*/ 2323 h 2323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3" h="2323">
                    <a:moveTo>
                      <a:pt x="102" y="0"/>
                    </a:moveTo>
                    <a:lnTo>
                      <a:pt x="90" y="37"/>
                    </a:lnTo>
                    <a:lnTo>
                      <a:pt x="79" y="74"/>
                    </a:lnTo>
                    <a:lnTo>
                      <a:pt x="68" y="113"/>
                    </a:lnTo>
                    <a:lnTo>
                      <a:pt x="58" y="150"/>
                    </a:lnTo>
                    <a:lnTo>
                      <a:pt x="49" y="189"/>
                    </a:lnTo>
                    <a:lnTo>
                      <a:pt x="40" y="227"/>
                    </a:lnTo>
                    <a:lnTo>
                      <a:pt x="33" y="266"/>
                    </a:lnTo>
                    <a:lnTo>
                      <a:pt x="26" y="305"/>
                    </a:lnTo>
                    <a:lnTo>
                      <a:pt x="20" y="344"/>
                    </a:lnTo>
                    <a:lnTo>
                      <a:pt x="15" y="385"/>
                    </a:lnTo>
                    <a:lnTo>
                      <a:pt x="10" y="424"/>
                    </a:lnTo>
                    <a:lnTo>
                      <a:pt x="6" y="465"/>
                    </a:lnTo>
                    <a:lnTo>
                      <a:pt x="4" y="505"/>
                    </a:lnTo>
                    <a:lnTo>
                      <a:pt x="1" y="546"/>
                    </a:lnTo>
                    <a:lnTo>
                      <a:pt x="0" y="586"/>
                    </a:lnTo>
                    <a:lnTo>
                      <a:pt x="0" y="628"/>
                    </a:lnTo>
                    <a:lnTo>
                      <a:pt x="1" y="695"/>
                    </a:lnTo>
                    <a:lnTo>
                      <a:pt x="4" y="762"/>
                    </a:lnTo>
                    <a:lnTo>
                      <a:pt x="10" y="828"/>
                    </a:lnTo>
                    <a:lnTo>
                      <a:pt x="17" y="894"/>
                    </a:lnTo>
                    <a:lnTo>
                      <a:pt x="27" y="959"/>
                    </a:lnTo>
                    <a:lnTo>
                      <a:pt x="39" y="1023"/>
                    </a:lnTo>
                    <a:lnTo>
                      <a:pt x="53" y="1087"/>
                    </a:lnTo>
                    <a:lnTo>
                      <a:pt x="70" y="1149"/>
                    </a:lnTo>
                    <a:lnTo>
                      <a:pt x="88" y="1211"/>
                    </a:lnTo>
                    <a:lnTo>
                      <a:pt x="108" y="1272"/>
                    </a:lnTo>
                    <a:lnTo>
                      <a:pt x="129" y="1333"/>
                    </a:lnTo>
                    <a:lnTo>
                      <a:pt x="154" y="1391"/>
                    </a:lnTo>
                    <a:lnTo>
                      <a:pt x="180" y="1450"/>
                    </a:lnTo>
                    <a:lnTo>
                      <a:pt x="207" y="1507"/>
                    </a:lnTo>
                    <a:lnTo>
                      <a:pt x="237" y="1564"/>
                    </a:lnTo>
                    <a:lnTo>
                      <a:pt x="267" y="1618"/>
                    </a:lnTo>
                    <a:lnTo>
                      <a:pt x="301" y="1672"/>
                    </a:lnTo>
                    <a:lnTo>
                      <a:pt x="335" y="1724"/>
                    </a:lnTo>
                    <a:lnTo>
                      <a:pt x="371" y="1776"/>
                    </a:lnTo>
                    <a:lnTo>
                      <a:pt x="409" y="1827"/>
                    </a:lnTo>
                    <a:lnTo>
                      <a:pt x="448" y="1876"/>
                    </a:lnTo>
                    <a:lnTo>
                      <a:pt x="489" y="1924"/>
                    </a:lnTo>
                    <a:lnTo>
                      <a:pt x="531" y="1971"/>
                    </a:lnTo>
                    <a:lnTo>
                      <a:pt x="574" y="2015"/>
                    </a:lnTo>
                    <a:lnTo>
                      <a:pt x="620" y="2059"/>
                    </a:lnTo>
                    <a:lnTo>
                      <a:pt x="666" y="2101"/>
                    </a:lnTo>
                    <a:lnTo>
                      <a:pt x="714" y="2142"/>
                    </a:lnTo>
                    <a:lnTo>
                      <a:pt x="763" y="2181"/>
                    </a:lnTo>
                    <a:lnTo>
                      <a:pt x="813" y="2219"/>
                    </a:lnTo>
                    <a:lnTo>
                      <a:pt x="865" y="2255"/>
                    </a:lnTo>
                    <a:lnTo>
                      <a:pt x="918" y="2289"/>
                    </a:lnTo>
                    <a:lnTo>
                      <a:pt x="972" y="2323"/>
                    </a:lnTo>
                    <a:lnTo>
                      <a:pt x="998" y="2311"/>
                    </a:lnTo>
                    <a:lnTo>
                      <a:pt x="1023" y="2300"/>
                    </a:lnTo>
                    <a:lnTo>
                      <a:pt x="1048" y="2287"/>
                    </a:lnTo>
                    <a:lnTo>
                      <a:pt x="1073" y="2274"/>
                    </a:lnTo>
                    <a:lnTo>
                      <a:pt x="1019" y="2244"/>
                    </a:lnTo>
                    <a:lnTo>
                      <a:pt x="965" y="2212"/>
                    </a:lnTo>
                    <a:lnTo>
                      <a:pt x="914" y="2178"/>
                    </a:lnTo>
                    <a:lnTo>
                      <a:pt x="863" y="2142"/>
                    </a:lnTo>
                    <a:lnTo>
                      <a:pt x="813" y="2105"/>
                    </a:lnTo>
                    <a:lnTo>
                      <a:pt x="765" y="2066"/>
                    </a:lnTo>
                    <a:lnTo>
                      <a:pt x="718" y="2025"/>
                    </a:lnTo>
                    <a:lnTo>
                      <a:pt x="672" y="1984"/>
                    </a:lnTo>
                    <a:lnTo>
                      <a:pt x="629" y="1940"/>
                    </a:lnTo>
                    <a:lnTo>
                      <a:pt x="586" y="1896"/>
                    </a:lnTo>
                    <a:lnTo>
                      <a:pt x="545" y="1849"/>
                    </a:lnTo>
                    <a:lnTo>
                      <a:pt x="505" y="1802"/>
                    </a:lnTo>
                    <a:lnTo>
                      <a:pt x="467" y="1753"/>
                    </a:lnTo>
                    <a:lnTo>
                      <a:pt x="430" y="1703"/>
                    </a:lnTo>
                    <a:lnTo>
                      <a:pt x="396" y="1652"/>
                    </a:lnTo>
                    <a:lnTo>
                      <a:pt x="362" y="1599"/>
                    </a:lnTo>
                    <a:lnTo>
                      <a:pt x="331" y="1545"/>
                    </a:lnTo>
                    <a:lnTo>
                      <a:pt x="302" y="1491"/>
                    </a:lnTo>
                    <a:lnTo>
                      <a:pt x="273" y="1435"/>
                    </a:lnTo>
                    <a:lnTo>
                      <a:pt x="247" y="1378"/>
                    </a:lnTo>
                    <a:lnTo>
                      <a:pt x="224" y="1321"/>
                    </a:lnTo>
                    <a:lnTo>
                      <a:pt x="201" y="1261"/>
                    </a:lnTo>
                    <a:lnTo>
                      <a:pt x="180" y="1201"/>
                    </a:lnTo>
                    <a:lnTo>
                      <a:pt x="162" y="1140"/>
                    </a:lnTo>
                    <a:lnTo>
                      <a:pt x="146" y="1080"/>
                    </a:lnTo>
                    <a:lnTo>
                      <a:pt x="131" y="1017"/>
                    </a:lnTo>
                    <a:lnTo>
                      <a:pt x="119" y="954"/>
                    </a:lnTo>
                    <a:lnTo>
                      <a:pt x="109" y="890"/>
                    </a:lnTo>
                    <a:lnTo>
                      <a:pt x="101" y="825"/>
                    </a:lnTo>
                    <a:lnTo>
                      <a:pt x="96" y="760"/>
                    </a:lnTo>
                    <a:lnTo>
                      <a:pt x="92" y="694"/>
                    </a:lnTo>
                    <a:lnTo>
                      <a:pt x="91" y="628"/>
                    </a:lnTo>
                    <a:lnTo>
                      <a:pt x="91" y="586"/>
                    </a:lnTo>
                    <a:lnTo>
                      <a:pt x="93" y="546"/>
                    </a:lnTo>
                    <a:lnTo>
                      <a:pt x="95" y="506"/>
                    </a:lnTo>
                    <a:lnTo>
                      <a:pt x="98" y="466"/>
                    </a:lnTo>
                    <a:lnTo>
                      <a:pt x="102" y="425"/>
                    </a:lnTo>
                    <a:lnTo>
                      <a:pt x="106" y="386"/>
                    </a:lnTo>
                    <a:lnTo>
                      <a:pt x="112" y="346"/>
                    </a:lnTo>
                    <a:lnTo>
                      <a:pt x="118" y="308"/>
                    </a:lnTo>
                    <a:lnTo>
                      <a:pt x="125" y="269"/>
                    </a:lnTo>
                    <a:lnTo>
                      <a:pt x="133" y="230"/>
                    </a:lnTo>
                    <a:lnTo>
                      <a:pt x="142" y="192"/>
                    </a:lnTo>
                    <a:lnTo>
                      <a:pt x="152" y="154"/>
                    </a:lnTo>
                    <a:lnTo>
                      <a:pt x="162" y="117"/>
                    </a:lnTo>
                    <a:lnTo>
                      <a:pt x="173" y="79"/>
                    </a:lnTo>
                    <a:lnTo>
                      <a:pt x="184" y="42"/>
                    </a:lnTo>
                    <a:lnTo>
                      <a:pt x="197" y="5"/>
                    </a:lnTo>
                    <a:lnTo>
                      <a:pt x="174" y="3"/>
                    </a:lnTo>
                    <a:lnTo>
                      <a:pt x="150" y="2"/>
                    </a:lnTo>
                    <a:lnTo>
                      <a:pt x="126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C1CA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7" name="Freeform 412"/>
              <p:cNvSpPr>
                <a:spLocks/>
              </p:cNvSpPr>
              <p:nvPr/>
            </p:nvSpPr>
            <p:spPr bwMode="auto">
              <a:xfrm>
                <a:off x="2936" y="1533"/>
                <a:ext cx="134" cy="288"/>
              </a:xfrm>
              <a:custGeom>
                <a:avLst/>
                <a:gdLst>
                  <a:gd name="T0" fmla="*/ 1 w 1077"/>
                  <a:gd name="T1" fmla="*/ 1 h 2298"/>
                  <a:gd name="T2" fmla="*/ 1 w 1077"/>
                  <a:gd name="T3" fmla="*/ 2 h 2298"/>
                  <a:gd name="T4" fmla="*/ 1 w 1077"/>
                  <a:gd name="T5" fmla="*/ 3 h 2298"/>
                  <a:gd name="T6" fmla="*/ 0 w 1077"/>
                  <a:gd name="T7" fmla="*/ 4 h 2298"/>
                  <a:gd name="T8" fmla="*/ 0 w 1077"/>
                  <a:gd name="T9" fmla="*/ 5 h 2298"/>
                  <a:gd name="T10" fmla="*/ 0 w 1077"/>
                  <a:gd name="T11" fmla="*/ 7 h 2298"/>
                  <a:gd name="T12" fmla="*/ 0 w 1077"/>
                  <a:gd name="T13" fmla="*/ 8 h 2298"/>
                  <a:gd name="T14" fmla="*/ 0 w 1077"/>
                  <a:gd name="T15" fmla="*/ 9 h 2298"/>
                  <a:gd name="T16" fmla="*/ 0 w 1077"/>
                  <a:gd name="T17" fmla="*/ 11 h 2298"/>
                  <a:gd name="T18" fmla="*/ 0 w 1077"/>
                  <a:gd name="T19" fmla="*/ 13 h 2298"/>
                  <a:gd name="T20" fmla="*/ 0 w 1077"/>
                  <a:gd name="T21" fmla="*/ 15 h 2298"/>
                  <a:gd name="T22" fmla="*/ 1 w 1077"/>
                  <a:gd name="T23" fmla="*/ 17 h 2298"/>
                  <a:gd name="T24" fmla="*/ 1 w 1077"/>
                  <a:gd name="T25" fmla="*/ 19 h 2298"/>
                  <a:gd name="T26" fmla="*/ 2 w 1077"/>
                  <a:gd name="T27" fmla="*/ 21 h 2298"/>
                  <a:gd name="T28" fmla="*/ 3 w 1077"/>
                  <a:gd name="T29" fmla="*/ 23 h 2298"/>
                  <a:gd name="T30" fmla="*/ 4 w 1077"/>
                  <a:gd name="T31" fmla="*/ 24 h 2298"/>
                  <a:gd name="T32" fmla="*/ 5 w 1077"/>
                  <a:gd name="T33" fmla="*/ 26 h 2298"/>
                  <a:gd name="T34" fmla="*/ 6 w 1077"/>
                  <a:gd name="T35" fmla="*/ 28 h 2298"/>
                  <a:gd name="T36" fmla="*/ 7 w 1077"/>
                  <a:gd name="T37" fmla="*/ 29 h 2298"/>
                  <a:gd name="T38" fmla="*/ 8 w 1077"/>
                  <a:gd name="T39" fmla="*/ 31 h 2298"/>
                  <a:gd name="T40" fmla="*/ 10 w 1077"/>
                  <a:gd name="T41" fmla="*/ 32 h 2298"/>
                  <a:gd name="T42" fmla="*/ 11 w 1077"/>
                  <a:gd name="T43" fmla="*/ 33 h 2298"/>
                  <a:gd name="T44" fmla="*/ 13 w 1077"/>
                  <a:gd name="T45" fmla="*/ 34 h 2298"/>
                  <a:gd name="T46" fmla="*/ 14 w 1077"/>
                  <a:gd name="T47" fmla="*/ 36 h 2298"/>
                  <a:gd name="T48" fmla="*/ 16 w 1077"/>
                  <a:gd name="T49" fmla="*/ 36 h 2298"/>
                  <a:gd name="T50" fmla="*/ 16 w 1077"/>
                  <a:gd name="T51" fmla="*/ 35 h 2298"/>
                  <a:gd name="T52" fmla="*/ 16 w 1077"/>
                  <a:gd name="T53" fmla="*/ 35 h 2298"/>
                  <a:gd name="T54" fmla="*/ 14 w 1077"/>
                  <a:gd name="T55" fmla="*/ 34 h 2298"/>
                  <a:gd name="T56" fmla="*/ 13 w 1077"/>
                  <a:gd name="T57" fmla="*/ 33 h 2298"/>
                  <a:gd name="T58" fmla="*/ 11 w 1077"/>
                  <a:gd name="T59" fmla="*/ 31 h 2298"/>
                  <a:gd name="T60" fmla="*/ 10 w 1077"/>
                  <a:gd name="T61" fmla="*/ 30 h 2298"/>
                  <a:gd name="T62" fmla="*/ 8 w 1077"/>
                  <a:gd name="T63" fmla="*/ 29 h 2298"/>
                  <a:gd name="T64" fmla="*/ 7 w 1077"/>
                  <a:gd name="T65" fmla="*/ 27 h 2298"/>
                  <a:gd name="T66" fmla="*/ 6 w 1077"/>
                  <a:gd name="T67" fmla="*/ 26 h 2298"/>
                  <a:gd name="T68" fmla="*/ 5 w 1077"/>
                  <a:gd name="T69" fmla="*/ 24 h 2298"/>
                  <a:gd name="T70" fmla="*/ 4 w 1077"/>
                  <a:gd name="T71" fmla="*/ 22 h 2298"/>
                  <a:gd name="T72" fmla="*/ 3 w 1077"/>
                  <a:gd name="T73" fmla="*/ 21 h 2298"/>
                  <a:gd name="T74" fmla="*/ 3 w 1077"/>
                  <a:gd name="T75" fmla="*/ 19 h 2298"/>
                  <a:gd name="T76" fmla="*/ 2 w 1077"/>
                  <a:gd name="T77" fmla="*/ 17 h 2298"/>
                  <a:gd name="T78" fmla="*/ 2 w 1077"/>
                  <a:gd name="T79" fmla="*/ 15 h 2298"/>
                  <a:gd name="T80" fmla="*/ 2 w 1077"/>
                  <a:gd name="T81" fmla="*/ 13 h 2298"/>
                  <a:gd name="T82" fmla="*/ 1 w 1077"/>
                  <a:gd name="T83" fmla="*/ 11 h 2298"/>
                  <a:gd name="T84" fmla="*/ 1 w 1077"/>
                  <a:gd name="T85" fmla="*/ 9 h 2298"/>
                  <a:gd name="T86" fmla="*/ 1 w 1077"/>
                  <a:gd name="T87" fmla="*/ 8 h 2298"/>
                  <a:gd name="T88" fmla="*/ 2 w 1077"/>
                  <a:gd name="T89" fmla="*/ 7 h 2298"/>
                  <a:gd name="T90" fmla="*/ 2 w 1077"/>
                  <a:gd name="T91" fmla="*/ 5 h 2298"/>
                  <a:gd name="T92" fmla="*/ 2 w 1077"/>
                  <a:gd name="T93" fmla="*/ 4 h 2298"/>
                  <a:gd name="T94" fmla="*/ 2 w 1077"/>
                  <a:gd name="T95" fmla="*/ 3 h 2298"/>
                  <a:gd name="T96" fmla="*/ 2 w 1077"/>
                  <a:gd name="T97" fmla="*/ 2 h 2298"/>
                  <a:gd name="T98" fmla="*/ 3 w 1077"/>
                  <a:gd name="T99" fmla="*/ 1 h 2298"/>
                  <a:gd name="T100" fmla="*/ 3 w 1077"/>
                  <a:gd name="T101" fmla="*/ 0 h 2298"/>
                  <a:gd name="T102" fmla="*/ 2 w 1077"/>
                  <a:gd name="T103" fmla="*/ 0 h 229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7"/>
                  <a:gd name="T157" fmla="*/ 0 h 2298"/>
                  <a:gd name="T158" fmla="*/ 1077 w 1077"/>
                  <a:gd name="T159" fmla="*/ 2298 h 229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7" h="2298">
                    <a:moveTo>
                      <a:pt x="105" y="0"/>
                    </a:moveTo>
                    <a:lnTo>
                      <a:pt x="93" y="37"/>
                    </a:lnTo>
                    <a:lnTo>
                      <a:pt x="80" y="74"/>
                    </a:lnTo>
                    <a:lnTo>
                      <a:pt x="70" y="112"/>
                    </a:lnTo>
                    <a:lnTo>
                      <a:pt x="60" y="150"/>
                    </a:lnTo>
                    <a:lnTo>
                      <a:pt x="51" y="188"/>
                    </a:lnTo>
                    <a:lnTo>
                      <a:pt x="42" y="226"/>
                    </a:lnTo>
                    <a:lnTo>
                      <a:pt x="34" y="266"/>
                    </a:lnTo>
                    <a:lnTo>
                      <a:pt x="27" y="304"/>
                    </a:lnTo>
                    <a:lnTo>
                      <a:pt x="21" y="343"/>
                    </a:lnTo>
                    <a:lnTo>
                      <a:pt x="16" y="383"/>
                    </a:lnTo>
                    <a:lnTo>
                      <a:pt x="10" y="423"/>
                    </a:lnTo>
                    <a:lnTo>
                      <a:pt x="7" y="463"/>
                    </a:lnTo>
                    <a:lnTo>
                      <a:pt x="4" y="503"/>
                    </a:lnTo>
                    <a:lnTo>
                      <a:pt x="2" y="544"/>
                    </a:lnTo>
                    <a:lnTo>
                      <a:pt x="0" y="584"/>
                    </a:lnTo>
                    <a:lnTo>
                      <a:pt x="0" y="626"/>
                    </a:lnTo>
                    <a:lnTo>
                      <a:pt x="1" y="693"/>
                    </a:lnTo>
                    <a:lnTo>
                      <a:pt x="4" y="759"/>
                    </a:lnTo>
                    <a:lnTo>
                      <a:pt x="10" y="824"/>
                    </a:lnTo>
                    <a:lnTo>
                      <a:pt x="19" y="890"/>
                    </a:lnTo>
                    <a:lnTo>
                      <a:pt x="29" y="954"/>
                    </a:lnTo>
                    <a:lnTo>
                      <a:pt x="41" y="1018"/>
                    </a:lnTo>
                    <a:lnTo>
                      <a:pt x="55" y="1082"/>
                    </a:lnTo>
                    <a:lnTo>
                      <a:pt x="71" y="1143"/>
                    </a:lnTo>
                    <a:lnTo>
                      <a:pt x="89" y="1204"/>
                    </a:lnTo>
                    <a:lnTo>
                      <a:pt x="110" y="1265"/>
                    </a:lnTo>
                    <a:lnTo>
                      <a:pt x="132" y="1325"/>
                    </a:lnTo>
                    <a:lnTo>
                      <a:pt x="155" y="1383"/>
                    </a:lnTo>
                    <a:lnTo>
                      <a:pt x="182" y="1441"/>
                    </a:lnTo>
                    <a:lnTo>
                      <a:pt x="209" y="1497"/>
                    </a:lnTo>
                    <a:lnTo>
                      <a:pt x="239" y="1552"/>
                    </a:lnTo>
                    <a:lnTo>
                      <a:pt x="270" y="1607"/>
                    </a:lnTo>
                    <a:lnTo>
                      <a:pt x="303" y="1661"/>
                    </a:lnTo>
                    <a:lnTo>
                      <a:pt x="338" y="1712"/>
                    </a:lnTo>
                    <a:lnTo>
                      <a:pt x="374" y="1763"/>
                    </a:lnTo>
                    <a:lnTo>
                      <a:pt x="412" y="1813"/>
                    </a:lnTo>
                    <a:lnTo>
                      <a:pt x="451" y="1861"/>
                    </a:lnTo>
                    <a:lnTo>
                      <a:pt x="493" y="1908"/>
                    </a:lnTo>
                    <a:lnTo>
                      <a:pt x="535" y="1953"/>
                    </a:lnTo>
                    <a:lnTo>
                      <a:pt x="579" y="1998"/>
                    </a:lnTo>
                    <a:lnTo>
                      <a:pt x="624" y="2040"/>
                    </a:lnTo>
                    <a:lnTo>
                      <a:pt x="671" y="2082"/>
                    </a:lnTo>
                    <a:lnTo>
                      <a:pt x="719" y="2122"/>
                    </a:lnTo>
                    <a:lnTo>
                      <a:pt x="768" y="2160"/>
                    </a:lnTo>
                    <a:lnTo>
                      <a:pt x="819" y="2197"/>
                    </a:lnTo>
                    <a:lnTo>
                      <a:pt x="871" y="2232"/>
                    </a:lnTo>
                    <a:lnTo>
                      <a:pt x="923" y="2265"/>
                    </a:lnTo>
                    <a:lnTo>
                      <a:pt x="978" y="2298"/>
                    </a:lnTo>
                    <a:lnTo>
                      <a:pt x="1003" y="2285"/>
                    </a:lnTo>
                    <a:lnTo>
                      <a:pt x="1028" y="2272"/>
                    </a:lnTo>
                    <a:lnTo>
                      <a:pt x="1053" y="2260"/>
                    </a:lnTo>
                    <a:lnTo>
                      <a:pt x="1077" y="2247"/>
                    </a:lnTo>
                    <a:lnTo>
                      <a:pt x="1023" y="2218"/>
                    </a:lnTo>
                    <a:lnTo>
                      <a:pt x="970" y="2186"/>
                    </a:lnTo>
                    <a:lnTo>
                      <a:pt x="917" y="2154"/>
                    </a:lnTo>
                    <a:lnTo>
                      <a:pt x="867" y="2118"/>
                    </a:lnTo>
                    <a:lnTo>
                      <a:pt x="817" y="2083"/>
                    </a:lnTo>
                    <a:lnTo>
                      <a:pt x="768" y="2044"/>
                    </a:lnTo>
                    <a:lnTo>
                      <a:pt x="722" y="2005"/>
                    </a:lnTo>
                    <a:lnTo>
                      <a:pt x="676" y="1964"/>
                    </a:lnTo>
                    <a:lnTo>
                      <a:pt x="632" y="1922"/>
                    </a:lnTo>
                    <a:lnTo>
                      <a:pt x="589" y="1878"/>
                    </a:lnTo>
                    <a:lnTo>
                      <a:pt x="547" y="1833"/>
                    </a:lnTo>
                    <a:lnTo>
                      <a:pt x="508" y="1786"/>
                    </a:lnTo>
                    <a:lnTo>
                      <a:pt x="469" y="1738"/>
                    </a:lnTo>
                    <a:lnTo>
                      <a:pt x="433" y="1689"/>
                    </a:lnTo>
                    <a:lnTo>
                      <a:pt x="398" y="1638"/>
                    </a:lnTo>
                    <a:lnTo>
                      <a:pt x="365" y="1587"/>
                    </a:lnTo>
                    <a:lnTo>
                      <a:pt x="333" y="1533"/>
                    </a:lnTo>
                    <a:lnTo>
                      <a:pt x="303" y="1479"/>
                    </a:lnTo>
                    <a:lnTo>
                      <a:pt x="275" y="1425"/>
                    </a:lnTo>
                    <a:lnTo>
                      <a:pt x="249" y="1368"/>
                    </a:lnTo>
                    <a:lnTo>
                      <a:pt x="224" y="1311"/>
                    </a:lnTo>
                    <a:lnTo>
                      <a:pt x="202" y="1253"/>
                    </a:lnTo>
                    <a:lnTo>
                      <a:pt x="182" y="1194"/>
                    </a:lnTo>
                    <a:lnTo>
                      <a:pt x="163" y="1133"/>
                    </a:lnTo>
                    <a:lnTo>
                      <a:pt x="147" y="1072"/>
                    </a:lnTo>
                    <a:lnTo>
                      <a:pt x="132" y="1011"/>
                    </a:lnTo>
                    <a:lnTo>
                      <a:pt x="120" y="949"/>
                    </a:lnTo>
                    <a:lnTo>
                      <a:pt x="110" y="885"/>
                    </a:lnTo>
                    <a:lnTo>
                      <a:pt x="102" y="821"/>
                    </a:lnTo>
                    <a:lnTo>
                      <a:pt x="97" y="757"/>
                    </a:lnTo>
                    <a:lnTo>
                      <a:pt x="93" y="692"/>
                    </a:lnTo>
                    <a:lnTo>
                      <a:pt x="91" y="626"/>
                    </a:lnTo>
                    <a:lnTo>
                      <a:pt x="93" y="585"/>
                    </a:lnTo>
                    <a:lnTo>
                      <a:pt x="94" y="545"/>
                    </a:lnTo>
                    <a:lnTo>
                      <a:pt x="96" y="504"/>
                    </a:lnTo>
                    <a:lnTo>
                      <a:pt x="99" y="465"/>
                    </a:lnTo>
                    <a:lnTo>
                      <a:pt x="103" y="425"/>
                    </a:lnTo>
                    <a:lnTo>
                      <a:pt x="108" y="386"/>
                    </a:lnTo>
                    <a:lnTo>
                      <a:pt x="113" y="347"/>
                    </a:lnTo>
                    <a:lnTo>
                      <a:pt x="119" y="307"/>
                    </a:lnTo>
                    <a:lnTo>
                      <a:pt x="127" y="269"/>
                    </a:lnTo>
                    <a:lnTo>
                      <a:pt x="135" y="230"/>
                    </a:lnTo>
                    <a:lnTo>
                      <a:pt x="143" y="193"/>
                    </a:lnTo>
                    <a:lnTo>
                      <a:pt x="153" y="155"/>
                    </a:lnTo>
                    <a:lnTo>
                      <a:pt x="163" y="118"/>
                    </a:lnTo>
                    <a:lnTo>
                      <a:pt x="175" y="80"/>
                    </a:lnTo>
                    <a:lnTo>
                      <a:pt x="187" y="44"/>
                    </a:lnTo>
                    <a:lnTo>
                      <a:pt x="199" y="7"/>
                    </a:lnTo>
                    <a:lnTo>
                      <a:pt x="176" y="5"/>
                    </a:lnTo>
                    <a:lnTo>
                      <a:pt x="152" y="3"/>
                    </a:lnTo>
                    <a:lnTo>
                      <a:pt x="129" y="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C3C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8" name="Freeform 413"/>
              <p:cNvSpPr>
                <a:spLocks/>
              </p:cNvSpPr>
              <p:nvPr/>
            </p:nvSpPr>
            <p:spPr bwMode="auto">
              <a:xfrm>
                <a:off x="2941" y="1534"/>
                <a:ext cx="135" cy="283"/>
              </a:xfrm>
              <a:custGeom>
                <a:avLst/>
                <a:gdLst>
                  <a:gd name="T0" fmla="*/ 2 w 1079"/>
                  <a:gd name="T1" fmla="*/ 1 h 2269"/>
                  <a:gd name="T2" fmla="*/ 1 w 1079"/>
                  <a:gd name="T3" fmla="*/ 2 h 2269"/>
                  <a:gd name="T4" fmla="*/ 1 w 1079"/>
                  <a:gd name="T5" fmla="*/ 3 h 2269"/>
                  <a:gd name="T6" fmla="*/ 1 w 1079"/>
                  <a:gd name="T7" fmla="*/ 4 h 2269"/>
                  <a:gd name="T8" fmla="*/ 0 w 1079"/>
                  <a:gd name="T9" fmla="*/ 5 h 2269"/>
                  <a:gd name="T10" fmla="*/ 0 w 1079"/>
                  <a:gd name="T11" fmla="*/ 6 h 2269"/>
                  <a:gd name="T12" fmla="*/ 0 w 1079"/>
                  <a:gd name="T13" fmla="*/ 8 h 2269"/>
                  <a:gd name="T14" fmla="*/ 0 w 1079"/>
                  <a:gd name="T15" fmla="*/ 9 h 2269"/>
                  <a:gd name="T16" fmla="*/ 0 w 1079"/>
                  <a:gd name="T17" fmla="*/ 11 h 2269"/>
                  <a:gd name="T18" fmla="*/ 0 w 1079"/>
                  <a:gd name="T19" fmla="*/ 13 h 2269"/>
                  <a:gd name="T20" fmla="*/ 1 w 1079"/>
                  <a:gd name="T21" fmla="*/ 15 h 2269"/>
                  <a:gd name="T22" fmla="*/ 1 w 1079"/>
                  <a:gd name="T23" fmla="*/ 17 h 2269"/>
                  <a:gd name="T24" fmla="*/ 1 w 1079"/>
                  <a:gd name="T25" fmla="*/ 19 h 2269"/>
                  <a:gd name="T26" fmla="*/ 2 w 1079"/>
                  <a:gd name="T27" fmla="*/ 20 h 2269"/>
                  <a:gd name="T28" fmla="*/ 3 w 1079"/>
                  <a:gd name="T29" fmla="*/ 22 h 2269"/>
                  <a:gd name="T30" fmla="*/ 4 w 1079"/>
                  <a:gd name="T31" fmla="*/ 24 h 2269"/>
                  <a:gd name="T32" fmla="*/ 5 w 1079"/>
                  <a:gd name="T33" fmla="*/ 26 h 2269"/>
                  <a:gd name="T34" fmla="*/ 6 w 1079"/>
                  <a:gd name="T35" fmla="*/ 27 h 2269"/>
                  <a:gd name="T36" fmla="*/ 7 w 1079"/>
                  <a:gd name="T37" fmla="*/ 29 h 2269"/>
                  <a:gd name="T38" fmla="*/ 8 w 1079"/>
                  <a:gd name="T39" fmla="*/ 30 h 2269"/>
                  <a:gd name="T40" fmla="*/ 10 w 1079"/>
                  <a:gd name="T41" fmla="*/ 31 h 2269"/>
                  <a:gd name="T42" fmla="*/ 11 w 1079"/>
                  <a:gd name="T43" fmla="*/ 33 h 2269"/>
                  <a:gd name="T44" fmla="*/ 13 w 1079"/>
                  <a:gd name="T45" fmla="*/ 34 h 2269"/>
                  <a:gd name="T46" fmla="*/ 15 w 1079"/>
                  <a:gd name="T47" fmla="*/ 35 h 2269"/>
                  <a:gd name="T48" fmla="*/ 16 w 1079"/>
                  <a:gd name="T49" fmla="*/ 35 h 2269"/>
                  <a:gd name="T50" fmla="*/ 17 w 1079"/>
                  <a:gd name="T51" fmla="*/ 35 h 2269"/>
                  <a:gd name="T52" fmla="*/ 16 w 1079"/>
                  <a:gd name="T53" fmla="*/ 34 h 2269"/>
                  <a:gd name="T54" fmla="*/ 14 w 1079"/>
                  <a:gd name="T55" fmla="*/ 33 h 2269"/>
                  <a:gd name="T56" fmla="*/ 13 w 1079"/>
                  <a:gd name="T57" fmla="*/ 32 h 2269"/>
                  <a:gd name="T58" fmla="*/ 11 w 1079"/>
                  <a:gd name="T59" fmla="*/ 31 h 2269"/>
                  <a:gd name="T60" fmla="*/ 10 w 1079"/>
                  <a:gd name="T61" fmla="*/ 30 h 2269"/>
                  <a:gd name="T62" fmla="*/ 9 w 1079"/>
                  <a:gd name="T63" fmla="*/ 28 h 2269"/>
                  <a:gd name="T64" fmla="*/ 7 w 1079"/>
                  <a:gd name="T65" fmla="*/ 27 h 2269"/>
                  <a:gd name="T66" fmla="*/ 6 w 1079"/>
                  <a:gd name="T67" fmla="*/ 25 h 2269"/>
                  <a:gd name="T68" fmla="*/ 5 w 1079"/>
                  <a:gd name="T69" fmla="*/ 24 h 2269"/>
                  <a:gd name="T70" fmla="*/ 4 w 1079"/>
                  <a:gd name="T71" fmla="*/ 22 h 2269"/>
                  <a:gd name="T72" fmla="*/ 4 w 1079"/>
                  <a:gd name="T73" fmla="*/ 20 h 2269"/>
                  <a:gd name="T74" fmla="*/ 3 w 1079"/>
                  <a:gd name="T75" fmla="*/ 18 h 2269"/>
                  <a:gd name="T76" fmla="*/ 2 w 1079"/>
                  <a:gd name="T77" fmla="*/ 17 h 2269"/>
                  <a:gd name="T78" fmla="*/ 2 w 1079"/>
                  <a:gd name="T79" fmla="*/ 15 h 2269"/>
                  <a:gd name="T80" fmla="*/ 2 w 1079"/>
                  <a:gd name="T81" fmla="*/ 13 h 2269"/>
                  <a:gd name="T82" fmla="*/ 2 w 1079"/>
                  <a:gd name="T83" fmla="*/ 11 h 2269"/>
                  <a:gd name="T84" fmla="*/ 2 w 1079"/>
                  <a:gd name="T85" fmla="*/ 9 h 2269"/>
                  <a:gd name="T86" fmla="*/ 2 w 1079"/>
                  <a:gd name="T87" fmla="*/ 8 h 2269"/>
                  <a:gd name="T88" fmla="*/ 2 w 1079"/>
                  <a:gd name="T89" fmla="*/ 7 h 2269"/>
                  <a:gd name="T90" fmla="*/ 2 w 1079"/>
                  <a:gd name="T91" fmla="*/ 5 h 2269"/>
                  <a:gd name="T92" fmla="*/ 2 w 1079"/>
                  <a:gd name="T93" fmla="*/ 4 h 2269"/>
                  <a:gd name="T94" fmla="*/ 2 w 1079"/>
                  <a:gd name="T95" fmla="*/ 3 h 2269"/>
                  <a:gd name="T96" fmla="*/ 3 w 1079"/>
                  <a:gd name="T97" fmla="*/ 2 h 2269"/>
                  <a:gd name="T98" fmla="*/ 3 w 1079"/>
                  <a:gd name="T99" fmla="*/ 1 h 2269"/>
                  <a:gd name="T100" fmla="*/ 3 w 1079"/>
                  <a:gd name="T101" fmla="*/ 0 h 2269"/>
                  <a:gd name="T102" fmla="*/ 2 w 1079"/>
                  <a:gd name="T103" fmla="*/ 0 h 226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9"/>
                  <a:gd name="T157" fmla="*/ 0 h 2269"/>
                  <a:gd name="T158" fmla="*/ 1079 w 1079"/>
                  <a:gd name="T159" fmla="*/ 2269 h 2269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9" h="2269">
                    <a:moveTo>
                      <a:pt x="106" y="0"/>
                    </a:moveTo>
                    <a:lnTo>
                      <a:pt x="93" y="37"/>
                    </a:lnTo>
                    <a:lnTo>
                      <a:pt x="82" y="74"/>
                    </a:lnTo>
                    <a:lnTo>
                      <a:pt x="71" y="112"/>
                    </a:lnTo>
                    <a:lnTo>
                      <a:pt x="61" y="149"/>
                    </a:lnTo>
                    <a:lnTo>
                      <a:pt x="51" y="187"/>
                    </a:lnTo>
                    <a:lnTo>
                      <a:pt x="42" y="225"/>
                    </a:lnTo>
                    <a:lnTo>
                      <a:pt x="34" y="264"/>
                    </a:lnTo>
                    <a:lnTo>
                      <a:pt x="27" y="303"/>
                    </a:lnTo>
                    <a:lnTo>
                      <a:pt x="21" y="341"/>
                    </a:lnTo>
                    <a:lnTo>
                      <a:pt x="15" y="381"/>
                    </a:lnTo>
                    <a:lnTo>
                      <a:pt x="11" y="420"/>
                    </a:lnTo>
                    <a:lnTo>
                      <a:pt x="7" y="461"/>
                    </a:lnTo>
                    <a:lnTo>
                      <a:pt x="4" y="501"/>
                    </a:lnTo>
                    <a:lnTo>
                      <a:pt x="2" y="541"/>
                    </a:lnTo>
                    <a:lnTo>
                      <a:pt x="0" y="581"/>
                    </a:lnTo>
                    <a:lnTo>
                      <a:pt x="0" y="623"/>
                    </a:lnTo>
                    <a:lnTo>
                      <a:pt x="1" y="689"/>
                    </a:lnTo>
                    <a:lnTo>
                      <a:pt x="5" y="755"/>
                    </a:lnTo>
                    <a:lnTo>
                      <a:pt x="10" y="820"/>
                    </a:lnTo>
                    <a:lnTo>
                      <a:pt x="18" y="885"/>
                    </a:lnTo>
                    <a:lnTo>
                      <a:pt x="28" y="949"/>
                    </a:lnTo>
                    <a:lnTo>
                      <a:pt x="40" y="1012"/>
                    </a:lnTo>
                    <a:lnTo>
                      <a:pt x="55" y="1075"/>
                    </a:lnTo>
                    <a:lnTo>
                      <a:pt x="71" y="1135"/>
                    </a:lnTo>
                    <a:lnTo>
                      <a:pt x="89" y="1196"/>
                    </a:lnTo>
                    <a:lnTo>
                      <a:pt x="110" y="1256"/>
                    </a:lnTo>
                    <a:lnTo>
                      <a:pt x="133" y="1316"/>
                    </a:lnTo>
                    <a:lnTo>
                      <a:pt x="156" y="1373"/>
                    </a:lnTo>
                    <a:lnTo>
                      <a:pt x="182" y="1430"/>
                    </a:lnTo>
                    <a:lnTo>
                      <a:pt x="211" y="1486"/>
                    </a:lnTo>
                    <a:lnTo>
                      <a:pt x="240" y="1540"/>
                    </a:lnTo>
                    <a:lnTo>
                      <a:pt x="271" y="1594"/>
                    </a:lnTo>
                    <a:lnTo>
                      <a:pt x="305" y="1647"/>
                    </a:lnTo>
                    <a:lnTo>
                      <a:pt x="339" y="1698"/>
                    </a:lnTo>
                    <a:lnTo>
                      <a:pt x="376" y="1748"/>
                    </a:lnTo>
                    <a:lnTo>
                      <a:pt x="414" y="1797"/>
                    </a:lnTo>
                    <a:lnTo>
                      <a:pt x="454" y="1844"/>
                    </a:lnTo>
                    <a:lnTo>
                      <a:pt x="495" y="1891"/>
                    </a:lnTo>
                    <a:lnTo>
                      <a:pt x="538" y="1935"/>
                    </a:lnTo>
                    <a:lnTo>
                      <a:pt x="581" y="1979"/>
                    </a:lnTo>
                    <a:lnTo>
                      <a:pt x="627" y="2020"/>
                    </a:lnTo>
                    <a:lnTo>
                      <a:pt x="674" y="2061"/>
                    </a:lnTo>
                    <a:lnTo>
                      <a:pt x="722" y="2100"/>
                    </a:lnTo>
                    <a:lnTo>
                      <a:pt x="772" y="2137"/>
                    </a:lnTo>
                    <a:lnTo>
                      <a:pt x="823" y="2173"/>
                    </a:lnTo>
                    <a:lnTo>
                      <a:pt x="874" y="2207"/>
                    </a:lnTo>
                    <a:lnTo>
                      <a:pt x="928" y="2239"/>
                    </a:lnTo>
                    <a:lnTo>
                      <a:pt x="982" y="2269"/>
                    </a:lnTo>
                    <a:lnTo>
                      <a:pt x="1007" y="2257"/>
                    </a:lnTo>
                    <a:lnTo>
                      <a:pt x="1031" y="2244"/>
                    </a:lnTo>
                    <a:lnTo>
                      <a:pt x="1055" y="2231"/>
                    </a:lnTo>
                    <a:lnTo>
                      <a:pt x="1079" y="2217"/>
                    </a:lnTo>
                    <a:lnTo>
                      <a:pt x="1024" y="2188"/>
                    </a:lnTo>
                    <a:lnTo>
                      <a:pt x="972" y="2159"/>
                    </a:lnTo>
                    <a:lnTo>
                      <a:pt x="919" y="2127"/>
                    </a:lnTo>
                    <a:lnTo>
                      <a:pt x="868" y="2093"/>
                    </a:lnTo>
                    <a:lnTo>
                      <a:pt x="819" y="2058"/>
                    </a:lnTo>
                    <a:lnTo>
                      <a:pt x="770" y="2021"/>
                    </a:lnTo>
                    <a:lnTo>
                      <a:pt x="723" y="1983"/>
                    </a:lnTo>
                    <a:lnTo>
                      <a:pt x="678" y="1943"/>
                    </a:lnTo>
                    <a:lnTo>
                      <a:pt x="633" y="1902"/>
                    </a:lnTo>
                    <a:lnTo>
                      <a:pt x="591" y="1858"/>
                    </a:lnTo>
                    <a:lnTo>
                      <a:pt x="549" y="1814"/>
                    </a:lnTo>
                    <a:lnTo>
                      <a:pt x="510" y="1768"/>
                    </a:lnTo>
                    <a:lnTo>
                      <a:pt x="471" y="1722"/>
                    </a:lnTo>
                    <a:lnTo>
                      <a:pt x="435" y="1673"/>
                    </a:lnTo>
                    <a:lnTo>
                      <a:pt x="399" y="1623"/>
                    </a:lnTo>
                    <a:lnTo>
                      <a:pt x="366" y="1573"/>
                    </a:lnTo>
                    <a:lnTo>
                      <a:pt x="334" y="1520"/>
                    </a:lnTo>
                    <a:lnTo>
                      <a:pt x="304" y="1466"/>
                    </a:lnTo>
                    <a:lnTo>
                      <a:pt x="275" y="1413"/>
                    </a:lnTo>
                    <a:lnTo>
                      <a:pt x="249" y="1357"/>
                    </a:lnTo>
                    <a:lnTo>
                      <a:pt x="225" y="1300"/>
                    </a:lnTo>
                    <a:lnTo>
                      <a:pt x="203" y="1243"/>
                    </a:lnTo>
                    <a:lnTo>
                      <a:pt x="182" y="1185"/>
                    </a:lnTo>
                    <a:lnTo>
                      <a:pt x="163" y="1125"/>
                    </a:lnTo>
                    <a:lnTo>
                      <a:pt x="147" y="1065"/>
                    </a:lnTo>
                    <a:lnTo>
                      <a:pt x="133" y="1004"/>
                    </a:lnTo>
                    <a:lnTo>
                      <a:pt x="119" y="942"/>
                    </a:lnTo>
                    <a:lnTo>
                      <a:pt x="109" y="880"/>
                    </a:lnTo>
                    <a:lnTo>
                      <a:pt x="101" y="816"/>
                    </a:lnTo>
                    <a:lnTo>
                      <a:pt x="96" y="753"/>
                    </a:lnTo>
                    <a:lnTo>
                      <a:pt x="92" y="688"/>
                    </a:lnTo>
                    <a:lnTo>
                      <a:pt x="91" y="623"/>
                    </a:lnTo>
                    <a:lnTo>
                      <a:pt x="92" y="582"/>
                    </a:lnTo>
                    <a:lnTo>
                      <a:pt x="93" y="542"/>
                    </a:lnTo>
                    <a:lnTo>
                      <a:pt x="95" y="502"/>
                    </a:lnTo>
                    <a:lnTo>
                      <a:pt x="98" y="463"/>
                    </a:lnTo>
                    <a:lnTo>
                      <a:pt x="102" y="423"/>
                    </a:lnTo>
                    <a:lnTo>
                      <a:pt x="107" y="384"/>
                    </a:lnTo>
                    <a:lnTo>
                      <a:pt x="112" y="346"/>
                    </a:lnTo>
                    <a:lnTo>
                      <a:pt x="119" y="307"/>
                    </a:lnTo>
                    <a:lnTo>
                      <a:pt x="127" y="269"/>
                    </a:lnTo>
                    <a:lnTo>
                      <a:pt x="135" y="230"/>
                    </a:lnTo>
                    <a:lnTo>
                      <a:pt x="144" y="193"/>
                    </a:lnTo>
                    <a:lnTo>
                      <a:pt x="153" y="155"/>
                    </a:lnTo>
                    <a:lnTo>
                      <a:pt x="164" y="118"/>
                    </a:lnTo>
                    <a:lnTo>
                      <a:pt x="175" y="81"/>
                    </a:lnTo>
                    <a:lnTo>
                      <a:pt x="187" y="45"/>
                    </a:lnTo>
                    <a:lnTo>
                      <a:pt x="199" y="9"/>
                    </a:lnTo>
                    <a:lnTo>
                      <a:pt x="176" y="6"/>
                    </a:lnTo>
                    <a:lnTo>
                      <a:pt x="153" y="4"/>
                    </a:lnTo>
                    <a:lnTo>
                      <a:pt x="130" y="2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C5CD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9" name="Freeform 414"/>
              <p:cNvSpPr>
                <a:spLocks/>
              </p:cNvSpPr>
              <p:nvPr/>
            </p:nvSpPr>
            <p:spPr bwMode="auto">
              <a:xfrm>
                <a:off x="2947" y="1534"/>
                <a:ext cx="135" cy="280"/>
              </a:xfrm>
              <a:custGeom>
                <a:avLst/>
                <a:gdLst>
                  <a:gd name="T0" fmla="*/ 1 w 1081"/>
                  <a:gd name="T1" fmla="*/ 1 h 2240"/>
                  <a:gd name="T2" fmla="*/ 1 w 1081"/>
                  <a:gd name="T3" fmla="*/ 2 h 2240"/>
                  <a:gd name="T4" fmla="*/ 1 w 1081"/>
                  <a:gd name="T5" fmla="*/ 3 h 2240"/>
                  <a:gd name="T6" fmla="*/ 0 w 1081"/>
                  <a:gd name="T7" fmla="*/ 4 h 2240"/>
                  <a:gd name="T8" fmla="*/ 0 w 1081"/>
                  <a:gd name="T9" fmla="*/ 5 h 2240"/>
                  <a:gd name="T10" fmla="*/ 0 w 1081"/>
                  <a:gd name="T11" fmla="*/ 6 h 2240"/>
                  <a:gd name="T12" fmla="*/ 0 w 1081"/>
                  <a:gd name="T13" fmla="*/ 8 h 2240"/>
                  <a:gd name="T14" fmla="*/ 0 w 1081"/>
                  <a:gd name="T15" fmla="*/ 9 h 2240"/>
                  <a:gd name="T16" fmla="*/ 0 w 1081"/>
                  <a:gd name="T17" fmla="*/ 11 h 2240"/>
                  <a:gd name="T18" fmla="*/ 0 w 1081"/>
                  <a:gd name="T19" fmla="*/ 13 h 2240"/>
                  <a:gd name="T20" fmla="*/ 0 w 1081"/>
                  <a:gd name="T21" fmla="*/ 15 h 2240"/>
                  <a:gd name="T22" fmla="*/ 1 w 1081"/>
                  <a:gd name="T23" fmla="*/ 17 h 2240"/>
                  <a:gd name="T24" fmla="*/ 1 w 1081"/>
                  <a:gd name="T25" fmla="*/ 18 h 2240"/>
                  <a:gd name="T26" fmla="*/ 2 w 1081"/>
                  <a:gd name="T27" fmla="*/ 20 h 2240"/>
                  <a:gd name="T28" fmla="*/ 3 w 1081"/>
                  <a:gd name="T29" fmla="*/ 22 h 2240"/>
                  <a:gd name="T30" fmla="*/ 4 w 1081"/>
                  <a:gd name="T31" fmla="*/ 24 h 2240"/>
                  <a:gd name="T32" fmla="*/ 5 w 1081"/>
                  <a:gd name="T33" fmla="*/ 25 h 2240"/>
                  <a:gd name="T34" fmla="*/ 6 w 1081"/>
                  <a:gd name="T35" fmla="*/ 27 h 2240"/>
                  <a:gd name="T36" fmla="*/ 7 w 1081"/>
                  <a:gd name="T37" fmla="*/ 28 h 2240"/>
                  <a:gd name="T38" fmla="*/ 8 w 1081"/>
                  <a:gd name="T39" fmla="*/ 30 h 2240"/>
                  <a:gd name="T40" fmla="*/ 10 w 1081"/>
                  <a:gd name="T41" fmla="*/ 31 h 2240"/>
                  <a:gd name="T42" fmla="*/ 11 w 1081"/>
                  <a:gd name="T43" fmla="*/ 33 h 2240"/>
                  <a:gd name="T44" fmla="*/ 13 w 1081"/>
                  <a:gd name="T45" fmla="*/ 34 h 2240"/>
                  <a:gd name="T46" fmla="*/ 14 w 1081"/>
                  <a:gd name="T47" fmla="*/ 35 h 2240"/>
                  <a:gd name="T48" fmla="*/ 16 w 1081"/>
                  <a:gd name="T49" fmla="*/ 35 h 2240"/>
                  <a:gd name="T50" fmla="*/ 16 w 1081"/>
                  <a:gd name="T51" fmla="*/ 34 h 2240"/>
                  <a:gd name="T52" fmla="*/ 16 w 1081"/>
                  <a:gd name="T53" fmla="*/ 34 h 2240"/>
                  <a:gd name="T54" fmla="*/ 14 w 1081"/>
                  <a:gd name="T55" fmla="*/ 33 h 2240"/>
                  <a:gd name="T56" fmla="*/ 13 w 1081"/>
                  <a:gd name="T57" fmla="*/ 32 h 2240"/>
                  <a:gd name="T58" fmla="*/ 11 w 1081"/>
                  <a:gd name="T59" fmla="*/ 31 h 2240"/>
                  <a:gd name="T60" fmla="*/ 10 w 1081"/>
                  <a:gd name="T61" fmla="*/ 29 h 2240"/>
                  <a:gd name="T62" fmla="*/ 9 w 1081"/>
                  <a:gd name="T63" fmla="*/ 28 h 2240"/>
                  <a:gd name="T64" fmla="*/ 7 w 1081"/>
                  <a:gd name="T65" fmla="*/ 27 h 2240"/>
                  <a:gd name="T66" fmla="*/ 6 w 1081"/>
                  <a:gd name="T67" fmla="*/ 25 h 2240"/>
                  <a:gd name="T68" fmla="*/ 5 w 1081"/>
                  <a:gd name="T69" fmla="*/ 23 h 2240"/>
                  <a:gd name="T70" fmla="*/ 4 w 1081"/>
                  <a:gd name="T71" fmla="*/ 22 h 2240"/>
                  <a:gd name="T72" fmla="*/ 3 w 1081"/>
                  <a:gd name="T73" fmla="*/ 20 h 2240"/>
                  <a:gd name="T74" fmla="*/ 3 w 1081"/>
                  <a:gd name="T75" fmla="*/ 18 h 2240"/>
                  <a:gd name="T76" fmla="*/ 2 w 1081"/>
                  <a:gd name="T77" fmla="*/ 17 h 2240"/>
                  <a:gd name="T78" fmla="*/ 2 w 1081"/>
                  <a:gd name="T79" fmla="*/ 15 h 2240"/>
                  <a:gd name="T80" fmla="*/ 2 w 1081"/>
                  <a:gd name="T81" fmla="*/ 13 h 2240"/>
                  <a:gd name="T82" fmla="*/ 1 w 1081"/>
                  <a:gd name="T83" fmla="*/ 11 h 2240"/>
                  <a:gd name="T84" fmla="*/ 1 w 1081"/>
                  <a:gd name="T85" fmla="*/ 9 h 2240"/>
                  <a:gd name="T86" fmla="*/ 1 w 1081"/>
                  <a:gd name="T87" fmla="*/ 8 h 2240"/>
                  <a:gd name="T88" fmla="*/ 2 w 1081"/>
                  <a:gd name="T89" fmla="*/ 7 h 2240"/>
                  <a:gd name="T90" fmla="*/ 2 w 1081"/>
                  <a:gd name="T91" fmla="*/ 5 h 2240"/>
                  <a:gd name="T92" fmla="*/ 2 w 1081"/>
                  <a:gd name="T93" fmla="*/ 4 h 2240"/>
                  <a:gd name="T94" fmla="*/ 2 w 1081"/>
                  <a:gd name="T95" fmla="*/ 3 h 2240"/>
                  <a:gd name="T96" fmla="*/ 3 w 1081"/>
                  <a:gd name="T97" fmla="*/ 2 h 2240"/>
                  <a:gd name="T98" fmla="*/ 3 w 1081"/>
                  <a:gd name="T99" fmla="*/ 1 h 2240"/>
                  <a:gd name="T100" fmla="*/ 3 w 1081"/>
                  <a:gd name="T101" fmla="*/ 0 h 2240"/>
                  <a:gd name="T102" fmla="*/ 2 w 1081"/>
                  <a:gd name="T103" fmla="*/ 0 h 224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1"/>
                  <a:gd name="T157" fmla="*/ 0 h 2240"/>
                  <a:gd name="T158" fmla="*/ 1081 w 1081"/>
                  <a:gd name="T159" fmla="*/ 2240 h 224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1" h="2240">
                    <a:moveTo>
                      <a:pt x="108" y="0"/>
                    </a:moveTo>
                    <a:lnTo>
                      <a:pt x="96" y="37"/>
                    </a:lnTo>
                    <a:lnTo>
                      <a:pt x="84" y="73"/>
                    </a:lnTo>
                    <a:lnTo>
                      <a:pt x="72" y="111"/>
                    </a:lnTo>
                    <a:lnTo>
                      <a:pt x="62" y="148"/>
                    </a:lnTo>
                    <a:lnTo>
                      <a:pt x="52" y="186"/>
                    </a:lnTo>
                    <a:lnTo>
                      <a:pt x="44" y="223"/>
                    </a:lnTo>
                    <a:lnTo>
                      <a:pt x="36" y="262"/>
                    </a:lnTo>
                    <a:lnTo>
                      <a:pt x="28" y="300"/>
                    </a:lnTo>
                    <a:lnTo>
                      <a:pt x="22" y="340"/>
                    </a:lnTo>
                    <a:lnTo>
                      <a:pt x="17" y="379"/>
                    </a:lnTo>
                    <a:lnTo>
                      <a:pt x="12" y="418"/>
                    </a:lnTo>
                    <a:lnTo>
                      <a:pt x="8" y="458"/>
                    </a:lnTo>
                    <a:lnTo>
                      <a:pt x="5" y="497"/>
                    </a:lnTo>
                    <a:lnTo>
                      <a:pt x="3" y="538"/>
                    </a:lnTo>
                    <a:lnTo>
                      <a:pt x="2" y="578"/>
                    </a:lnTo>
                    <a:lnTo>
                      <a:pt x="0" y="619"/>
                    </a:lnTo>
                    <a:lnTo>
                      <a:pt x="2" y="685"/>
                    </a:lnTo>
                    <a:lnTo>
                      <a:pt x="6" y="750"/>
                    </a:lnTo>
                    <a:lnTo>
                      <a:pt x="11" y="814"/>
                    </a:lnTo>
                    <a:lnTo>
                      <a:pt x="19" y="878"/>
                    </a:lnTo>
                    <a:lnTo>
                      <a:pt x="29" y="942"/>
                    </a:lnTo>
                    <a:lnTo>
                      <a:pt x="41" y="1004"/>
                    </a:lnTo>
                    <a:lnTo>
                      <a:pt x="56" y="1065"/>
                    </a:lnTo>
                    <a:lnTo>
                      <a:pt x="72" y="1126"/>
                    </a:lnTo>
                    <a:lnTo>
                      <a:pt x="91" y="1187"/>
                    </a:lnTo>
                    <a:lnTo>
                      <a:pt x="111" y="1246"/>
                    </a:lnTo>
                    <a:lnTo>
                      <a:pt x="133" y="1304"/>
                    </a:lnTo>
                    <a:lnTo>
                      <a:pt x="158" y="1361"/>
                    </a:lnTo>
                    <a:lnTo>
                      <a:pt x="184" y="1418"/>
                    </a:lnTo>
                    <a:lnTo>
                      <a:pt x="212" y="1472"/>
                    </a:lnTo>
                    <a:lnTo>
                      <a:pt x="242" y="1526"/>
                    </a:lnTo>
                    <a:lnTo>
                      <a:pt x="274" y="1580"/>
                    </a:lnTo>
                    <a:lnTo>
                      <a:pt x="307" y="1631"/>
                    </a:lnTo>
                    <a:lnTo>
                      <a:pt x="342" y="1682"/>
                    </a:lnTo>
                    <a:lnTo>
                      <a:pt x="378" y="1731"/>
                    </a:lnTo>
                    <a:lnTo>
                      <a:pt x="417" y="1779"/>
                    </a:lnTo>
                    <a:lnTo>
                      <a:pt x="456" y="1826"/>
                    </a:lnTo>
                    <a:lnTo>
                      <a:pt x="498" y="1871"/>
                    </a:lnTo>
                    <a:lnTo>
                      <a:pt x="541" y="1915"/>
                    </a:lnTo>
                    <a:lnTo>
                      <a:pt x="585" y="1957"/>
                    </a:lnTo>
                    <a:lnTo>
                      <a:pt x="631" y="1998"/>
                    </a:lnTo>
                    <a:lnTo>
                      <a:pt x="677" y="2037"/>
                    </a:lnTo>
                    <a:lnTo>
                      <a:pt x="726" y="2076"/>
                    </a:lnTo>
                    <a:lnTo>
                      <a:pt x="776" y="2111"/>
                    </a:lnTo>
                    <a:lnTo>
                      <a:pt x="826" y="2147"/>
                    </a:lnTo>
                    <a:lnTo>
                      <a:pt x="879" y="2179"/>
                    </a:lnTo>
                    <a:lnTo>
                      <a:pt x="932" y="2211"/>
                    </a:lnTo>
                    <a:lnTo>
                      <a:pt x="986" y="2240"/>
                    </a:lnTo>
                    <a:lnTo>
                      <a:pt x="1010" y="2227"/>
                    </a:lnTo>
                    <a:lnTo>
                      <a:pt x="1034" y="2213"/>
                    </a:lnTo>
                    <a:lnTo>
                      <a:pt x="1057" y="2199"/>
                    </a:lnTo>
                    <a:lnTo>
                      <a:pt x="1081" y="2185"/>
                    </a:lnTo>
                    <a:lnTo>
                      <a:pt x="1026" y="2158"/>
                    </a:lnTo>
                    <a:lnTo>
                      <a:pt x="973" y="2129"/>
                    </a:lnTo>
                    <a:lnTo>
                      <a:pt x="920" y="2098"/>
                    </a:lnTo>
                    <a:lnTo>
                      <a:pt x="870" y="2066"/>
                    </a:lnTo>
                    <a:lnTo>
                      <a:pt x="820" y="2031"/>
                    </a:lnTo>
                    <a:lnTo>
                      <a:pt x="773" y="1996"/>
                    </a:lnTo>
                    <a:lnTo>
                      <a:pt x="725" y="1958"/>
                    </a:lnTo>
                    <a:lnTo>
                      <a:pt x="679" y="1920"/>
                    </a:lnTo>
                    <a:lnTo>
                      <a:pt x="635" y="1880"/>
                    </a:lnTo>
                    <a:lnTo>
                      <a:pt x="592" y="1837"/>
                    </a:lnTo>
                    <a:lnTo>
                      <a:pt x="551" y="1793"/>
                    </a:lnTo>
                    <a:lnTo>
                      <a:pt x="511" y="1749"/>
                    </a:lnTo>
                    <a:lnTo>
                      <a:pt x="473" y="1702"/>
                    </a:lnTo>
                    <a:lnTo>
                      <a:pt x="435" y="1655"/>
                    </a:lnTo>
                    <a:lnTo>
                      <a:pt x="401" y="1606"/>
                    </a:lnTo>
                    <a:lnTo>
                      <a:pt x="367" y="1557"/>
                    </a:lnTo>
                    <a:lnTo>
                      <a:pt x="335" y="1505"/>
                    </a:lnTo>
                    <a:lnTo>
                      <a:pt x="305" y="1452"/>
                    </a:lnTo>
                    <a:lnTo>
                      <a:pt x="277" y="1399"/>
                    </a:lnTo>
                    <a:lnTo>
                      <a:pt x="251" y="1344"/>
                    </a:lnTo>
                    <a:lnTo>
                      <a:pt x="226" y="1288"/>
                    </a:lnTo>
                    <a:lnTo>
                      <a:pt x="203" y="1232"/>
                    </a:lnTo>
                    <a:lnTo>
                      <a:pt x="183" y="1174"/>
                    </a:lnTo>
                    <a:lnTo>
                      <a:pt x="165" y="1115"/>
                    </a:lnTo>
                    <a:lnTo>
                      <a:pt x="147" y="1056"/>
                    </a:lnTo>
                    <a:lnTo>
                      <a:pt x="133" y="996"/>
                    </a:lnTo>
                    <a:lnTo>
                      <a:pt x="121" y="935"/>
                    </a:lnTo>
                    <a:lnTo>
                      <a:pt x="111" y="873"/>
                    </a:lnTo>
                    <a:lnTo>
                      <a:pt x="103" y="810"/>
                    </a:lnTo>
                    <a:lnTo>
                      <a:pt x="97" y="748"/>
                    </a:lnTo>
                    <a:lnTo>
                      <a:pt x="93" y="683"/>
                    </a:lnTo>
                    <a:lnTo>
                      <a:pt x="92" y="619"/>
                    </a:lnTo>
                    <a:lnTo>
                      <a:pt x="93" y="578"/>
                    </a:lnTo>
                    <a:lnTo>
                      <a:pt x="94" y="539"/>
                    </a:lnTo>
                    <a:lnTo>
                      <a:pt x="96" y="499"/>
                    </a:lnTo>
                    <a:lnTo>
                      <a:pt x="99" y="460"/>
                    </a:lnTo>
                    <a:lnTo>
                      <a:pt x="103" y="421"/>
                    </a:lnTo>
                    <a:lnTo>
                      <a:pt x="108" y="382"/>
                    </a:lnTo>
                    <a:lnTo>
                      <a:pt x="114" y="344"/>
                    </a:lnTo>
                    <a:lnTo>
                      <a:pt x="120" y="305"/>
                    </a:lnTo>
                    <a:lnTo>
                      <a:pt x="127" y="268"/>
                    </a:lnTo>
                    <a:lnTo>
                      <a:pt x="136" y="230"/>
                    </a:lnTo>
                    <a:lnTo>
                      <a:pt x="144" y="193"/>
                    </a:lnTo>
                    <a:lnTo>
                      <a:pt x="154" y="155"/>
                    </a:lnTo>
                    <a:lnTo>
                      <a:pt x="166" y="119"/>
                    </a:lnTo>
                    <a:lnTo>
                      <a:pt x="177" y="82"/>
                    </a:lnTo>
                    <a:lnTo>
                      <a:pt x="189" y="46"/>
                    </a:lnTo>
                    <a:lnTo>
                      <a:pt x="202" y="10"/>
                    </a:lnTo>
                    <a:lnTo>
                      <a:pt x="179" y="7"/>
                    </a:lnTo>
                    <a:lnTo>
                      <a:pt x="156" y="5"/>
                    </a:lnTo>
                    <a:lnTo>
                      <a:pt x="131" y="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C6CE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0" name="Freeform 415"/>
              <p:cNvSpPr>
                <a:spLocks/>
              </p:cNvSpPr>
              <p:nvPr/>
            </p:nvSpPr>
            <p:spPr bwMode="auto">
              <a:xfrm>
                <a:off x="2953" y="1535"/>
                <a:ext cx="135" cy="276"/>
              </a:xfrm>
              <a:custGeom>
                <a:avLst/>
                <a:gdLst>
                  <a:gd name="T0" fmla="*/ 1 w 1080"/>
                  <a:gd name="T1" fmla="*/ 1 h 2208"/>
                  <a:gd name="T2" fmla="*/ 1 w 1080"/>
                  <a:gd name="T3" fmla="*/ 2 h 2208"/>
                  <a:gd name="T4" fmla="*/ 1 w 1080"/>
                  <a:gd name="T5" fmla="*/ 3 h 2208"/>
                  <a:gd name="T6" fmla="*/ 1 w 1080"/>
                  <a:gd name="T7" fmla="*/ 4 h 2208"/>
                  <a:gd name="T8" fmla="*/ 0 w 1080"/>
                  <a:gd name="T9" fmla="*/ 5 h 2208"/>
                  <a:gd name="T10" fmla="*/ 0 w 1080"/>
                  <a:gd name="T11" fmla="*/ 6 h 2208"/>
                  <a:gd name="T12" fmla="*/ 0 w 1080"/>
                  <a:gd name="T13" fmla="*/ 8 h 2208"/>
                  <a:gd name="T14" fmla="*/ 0 w 1080"/>
                  <a:gd name="T15" fmla="*/ 9 h 2208"/>
                  <a:gd name="T16" fmla="*/ 0 w 1080"/>
                  <a:gd name="T17" fmla="*/ 11 h 2208"/>
                  <a:gd name="T18" fmla="*/ 0 w 1080"/>
                  <a:gd name="T19" fmla="*/ 13 h 2208"/>
                  <a:gd name="T20" fmla="*/ 0 w 1080"/>
                  <a:gd name="T21" fmla="*/ 15 h 2208"/>
                  <a:gd name="T22" fmla="*/ 1 w 1080"/>
                  <a:gd name="T23" fmla="*/ 17 h 2208"/>
                  <a:gd name="T24" fmla="*/ 1 w 1080"/>
                  <a:gd name="T25" fmla="*/ 18 h 2208"/>
                  <a:gd name="T26" fmla="*/ 2 w 1080"/>
                  <a:gd name="T27" fmla="*/ 20 h 2208"/>
                  <a:gd name="T28" fmla="*/ 3 w 1080"/>
                  <a:gd name="T29" fmla="*/ 22 h 2208"/>
                  <a:gd name="T30" fmla="*/ 4 w 1080"/>
                  <a:gd name="T31" fmla="*/ 24 h 2208"/>
                  <a:gd name="T32" fmla="*/ 5 w 1080"/>
                  <a:gd name="T33" fmla="*/ 25 h 2208"/>
                  <a:gd name="T34" fmla="*/ 6 w 1080"/>
                  <a:gd name="T35" fmla="*/ 27 h 2208"/>
                  <a:gd name="T36" fmla="*/ 7 w 1080"/>
                  <a:gd name="T37" fmla="*/ 28 h 2208"/>
                  <a:gd name="T38" fmla="*/ 8 w 1080"/>
                  <a:gd name="T39" fmla="*/ 30 h 2208"/>
                  <a:gd name="T40" fmla="*/ 10 w 1080"/>
                  <a:gd name="T41" fmla="*/ 31 h 2208"/>
                  <a:gd name="T42" fmla="*/ 11 w 1080"/>
                  <a:gd name="T43" fmla="*/ 32 h 2208"/>
                  <a:gd name="T44" fmla="*/ 13 w 1080"/>
                  <a:gd name="T45" fmla="*/ 33 h 2208"/>
                  <a:gd name="T46" fmla="*/ 15 w 1080"/>
                  <a:gd name="T47" fmla="*/ 34 h 2208"/>
                  <a:gd name="T48" fmla="*/ 16 w 1080"/>
                  <a:gd name="T49" fmla="*/ 34 h 2208"/>
                  <a:gd name="T50" fmla="*/ 17 w 1080"/>
                  <a:gd name="T51" fmla="*/ 34 h 2208"/>
                  <a:gd name="T52" fmla="*/ 16 w 1080"/>
                  <a:gd name="T53" fmla="*/ 33 h 2208"/>
                  <a:gd name="T54" fmla="*/ 14 w 1080"/>
                  <a:gd name="T55" fmla="*/ 32 h 2208"/>
                  <a:gd name="T56" fmla="*/ 13 w 1080"/>
                  <a:gd name="T57" fmla="*/ 31 h 2208"/>
                  <a:gd name="T58" fmla="*/ 11 w 1080"/>
                  <a:gd name="T59" fmla="*/ 30 h 2208"/>
                  <a:gd name="T60" fmla="*/ 10 w 1080"/>
                  <a:gd name="T61" fmla="*/ 29 h 2208"/>
                  <a:gd name="T62" fmla="*/ 9 w 1080"/>
                  <a:gd name="T63" fmla="*/ 28 h 2208"/>
                  <a:gd name="T64" fmla="*/ 7 w 1080"/>
                  <a:gd name="T65" fmla="*/ 26 h 2208"/>
                  <a:gd name="T66" fmla="*/ 6 w 1080"/>
                  <a:gd name="T67" fmla="*/ 25 h 2208"/>
                  <a:gd name="T68" fmla="*/ 5 w 1080"/>
                  <a:gd name="T69" fmla="*/ 23 h 2208"/>
                  <a:gd name="T70" fmla="*/ 4 w 1080"/>
                  <a:gd name="T71" fmla="*/ 22 h 2208"/>
                  <a:gd name="T72" fmla="*/ 3 w 1080"/>
                  <a:gd name="T73" fmla="*/ 20 h 2208"/>
                  <a:gd name="T74" fmla="*/ 3 w 1080"/>
                  <a:gd name="T75" fmla="*/ 18 h 2208"/>
                  <a:gd name="T76" fmla="*/ 2 w 1080"/>
                  <a:gd name="T77" fmla="*/ 16 h 2208"/>
                  <a:gd name="T78" fmla="*/ 2 w 1080"/>
                  <a:gd name="T79" fmla="*/ 14 h 2208"/>
                  <a:gd name="T80" fmla="*/ 2 w 1080"/>
                  <a:gd name="T81" fmla="*/ 12 h 2208"/>
                  <a:gd name="T82" fmla="*/ 1 w 1080"/>
                  <a:gd name="T83" fmla="*/ 11 h 2208"/>
                  <a:gd name="T84" fmla="*/ 1 w 1080"/>
                  <a:gd name="T85" fmla="*/ 9 h 2208"/>
                  <a:gd name="T86" fmla="*/ 1 w 1080"/>
                  <a:gd name="T87" fmla="*/ 8 h 2208"/>
                  <a:gd name="T88" fmla="*/ 2 w 1080"/>
                  <a:gd name="T89" fmla="*/ 6 h 2208"/>
                  <a:gd name="T90" fmla="*/ 2 w 1080"/>
                  <a:gd name="T91" fmla="*/ 5 h 2208"/>
                  <a:gd name="T92" fmla="*/ 2 w 1080"/>
                  <a:gd name="T93" fmla="*/ 4 h 2208"/>
                  <a:gd name="T94" fmla="*/ 2 w 1080"/>
                  <a:gd name="T95" fmla="*/ 3 h 2208"/>
                  <a:gd name="T96" fmla="*/ 3 w 1080"/>
                  <a:gd name="T97" fmla="*/ 2 h 2208"/>
                  <a:gd name="T98" fmla="*/ 3 w 1080"/>
                  <a:gd name="T99" fmla="*/ 1 h 2208"/>
                  <a:gd name="T100" fmla="*/ 3 w 1080"/>
                  <a:gd name="T101" fmla="*/ 0 h 2208"/>
                  <a:gd name="T102" fmla="*/ 2 w 1080"/>
                  <a:gd name="T103" fmla="*/ 0 h 220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80"/>
                  <a:gd name="T157" fmla="*/ 0 h 2208"/>
                  <a:gd name="T158" fmla="*/ 1080 w 1080"/>
                  <a:gd name="T159" fmla="*/ 2208 h 220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80" h="2208">
                    <a:moveTo>
                      <a:pt x="108" y="0"/>
                    </a:moveTo>
                    <a:lnTo>
                      <a:pt x="96" y="36"/>
                    </a:lnTo>
                    <a:lnTo>
                      <a:pt x="84" y="72"/>
                    </a:lnTo>
                    <a:lnTo>
                      <a:pt x="73" y="109"/>
                    </a:lnTo>
                    <a:lnTo>
                      <a:pt x="62" y="146"/>
                    </a:lnTo>
                    <a:lnTo>
                      <a:pt x="53" y="184"/>
                    </a:lnTo>
                    <a:lnTo>
                      <a:pt x="44" y="221"/>
                    </a:lnTo>
                    <a:lnTo>
                      <a:pt x="36" y="260"/>
                    </a:lnTo>
                    <a:lnTo>
                      <a:pt x="28" y="298"/>
                    </a:lnTo>
                    <a:lnTo>
                      <a:pt x="21" y="337"/>
                    </a:lnTo>
                    <a:lnTo>
                      <a:pt x="16" y="375"/>
                    </a:lnTo>
                    <a:lnTo>
                      <a:pt x="11" y="414"/>
                    </a:lnTo>
                    <a:lnTo>
                      <a:pt x="7" y="454"/>
                    </a:lnTo>
                    <a:lnTo>
                      <a:pt x="4" y="493"/>
                    </a:lnTo>
                    <a:lnTo>
                      <a:pt x="2" y="533"/>
                    </a:lnTo>
                    <a:lnTo>
                      <a:pt x="1" y="573"/>
                    </a:lnTo>
                    <a:lnTo>
                      <a:pt x="0" y="614"/>
                    </a:lnTo>
                    <a:lnTo>
                      <a:pt x="1" y="679"/>
                    </a:lnTo>
                    <a:lnTo>
                      <a:pt x="5" y="744"/>
                    </a:lnTo>
                    <a:lnTo>
                      <a:pt x="10" y="807"/>
                    </a:lnTo>
                    <a:lnTo>
                      <a:pt x="18" y="871"/>
                    </a:lnTo>
                    <a:lnTo>
                      <a:pt x="28" y="933"/>
                    </a:lnTo>
                    <a:lnTo>
                      <a:pt x="42" y="995"/>
                    </a:lnTo>
                    <a:lnTo>
                      <a:pt x="56" y="1056"/>
                    </a:lnTo>
                    <a:lnTo>
                      <a:pt x="72" y="1116"/>
                    </a:lnTo>
                    <a:lnTo>
                      <a:pt x="91" y="1176"/>
                    </a:lnTo>
                    <a:lnTo>
                      <a:pt x="112" y="1234"/>
                    </a:lnTo>
                    <a:lnTo>
                      <a:pt x="134" y="1291"/>
                    </a:lnTo>
                    <a:lnTo>
                      <a:pt x="158" y="1348"/>
                    </a:lnTo>
                    <a:lnTo>
                      <a:pt x="184" y="1404"/>
                    </a:lnTo>
                    <a:lnTo>
                      <a:pt x="213" y="1457"/>
                    </a:lnTo>
                    <a:lnTo>
                      <a:pt x="243" y="1511"/>
                    </a:lnTo>
                    <a:lnTo>
                      <a:pt x="275" y="1564"/>
                    </a:lnTo>
                    <a:lnTo>
                      <a:pt x="308" y="1614"/>
                    </a:lnTo>
                    <a:lnTo>
                      <a:pt x="344" y="1664"/>
                    </a:lnTo>
                    <a:lnTo>
                      <a:pt x="380" y="1713"/>
                    </a:lnTo>
                    <a:lnTo>
                      <a:pt x="419" y="1759"/>
                    </a:lnTo>
                    <a:lnTo>
                      <a:pt x="458" y="1805"/>
                    </a:lnTo>
                    <a:lnTo>
                      <a:pt x="500" y="1849"/>
                    </a:lnTo>
                    <a:lnTo>
                      <a:pt x="542" y="1893"/>
                    </a:lnTo>
                    <a:lnTo>
                      <a:pt x="587" y="1934"/>
                    </a:lnTo>
                    <a:lnTo>
                      <a:pt x="632" y="1974"/>
                    </a:lnTo>
                    <a:lnTo>
                      <a:pt x="679" y="2012"/>
                    </a:lnTo>
                    <a:lnTo>
                      <a:pt x="728" y="2049"/>
                    </a:lnTo>
                    <a:lnTo>
                      <a:pt x="777" y="2084"/>
                    </a:lnTo>
                    <a:lnTo>
                      <a:pt x="828" y="2118"/>
                    </a:lnTo>
                    <a:lnTo>
                      <a:pt x="881" y="2150"/>
                    </a:lnTo>
                    <a:lnTo>
                      <a:pt x="933" y="2179"/>
                    </a:lnTo>
                    <a:lnTo>
                      <a:pt x="988" y="2208"/>
                    </a:lnTo>
                    <a:lnTo>
                      <a:pt x="1011" y="2194"/>
                    </a:lnTo>
                    <a:lnTo>
                      <a:pt x="1035" y="2180"/>
                    </a:lnTo>
                    <a:lnTo>
                      <a:pt x="1057" y="2165"/>
                    </a:lnTo>
                    <a:lnTo>
                      <a:pt x="1080" y="2151"/>
                    </a:lnTo>
                    <a:lnTo>
                      <a:pt x="1025" y="2125"/>
                    </a:lnTo>
                    <a:lnTo>
                      <a:pt x="973" y="2097"/>
                    </a:lnTo>
                    <a:lnTo>
                      <a:pt x="920" y="2068"/>
                    </a:lnTo>
                    <a:lnTo>
                      <a:pt x="869" y="2037"/>
                    </a:lnTo>
                    <a:lnTo>
                      <a:pt x="821" y="2003"/>
                    </a:lnTo>
                    <a:lnTo>
                      <a:pt x="772" y="1969"/>
                    </a:lnTo>
                    <a:lnTo>
                      <a:pt x="726" y="1932"/>
                    </a:lnTo>
                    <a:lnTo>
                      <a:pt x="679" y="1894"/>
                    </a:lnTo>
                    <a:lnTo>
                      <a:pt x="635" y="1854"/>
                    </a:lnTo>
                    <a:lnTo>
                      <a:pt x="592" y="1814"/>
                    </a:lnTo>
                    <a:lnTo>
                      <a:pt x="551" y="1771"/>
                    </a:lnTo>
                    <a:lnTo>
                      <a:pt x="511" y="1728"/>
                    </a:lnTo>
                    <a:lnTo>
                      <a:pt x="472" y="1682"/>
                    </a:lnTo>
                    <a:lnTo>
                      <a:pt x="436" y="1636"/>
                    </a:lnTo>
                    <a:lnTo>
                      <a:pt x="400" y="1587"/>
                    </a:lnTo>
                    <a:lnTo>
                      <a:pt x="367" y="1538"/>
                    </a:lnTo>
                    <a:lnTo>
                      <a:pt x="335" y="1488"/>
                    </a:lnTo>
                    <a:lnTo>
                      <a:pt x="305" y="1436"/>
                    </a:lnTo>
                    <a:lnTo>
                      <a:pt x="277" y="1383"/>
                    </a:lnTo>
                    <a:lnTo>
                      <a:pt x="250" y="1330"/>
                    </a:lnTo>
                    <a:lnTo>
                      <a:pt x="226" y="1275"/>
                    </a:lnTo>
                    <a:lnTo>
                      <a:pt x="204" y="1219"/>
                    </a:lnTo>
                    <a:lnTo>
                      <a:pt x="182" y="1162"/>
                    </a:lnTo>
                    <a:lnTo>
                      <a:pt x="164" y="1104"/>
                    </a:lnTo>
                    <a:lnTo>
                      <a:pt x="147" y="1045"/>
                    </a:lnTo>
                    <a:lnTo>
                      <a:pt x="133" y="987"/>
                    </a:lnTo>
                    <a:lnTo>
                      <a:pt x="121" y="926"/>
                    </a:lnTo>
                    <a:lnTo>
                      <a:pt x="111" y="865"/>
                    </a:lnTo>
                    <a:lnTo>
                      <a:pt x="102" y="803"/>
                    </a:lnTo>
                    <a:lnTo>
                      <a:pt x="96" y="741"/>
                    </a:lnTo>
                    <a:lnTo>
                      <a:pt x="93" y="678"/>
                    </a:lnTo>
                    <a:lnTo>
                      <a:pt x="91" y="614"/>
                    </a:lnTo>
                    <a:lnTo>
                      <a:pt x="92" y="574"/>
                    </a:lnTo>
                    <a:lnTo>
                      <a:pt x="93" y="535"/>
                    </a:lnTo>
                    <a:lnTo>
                      <a:pt x="95" y="495"/>
                    </a:lnTo>
                    <a:lnTo>
                      <a:pt x="99" y="457"/>
                    </a:lnTo>
                    <a:lnTo>
                      <a:pt x="102" y="418"/>
                    </a:lnTo>
                    <a:lnTo>
                      <a:pt x="107" y="379"/>
                    </a:lnTo>
                    <a:lnTo>
                      <a:pt x="114" y="342"/>
                    </a:lnTo>
                    <a:lnTo>
                      <a:pt x="120" y="303"/>
                    </a:lnTo>
                    <a:lnTo>
                      <a:pt x="128" y="266"/>
                    </a:lnTo>
                    <a:lnTo>
                      <a:pt x="136" y="229"/>
                    </a:lnTo>
                    <a:lnTo>
                      <a:pt x="145" y="192"/>
                    </a:lnTo>
                    <a:lnTo>
                      <a:pt x="155" y="155"/>
                    </a:lnTo>
                    <a:lnTo>
                      <a:pt x="165" y="119"/>
                    </a:lnTo>
                    <a:lnTo>
                      <a:pt x="177" y="82"/>
                    </a:lnTo>
                    <a:lnTo>
                      <a:pt x="190" y="47"/>
                    </a:lnTo>
                    <a:lnTo>
                      <a:pt x="202" y="13"/>
                    </a:lnTo>
                    <a:lnTo>
                      <a:pt x="179" y="8"/>
                    </a:lnTo>
                    <a:lnTo>
                      <a:pt x="156" y="5"/>
                    </a:lnTo>
                    <a:lnTo>
                      <a:pt x="133" y="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C8D06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1" name="Freeform 416"/>
              <p:cNvSpPr>
                <a:spLocks/>
              </p:cNvSpPr>
              <p:nvPr/>
            </p:nvSpPr>
            <p:spPr bwMode="auto">
              <a:xfrm>
                <a:off x="2958" y="1536"/>
                <a:ext cx="135" cy="271"/>
              </a:xfrm>
              <a:custGeom>
                <a:avLst/>
                <a:gdLst>
                  <a:gd name="T0" fmla="*/ 2 w 1078"/>
                  <a:gd name="T1" fmla="*/ 0 h 2175"/>
                  <a:gd name="T2" fmla="*/ 1 w 1078"/>
                  <a:gd name="T3" fmla="*/ 2 h 2175"/>
                  <a:gd name="T4" fmla="*/ 1 w 1078"/>
                  <a:gd name="T5" fmla="*/ 3 h 2175"/>
                  <a:gd name="T6" fmla="*/ 1 w 1078"/>
                  <a:gd name="T7" fmla="*/ 4 h 2175"/>
                  <a:gd name="T8" fmla="*/ 0 w 1078"/>
                  <a:gd name="T9" fmla="*/ 5 h 2175"/>
                  <a:gd name="T10" fmla="*/ 0 w 1078"/>
                  <a:gd name="T11" fmla="*/ 6 h 2175"/>
                  <a:gd name="T12" fmla="*/ 0 w 1078"/>
                  <a:gd name="T13" fmla="*/ 8 h 2175"/>
                  <a:gd name="T14" fmla="*/ 0 w 1078"/>
                  <a:gd name="T15" fmla="*/ 9 h 2175"/>
                  <a:gd name="T16" fmla="*/ 0 w 1078"/>
                  <a:gd name="T17" fmla="*/ 10 h 2175"/>
                  <a:gd name="T18" fmla="*/ 0 w 1078"/>
                  <a:gd name="T19" fmla="*/ 12 h 2175"/>
                  <a:gd name="T20" fmla="*/ 1 w 1078"/>
                  <a:gd name="T21" fmla="*/ 14 h 2175"/>
                  <a:gd name="T22" fmla="*/ 1 w 1078"/>
                  <a:gd name="T23" fmla="*/ 16 h 2175"/>
                  <a:gd name="T24" fmla="*/ 1 w 1078"/>
                  <a:gd name="T25" fmla="*/ 18 h 2175"/>
                  <a:gd name="T26" fmla="*/ 2 w 1078"/>
                  <a:gd name="T27" fmla="*/ 20 h 2175"/>
                  <a:gd name="T28" fmla="*/ 3 w 1078"/>
                  <a:gd name="T29" fmla="*/ 22 h 2175"/>
                  <a:gd name="T30" fmla="*/ 4 w 1078"/>
                  <a:gd name="T31" fmla="*/ 23 h 2175"/>
                  <a:gd name="T32" fmla="*/ 5 w 1078"/>
                  <a:gd name="T33" fmla="*/ 25 h 2175"/>
                  <a:gd name="T34" fmla="*/ 6 w 1078"/>
                  <a:gd name="T35" fmla="*/ 26 h 2175"/>
                  <a:gd name="T36" fmla="*/ 7 w 1078"/>
                  <a:gd name="T37" fmla="*/ 28 h 2175"/>
                  <a:gd name="T38" fmla="*/ 9 w 1078"/>
                  <a:gd name="T39" fmla="*/ 29 h 2175"/>
                  <a:gd name="T40" fmla="*/ 10 w 1078"/>
                  <a:gd name="T41" fmla="*/ 30 h 2175"/>
                  <a:gd name="T42" fmla="*/ 11 w 1078"/>
                  <a:gd name="T43" fmla="*/ 31 h 2175"/>
                  <a:gd name="T44" fmla="*/ 13 w 1078"/>
                  <a:gd name="T45" fmla="*/ 32 h 2175"/>
                  <a:gd name="T46" fmla="*/ 15 w 1078"/>
                  <a:gd name="T47" fmla="*/ 33 h 2175"/>
                  <a:gd name="T48" fmla="*/ 16 w 1078"/>
                  <a:gd name="T49" fmla="*/ 34 h 2175"/>
                  <a:gd name="T50" fmla="*/ 17 w 1078"/>
                  <a:gd name="T51" fmla="*/ 33 h 2175"/>
                  <a:gd name="T52" fmla="*/ 16 w 1078"/>
                  <a:gd name="T53" fmla="*/ 32 h 2175"/>
                  <a:gd name="T54" fmla="*/ 14 w 1078"/>
                  <a:gd name="T55" fmla="*/ 32 h 2175"/>
                  <a:gd name="T56" fmla="*/ 13 w 1078"/>
                  <a:gd name="T57" fmla="*/ 31 h 2175"/>
                  <a:gd name="T58" fmla="*/ 11 w 1078"/>
                  <a:gd name="T59" fmla="*/ 30 h 2175"/>
                  <a:gd name="T60" fmla="*/ 10 w 1078"/>
                  <a:gd name="T61" fmla="*/ 28 h 2175"/>
                  <a:gd name="T62" fmla="*/ 9 w 1078"/>
                  <a:gd name="T63" fmla="*/ 27 h 2175"/>
                  <a:gd name="T64" fmla="*/ 7 w 1078"/>
                  <a:gd name="T65" fmla="*/ 26 h 2175"/>
                  <a:gd name="T66" fmla="*/ 6 w 1078"/>
                  <a:gd name="T67" fmla="*/ 24 h 2175"/>
                  <a:gd name="T68" fmla="*/ 5 w 1078"/>
                  <a:gd name="T69" fmla="*/ 23 h 2175"/>
                  <a:gd name="T70" fmla="*/ 4 w 1078"/>
                  <a:gd name="T71" fmla="*/ 21 h 2175"/>
                  <a:gd name="T72" fmla="*/ 4 w 1078"/>
                  <a:gd name="T73" fmla="*/ 20 h 2175"/>
                  <a:gd name="T74" fmla="*/ 3 w 1078"/>
                  <a:gd name="T75" fmla="*/ 18 h 2175"/>
                  <a:gd name="T76" fmla="*/ 2 w 1078"/>
                  <a:gd name="T77" fmla="*/ 16 h 2175"/>
                  <a:gd name="T78" fmla="*/ 2 w 1078"/>
                  <a:gd name="T79" fmla="*/ 14 h 2175"/>
                  <a:gd name="T80" fmla="*/ 2 w 1078"/>
                  <a:gd name="T81" fmla="*/ 12 h 2175"/>
                  <a:gd name="T82" fmla="*/ 2 w 1078"/>
                  <a:gd name="T83" fmla="*/ 10 h 2175"/>
                  <a:gd name="T84" fmla="*/ 2 w 1078"/>
                  <a:gd name="T85" fmla="*/ 9 h 2175"/>
                  <a:gd name="T86" fmla="*/ 2 w 1078"/>
                  <a:gd name="T87" fmla="*/ 8 h 2175"/>
                  <a:gd name="T88" fmla="*/ 2 w 1078"/>
                  <a:gd name="T89" fmla="*/ 6 h 2175"/>
                  <a:gd name="T90" fmla="*/ 2 w 1078"/>
                  <a:gd name="T91" fmla="*/ 5 h 2175"/>
                  <a:gd name="T92" fmla="*/ 2 w 1078"/>
                  <a:gd name="T93" fmla="*/ 4 h 2175"/>
                  <a:gd name="T94" fmla="*/ 2 w 1078"/>
                  <a:gd name="T95" fmla="*/ 3 h 2175"/>
                  <a:gd name="T96" fmla="*/ 3 w 1078"/>
                  <a:gd name="T97" fmla="*/ 2 h 2175"/>
                  <a:gd name="T98" fmla="*/ 3 w 1078"/>
                  <a:gd name="T99" fmla="*/ 1 h 2175"/>
                  <a:gd name="T100" fmla="*/ 3 w 1078"/>
                  <a:gd name="T101" fmla="*/ 0 h 2175"/>
                  <a:gd name="T102" fmla="*/ 2 w 1078"/>
                  <a:gd name="T103" fmla="*/ 0 h 217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8"/>
                  <a:gd name="T157" fmla="*/ 0 h 2175"/>
                  <a:gd name="T158" fmla="*/ 1078 w 1078"/>
                  <a:gd name="T159" fmla="*/ 2175 h 217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8" h="2175">
                    <a:moveTo>
                      <a:pt x="110" y="0"/>
                    </a:moveTo>
                    <a:lnTo>
                      <a:pt x="97" y="36"/>
                    </a:lnTo>
                    <a:lnTo>
                      <a:pt x="85" y="72"/>
                    </a:lnTo>
                    <a:lnTo>
                      <a:pt x="74" y="109"/>
                    </a:lnTo>
                    <a:lnTo>
                      <a:pt x="62" y="145"/>
                    </a:lnTo>
                    <a:lnTo>
                      <a:pt x="52" y="183"/>
                    </a:lnTo>
                    <a:lnTo>
                      <a:pt x="44" y="220"/>
                    </a:lnTo>
                    <a:lnTo>
                      <a:pt x="35" y="258"/>
                    </a:lnTo>
                    <a:lnTo>
                      <a:pt x="28" y="295"/>
                    </a:lnTo>
                    <a:lnTo>
                      <a:pt x="22" y="334"/>
                    </a:lnTo>
                    <a:lnTo>
                      <a:pt x="16" y="372"/>
                    </a:lnTo>
                    <a:lnTo>
                      <a:pt x="11" y="411"/>
                    </a:lnTo>
                    <a:lnTo>
                      <a:pt x="7" y="450"/>
                    </a:lnTo>
                    <a:lnTo>
                      <a:pt x="4" y="489"/>
                    </a:lnTo>
                    <a:lnTo>
                      <a:pt x="2" y="529"/>
                    </a:lnTo>
                    <a:lnTo>
                      <a:pt x="1" y="568"/>
                    </a:lnTo>
                    <a:lnTo>
                      <a:pt x="0" y="609"/>
                    </a:lnTo>
                    <a:lnTo>
                      <a:pt x="1" y="673"/>
                    </a:lnTo>
                    <a:lnTo>
                      <a:pt x="5" y="738"/>
                    </a:lnTo>
                    <a:lnTo>
                      <a:pt x="11" y="800"/>
                    </a:lnTo>
                    <a:lnTo>
                      <a:pt x="19" y="863"/>
                    </a:lnTo>
                    <a:lnTo>
                      <a:pt x="29" y="925"/>
                    </a:lnTo>
                    <a:lnTo>
                      <a:pt x="41" y="986"/>
                    </a:lnTo>
                    <a:lnTo>
                      <a:pt x="55" y="1046"/>
                    </a:lnTo>
                    <a:lnTo>
                      <a:pt x="73" y="1105"/>
                    </a:lnTo>
                    <a:lnTo>
                      <a:pt x="91" y="1164"/>
                    </a:lnTo>
                    <a:lnTo>
                      <a:pt x="111" y="1222"/>
                    </a:lnTo>
                    <a:lnTo>
                      <a:pt x="134" y="1278"/>
                    </a:lnTo>
                    <a:lnTo>
                      <a:pt x="159" y="1334"/>
                    </a:lnTo>
                    <a:lnTo>
                      <a:pt x="185" y="1389"/>
                    </a:lnTo>
                    <a:lnTo>
                      <a:pt x="213" y="1442"/>
                    </a:lnTo>
                    <a:lnTo>
                      <a:pt x="243" y="1495"/>
                    </a:lnTo>
                    <a:lnTo>
                      <a:pt x="275" y="1547"/>
                    </a:lnTo>
                    <a:lnTo>
                      <a:pt x="309" y="1596"/>
                    </a:lnTo>
                    <a:lnTo>
                      <a:pt x="343" y="1645"/>
                    </a:lnTo>
                    <a:lnTo>
                      <a:pt x="381" y="1692"/>
                    </a:lnTo>
                    <a:lnTo>
                      <a:pt x="419" y="1739"/>
                    </a:lnTo>
                    <a:lnTo>
                      <a:pt x="459" y="1783"/>
                    </a:lnTo>
                    <a:lnTo>
                      <a:pt x="500" y="1827"/>
                    </a:lnTo>
                    <a:lnTo>
                      <a:pt x="543" y="1870"/>
                    </a:lnTo>
                    <a:lnTo>
                      <a:pt x="587" y="1910"/>
                    </a:lnTo>
                    <a:lnTo>
                      <a:pt x="633" y="1948"/>
                    </a:lnTo>
                    <a:lnTo>
                      <a:pt x="681" y="1986"/>
                    </a:lnTo>
                    <a:lnTo>
                      <a:pt x="728" y="2021"/>
                    </a:lnTo>
                    <a:lnTo>
                      <a:pt x="778" y="2056"/>
                    </a:lnTo>
                    <a:lnTo>
                      <a:pt x="828" y="2088"/>
                    </a:lnTo>
                    <a:lnTo>
                      <a:pt x="881" y="2119"/>
                    </a:lnTo>
                    <a:lnTo>
                      <a:pt x="934" y="2148"/>
                    </a:lnTo>
                    <a:lnTo>
                      <a:pt x="989" y="2175"/>
                    </a:lnTo>
                    <a:lnTo>
                      <a:pt x="1011" y="2160"/>
                    </a:lnTo>
                    <a:lnTo>
                      <a:pt x="1034" y="2146"/>
                    </a:lnTo>
                    <a:lnTo>
                      <a:pt x="1055" y="2131"/>
                    </a:lnTo>
                    <a:lnTo>
                      <a:pt x="1078" y="2116"/>
                    </a:lnTo>
                    <a:lnTo>
                      <a:pt x="1024" y="2090"/>
                    </a:lnTo>
                    <a:lnTo>
                      <a:pt x="971" y="2064"/>
                    </a:lnTo>
                    <a:lnTo>
                      <a:pt x="919" y="2036"/>
                    </a:lnTo>
                    <a:lnTo>
                      <a:pt x="869" y="2005"/>
                    </a:lnTo>
                    <a:lnTo>
                      <a:pt x="819" y="1974"/>
                    </a:lnTo>
                    <a:lnTo>
                      <a:pt x="771" y="1939"/>
                    </a:lnTo>
                    <a:lnTo>
                      <a:pt x="724" y="1905"/>
                    </a:lnTo>
                    <a:lnTo>
                      <a:pt x="678" y="1867"/>
                    </a:lnTo>
                    <a:lnTo>
                      <a:pt x="634" y="1829"/>
                    </a:lnTo>
                    <a:lnTo>
                      <a:pt x="591" y="1790"/>
                    </a:lnTo>
                    <a:lnTo>
                      <a:pt x="550" y="1748"/>
                    </a:lnTo>
                    <a:lnTo>
                      <a:pt x="510" y="1704"/>
                    </a:lnTo>
                    <a:lnTo>
                      <a:pt x="472" y="1660"/>
                    </a:lnTo>
                    <a:lnTo>
                      <a:pt x="435" y="1614"/>
                    </a:lnTo>
                    <a:lnTo>
                      <a:pt x="400" y="1568"/>
                    </a:lnTo>
                    <a:lnTo>
                      <a:pt x="366" y="1519"/>
                    </a:lnTo>
                    <a:lnTo>
                      <a:pt x="335" y="1470"/>
                    </a:lnTo>
                    <a:lnTo>
                      <a:pt x="305" y="1419"/>
                    </a:lnTo>
                    <a:lnTo>
                      <a:pt x="276" y="1367"/>
                    </a:lnTo>
                    <a:lnTo>
                      <a:pt x="250" y="1315"/>
                    </a:lnTo>
                    <a:lnTo>
                      <a:pt x="226" y="1261"/>
                    </a:lnTo>
                    <a:lnTo>
                      <a:pt x="203" y="1205"/>
                    </a:lnTo>
                    <a:lnTo>
                      <a:pt x="182" y="1150"/>
                    </a:lnTo>
                    <a:lnTo>
                      <a:pt x="164" y="1093"/>
                    </a:lnTo>
                    <a:lnTo>
                      <a:pt x="148" y="1035"/>
                    </a:lnTo>
                    <a:lnTo>
                      <a:pt x="132" y="976"/>
                    </a:lnTo>
                    <a:lnTo>
                      <a:pt x="120" y="917"/>
                    </a:lnTo>
                    <a:lnTo>
                      <a:pt x="110" y="856"/>
                    </a:lnTo>
                    <a:lnTo>
                      <a:pt x="102" y="795"/>
                    </a:lnTo>
                    <a:lnTo>
                      <a:pt x="96" y="733"/>
                    </a:lnTo>
                    <a:lnTo>
                      <a:pt x="93" y="672"/>
                    </a:lnTo>
                    <a:lnTo>
                      <a:pt x="91" y="609"/>
                    </a:lnTo>
                    <a:lnTo>
                      <a:pt x="92" y="569"/>
                    </a:lnTo>
                    <a:lnTo>
                      <a:pt x="93" y="531"/>
                    </a:lnTo>
                    <a:lnTo>
                      <a:pt x="95" y="492"/>
                    </a:lnTo>
                    <a:lnTo>
                      <a:pt x="99" y="453"/>
                    </a:lnTo>
                    <a:lnTo>
                      <a:pt x="103" y="416"/>
                    </a:lnTo>
                    <a:lnTo>
                      <a:pt x="107" y="377"/>
                    </a:lnTo>
                    <a:lnTo>
                      <a:pt x="113" y="340"/>
                    </a:lnTo>
                    <a:lnTo>
                      <a:pt x="120" y="302"/>
                    </a:lnTo>
                    <a:lnTo>
                      <a:pt x="127" y="265"/>
                    </a:lnTo>
                    <a:lnTo>
                      <a:pt x="135" y="228"/>
                    </a:lnTo>
                    <a:lnTo>
                      <a:pt x="145" y="192"/>
                    </a:lnTo>
                    <a:lnTo>
                      <a:pt x="155" y="155"/>
                    </a:lnTo>
                    <a:lnTo>
                      <a:pt x="166" y="120"/>
                    </a:lnTo>
                    <a:lnTo>
                      <a:pt x="177" y="84"/>
                    </a:lnTo>
                    <a:lnTo>
                      <a:pt x="189" y="49"/>
                    </a:lnTo>
                    <a:lnTo>
                      <a:pt x="202" y="15"/>
                    </a:lnTo>
                    <a:lnTo>
                      <a:pt x="179" y="11"/>
                    </a:lnTo>
                    <a:lnTo>
                      <a:pt x="156" y="8"/>
                    </a:lnTo>
                    <a:lnTo>
                      <a:pt x="133" y="3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CAD2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2" name="Freeform 417"/>
              <p:cNvSpPr>
                <a:spLocks/>
              </p:cNvSpPr>
              <p:nvPr/>
            </p:nvSpPr>
            <p:spPr bwMode="auto">
              <a:xfrm>
                <a:off x="2964" y="1536"/>
                <a:ext cx="134" cy="268"/>
              </a:xfrm>
              <a:custGeom>
                <a:avLst/>
                <a:gdLst>
                  <a:gd name="T0" fmla="*/ 1 w 1075"/>
                  <a:gd name="T1" fmla="*/ 1 h 2138"/>
                  <a:gd name="T2" fmla="*/ 1 w 1075"/>
                  <a:gd name="T3" fmla="*/ 2 h 2138"/>
                  <a:gd name="T4" fmla="*/ 1 w 1075"/>
                  <a:gd name="T5" fmla="*/ 3 h 2138"/>
                  <a:gd name="T6" fmla="*/ 1 w 1075"/>
                  <a:gd name="T7" fmla="*/ 4 h 2138"/>
                  <a:gd name="T8" fmla="*/ 0 w 1075"/>
                  <a:gd name="T9" fmla="*/ 5 h 2138"/>
                  <a:gd name="T10" fmla="*/ 0 w 1075"/>
                  <a:gd name="T11" fmla="*/ 6 h 2138"/>
                  <a:gd name="T12" fmla="*/ 0 w 1075"/>
                  <a:gd name="T13" fmla="*/ 8 h 2138"/>
                  <a:gd name="T14" fmla="*/ 0 w 1075"/>
                  <a:gd name="T15" fmla="*/ 9 h 2138"/>
                  <a:gd name="T16" fmla="*/ 0 w 1075"/>
                  <a:gd name="T17" fmla="*/ 10 h 2138"/>
                  <a:gd name="T18" fmla="*/ 0 w 1075"/>
                  <a:gd name="T19" fmla="*/ 12 h 2138"/>
                  <a:gd name="T20" fmla="*/ 0 w 1075"/>
                  <a:gd name="T21" fmla="*/ 14 h 2138"/>
                  <a:gd name="T22" fmla="*/ 1 w 1075"/>
                  <a:gd name="T23" fmla="*/ 16 h 2138"/>
                  <a:gd name="T24" fmla="*/ 1 w 1075"/>
                  <a:gd name="T25" fmla="*/ 18 h 2138"/>
                  <a:gd name="T26" fmla="*/ 2 w 1075"/>
                  <a:gd name="T27" fmla="*/ 20 h 2138"/>
                  <a:gd name="T28" fmla="*/ 3 w 1075"/>
                  <a:gd name="T29" fmla="*/ 22 h 2138"/>
                  <a:gd name="T30" fmla="*/ 4 w 1075"/>
                  <a:gd name="T31" fmla="*/ 23 h 2138"/>
                  <a:gd name="T32" fmla="*/ 5 w 1075"/>
                  <a:gd name="T33" fmla="*/ 25 h 2138"/>
                  <a:gd name="T34" fmla="*/ 6 w 1075"/>
                  <a:gd name="T35" fmla="*/ 26 h 2138"/>
                  <a:gd name="T36" fmla="*/ 7 w 1075"/>
                  <a:gd name="T37" fmla="*/ 28 h 2138"/>
                  <a:gd name="T38" fmla="*/ 8 w 1075"/>
                  <a:gd name="T39" fmla="*/ 29 h 2138"/>
                  <a:gd name="T40" fmla="*/ 10 w 1075"/>
                  <a:gd name="T41" fmla="*/ 30 h 2138"/>
                  <a:gd name="T42" fmla="*/ 11 w 1075"/>
                  <a:gd name="T43" fmla="*/ 31 h 2138"/>
                  <a:gd name="T44" fmla="*/ 13 w 1075"/>
                  <a:gd name="T45" fmla="*/ 32 h 2138"/>
                  <a:gd name="T46" fmla="*/ 14 w 1075"/>
                  <a:gd name="T47" fmla="*/ 33 h 2138"/>
                  <a:gd name="T48" fmla="*/ 16 w 1075"/>
                  <a:gd name="T49" fmla="*/ 33 h 2138"/>
                  <a:gd name="T50" fmla="*/ 16 w 1075"/>
                  <a:gd name="T51" fmla="*/ 33 h 2138"/>
                  <a:gd name="T52" fmla="*/ 16 w 1075"/>
                  <a:gd name="T53" fmla="*/ 32 h 2138"/>
                  <a:gd name="T54" fmla="*/ 14 w 1075"/>
                  <a:gd name="T55" fmla="*/ 31 h 2138"/>
                  <a:gd name="T56" fmla="*/ 13 w 1075"/>
                  <a:gd name="T57" fmla="*/ 30 h 2138"/>
                  <a:gd name="T58" fmla="*/ 11 w 1075"/>
                  <a:gd name="T59" fmla="*/ 29 h 2138"/>
                  <a:gd name="T60" fmla="*/ 10 w 1075"/>
                  <a:gd name="T61" fmla="*/ 28 h 2138"/>
                  <a:gd name="T62" fmla="*/ 9 w 1075"/>
                  <a:gd name="T63" fmla="*/ 27 h 2138"/>
                  <a:gd name="T64" fmla="*/ 7 w 1075"/>
                  <a:gd name="T65" fmla="*/ 26 h 2138"/>
                  <a:gd name="T66" fmla="*/ 6 w 1075"/>
                  <a:gd name="T67" fmla="*/ 24 h 2138"/>
                  <a:gd name="T68" fmla="*/ 5 w 1075"/>
                  <a:gd name="T69" fmla="*/ 23 h 2138"/>
                  <a:gd name="T70" fmla="*/ 4 w 1075"/>
                  <a:gd name="T71" fmla="*/ 21 h 2138"/>
                  <a:gd name="T72" fmla="*/ 3 w 1075"/>
                  <a:gd name="T73" fmla="*/ 20 h 2138"/>
                  <a:gd name="T74" fmla="*/ 3 w 1075"/>
                  <a:gd name="T75" fmla="*/ 18 h 2138"/>
                  <a:gd name="T76" fmla="*/ 2 w 1075"/>
                  <a:gd name="T77" fmla="*/ 16 h 2138"/>
                  <a:gd name="T78" fmla="*/ 2 w 1075"/>
                  <a:gd name="T79" fmla="*/ 14 h 2138"/>
                  <a:gd name="T80" fmla="*/ 2 w 1075"/>
                  <a:gd name="T81" fmla="*/ 12 h 2138"/>
                  <a:gd name="T82" fmla="*/ 1 w 1075"/>
                  <a:gd name="T83" fmla="*/ 10 h 2138"/>
                  <a:gd name="T84" fmla="*/ 1 w 1075"/>
                  <a:gd name="T85" fmla="*/ 9 h 2138"/>
                  <a:gd name="T86" fmla="*/ 1 w 1075"/>
                  <a:gd name="T87" fmla="*/ 8 h 2138"/>
                  <a:gd name="T88" fmla="*/ 2 w 1075"/>
                  <a:gd name="T89" fmla="*/ 6 h 2138"/>
                  <a:gd name="T90" fmla="*/ 2 w 1075"/>
                  <a:gd name="T91" fmla="*/ 5 h 2138"/>
                  <a:gd name="T92" fmla="*/ 2 w 1075"/>
                  <a:gd name="T93" fmla="*/ 4 h 2138"/>
                  <a:gd name="T94" fmla="*/ 2 w 1075"/>
                  <a:gd name="T95" fmla="*/ 3 h 2138"/>
                  <a:gd name="T96" fmla="*/ 3 w 1075"/>
                  <a:gd name="T97" fmla="*/ 2 h 2138"/>
                  <a:gd name="T98" fmla="*/ 3 w 1075"/>
                  <a:gd name="T99" fmla="*/ 1 h 2138"/>
                  <a:gd name="T100" fmla="*/ 3 w 1075"/>
                  <a:gd name="T101" fmla="*/ 0 h 2138"/>
                  <a:gd name="T102" fmla="*/ 2 w 1075"/>
                  <a:gd name="T103" fmla="*/ 0 h 213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5"/>
                  <a:gd name="T157" fmla="*/ 0 h 2138"/>
                  <a:gd name="T158" fmla="*/ 1075 w 1075"/>
                  <a:gd name="T159" fmla="*/ 2138 h 213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5" h="2138">
                    <a:moveTo>
                      <a:pt x="111" y="0"/>
                    </a:moveTo>
                    <a:lnTo>
                      <a:pt x="99" y="34"/>
                    </a:lnTo>
                    <a:lnTo>
                      <a:pt x="86" y="69"/>
                    </a:lnTo>
                    <a:lnTo>
                      <a:pt x="74" y="106"/>
                    </a:lnTo>
                    <a:lnTo>
                      <a:pt x="64" y="142"/>
                    </a:lnTo>
                    <a:lnTo>
                      <a:pt x="54" y="179"/>
                    </a:lnTo>
                    <a:lnTo>
                      <a:pt x="45" y="216"/>
                    </a:lnTo>
                    <a:lnTo>
                      <a:pt x="37" y="253"/>
                    </a:lnTo>
                    <a:lnTo>
                      <a:pt x="29" y="290"/>
                    </a:lnTo>
                    <a:lnTo>
                      <a:pt x="23" y="329"/>
                    </a:lnTo>
                    <a:lnTo>
                      <a:pt x="16" y="366"/>
                    </a:lnTo>
                    <a:lnTo>
                      <a:pt x="11" y="405"/>
                    </a:lnTo>
                    <a:lnTo>
                      <a:pt x="8" y="444"/>
                    </a:lnTo>
                    <a:lnTo>
                      <a:pt x="4" y="482"/>
                    </a:lnTo>
                    <a:lnTo>
                      <a:pt x="2" y="522"/>
                    </a:lnTo>
                    <a:lnTo>
                      <a:pt x="1" y="561"/>
                    </a:lnTo>
                    <a:lnTo>
                      <a:pt x="0" y="601"/>
                    </a:lnTo>
                    <a:lnTo>
                      <a:pt x="2" y="665"/>
                    </a:lnTo>
                    <a:lnTo>
                      <a:pt x="5" y="728"/>
                    </a:lnTo>
                    <a:lnTo>
                      <a:pt x="11" y="790"/>
                    </a:lnTo>
                    <a:lnTo>
                      <a:pt x="20" y="852"/>
                    </a:lnTo>
                    <a:lnTo>
                      <a:pt x="30" y="913"/>
                    </a:lnTo>
                    <a:lnTo>
                      <a:pt x="42" y="974"/>
                    </a:lnTo>
                    <a:lnTo>
                      <a:pt x="56" y="1032"/>
                    </a:lnTo>
                    <a:lnTo>
                      <a:pt x="73" y="1091"/>
                    </a:lnTo>
                    <a:lnTo>
                      <a:pt x="91" y="1149"/>
                    </a:lnTo>
                    <a:lnTo>
                      <a:pt x="113" y="1206"/>
                    </a:lnTo>
                    <a:lnTo>
                      <a:pt x="135" y="1262"/>
                    </a:lnTo>
                    <a:lnTo>
                      <a:pt x="159" y="1317"/>
                    </a:lnTo>
                    <a:lnTo>
                      <a:pt x="186" y="1370"/>
                    </a:lnTo>
                    <a:lnTo>
                      <a:pt x="214" y="1423"/>
                    </a:lnTo>
                    <a:lnTo>
                      <a:pt x="244" y="1475"/>
                    </a:lnTo>
                    <a:lnTo>
                      <a:pt x="276" y="1525"/>
                    </a:lnTo>
                    <a:lnTo>
                      <a:pt x="309" y="1574"/>
                    </a:lnTo>
                    <a:lnTo>
                      <a:pt x="345" y="1623"/>
                    </a:lnTo>
                    <a:lnTo>
                      <a:pt x="381" y="1669"/>
                    </a:lnTo>
                    <a:lnTo>
                      <a:pt x="420" y="1715"/>
                    </a:lnTo>
                    <a:lnTo>
                      <a:pt x="460" y="1758"/>
                    </a:lnTo>
                    <a:lnTo>
                      <a:pt x="501" y="1801"/>
                    </a:lnTo>
                    <a:lnTo>
                      <a:pt x="544" y="1841"/>
                    </a:lnTo>
                    <a:lnTo>
                      <a:pt x="588" y="1881"/>
                    </a:lnTo>
                    <a:lnTo>
                      <a:pt x="635" y="1919"/>
                    </a:lnTo>
                    <a:lnTo>
                      <a:pt x="681" y="1956"/>
                    </a:lnTo>
                    <a:lnTo>
                      <a:pt x="730" y="1990"/>
                    </a:lnTo>
                    <a:lnTo>
                      <a:pt x="778" y="2024"/>
                    </a:lnTo>
                    <a:lnTo>
                      <a:pt x="829" y="2055"/>
                    </a:lnTo>
                    <a:lnTo>
                      <a:pt x="882" y="2084"/>
                    </a:lnTo>
                    <a:lnTo>
                      <a:pt x="934" y="2112"/>
                    </a:lnTo>
                    <a:lnTo>
                      <a:pt x="989" y="2138"/>
                    </a:lnTo>
                    <a:lnTo>
                      <a:pt x="1010" y="2123"/>
                    </a:lnTo>
                    <a:lnTo>
                      <a:pt x="1033" y="2108"/>
                    </a:lnTo>
                    <a:lnTo>
                      <a:pt x="1054" y="2091"/>
                    </a:lnTo>
                    <a:lnTo>
                      <a:pt x="1075" y="2076"/>
                    </a:lnTo>
                    <a:lnTo>
                      <a:pt x="1022" y="2052"/>
                    </a:lnTo>
                    <a:lnTo>
                      <a:pt x="969" y="2027"/>
                    </a:lnTo>
                    <a:lnTo>
                      <a:pt x="917" y="1999"/>
                    </a:lnTo>
                    <a:lnTo>
                      <a:pt x="868" y="1971"/>
                    </a:lnTo>
                    <a:lnTo>
                      <a:pt x="818" y="1939"/>
                    </a:lnTo>
                    <a:lnTo>
                      <a:pt x="770" y="1907"/>
                    </a:lnTo>
                    <a:lnTo>
                      <a:pt x="724" y="1873"/>
                    </a:lnTo>
                    <a:lnTo>
                      <a:pt x="678" y="1837"/>
                    </a:lnTo>
                    <a:lnTo>
                      <a:pt x="633" y="1800"/>
                    </a:lnTo>
                    <a:lnTo>
                      <a:pt x="591" y="1760"/>
                    </a:lnTo>
                    <a:lnTo>
                      <a:pt x="550" y="1721"/>
                    </a:lnTo>
                    <a:lnTo>
                      <a:pt x="511" y="1678"/>
                    </a:lnTo>
                    <a:lnTo>
                      <a:pt x="472" y="1635"/>
                    </a:lnTo>
                    <a:lnTo>
                      <a:pt x="436" y="1590"/>
                    </a:lnTo>
                    <a:lnTo>
                      <a:pt x="400" y="1545"/>
                    </a:lnTo>
                    <a:lnTo>
                      <a:pt x="367" y="1497"/>
                    </a:lnTo>
                    <a:lnTo>
                      <a:pt x="336" y="1448"/>
                    </a:lnTo>
                    <a:lnTo>
                      <a:pt x="305" y="1399"/>
                    </a:lnTo>
                    <a:lnTo>
                      <a:pt x="277" y="1348"/>
                    </a:lnTo>
                    <a:lnTo>
                      <a:pt x="251" y="1296"/>
                    </a:lnTo>
                    <a:lnTo>
                      <a:pt x="226" y="1243"/>
                    </a:lnTo>
                    <a:lnTo>
                      <a:pt x="204" y="1189"/>
                    </a:lnTo>
                    <a:lnTo>
                      <a:pt x="183" y="1134"/>
                    </a:lnTo>
                    <a:lnTo>
                      <a:pt x="164" y="1078"/>
                    </a:lnTo>
                    <a:lnTo>
                      <a:pt x="148" y="1021"/>
                    </a:lnTo>
                    <a:lnTo>
                      <a:pt x="133" y="963"/>
                    </a:lnTo>
                    <a:lnTo>
                      <a:pt x="121" y="905"/>
                    </a:lnTo>
                    <a:lnTo>
                      <a:pt x="111" y="845"/>
                    </a:lnTo>
                    <a:lnTo>
                      <a:pt x="103" y="785"/>
                    </a:lnTo>
                    <a:lnTo>
                      <a:pt x="97" y="724"/>
                    </a:lnTo>
                    <a:lnTo>
                      <a:pt x="93" y="663"/>
                    </a:lnTo>
                    <a:lnTo>
                      <a:pt x="92" y="601"/>
                    </a:lnTo>
                    <a:lnTo>
                      <a:pt x="92" y="562"/>
                    </a:lnTo>
                    <a:lnTo>
                      <a:pt x="93" y="524"/>
                    </a:lnTo>
                    <a:lnTo>
                      <a:pt x="97" y="486"/>
                    </a:lnTo>
                    <a:lnTo>
                      <a:pt x="100" y="447"/>
                    </a:lnTo>
                    <a:lnTo>
                      <a:pt x="104" y="410"/>
                    </a:lnTo>
                    <a:lnTo>
                      <a:pt x="109" y="372"/>
                    </a:lnTo>
                    <a:lnTo>
                      <a:pt x="114" y="335"/>
                    </a:lnTo>
                    <a:lnTo>
                      <a:pt x="121" y="298"/>
                    </a:lnTo>
                    <a:lnTo>
                      <a:pt x="128" y="262"/>
                    </a:lnTo>
                    <a:lnTo>
                      <a:pt x="136" y="225"/>
                    </a:lnTo>
                    <a:lnTo>
                      <a:pt x="145" y="189"/>
                    </a:lnTo>
                    <a:lnTo>
                      <a:pt x="155" y="153"/>
                    </a:lnTo>
                    <a:lnTo>
                      <a:pt x="166" y="118"/>
                    </a:lnTo>
                    <a:lnTo>
                      <a:pt x="178" y="84"/>
                    </a:lnTo>
                    <a:lnTo>
                      <a:pt x="190" y="49"/>
                    </a:lnTo>
                    <a:lnTo>
                      <a:pt x="203" y="15"/>
                    </a:lnTo>
                    <a:lnTo>
                      <a:pt x="181" y="11"/>
                    </a:lnTo>
                    <a:lnTo>
                      <a:pt x="157" y="7"/>
                    </a:lnTo>
                    <a:lnTo>
                      <a:pt x="134" y="3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CBD36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" name="Freeform 418"/>
              <p:cNvSpPr>
                <a:spLocks/>
              </p:cNvSpPr>
              <p:nvPr/>
            </p:nvSpPr>
            <p:spPr bwMode="auto">
              <a:xfrm>
                <a:off x="2970" y="1537"/>
                <a:ext cx="133" cy="263"/>
              </a:xfrm>
              <a:custGeom>
                <a:avLst/>
                <a:gdLst>
                  <a:gd name="T0" fmla="*/ 1 w 1070"/>
                  <a:gd name="T1" fmla="*/ 1 h 2101"/>
                  <a:gd name="T2" fmla="*/ 1 w 1070"/>
                  <a:gd name="T3" fmla="*/ 2 h 2101"/>
                  <a:gd name="T4" fmla="*/ 1 w 1070"/>
                  <a:gd name="T5" fmla="*/ 3 h 2101"/>
                  <a:gd name="T6" fmla="*/ 0 w 1070"/>
                  <a:gd name="T7" fmla="*/ 4 h 2101"/>
                  <a:gd name="T8" fmla="*/ 0 w 1070"/>
                  <a:gd name="T9" fmla="*/ 5 h 2101"/>
                  <a:gd name="T10" fmla="*/ 0 w 1070"/>
                  <a:gd name="T11" fmla="*/ 6 h 2101"/>
                  <a:gd name="T12" fmla="*/ 0 w 1070"/>
                  <a:gd name="T13" fmla="*/ 8 h 2101"/>
                  <a:gd name="T14" fmla="*/ 0 w 1070"/>
                  <a:gd name="T15" fmla="*/ 9 h 2101"/>
                  <a:gd name="T16" fmla="*/ 0 w 1070"/>
                  <a:gd name="T17" fmla="*/ 10 h 2101"/>
                  <a:gd name="T18" fmla="*/ 0 w 1070"/>
                  <a:gd name="T19" fmla="*/ 12 h 2101"/>
                  <a:gd name="T20" fmla="*/ 0 w 1070"/>
                  <a:gd name="T21" fmla="*/ 14 h 2101"/>
                  <a:gd name="T22" fmla="*/ 1 w 1070"/>
                  <a:gd name="T23" fmla="*/ 16 h 2101"/>
                  <a:gd name="T24" fmla="*/ 1 w 1070"/>
                  <a:gd name="T25" fmla="*/ 18 h 2101"/>
                  <a:gd name="T26" fmla="*/ 2 w 1070"/>
                  <a:gd name="T27" fmla="*/ 20 h 2101"/>
                  <a:gd name="T28" fmla="*/ 3 w 1070"/>
                  <a:gd name="T29" fmla="*/ 21 h 2101"/>
                  <a:gd name="T30" fmla="*/ 4 w 1070"/>
                  <a:gd name="T31" fmla="*/ 23 h 2101"/>
                  <a:gd name="T32" fmla="*/ 5 w 1070"/>
                  <a:gd name="T33" fmla="*/ 24 h 2101"/>
                  <a:gd name="T34" fmla="*/ 6 w 1070"/>
                  <a:gd name="T35" fmla="*/ 26 h 2101"/>
                  <a:gd name="T36" fmla="*/ 7 w 1070"/>
                  <a:gd name="T37" fmla="*/ 27 h 2101"/>
                  <a:gd name="T38" fmla="*/ 8 w 1070"/>
                  <a:gd name="T39" fmla="*/ 28 h 2101"/>
                  <a:gd name="T40" fmla="*/ 10 w 1070"/>
                  <a:gd name="T41" fmla="*/ 30 h 2101"/>
                  <a:gd name="T42" fmla="*/ 11 w 1070"/>
                  <a:gd name="T43" fmla="*/ 31 h 2101"/>
                  <a:gd name="T44" fmla="*/ 13 w 1070"/>
                  <a:gd name="T45" fmla="*/ 32 h 2101"/>
                  <a:gd name="T46" fmla="*/ 14 w 1070"/>
                  <a:gd name="T47" fmla="*/ 33 h 2101"/>
                  <a:gd name="T48" fmla="*/ 16 w 1070"/>
                  <a:gd name="T49" fmla="*/ 33 h 2101"/>
                  <a:gd name="T50" fmla="*/ 16 w 1070"/>
                  <a:gd name="T51" fmla="*/ 32 h 2101"/>
                  <a:gd name="T52" fmla="*/ 16 w 1070"/>
                  <a:gd name="T53" fmla="*/ 32 h 2101"/>
                  <a:gd name="T54" fmla="*/ 14 w 1070"/>
                  <a:gd name="T55" fmla="*/ 31 h 2101"/>
                  <a:gd name="T56" fmla="*/ 13 w 1070"/>
                  <a:gd name="T57" fmla="*/ 30 h 2101"/>
                  <a:gd name="T58" fmla="*/ 11 w 1070"/>
                  <a:gd name="T59" fmla="*/ 29 h 2101"/>
                  <a:gd name="T60" fmla="*/ 10 w 1070"/>
                  <a:gd name="T61" fmla="*/ 28 h 2101"/>
                  <a:gd name="T62" fmla="*/ 8 w 1070"/>
                  <a:gd name="T63" fmla="*/ 27 h 2101"/>
                  <a:gd name="T64" fmla="*/ 7 w 1070"/>
                  <a:gd name="T65" fmla="*/ 25 h 2101"/>
                  <a:gd name="T66" fmla="*/ 6 w 1070"/>
                  <a:gd name="T67" fmla="*/ 24 h 2101"/>
                  <a:gd name="T68" fmla="*/ 5 w 1070"/>
                  <a:gd name="T69" fmla="*/ 22 h 2101"/>
                  <a:gd name="T70" fmla="*/ 4 w 1070"/>
                  <a:gd name="T71" fmla="*/ 21 h 2101"/>
                  <a:gd name="T72" fmla="*/ 3 w 1070"/>
                  <a:gd name="T73" fmla="*/ 19 h 2101"/>
                  <a:gd name="T74" fmla="*/ 3 w 1070"/>
                  <a:gd name="T75" fmla="*/ 18 h 2101"/>
                  <a:gd name="T76" fmla="*/ 2 w 1070"/>
                  <a:gd name="T77" fmla="*/ 16 h 2101"/>
                  <a:gd name="T78" fmla="*/ 2 w 1070"/>
                  <a:gd name="T79" fmla="*/ 14 h 2101"/>
                  <a:gd name="T80" fmla="*/ 2 w 1070"/>
                  <a:gd name="T81" fmla="*/ 12 h 2101"/>
                  <a:gd name="T82" fmla="*/ 1 w 1070"/>
                  <a:gd name="T83" fmla="*/ 10 h 2101"/>
                  <a:gd name="T84" fmla="*/ 1 w 1070"/>
                  <a:gd name="T85" fmla="*/ 9 h 2101"/>
                  <a:gd name="T86" fmla="*/ 1 w 1070"/>
                  <a:gd name="T87" fmla="*/ 8 h 2101"/>
                  <a:gd name="T88" fmla="*/ 2 w 1070"/>
                  <a:gd name="T89" fmla="*/ 6 h 2101"/>
                  <a:gd name="T90" fmla="*/ 2 w 1070"/>
                  <a:gd name="T91" fmla="*/ 5 h 2101"/>
                  <a:gd name="T92" fmla="*/ 2 w 1070"/>
                  <a:gd name="T93" fmla="*/ 4 h 2101"/>
                  <a:gd name="T94" fmla="*/ 2 w 1070"/>
                  <a:gd name="T95" fmla="*/ 3 h 2101"/>
                  <a:gd name="T96" fmla="*/ 3 w 1070"/>
                  <a:gd name="T97" fmla="*/ 2 h 2101"/>
                  <a:gd name="T98" fmla="*/ 3 w 1070"/>
                  <a:gd name="T99" fmla="*/ 1 h 2101"/>
                  <a:gd name="T100" fmla="*/ 3 w 1070"/>
                  <a:gd name="T101" fmla="*/ 0 h 2101"/>
                  <a:gd name="T102" fmla="*/ 2 w 1070"/>
                  <a:gd name="T103" fmla="*/ 0 h 21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70"/>
                  <a:gd name="T157" fmla="*/ 0 h 2101"/>
                  <a:gd name="T158" fmla="*/ 1070 w 1070"/>
                  <a:gd name="T159" fmla="*/ 2101 h 21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70" h="2101">
                    <a:moveTo>
                      <a:pt x="111" y="0"/>
                    </a:moveTo>
                    <a:lnTo>
                      <a:pt x="98" y="34"/>
                    </a:lnTo>
                    <a:lnTo>
                      <a:pt x="86" y="69"/>
                    </a:lnTo>
                    <a:lnTo>
                      <a:pt x="75" y="105"/>
                    </a:lnTo>
                    <a:lnTo>
                      <a:pt x="64" y="140"/>
                    </a:lnTo>
                    <a:lnTo>
                      <a:pt x="54" y="177"/>
                    </a:lnTo>
                    <a:lnTo>
                      <a:pt x="44" y="213"/>
                    </a:lnTo>
                    <a:lnTo>
                      <a:pt x="36" y="250"/>
                    </a:lnTo>
                    <a:lnTo>
                      <a:pt x="29" y="287"/>
                    </a:lnTo>
                    <a:lnTo>
                      <a:pt x="22" y="325"/>
                    </a:lnTo>
                    <a:lnTo>
                      <a:pt x="16" y="362"/>
                    </a:lnTo>
                    <a:lnTo>
                      <a:pt x="12" y="401"/>
                    </a:lnTo>
                    <a:lnTo>
                      <a:pt x="8" y="438"/>
                    </a:lnTo>
                    <a:lnTo>
                      <a:pt x="4" y="477"/>
                    </a:lnTo>
                    <a:lnTo>
                      <a:pt x="2" y="516"/>
                    </a:lnTo>
                    <a:lnTo>
                      <a:pt x="1" y="554"/>
                    </a:lnTo>
                    <a:lnTo>
                      <a:pt x="0" y="594"/>
                    </a:lnTo>
                    <a:lnTo>
                      <a:pt x="2" y="657"/>
                    </a:lnTo>
                    <a:lnTo>
                      <a:pt x="5" y="718"/>
                    </a:lnTo>
                    <a:lnTo>
                      <a:pt x="11" y="780"/>
                    </a:lnTo>
                    <a:lnTo>
                      <a:pt x="19" y="841"/>
                    </a:lnTo>
                    <a:lnTo>
                      <a:pt x="29" y="902"/>
                    </a:lnTo>
                    <a:lnTo>
                      <a:pt x="41" y="961"/>
                    </a:lnTo>
                    <a:lnTo>
                      <a:pt x="57" y="1020"/>
                    </a:lnTo>
                    <a:lnTo>
                      <a:pt x="73" y="1078"/>
                    </a:lnTo>
                    <a:lnTo>
                      <a:pt x="91" y="1135"/>
                    </a:lnTo>
                    <a:lnTo>
                      <a:pt x="112" y="1190"/>
                    </a:lnTo>
                    <a:lnTo>
                      <a:pt x="135" y="1246"/>
                    </a:lnTo>
                    <a:lnTo>
                      <a:pt x="159" y="1300"/>
                    </a:lnTo>
                    <a:lnTo>
                      <a:pt x="185" y="1352"/>
                    </a:lnTo>
                    <a:lnTo>
                      <a:pt x="214" y="1404"/>
                    </a:lnTo>
                    <a:lnTo>
                      <a:pt x="244" y="1455"/>
                    </a:lnTo>
                    <a:lnTo>
                      <a:pt x="275" y="1504"/>
                    </a:lnTo>
                    <a:lnTo>
                      <a:pt x="309" y="1553"/>
                    </a:lnTo>
                    <a:lnTo>
                      <a:pt x="344" y="1599"/>
                    </a:lnTo>
                    <a:lnTo>
                      <a:pt x="381" y="1645"/>
                    </a:lnTo>
                    <a:lnTo>
                      <a:pt x="419" y="1689"/>
                    </a:lnTo>
                    <a:lnTo>
                      <a:pt x="459" y="1733"/>
                    </a:lnTo>
                    <a:lnTo>
                      <a:pt x="500" y="1775"/>
                    </a:lnTo>
                    <a:lnTo>
                      <a:pt x="543" y="1814"/>
                    </a:lnTo>
                    <a:lnTo>
                      <a:pt x="587" y="1852"/>
                    </a:lnTo>
                    <a:lnTo>
                      <a:pt x="633" y="1890"/>
                    </a:lnTo>
                    <a:lnTo>
                      <a:pt x="680" y="1924"/>
                    </a:lnTo>
                    <a:lnTo>
                      <a:pt x="728" y="1959"/>
                    </a:lnTo>
                    <a:lnTo>
                      <a:pt x="778" y="1990"/>
                    </a:lnTo>
                    <a:lnTo>
                      <a:pt x="828" y="2021"/>
                    </a:lnTo>
                    <a:lnTo>
                      <a:pt x="880" y="2049"/>
                    </a:lnTo>
                    <a:lnTo>
                      <a:pt x="933" y="2075"/>
                    </a:lnTo>
                    <a:lnTo>
                      <a:pt x="987" y="2101"/>
                    </a:lnTo>
                    <a:lnTo>
                      <a:pt x="1008" y="2084"/>
                    </a:lnTo>
                    <a:lnTo>
                      <a:pt x="1029" y="2069"/>
                    </a:lnTo>
                    <a:lnTo>
                      <a:pt x="1050" y="2053"/>
                    </a:lnTo>
                    <a:lnTo>
                      <a:pt x="1070" y="2037"/>
                    </a:lnTo>
                    <a:lnTo>
                      <a:pt x="1017" y="2013"/>
                    </a:lnTo>
                    <a:lnTo>
                      <a:pt x="964" y="1989"/>
                    </a:lnTo>
                    <a:lnTo>
                      <a:pt x="914" y="1964"/>
                    </a:lnTo>
                    <a:lnTo>
                      <a:pt x="863" y="1936"/>
                    </a:lnTo>
                    <a:lnTo>
                      <a:pt x="814" y="1906"/>
                    </a:lnTo>
                    <a:lnTo>
                      <a:pt x="767" y="1875"/>
                    </a:lnTo>
                    <a:lnTo>
                      <a:pt x="720" y="1841"/>
                    </a:lnTo>
                    <a:lnTo>
                      <a:pt x="676" y="1807"/>
                    </a:lnTo>
                    <a:lnTo>
                      <a:pt x="632" y="1770"/>
                    </a:lnTo>
                    <a:lnTo>
                      <a:pt x="590" y="1732"/>
                    </a:lnTo>
                    <a:lnTo>
                      <a:pt x="548" y="1693"/>
                    </a:lnTo>
                    <a:lnTo>
                      <a:pt x="508" y="1652"/>
                    </a:lnTo>
                    <a:lnTo>
                      <a:pt x="471" y="1609"/>
                    </a:lnTo>
                    <a:lnTo>
                      <a:pt x="435" y="1566"/>
                    </a:lnTo>
                    <a:lnTo>
                      <a:pt x="399" y="1521"/>
                    </a:lnTo>
                    <a:lnTo>
                      <a:pt x="366" y="1475"/>
                    </a:lnTo>
                    <a:lnTo>
                      <a:pt x="334" y="1427"/>
                    </a:lnTo>
                    <a:lnTo>
                      <a:pt x="305" y="1379"/>
                    </a:lnTo>
                    <a:lnTo>
                      <a:pt x="276" y="1329"/>
                    </a:lnTo>
                    <a:lnTo>
                      <a:pt x="250" y="1277"/>
                    </a:lnTo>
                    <a:lnTo>
                      <a:pt x="226" y="1226"/>
                    </a:lnTo>
                    <a:lnTo>
                      <a:pt x="204" y="1172"/>
                    </a:lnTo>
                    <a:lnTo>
                      <a:pt x="182" y="1118"/>
                    </a:lnTo>
                    <a:lnTo>
                      <a:pt x="164" y="1063"/>
                    </a:lnTo>
                    <a:lnTo>
                      <a:pt x="148" y="1007"/>
                    </a:lnTo>
                    <a:lnTo>
                      <a:pt x="133" y="950"/>
                    </a:lnTo>
                    <a:lnTo>
                      <a:pt x="120" y="893"/>
                    </a:lnTo>
                    <a:lnTo>
                      <a:pt x="110" y="834"/>
                    </a:lnTo>
                    <a:lnTo>
                      <a:pt x="102" y="775"/>
                    </a:lnTo>
                    <a:lnTo>
                      <a:pt x="96" y="715"/>
                    </a:lnTo>
                    <a:lnTo>
                      <a:pt x="93" y="655"/>
                    </a:lnTo>
                    <a:lnTo>
                      <a:pt x="92" y="594"/>
                    </a:lnTo>
                    <a:lnTo>
                      <a:pt x="92" y="555"/>
                    </a:lnTo>
                    <a:lnTo>
                      <a:pt x="93" y="518"/>
                    </a:lnTo>
                    <a:lnTo>
                      <a:pt x="96" y="480"/>
                    </a:lnTo>
                    <a:lnTo>
                      <a:pt x="99" y="443"/>
                    </a:lnTo>
                    <a:lnTo>
                      <a:pt x="103" y="406"/>
                    </a:lnTo>
                    <a:lnTo>
                      <a:pt x="108" y="368"/>
                    </a:lnTo>
                    <a:lnTo>
                      <a:pt x="113" y="332"/>
                    </a:lnTo>
                    <a:lnTo>
                      <a:pt x="120" y="295"/>
                    </a:lnTo>
                    <a:lnTo>
                      <a:pt x="128" y="260"/>
                    </a:lnTo>
                    <a:lnTo>
                      <a:pt x="137" y="223"/>
                    </a:lnTo>
                    <a:lnTo>
                      <a:pt x="146" y="188"/>
                    </a:lnTo>
                    <a:lnTo>
                      <a:pt x="155" y="154"/>
                    </a:lnTo>
                    <a:lnTo>
                      <a:pt x="166" y="119"/>
                    </a:lnTo>
                    <a:lnTo>
                      <a:pt x="177" y="85"/>
                    </a:lnTo>
                    <a:lnTo>
                      <a:pt x="189" y="50"/>
                    </a:lnTo>
                    <a:lnTo>
                      <a:pt x="202" y="17"/>
                    </a:lnTo>
                    <a:lnTo>
                      <a:pt x="180" y="12"/>
                    </a:lnTo>
                    <a:lnTo>
                      <a:pt x="157" y="8"/>
                    </a:lnTo>
                    <a:lnTo>
                      <a:pt x="135" y="4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CDD4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4" name="Freeform 419"/>
              <p:cNvSpPr>
                <a:spLocks/>
              </p:cNvSpPr>
              <p:nvPr/>
            </p:nvSpPr>
            <p:spPr bwMode="auto">
              <a:xfrm>
                <a:off x="2976" y="1538"/>
                <a:ext cx="133" cy="258"/>
              </a:xfrm>
              <a:custGeom>
                <a:avLst/>
                <a:gdLst>
                  <a:gd name="T0" fmla="*/ 1 w 1064"/>
                  <a:gd name="T1" fmla="*/ 1 h 2061"/>
                  <a:gd name="T2" fmla="*/ 1 w 1064"/>
                  <a:gd name="T3" fmla="*/ 2 h 2061"/>
                  <a:gd name="T4" fmla="*/ 1 w 1064"/>
                  <a:gd name="T5" fmla="*/ 3 h 2061"/>
                  <a:gd name="T6" fmla="*/ 1 w 1064"/>
                  <a:gd name="T7" fmla="*/ 4 h 2061"/>
                  <a:gd name="T8" fmla="*/ 0 w 1064"/>
                  <a:gd name="T9" fmla="*/ 5 h 2061"/>
                  <a:gd name="T10" fmla="*/ 0 w 1064"/>
                  <a:gd name="T11" fmla="*/ 6 h 2061"/>
                  <a:gd name="T12" fmla="*/ 0 w 1064"/>
                  <a:gd name="T13" fmla="*/ 7 h 2061"/>
                  <a:gd name="T14" fmla="*/ 0 w 1064"/>
                  <a:gd name="T15" fmla="*/ 9 h 2061"/>
                  <a:gd name="T16" fmla="*/ 0 w 1064"/>
                  <a:gd name="T17" fmla="*/ 10 h 2061"/>
                  <a:gd name="T18" fmla="*/ 0 w 1064"/>
                  <a:gd name="T19" fmla="*/ 12 h 2061"/>
                  <a:gd name="T20" fmla="*/ 1 w 1064"/>
                  <a:gd name="T21" fmla="*/ 14 h 2061"/>
                  <a:gd name="T22" fmla="*/ 1 w 1064"/>
                  <a:gd name="T23" fmla="*/ 16 h 2061"/>
                  <a:gd name="T24" fmla="*/ 1 w 1064"/>
                  <a:gd name="T25" fmla="*/ 18 h 2061"/>
                  <a:gd name="T26" fmla="*/ 2 w 1064"/>
                  <a:gd name="T27" fmla="*/ 19 h 2061"/>
                  <a:gd name="T28" fmla="*/ 3 w 1064"/>
                  <a:gd name="T29" fmla="*/ 21 h 2061"/>
                  <a:gd name="T30" fmla="*/ 4 w 1064"/>
                  <a:gd name="T31" fmla="*/ 22 h 2061"/>
                  <a:gd name="T32" fmla="*/ 5 w 1064"/>
                  <a:gd name="T33" fmla="*/ 24 h 2061"/>
                  <a:gd name="T34" fmla="*/ 6 w 1064"/>
                  <a:gd name="T35" fmla="*/ 25 h 2061"/>
                  <a:gd name="T36" fmla="*/ 7 w 1064"/>
                  <a:gd name="T37" fmla="*/ 27 h 2061"/>
                  <a:gd name="T38" fmla="*/ 8 w 1064"/>
                  <a:gd name="T39" fmla="*/ 28 h 2061"/>
                  <a:gd name="T40" fmla="*/ 10 w 1064"/>
                  <a:gd name="T41" fmla="*/ 29 h 2061"/>
                  <a:gd name="T42" fmla="*/ 11 w 1064"/>
                  <a:gd name="T43" fmla="*/ 30 h 2061"/>
                  <a:gd name="T44" fmla="*/ 13 w 1064"/>
                  <a:gd name="T45" fmla="*/ 31 h 2061"/>
                  <a:gd name="T46" fmla="*/ 14 w 1064"/>
                  <a:gd name="T47" fmla="*/ 32 h 2061"/>
                  <a:gd name="T48" fmla="*/ 16 w 1064"/>
                  <a:gd name="T49" fmla="*/ 32 h 2061"/>
                  <a:gd name="T50" fmla="*/ 16 w 1064"/>
                  <a:gd name="T51" fmla="*/ 32 h 2061"/>
                  <a:gd name="T52" fmla="*/ 16 w 1064"/>
                  <a:gd name="T53" fmla="*/ 31 h 2061"/>
                  <a:gd name="T54" fmla="*/ 14 w 1064"/>
                  <a:gd name="T55" fmla="*/ 30 h 2061"/>
                  <a:gd name="T56" fmla="*/ 13 w 1064"/>
                  <a:gd name="T57" fmla="*/ 29 h 2061"/>
                  <a:gd name="T58" fmla="*/ 11 w 1064"/>
                  <a:gd name="T59" fmla="*/ 28 h 2061"/>
                  <a:gd name="T60" fmla="*/ 10 w 1064"/>
                  <a:gd name="T61" fmla="*/ 27 h 2061"/>
                  <a:gd name="T62" fmla="*/ 8 w 1064"/>
                  <a:gd name="T63" fmla="*/ 26 h 2061"/>
                  <a:gd name="T64" fmla="*/ 7 w 1064"/>
                  <a:gd name="T65" fmla="*/ 25 h 2061"/>
                  <a:gd name="T66" fmla="*/ 6 w 1064"/>
                  <a:gd name="T67" fmla="*/ 23 h 2061"/>
                  <a:gd name="T68" fmla="*/ 5 w 1064"/>
                  <a:gd name="T69" fmla="*/ 22 h 2061"/>
                  <a:gd name="T70" fmla="*/ 4 w 1064"/>
                  <a:gd name="T71" fmla="*/ 21 h 2061"/>
                  <a:gd name="T72" fmla="*/ 3 w 1064"/>
                  <a:gd name="T73" fmla="*/ 19 h 2061"/>
                  <a:gd name="T74" fmla="*/ 3 w 1064"/>
                  <a:gd name="T75" fmla="*/ 17 h 2061"/>
                  <a:gd name="T76" fmla="*/ 2 w 1064"/>
                  <a:gd name="T77" fmla="*/ 16 h 2061"/>
                  <a:gd name="T78" fmla="*/ 2 w 1064"/>
                  <a:gd name="T79" fmla="*/ 14 h 2061"/>
                  <a:gd name="T80" fmla="*/ 2 w 1064"/>
                  <a:gd name="T81" fmla="*/ 12 h 2061"/>
                  <a:gd name="T82" fmla="*/ 1 w 1064"/>
                  <a:gd name="T83" fmla="*/ 10 h 2061"/>
                  <a:gd name="T84" fmla="*/ 1 w 1064"/>
                  <a:gd name="T85" fmla="*/ 9 h 2061"/>
                  <a:gd name="T86" fmla="*/ 1 w 1064"/>
                  <a:gd name="T87" fmla="*/ 7 h 2061"/>
                  <a:gd name="T88" fmla="*/ 2 w 1064"/>
                  <a:gd name="T89" fmla="*/ 6 h 2061"/>
                  <a:gd name="T90" fmla="*/ 2 w 1064"/>
                  <a:gd name="T91" fmla="*/ 5 h 2061"/>
                  <a:gd name="T92" fmla="*/ 2 w 1064"/>
                  <a:gd name="T93" fmla="*/ 4 h 2061"/>
                  <a:gd name="T94" fmla="*/ 2 w 1064"/>
                  <a:gd name="T95" fmla="*/ 3 h 2061"/>
                  <a:gd name="T96" fmla="*/ 3 w 1064"/>
                  <a:gd name="T97" fmla="*/ 2 h 2061"/>
                  <a:gd name="T98" fmla="*/ 3 w 1064"/>
                  <a:gd name="T99" fmla="*/ 1 h 2061"/>
                  <a:gd name="T100" fmla="*/ 3 w 1064"/>
                  <a:gd name="T101" fmla="*/ 0 h 2061"/>
                  <a:gd name="T102" fmla="*/ 2 w 1064"/>
                  <a:gd name="T103" fmla="*/ 0 h 206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64"/>
                  <a:gd name="T157" fmla="*/ 0 h 2061"/>
                  <a:gd name="T158" fmla="*/ 1064 w 1064"/>
                  <a:gd name="T159" fmla="*/ 2061 h 206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64" h="2061">
                    <a:moveTo>
                      <a:pt x="111" y="0"/>
                    </a:moveTo>
                    <a:lnTo>
                      <a:pt x="98" y="34"/>
                    </a:lnTo>
                    <a:lnTo>
                      <a:pt x="86" y="69"/>
                    </a:lnTo>
                    <a:lnTo>
                      <a:pt x="74" y="103"/>
                    </a:lnTo>
                    <a:lnTo>
                      <a:pt x="63" y="138"/>
                    </a:lnTo>
                    <a:lnTo>
                      <a:pt x="53" y="174"/>
                    </a:lnTo>
                    <a:lnTo>
                      <a:pt x="44" y="210"/>
                    </a:lnTo>
                    <a:lnTo>
                      <a:pt x="36" y="247"/>
                    </a:lnTo>
                    <a:lnTo>
                      <a:pt x="29" y="283"/>
                    </a:lnTo>
                    <a:lnTo>
                      <a:pt x="22" y="320"/>
                    </a:lnTo>
                    <a:lnTo>
                      <a:pt x="17" y="357"/>
                    </a:lnTo>
                    <a:lnTo>
                      <a:pt x="12" y="395"/>
                    </a:lnTo>
                    <a:lnTo>
                      <a:pt x="8" y="432"/>
                    </a:lnTo>
                    <a:lnTo>
                      <a:pt x="5" y="471"/>
                    </a:lnTo>
                    <a:lnTo>
                      <a:pt x="1" y="509"/>
                    </a:lnTo>
                    <a:lnTo>
                      <a:pt x="0" y="547"/>
                    </a:lnTo>
                    <a:lnTo>
                      <a:pt x="0" y="586"/>
                    </a:lnTo>
                    <a:lnTo>
                      <a:pt x="1" y="648"/>
                    </a:lnTo>
                    <a:lnTo>
                      <a:pt x="5" y="709"/>
                    </a:lnTo>
                    <a:lnTo>
                      <a:pt x="11" y="770"/>
                    </a:lnTo>
                    <a:lnTo>
                      <a:pt x="19" y="830"/>
                    </a:lnTo>
                    <a:lnTo>
                      <a:pt x="29" y="890"/>
                    </a:lnTo>
                    <a:lnTo>
                      <a:pt x="41" y="948"/>
                    </a:lnTo>
                    <a:lnTo>
                      <a:pt x="56" y="1006"/>
                    </a:lnTo>
                    <a:lnTo>
                      <a:pt x="72" y="1063"/>
                    </a:lnTo>
                    <a:lnTo>
                      <a:pt x="91" y="1119"/>
                    </a:lnTo>
                    <a:lnTo>
                      <a:pt x="112" y="1174"/>
                    </a:lnTo>
                    <a:lnTo>
                      <a:pt x="134" y="1228"/>
                    </a:lnTo>
                    <a:lnTo>
                      <a:pt x="159" y="1281"/>
                    </a:lnTo>
                    <a:lnTo>
                      <a:pt x="185" y="1333"/>
                    </a:lnTo>
                    <a:lnTo>
                      <a:pt x="213" y="1384"/>
                    </a:lnTo>
                    <a:lnTo>
                      <a:pt x="244" y="1433"/>
                    </a:lnTo>
                    <a:lnTo>
                      <a:pt x="275" y="1482"/>
                    </a:lnTo>
                    <a:lnTo>
                      <a:pt x="308" y="1530"/>
                    </a:lnTo>
                    <a:lnTo>
                      <a:pt x="344" y="1575"/>
                    </a:lnTo>
                    <a:lnTo>
                      <a:pt x="380" y="1620"/>
                    </a:lnTo>
                    <a:lnTo>
                      <a:pt x="419" y="1663"/>
                    </a:lnTo>
                    <a:lnTo>
                      <a:pt x="458" y="1706"/>
                    </a:lnTo>
                    <a:lnTo>
                      <a:pt x="499" y="1745"/>
                    </a:lnTo>
                    <a:lnTo>
                      <a:pt x="541" y="1785"/>
                    </a:lnTo>
                    <a:lnTo>
                      <a:pt x="586" y="1822"/>
                    </a:lnTo>
                    <a:lnTo>
                      <a:pt x="632" y="1858"/>
                    </a:lnTo>
                    <a:lnTo>
                      <a:pt x="678" y="1892"/>
                    </a:lnTo>
                    <a:lnTo>
                      <a:pt x="726" y="1924"/>
                    </a:lnTo>
                    <a:lnTo>
                      <a:pt x="776" y="1956"/>
                    </a:lnTo>
                    <a:lnTo>
                      <a:pt x="825" y="1984"/>
                    </a:lnTo>
                    <a:lnTo>
                      <a:pt x="877" y="2012"/>
                    </a:lnTo>
                    <a:lnTo>
                      <a:pt x="930" y="2037"/>
                    </a:lnTo>
                    <a:lnTo>
                      <a:pt x="983" y="2061"/>
                    </a:lnTo>
                    <a:lnTo>
                      <a:pt x="1005" y="2045"/>
                    </a:lnTo>
                    <a:lnTo>
                      <a:pt x="1025" y="2029"/>
                    </a:lnTo>
                    <a:lnTo>
                      <a:pt x="1044" y="2012"/>
                    </a:lnTo>
                    <a:lnTo>
                      <a:pt x="1064" y="1994"/>
                    </a:lnTo>
                    <a:lnTo>
                      <a:pt x="1012" y="1973"/>
                    </a:lnTo>
                    <a:lnTo>
                      <a:pt x="959" y="1951"/>
                    </a:lnTo>
                    <a:lnTo>
                      <a:pt x="908" y="1925"/>
                    </a:lnTo>
                    <a:lnTo>
                      <a:pt x="859" y="1898"/>
                    </a:lnTo>
                    <a:lnTo>
                      <a:pt x="810" y="1870"/>
                    </a:lnTo>
                    <a:lnTo>
                      <a:pt x="763" y="1839"/>
                    </a:lnTo>
                    <a:lnTo>
                      <a:pt x="717" y="1808"/>
                    </a:lnTo>
                    <a:lnTo>
                      <a:pt x="672" y="1774"/>
                    </a:lnTo>
                    <a:lnTo>
                      <a:pt x="629" y="1739"/>
                    </a:lnTo>
                    <a:lnTo>
                      <a:pt x="586" y="1702"/>
                    </a:lnTo>
                    <a:lnTo>
                      <a:pt x="546" y="1663"/>
                    </a:lnTo>
                    <a:lnTo>
                      <a:pt x="506" y="1624"/>
                    </a:lnTo>
                    <a:lnTo>
                      <a:pt x="469" y="1582"/>
                    </a:lnTo>
                    <a:lnTo>
                      <a:pt x="432" y="1540"/>
                    </a:lnTo>
                    <a:lnTo>
                      <a:pt x="398" y="1496"/>
                    </a:lnTo>
                    <a:lnTo>
                      <a:pt x="364" y="1451"/>
                    </a:lnTo>
                    <a:lnTo>
                      <a:pt x="333" y="1404"/>
                    </a:lnTo>
                    <a:lnTo>
                      <a:pt x="303" y="1356"/>
                    </a:lnTo>
                    <a:lnTo>
                      <a:pt x="275" y="1308"/>
                    </a:lnTo>
                    <a:lnTo>
                      <a:pt x="250" y="1257"/>
                    </a:lnTo>
                    <a:lnTo>
                      <a:pt x="225" y="1207"/>
                    </a:lnTo>
                    <a:lnTo>
                      <a:pt x="202" y="1154"/>
                    </a:lnTo>
                    <a:lnTo>
                      <a:pt x="182" y="1101"/>
                    </a:lnTo>
                    <a:lnTo>
                      <a:pt x="164" y="1047"/>
                    </a:lnTo>
                    <a:lnTo>
                      <a:pt x="146" y="992"/>
                    </a:lnTo>
                    <a:lnTo>
                      <a:pt x="132" y="936"/>
                    </a:lnTo>
                    <a:lnTo>
                      <a:pt x="120" y="880"/>
                    </a:lnTo>
                    <a:lnTo>
                      <a:pt x="110" y="822"/>
                    </a:lnTo>
                    <a:lnTo>
                      <a:pt x="102" y="764"/>
                    </a:lnTo>
                    <a:lnTo>
                      <a:pt x="96" y="705"/>
                    </a:lnTo>
                    <a:lnTo>
                      <a:pt x="93" y="646"/>
                    </a:lnTo>
                    <a:lnTo>
                      <a:pt x="92" y="586"/>
                    </a:lnTo>
                    <a:lnTo>
                      <a:pt x="92" y="548"/>
                    </a:lnTo>
                    <a:lnTo>
                      <a:pt x="94" y="511"/>
                    </a:lnTo>
                    <a:lnTo>
                      <a:pt x="96" y="474"/>
                    </a:lnTo>
                    <a:lnTo>
                      <a:pt x="99" y="437"/>
                    </a:lnTo>
                    <a:lnTo>
                      <a:pt x="103" y="401"/>
                    </a:lnTo>
                    <a:lnTo>
                      <a:pt x="108" y="364"/>
                    </a:lnTo>
                    <a:lnTo>
                      <a:pt x="113" y="328"/>
                    </a:lnTo>
                    <a:lnTo>
                      <a:pt x="120" y="292"/>
                    </a:lnTo>
                    <a:lnTo>
                      <a:pt x="127" y="257"/>
                    </a:lnTo>
                    <a:lnTo>
                      <a:pt x="136" y="221"/>
                    </a:lnTo>
                    <a:lnTo>
                      <a:pt x="144" y="187"/>
                    </a:lnTo>
                    <a:lnTo>
                      <a:pt x="154" y="153"/>
                    </a:lnTo>
                    <a:lnTo>
                      <a:pt x="166" y="118"/>
                    </a:lnTo>
                    <a:lnTo>
                      <a:pt x="177" y="85"/>
                    </a:lnTo>
                    <a:lnTo>
                      <a:pt x="189" y="51"/>
                    </a:lnTo>
                    <a:lnTo>
                      <a:pt x="202" y="18"/>
                    </a:lnTo>
                    <a:lnTo>
                      <a:pt x="180" y="13"/>
                    </a:lnTo>
                    <a:lnTo>
                      <a:pt x="156" y="9"/>
                    </a:lnTo>
                    <a:lnTo>
                      <a:pt x="134" y="4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CFD6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5" name="Freeform 420"/>
              <p:cNvSpPr>
                <a:spLocks/>
              </p:cNvSpPr>
              <p:nvPr/>
            </p:nvSpPr>
            <p:spPr bwMode="auto">
              <a:xfrm>
                <a:off x="2981" y="1539"/>
                <a:ext cx="132" cy="253"/>
              </a:xfrm>
              <a:custGeom>
                <a:avLst/>
                <a:gdLst>
                  <a:gd name="T0" fmla="*/ 1 w 1056"/>
                  <a:gd name="T1" fmla="*/ 1 h 2020"/>
                  <a:gd name="T2" fmla="*/ 1 w 1056"/>
                  <a:gd name="T3" fmla="*/ 2 h 2020"/>
                  <a:gd name="T4" fmla="*/ 1 w 1056"/>
                  <a:gd name="T5" fmla="*/ 3 h 2020"/>
                  <a:gd name="T6" fmla="*/ 1 w 1056"/>
                  <a:gd name="T7" fmla="*/ 4 h 2020"/>
                  <a:gd name="T8" fmla="*/ 0 w 1056"/>
                  <a:gd name="T9" fmla="*/ 5 h 2020"/>
                  <a:gd name="T10" fmla="*/ 0 w 1056"/>
                  <a:gd name="T11" fmla="*/ 6 h 2020"/>
                  <a:gd name="T12" fmla="*/ 0 w 1056"/>
                  <a:gd name="T13" fmla="*/ 7 h 2020"/>
                  <a:gd name="T14" fmla="*/ 0 w 1056"/>
                  <a:gd name="T15" fmla="*/ 8 h 2020"/>
                  <a:gd name="T16" fmla="*/ 0 w 1056"/>
                  <a:gd name="T17" fmla="*/ 10 h 2020"/>
                  <a:gd name="T18" fmla="*/ 0 w 1056"/>
                  <a:gd name="T19" fmla="*/ 12 h 2020"/>
                  <a:gd name="T20" fmla="*/ 0 w 1056"/>
                  <a:gd name="T21" fmla="*/ 14 h 2020"/>
                  <a:gd name="T22" fmla="*/ 1 w 1056"/>
                  <a:gd name="T23" fmla="*/ 16 h 2020"/>
                  <a:gd name="T24" fmla="*/ 1 w 1056"/>
                  <a:gd name="T25" fmla="*/ 17 h 2020"/>
                  <a:gd name="T26" fmla="*/ 2 w 1056"/>
                  <a:gd name="T27" fmla="*/ 19 h 2020"/>
                  <a:gd name="T28" fmla="*/ 3 w 1056"/>
                  <a:gd name="T29" fmla="*/ 21 h 2020"/>
                  <a:gd name="T30" fmla="*/ 4 w 1056"/>
                  <a:gd name="T31" fmla="*/ 22 h 2020"/>
                  <a:gd name="T32" fmla="*/ 5 w 1056"/>
                  <a:gd name="T33" fmla="*/ 24 h 2020"/>
                  <a:gd name="T34" fmla="*/ 6 w 1056"/>
                  <a:gd name="T35" fmla="*/ 25 h 2020"/>
                  <a:gd name="T36" fmla="*/ 7 w 1056"/>
                  <a:gd name="T37" fmla="*/ 26 h 2020"/>
                  <a:gd name="T38" fmla="*/ 8 w 1056"/>
                  <a:gd name="T39" fmla="*/ 28 h 2020"/>
                  <a:gd name="T40" fmla="*/ 10 w 1056"/>
                  <a:gd name="T41" fmla="*/ 29 h 2020"/>
                  <a:gd name="T42" fmla="*/ 11 w 1056"/>
                  <a:gd name="T43" fmla="*/ 30 h 2020"/>
                  <a:gd name="T44" fmla="*/ 13 w 1056"/>
                  <a:gd name="T45" fmla="*/ 31 h 2020"/>
                  <a:gd name="T46" fmla="*/ 14 w 1056"/>
                  <a:gd name="T47" fmla="*/ 31 h 2020"/>
                  <a:gd name="T48" fmla="*/ 16 w 1056"/>
                  <a:gd name="T49" fmla="*/ 31 h 2020"/>
                  <a:gd name="T50" fmla="*/ 16 w 1056"/>
                  <a:gd name="T51" fmla="*/ 31 h 2020"/>
                  <a:gd name="T52" fmla="*/ 16 w 1056"/>
                  <a:gd name="T53" fmla="*/ 30 h 2020"/>
                  <a:gd name="T54" fmla="*/ 14 w 1056"/>
                  <a:gd name="T55" fmla="*/ 30 h 2020"/>
                  <a:gd name="T56" fmla="*/ 13 w 1056"/>
                  <a:gd name="T57" fmla="*/ 29 h 2020"/>
                  <a:gd name="T58" fmla="*/ 11 w 1056"/>
                  <a:gd name="T59" fmla="*/ 28 h 2020"/>
                  <a:gd name="T60" fmla="*/ 10 w 1056"/>
                  <a:gd name="T61" fmla="*/ 27 h 2020"/>
                  <a:gd name="T62" fmla="*/ 8 w 1056"/>
                  <a:gd name="T63" fmla="*/ 26 h 2020"/>
                  <a:gd name="T64" fmla="*/ 7 w 1056"/>
                  <a:gd name="T65" fmla="*/ 24 h 2020"/>
                  <a:gd name="T66" fmla="*/ 6 w 1056"/>
                  <a:gd name="T67" fmla="*/ 23 h 2020"/>
                  <a:gd name="T68" fmla="*/ 5 w 1056"/>
                  <a:gd name="T69" fmla="*/ 22 h 2020"/>
                  <a:gd name="T70" fmla="*/ 4 w 1056"/>
                  <a:gd name="T71" fmla="*/ 20 h 2020"/>
                  <a:gd name="T72" fmla="*/ 3 w 1056"/>
                  <a:gd name="T73" fmla="*/ 19 h 2020"/>
                  <a:gd name="T74" fmla="*/ 3 w 1056"/>
                  <a:gd name="T75" fmla="*/ 17 h 2020"/>
                  <a:gd name="T76" fmla="*/ 2 w 1056"/>
                  <a:gd name="T77" fmla="*/ 15 h 2020"/>
                  <a:gd name="T78" fmla="*/ 2 w 1056"/>
                  <a:gd name="T79" fmla="*/ 14 h 2020"/>
                  <a:gd name="T80" fmla="*/ 2 w 1056"/>
                  <a:gd name="T81" fmla="*/ 12 h 2020"/>
                  <a:gd name="T82" fmla="*/ 1 w 1056"/>
                  <a:gd name="T83" fmla="*/ 10 h 2020"/>
                  <a:gd name="T84" fmla="*/ 1 w 1056"/>
                  <a:gd name="T85" fmla="*/ 9 h 2020"/>
                  <a:gd name="T86" fmla="*/ 1 w 1056"/>
                  <a:gd name="T87" fmla="*/ 7 h 2020"/>
                  <a:gd name="T88" fmla="*/ 2 w 1056"/>
                  <a:gd name="T89" fmla="*/ 6 h 2020"/>
                  <a:gd name="T90" fmla="*/ 2 w 1056"/>
                  <a:gd name="T91" fmla="*/ 5 h 2020"/>
                  <a:gd name="T92" fmla="*/ 2 w 1056"/>
                  <a:gd name="T93" fmla="*/ 4 h 2020"/>
                  <a:gd name="T94" fmla="*/ 2 w 1056"/>
                  <a:gd name="T95" fmla="*/ 3 h 2020"/>
                  <a:gd name="T96" fmla="*/ 2 w 1056"/>
                  <a:gd name="T97" fmla="*/ 2 h 2020"/>
                  <a:gd name="T98" fmla="*/ 3 w 1056"/>
                  <a:gd name="T99" fmla="*/ 1 h 2020"/>
                  <a:gd name="T100" fmla="*/ 3 w 1056"/>
                  <a:gd name="T101" fmla="*/ 0 h 2020"/>
                  <a:gd name="T102" fmla="*/ 2 w 1056"/>
                  <a:gd name="T103" fmla="*/ 0 h 202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56"/>
                  <a:gd name="T157" fmla="*/ 0 h 2020"/>
                  <a:gd name="T158" fmla="*/ 1056 w 1056"/>
                  <a:gd name="T159" fmla="*/ 2020 h 202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56" h="2020">
                    <a:moveTo>
                      <a:pt x="110" y="0"/>
                    </a:moveTo>
                    <a:lnTo>
                      <a:pt x="97" y="33"/>
                    </a:lnTo>
                    <a:lnTo>
                      <a:pt x="85" y="68"/>
                    </a:lnTo>
                    <a:lnTo>
                      <a:pt x="74" y="102"/>
                    </a:lnTo>
                    <a:lnTo>
                      <a:pt x="63" y="137"/>
                    </a:lnTo>
                    <a:lnTo>
                      <a:pt x="54" y="171"/>
                    </a:lnTo>
                    <a:lnTo>
                      <a:pt x="45" y="206"/>
                    </a:lnTo>
                    <a:lnTo>
                      <a:pt x="36" y="243"/>
                    </a:lnTo>
                    <a:lnTo>
                      <a:pt x="28" y="278"/>
                    </a:lnTo>
                    <a:lnTo>
                      <a:pt x="21" y="315"/>
                    </a:lnTo>
                    <a:lnTo>
                      <a:pt x="16" y="351"/>
                    </a:lnTo>
                    <a:lnTo>
                      <a:pt x="11" y="389"/>
                    </a:lnTo>
                    <a:lnTo>
                      <a:pt x="7" y="426"/>
                    </a:lnTo>
                    <a:lnTo>
                      <a:pt x="4" y="463"/>
                    </a:lnTo>
                    <a:lnTo>
                      <a:pt x="1" y="501"/>
                    </a:lnTo>
                    <a:lnTo>
                      <a:pt x="0" y="538"/>
                    </a:lnTo>
                    <a:lnTo>
                      <a:pt x="0" y="577"/>
                    </a:lnTo>
                    <a:lnTo>
                      <a:pt x="1" y="638"/>
                    </a:lnTo>
                    <a:lnTo>
                      <a:pt x="4" y="698"/>
                    </a:lnTo>
                    <a:lnTo>
                      <a:pt x="10" y="758"/>
                    </a:lnTo>
                    <a:lnTo>
                      <a:pt x="18" y="817"/>
                    </a:lnTo>
                    <a:lnTo>
                      <a:pt x="28" y="876"/>
                    </a:lnTo>
                    <a:lnTo>
                      <a:pt x="41" y="933"/>
                    </a:lnTo>
                    <a:lnTo>
                      <a:pt x="56" y="990"/>
                    </a:lnTo>
                    <a:lnTo>
                      <a:pt x="72" y="1046"/>
                    </a:lnTo>
                    <a:lnTo>
                      <a:pt x="90" y="1101"/>
                    </a:lnTo>
                    <a:lnTo>
                      <a:pt x="112" y="1155"/>
                    </a:lnTo>
                    <a:lnTo>
                      <a:pt x="134" y="1209"/>
                    </a:lnTo>
                    <a:lnTo>
                      <a:pt x="158" y="1260"/>
                    </a:lnTo>
                    <a:lnTo>
                      <a:pt x="184" y="1312"/>
                    </a:lnTo>
                    <a:lnTo>
                      <a:pt x="213" y="1362"/>
                    </a:lnTo>
                    <a:lnTo>
                      <a:pt x="242" y="1410"/>
                    </a:lnTo>
                    <a:lnTo>
                      <a:pt x="274" y="1458"/>
                    </a:lnTo>
                    <a:lnTo>
                      <a:pt x="307" y="1504"/>
                    </a:lnTo>
                    <a:lnTo>
                      <a:pt x="343" y="1549"/>
                    </a:lnTo>
                    <a:lnTo>
                      <a:pt x="379" y="1592"/>
                    </a:lnTo>
                    <a:lnTo>
                      <a:pt x="416" y="1635"/>
                    </a:lnTo>
                    <a:lnTo>
                      <a:pt x="456" y="1676"/>
                    </a:lnTo>
                    <a:lnTo>
                      <a:pt x="498" y="1715"/>
                    </a:lnTo>
                    <a:lnTo>
                      <a:pt x="540" y="1753"/>
                    </a:lnTo>
                    <a:lnTo>
                      <a:pt x="584" y="1790"/>
                    </a:lnTo>
                    <a:lnTo>
                      <a:pt x="628" y="1824"/>
                    </a:lnTo>
                    <a:lnTo>
                      <a:pt x="675" y="1858"/>
                    </a:lnTo>
                    <a:lnTo>
                      <a:pt x="722" y="1889"/>
                    </a:lnTo>
                    <a:lnTo>
                      <a:pt x="771" y="1919"/>
                    </a:lnTo>
                    <a:lnTo>
                      <a:pt x="822" y="1947"/>
                    </a:lnTo>
                    <a:lnTo>
                      <a:pt x="872" y="1972"/>
                    </a:lnTo>
                    <a:lnTo>
                      <a:pt x="925" y="1996"/>
                    </a:lnTo>
                    <a:lnTo>
                      <a:pt x="978" y="2020"/>
                    </a:lnTo>
                    <a:lnTo>
                      <a:pt x="998" y="2003"/>
                    </a:lnTo>
                    <a:lnTo>
                      <a:pt x="1018" y="1985"/>
                    </a:lnTo>
                    <a:lnTo>
                      <a:pt x="1038" y="1968"/>
                    </a:lnTo>
                    <a:lnTo>
                      <a:pt x="1056" y="1951"/>
                    </a:lnTo>
                    <a:lnTo>
                      <a:pt x="1004" y="1931"/>
                    </a:lnTo>
                    <a:lnTo>
                      <a:pt x="952" y="1909"/>
                    </a:lnTo>
                    <a:lnTo>
                      <a:pt x="902" y="1885"/>
                    </a:lnTo>
                    <a:lnTo>
                      <a:pt x="853" y="1860"/>
                    </a:lnTo>
                    <a:lnTo>
                      <a:pt x="805" y="1832"/>
                    </a:lnTo>
                    <a:lnTo>
                      <a:pt x="758" y="1803"/>
                    </a:lnTo>
                    <a:lnTo>
                      <a:pt x="712" y="1772"/>
                    </a:lnTo>
                    <a:lnTo>
                      <a:pt x="668" y="1739"/>
                    </a:lnTo>
                    <a:lnTo>
                      <a:pt x="624" y="1705"/>
                    </a:lnTo>
                    <a:lnTo>
                      <a:pt x="583" y="1669"/>
                    </a:lnTo>
                    <a:lnTo>
                      <a:pt x="542" y="1632"/>
                    </a:lnTo>
                    <a:lnTo>
                      <a:pt x="504" y="1594"/>
                    </a:lnTo>
                    <a:lnTo>
                      <a:pt x="466" y="1553"/>
                    </a:lnTo>
                    <a:lnTo>
                      <a:pt x="430" y="1511"/>
                    </a:lnTo>
                    <a:lnTo>
                      <a:pt x="395" y="1469"/>
                    </a:lnTo>
                    <a:lnTo>
                      <a:pt x="363" y="1424"/>
                    </a:lnTo>
                    <a:lnTo>
                      <a:pt x="331" y="1379"/>
                    </a:lnTo>
                    <a:lnTo>
                      <a:pt x="302" y="1332"/>
                    </a:lnTo>
                    <a:lnTo>
                      <a:pt x="274" y="1285"/>
                    </a:lnTo>
                    <a:lnTo>
                      <a:pt x="248" y="1236"/>
                    </a:lnTo>
                    <a:lnTo>
                      <a:pt x="224" y="1185"/>
                    </a:lnTo>
                    <a:lnTo>
                      <a:pt x="202" y="1135"/>
                    </a:lnTo>
                    <a:lnTo>
                      <a:pt x="181" y="1083"/>
                    </a:lnTo>
                    <a:lnTo>
                      <a:pt x="163" y="1030"/>
                    </a:lnTo>
                    <a:lnTo>
                      <a:pt x="146" y="976"/>
                    </a:lnTo>
                    <a:lnTo>
                      <a:pt x="132" y="921"/>
                    </a:lnTo>
                    <a:lnTo>
                      <a:pt x="120" y="866"/>
                    </a:lnTo>
                    <a:lnTo>
                      <a:pt x="109" y="809"/>
                    </a:lnTo>
                    <a:lnTo>
                      <a:pt x="101" y="752"/>
                    </a:lnTo>
                    <a:lnTo>
                      <a:pt x="95" y="694"/>
                    </a:lnTo>
                    <a:lnTo>
                      <a:pt x="92" y="636"/>
                    </a:lnTo>
                    <a:lnTo>
                      <a:pt x="91" y="577"/>
                    </a:lnTo>
                    <a:lnTo>
                      <a:pt x="91" y="539"/>
                    </a:lnTo>
                    <a:lnTo>
                      <a:pt x="93" y="503"/>
                    </a:lnTo>
                    <a:lnTo>
                      <a:pt x="95" y="467"/>
                    </a:lnTo>
                    <a:lnTo>
                      <a:pt x="98" y="431"/>
                    </a:lnTo>
                    <a:lnTo>
                      <a:pt x="102" y="395"/>
                    </a:lnTo>
                    <a:lnTo>
                      <a:pt x="107" y="359"/>
                    </a:lnTo>
                    <a:lnTo>
                      <a:pt x="113" y="324"/>
                    </a:lnTo>
                    <a:lnTo>
                      <a:pt x="120" y="288"/>
                    </a:lnTo>
                    <a:lnTo>
                      <a:pt x="127" y="254"/>
                    </a:lnTo>
                    <a:lnTo>
                      <a:pt x="135" y="220"/>
                    </a:lnTo>
                    <a:lnTo>
                      <a:pt x="144" y="185"/>
                    </a:lnTo>
                    <a:lnTo>
                      <a:pt x="154" y="152"/>
                    </a:lnTo>
                    <a:lnTo>
                      <a:pt x="164" y="118"/>
                    </a:lnTo>
                    <a:lnTo>
                      <a:pt x="176" y="85"/>
                    </a:lnTo>
                    <a:lnTo>
                      <a:pt x="189" y="52"/>
                    </a:lnTo>
                    <a:lnTo>
                      <a:pt x="201" y="20"/>
                    </a:lnTo>
                    <a:lnTo>
                      <a:pt x="178" y="15"/>
                    </a:lnTo>
                    <a:lnTo>
                      <a:pt x="156" y="9"/>
                    </a:lnTo>
                    <a:lnTo>
                      <a:pt x="134" y="4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D0D7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6" name="Freeform 421"/>
              <p:cNvSpPr>
                <a:spLocks/>
              </p:cNvSpPr>
              <p:nvPr/>
            </p:nvSpPr>
            <p:spPr bwMode="auto">
              <a:xfrm>
                <a:off x="2987" y="1541"/>
                <a:ext cx="131" cy="247"/>
              </a:xfrm>
              <a:custGeom>
                <a:avLst/>
                <a:gdLst>
                  <a:gd name="T0" fmla="*/ 2 w 1046"/>
                  <a:gd name="T1" fmla="*/ 1 h 1976"/>
                  <a:gd name="T2" fmla="*/ 1 w 1046"/>
                  <a:gd name="T3" fmla="*/ 2 h 1976"/>
                  <a:gd name="T4" fmla="*/ 1 w 1046"/>
                  <a:gd name="T5" fmla="*/ 3 h 1976"/>
                  <a:gd name="T6" fmla="*/ 1 w 1046"/>
                  <a:gd name="T7" fmla="*/ 4 h 1976"/>
                  <a:gd name="T8" fmla="*/ 0 w 1046"/>
                  <a:gd name="T9" fmla="*/ 5 h 1976"/>
                  <a:gd name="T10" fmla="*/ 0 w 1046"/>
                  <a:gd name="T11" fmla="*/ 6 h 1976"/>
                  <a:gd name="T12" fmla="*/ 0 w 1046"/>
                  <a:gd name="T13" fmla="*/ 7 h 1976"/>
                  <a:gd name="T14" fmla="*/ 0 w 1046"/>
                  <a:gd name="T15" fmla="*/ 8 h 1976"/>
                  <a:gd name="T16" fmla="*/ 0 w 1046"/>
                  <a:gd name="T17" fmla="*/ 10 h 1976"/>
                  <a:gd name="T18" fmla="*/ 0 w 1046"/>
                  <a:gd name="T19" fmla="*/ 12 h 1976"/>
                  <a:gd name="T20" fmla="*/ 1 w 1046"/>
                  <a:gd name="T21" fmla="*/ 14 h 1976"/>
                  <a:gd name="T22" fmla="*/ 1 w 1046"/>
                  <a:gd name="T23" fmla="*/ 15 h 1976"/>
                  <a:gd name="T24" fmla="*/ 1 w 1046"/>
                  <a:gd name="T25" fmla="*/ 17 h 1976"/>
                  <a:gd name="T26" fmla="*/ 2 w 1046"/>
                  <a:gd name="T27" fmla="*/ 19 h 1976"/>
                  <a:gd name="T28" fmla="*/ 3 w 1046"/>
                  <a:gd name="T29" fmla="*/ 20 h 1976"/>
                  <a:gd name="T30" fmla="*/ 4 w 1046"/>
                  <a:gd name="T31" fmla="*/ 22 h 1976"/>
                  <a:gd name="T32" fmla="*/ 5 w 1046"/>
                  <a:gd name="T33" fmla="*/ 23 h 1976"/>
                  <a:gd name="T34" fmla="*/ 6 w 1046"/>
                  <a:gd name="T35" fmla="*/ 25 h 1976"/>
                  <a:gd name="T36" fmla="*/ 7 w 1046"/>
                  <a:gd name="T37" fmla="*/ 26 h 1976"/>
                  <a:gd name="T38" fmla="*/ 8 w 1046"/>
                  <a:gd name="T39" fmla="*/ 27 h 1976"/>
                  <a:gd name="T40" fmla="*/ 10 w 1046"/>
                  <a:gd name="T41" fmla="*/ 28 h 1976"/>
                  <a:gd name="T42" fmla="*/ 11 w 1046"/>
                  <a:gd name="T43" fmla="*/ 29 h 1976"/>
                  <a:gd name="T44" fmla="*/ 13 w 1046"/>
                  <a:gd name="T45" fmla="*/ 30 h 1976"/>
                  <a:gd name="T46" fmla="*/ 14 w 1046"/>
                  <a:gd name="T47" fmla="*/ 31 h 1976"/>
                  <a:gd name="T48" fmla="*/ 16 w 1046"/>
                  <a:gd name="T49" fmla="*/ 31 h 1976"/>
                  <a:gd name="T50" fmla="*/ 16 w 1046"/>
                  <a:gd name="T51" fmla="*/ 30 h 1976"/>
                  <a:gd name="T52" fmla="*/ 16 w 1046"/>
                  <a:gd name="T53" fmla="*/ 30 h 1976"/>
                  <a:gd name="T54" fmla="*/ 14 w 1046"/>
                  <a:gd name="T55" fmla="*/ 29 h 1976"/>
                  <a:gd name="T56" fmla="*/ 13 w 1046"/>
                  <a:gd name="T57" fmla="*/ 28 h 1976"/>
                  <a:gd name="T58" fmla="*/ 11 w 1046"/>
                  <a:gd name="T59" fmla="*/ 27 h 1976"/>
                  <a:gd name="T60" fmla="*/ 10 w 1046"/>
                  <a:gd name="T61" fmla="*/ 26 h 1976"/>
                  <a:gd name="T62" fmla="*/ 9 w 1046"/>
                  <a:gd name="T63" fmla="*/ 25 h 1976"/>
                  <a:gd name="T64" fmla="*/ 7 w 1046"/>
                  <a:gd name="T65" fmla="*/ 24 h 1976"/>
                  <a:gd name="T66" fmla="*/ 6 w 1046"/>
                  <a:gd name="T67" fmla="*/ 23 h 1976"/>
                  <a:gd name="T68" fmla="*/ 5 w 1046"/>
                  <a:gd name="T69" fmla="*/ 21 h 1976"/>
                  <a:gd name="T70" fmla="*/ 4 w 1046"/>
                  <a:gd name="T71" fmla="*/ 20 h 1976"/>
                  <a:gd name="T72" fmla="*/ 4 w 1046"/>
                  <a:gd name="T73" fmla="*/ 18 h 1976"/>
                  <a:gd name="T74" fmla="*/ 3 w 1046"/>
                  <a:gd name="T75" fmla="*/ 17 h 1976"/>
                  <a:gd name="T76" fmla="*/ 2 w 1046"/>
                  <a:gd name="T77" fmla="*/ 15 h 1976"/>
                  <a:gd name="T78" fmla="*/ 2 w 1046"/>
                  <a:gd name="T79" fmla="*/ 13 h 1976"/>
                  <a:gd name="T80" fmla="*/ 2 w 1046"/>
                  <a:gd name="T81" fmla="*/ 12 h 1976"/>
                  <a:gd name="T82" fmla="*/ 2 w 1046"/>
                  <a:gd name="T83" fmla="*/ 10 h 1976"/>
                  <a:gd name="T84" fmla="*/ 1 w 1046"/>
                  <a:gd name="T85" fmla="*/ 8 h 1976"/>
                  <a:gd name="T86" fmla="*/ 2 w 1046"/>
                  <a:gd name="T87" fmla="*/ 7 h 1976"/>
                  <a:gd name="T88" fmla="*/ 2 w 1046"/>
                  <a:gd name="T89" fmla="*/ 6 h 1976"/>
                  <a:gd name="T90" fmla="*/ 2 w 1046"/>
                  <a:gd name="T91" fmla="*/ 5 h 1976"/>
                  <a:gd name="T92" fmla="*/ 2 w 1046"/>
                  <a:gd name="T93" fmla="*/ 4 h 1976"/>
                  <a:gd name="T94" fmla="*/ 2 w 1046"/>
                  <a:gd name="T95" fmla="*/ 3 h 1976"/>
                  <a:gd name="T96" fmla="*/ 3 w 1046"/>
                  <a:gd name="T97" fmla="*/ 2 h 1976"/>
                  <a:gd name="T98" fmla="*/ 3 w 1046"/>
                  <a:gd name="T99" fmla="*/ 1 h 1976"/>
                  <a:gd name="T100" fmla="*/ 3 w 1046"/>
                  <a:gd name="T101" fmla="*/ 0 h 1976"/>
                  <a:gd name="T102" fmla="*/ 2 w 1046"/>
                  <a:gd name="T103" fmla="*/ 0 h 197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46"/>
                  <a:gd name="T157" fmla="*/ 0 h 1976"/>
                  <a:gd name="T158" fmla="*/ 1046 w 1046"/>
                  <a:gd name="T159" fmla="*/ 1976 h 197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46" h="1976">
                    <a:moveTo>
                      <a:pt x="110" y="0"/>
                    </a:moveTo>
                    <a:lnTo>
                      <a:pt x="97" y="33"/>
                    </a:lnTo>
                    <a:lnTo>
                      <a:pt x="85" y="67"/>
                    </a:lnTo>
                    <a:lnTo>
                      <a:pt x="74" y="100"/>
                    </a:lnTo>
                    <a:lnTo>
                      <a:pt x="62" y="135"/>
                    </a:lnTo>
                    <a:lnTo>
                      <a:pt x="52" y="169"/>
                    </a:lnTo>
                    <a:lnTo>
                      <a:pt x="44" y="203"/>
                    </a:lnTo>
                    <a:lnTo>
                      <a:pt x="35" y="239"/>
                    </a:lnTo>
                    <a:lnTo>
                      <a:pt x="28" y="274"/>
                    </a:lnTo>
                    <a:lnTo>
                      <a:pt x="21" y="310"/>
                    </a:lnTo>
                    <a:lnTo>
                      <a:pt x="16" y="346"/>
                    </a:lnTo>
                    <a:lnTo>
                      <a:pt x="11" y="383"/>
                    </a:lnTo>
                    <a:lnTo>
                      <a:pt x="7" y="419"/>
                    </a:lnTo>
                    <a:lnTo>
                      <a:pt x="4" y="456"/>
                    </a:lnTo>
                    <a:lnTo>
                      <a:pt x="2" y="493"/>
                    </a:lnTo>
                    <a:lnTo>
                      <a:pt x="0" y="530"/>
                    </a:lnTo>
                    <a:lnTo>
                      <a:pt x="0" y="568"/>
                    </a:lnTo>
                    <a:lnTo>
                      <a:pt x="1" y="628"/>
                    </a:lnTo>
                    <a:lnTo>
                      <a:pt x="4" y="687"/>
                    </a:lnTo>
                    <a:lnTo>
                      <a:pt x="10" y="746"/>
                    </a:lnTo>
                    <a:lnTo>
                      <a:pt x="18" y="804"/>
                    </a:lnTo>
                    <a:lnTo>
                      <a:pt x="28" y="862"/>
                    </a:lnTo>
                    <a:lnTo>
                      <a:pt x="40" y="918"/>
                    </a:lnTo>
                    <a:lnTo>
                      <a:pt x="54" y="974"/>
                    </a:lnTo>
                    <a:lnTo>
                      <a:pt x="72" y="1029"/>
                    </a:lnTo>
                    <a:lnTo>
                      <a:pt x="90" y="1083"/>
                    </a:lnTo>
                    <a:lnTo>
                      <a:pt x="110" y="1136"/>
                    </a:lnTo>
                    <a:lnTo>
                      <a:pt x="133" y="1189"/>
                    </a:lnTo>
                    <a:lnTo>
                      <a:pt x="158" y="1239"/>
                    </a:lnTo>
                    <a:lnTo>
                      <a:pt x="183" y="1290"/>
                    </a:lnTo>
                    <a:lnTo>
                      <a:pt x="211" y="1338"/>
                    </a:lnTo>
                    <a:lnTo>
                      <a:pt x="241" y="1386"/>
                    </a:lnTo>
                    <a:lnTo>
                      <a:pt x="272" y="1433"/>
                    </a:lnTo>
                    <a:lnTo>
                      <a:pt x="306" y="1478"/>
                    </a:lnTo>
                    <a:lnTo>
                      <a:pt x="340" y="1522"/>
                    </a:lnTo>
                    <a:lnTo>
                      <a:pt x="377" y="1564"/>
                    </a:lnTo>
                    <a:lnTo>
                      <a:pt x="414" y="1606"/>
                    </a:lnTo>
                    <a:lnTo>
                      <a:pt x="454" y="1645"/>
                    </a:lnTo>
                    <a:lnTo>
                      <a:pt x="494" y="1684"/>
                    </a:lnTo>
                    <a:lnTo>
                      <a:pt x="537" y="1721"/>
                    </a:lnTo>
                    <a:lnTo>
                      <a:pt x="580" y="1756"/>
                    </a:lnTo>
                    <a:lnTo>
                      <a:pt x="625" y="1790"/>
                    </a:lnTo>
                    <a:lnTo>
                      <a:pt x="671" y="1821"/>
                    </a:lnTo>
                    <a:lnTo>
                      <a:pt x="718" y="1852"/>
                    </a:lnTo>
                    <a:lnTo>
                      <a:pt x="767" y="1880"/>
                    </a:lnTo>
                    <a:lnTo>
                      <a:pt x="816" y="1907"/>
                    </a:lnTo>
                    <a:lnTo>
                      <a:pt x="867" y="1933"/>
                    </a:lnTo>
                    <a:lnTo>
                      <a:pt x="920" y="1955"/>
                    </a:lnTo>
                    <a:lnTo>
                      <a:pt x="972" y="1976"/>
                    </a:lnTo>
                    <a:lnTo>
                      <a:pt x="992" y="1959"/>
                    </a:lnTo>
                    <a:lnTo>
                      <a:pt x="1010" y="1942"/>
                    </a:lnTo>
                    <a:lnTo>
                      <a:pt x="1028" y="1925"/>
                    </a:lnTo>
                    <a:lnTo>
                      <a:pt x="1046" y="1906"/>
                    </a:lnTo>
                    <a:lnTo>
                      <a:pt x="995" y="1887"/>
                    </a:lnTo>
                    <a:lnTo>
                      <a:pt x="944" y="1867"/>
                    </a:lnTo>
                    <a:lnTo>
                      <a:pt x="894" y="1844"/>
                    </a:lnTo>
                    <a:lnTo>
                      <a:pt x="846" y="1819"/>
                    </a:lnTo>
                    <a:lnTo>
                      <a:pt x="798" y="1793"/>
                    </a:lnTo>
                    <a:lnTo>
                      <a:pt x="751" y="1765"/>
                    </a:lnTo>
                    <a:lnTo>
                      <a:pt x="707" y="1735"/>
                    </a:lnTo>
                    <a:lnTo>
                      <a:pt x="662" y="1704"/>
                    </a:lnTo>
                    <a:lnTo>
                      <a:pt x="620" y="1671"/>
                    </a:lnTo>
                    <a:lnTo>
                      <a:pt x="578" y="1636"/>
                    </a:lnTo>
                    <a:lnTo>
                      <a:pt x="539" y="1600"/>
                    </a:lnTo>
                    <a:lnTo>
                      <a:pt x="500" y="1562"/>
                    </a:lnTo>
                    <a:lnTo>
                      <a:pt x="463" y="1524"/>
                    </a:lnTo>
                    <a:lnTo>
                      <a:pt x="427" y="1483"/>
                    </a:lnTo>
                    <a:lnTo>
                      <a:pt x="393" y="1441"/>
                    </a:lnTo>
                    <a:lnTo>
                      <a:pt x="360" y="1398"/>
                    </a:lnTo>
                    <a:lnTo>
                      <a:pt x="329" y="1354"/>
                    </a:lnTo>
                    <a:lnTo>
                      <a:pt x="300" y="1308"/>
                    </a:lnTo>
                    <a:lnTo>
                      <a:pt x="272" y="1262"/>
                    </a:lnTo>
                    <a:lnTo>
                      <a:pt x="247" y="1214"/>
                    </a:lnTo>
                    <a:lnTo>
                      <a:pt x="223" y="1164"/>
                    </a:lnTo>
                    <a:lnTo>
                      <a:pt x="200" y="1115"/>
                    </a:lnTo>
                    <a:lnTo>
                      <a:pt x="180" y="1064"/>
                    </a:lnTo>
                    <a:lnTo>
                      <a:pt x="162" y="1011"/>
                    </a:lnTo>
                    <a:lnTo>
                      <a:pt x="146" y="959"/>
                    </a:lnTo>
                    <a:lnTo>
                      <a:pt x="131" y="905"/>
                    </a:lnTo>
                    <a:lnTo>
                      <a:pt x="119" y="850"/>
                    </a:lnTo>
                    <a:lnTo>
                      <a:pt x="109" y="796"/>
                    </a:lnTo>
                    <a:lnTo>
                      <a:pt x="101" y="740"/>
                    </a:lnTo>
                    <a:lnTo>
                      <a:pt x="95" y="683"/>
                    </a:lnTo>
                    <a:lnTo>
                      <a:pt x="92" y="626"/>
                    </a:lnTo>
                    <a:lnTo>
                      <a:pt x="91" y="568"/>
                    </a:lnTo>
                    <a:lnTo>
                      <a:pt x="91" y="532"/>
                    </a:lnTo>
                    <a:lnTo>
                      <a:pt x="93" y="496"/>
                    </a:lnTo>
                    <a:lnTo>
                      <a:pt x="95" y="460"/>
                    </a:lnTo>
                    <a:lnTo>
                      <a:pt x="98" y="424"/>
                    </a:lnTo>
                    <a:lnTo>
                      <a:pt x="102" y="390"/>
                    </a:lnTo>
                    <a:lnTo>
                      <a:pt x="107" y="354"/>
                    </a:lnTo>
                    <a:lnTo>
                      <a:pt x="112" y="320"/>
                    </a:lnTo>
                    <a:lnTo>
                      <a:pt x="119" y="285"/>
                    </a:lnTo>
                    <a:lnTo>
                      <a:pt x="126" y="252"/>
                    </a:lnTo>
                    <a:lnTo>
                      <a:pt x="134" y="218"/>
                    </a:lnTo>
                    <a:lnTo>
                      <a:pt x="144" y="184"/>
                    </a:lnTo>
                    <a:lnTo>
                      <a:pt x="153" y="152"/>
                    </a:lnTo>
                    <a:lnTo>
                      <a:pt x="164" y="118"/>
                    </a:lnTo>
                    <a:lnTo>
                      <a:pt x="175" y="86"/>
                    </a:lnTo>
                    <a:lnTo>
                      <a:pt x="187" y="55"/>
                    </a:lnTo>
                    <a:lnTo>
                      <a:pt x="199" y="22"/>
                    </a:lnTo>
                    <a:lnTo>
                      <a:pt x="178" y="17"/>
                    </a:lnTo>
                    <a:lnTo>
                      <a:pt x="156" y="11"/>
                    </a:lnTo>
                    <a:lnTo>
                      <a:pt x="132" y="6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D2D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7" name="Freeform 422"/>
              <p:cNvSpPr>
                <a:spLocks/>
              </p:cNvSpPr>
              <p:nvPr/>
            </p:nvSpPr>
            <p:spPr bwMode="auto">
              <a:xfrm>
                <a:off x="2993" y="1542"/>
                <a:ext cx="129" cy="241"/>
              </a:xfrm>
              <a:custGeom>
                <a:avLst/>
                <a:gdLst>
                  <a:gd name="T0" fmla="*/ 1 w 1036"/>
                  <a:gd name="T1" fmla="*/ 0 h 1931"/>
                  <a:gd name="T2" fmla="*/ 1 w 1036"/>
                  <a:gd name="T3" fmla="*/ 1 h 1931"/>
                  <a:gd name="T4" fmla="*/ 1 w 1036"/>
                  <a:gd name="T5" fmla="*/ 3 h 1931"/>
                  <a:gd name="T6" fmla="*/ 0 w 1036"/>
                  <a:gd name="T7" fmla="*/ 4 h 1931"/>
                  <a:gd name="T8" fmla="*/ 0 w 1036"/>
                  <a:gd name="T9" fmla="*/ 5 h 1931"/>
                  <a:gd name="T10" fmla="*/ 0 w 1036"/>
                  <a:gd name="T11" fmla="*/ 6 h 1931"/>
                  <a:gd name="T12" fmla="*/ 0 w 1036"/>
                  <a:gd name="T13" fmla="*/ 7 h 1931"/>
                  <a:gd name="T14" fmla="*/ 0 w 1036"/>
                  <a:gd name="T15" fmla="*/ 8 h 1931"/>
                  <a:gd name="T16" fmla="*/ 0 w 1036"/>
                  <a:gd name="T17" fmla="*/ 10 h 1931"/>
                  <a:gd name="T18" fmla="*/ 0 w 1036"/>
                  <a:gd name="T19" fmla="*/ 11 h 1931"/>
                  <a:gd name="T20" fmla="*/ 0 w 1036"/>
                  <a:gd name="T21" fmla="*/ 13 h 1931"/>
                  <a:gd name="T22" fmla="*/ 1 w 1036"/>
                  <a:gd name="T23" fmla="*/ 15 h 1931"/>
                  <a:gd name="T24" fmla="*/ 1 w 1036"/>
                  <a:gd name="T25" fmla="*/ 17 h 1931"/>
                  <a:gd name="T26" fmla="*/ 2 w 1036"/>
                  <a:gd name="T27" fmla="*/ 18 h 1931"/>
                  <a:gd name="T28" fmla="*/ 3 w 1036"/>
                  <a:gd name="T29" fmla="*/ 20 h 1931"/>
                  <a:gd name="T30" fmla="*/ 4 w 1036"/>
                  <a:gd name="T31" fmla="*/ 21 h 1931"/>
                  <a:gd name="T32" fmla="*/ 5 w 1036"/>
                  <a:gd name="T33" fmla="*/ 23 h 1931"/>
                  <a:gd name="T34" fmla="*/ 6 w 1036"/>
                  <a:gd name="T35" fmla="*/ 24 h 1931"/>
                  <a:gd name="T36" fmla="*/ 7 w 1036"/>
                  <a:gd name="T37" fmla="*/ 25 h 1931"/>
                  <a:gd name="T38" fmla="*/ 8 w 1036"/>
                  <a:gd name="T39" fmla="*/ 26 h 1931"/>
                  <a:gd name="T40" fmla="*/ 10 w 1036"/>
                  <a:gd name="T41" fmla="*/ 27 h 1931"/>
                  <a:gd name="T42" fmla="*/ 11 w 1036"/>
                  <a:gd name="T43" fmla="*/ 28 h 1931"/>
                  <a:gd name="T44" fmla="*/ 13 w 1036"/>
                  <a:gd name="T45" fmla="*/ 29 h 1931"/>
                  <a:gd name="T46" fmla="*/ 14 w 1036"/>
                  <a:gd name="T47" fmla="*/ 30 h 1931"/>
                  <a:gd name="T48" fmla="*/ 15 w 1036"/>
                  <a:gd name="T49" fmla="*/ 30 h 1931"/>
                  <a:gd name="T50" fmla="*/ 16 w 1036"/>
                  <a:gd name="T51" fmla="*/ 29 h 1931"/>
                  <a:gd name="T52" fmla="*/ 15 w 1036"/>
                  <a:gd name="T53" fmla="*/ 29 h 1931"/>
                  <a:gd name="T54" fmla="*/ 14 w 1036"/>
                  <a:gd name="T55" fmla="*/ 28 h 1931"/>
                  <a:gd name="T56" fmla="*/ 12 w 1036"/>
                  <a:gd name="T57" fmla="*/ 27 h 1931"/>
                  <a:gd name="T58" fmla="*/ 11 w 1036"/>
                  <a:gd name="T59" fmla="*/ 26 h 1931"/>
                  <a:gd name="T60" fmla="*/ 10 w 1036"/>
                  <a:gd name="T61" fmla="*/ 25 h 1931"/>
                  <a:gd name="T62" fmla="*/ 8 w 1036"/>
                  <a:gd name="T63" fmla="*/ 24 h 1931"/>
                  <a:gd name="T64" fmla="*/ 7 w 1036"/>
                  <a:gd name="T65" fmla="*/ 23 h 1931"/>
                  <a:gd name="T66" fmla="*/ 6 w 1036"/>
                  <a:gd name="T67" fmla="*/ 22 h 1931"/>
                  <a:gd name="T68" fmla="*/ 5 w 1036"/>
                  <a:gd name="T69" fmla="*/ 21 h 1931"/>
                  <a:gd name="T70" fmla="*/ 4 w 1036"/>
                  <a:gd name="T71" fmla="*/ 19 h 1931"/>
                  <a:gd name="T72" fmla="*/ 3 w 1036"/>
                  <a:gd name="T73" fmla="*/ 18 h 1931"/>
                  <a:gd name="T74" fmla="*/ 3 w 1036"/>
                  <a:gd name="T75" fmla="*/ 16 h 1931"/>
                  <a:gd name="T76" fmla="*/ 2 w 1036"/>
                  <a:gd name="T77" fmla="*/ 15 h 1931"/>
                  <a:gd name="T78" fmla="*/ 2 w 1036"/>
                  <a:gd name="T79" fmla="*/ 13 h 1931"/>
                  <a:gd name="T80" fmla="*/ 2 w 1036"/>
                  <a:gd name="T81" fmla="*/ 11 h 1931"/>
                  <a:gd name="T82" fmla="*/ 1 w 1036"/>
                  <a:gd name="T83" fmla="*/ 10 h 1931"/>
                  <a:gd name="T84" fmla="*/ 1 w 1036"/>
                  <a:gd name="T85" fmla="*/ 8 h 1931"/>
                  <a:gd name="T86" fmla="*/ 1 w 1036"/>
                  <a:gd name="T87" fmla="*/ 7 h 1931"/>
                  <a:gd name="T88" fmla="*/ 2 w 1036"/>
                  <a:gd name="T89" fmla="*/ 6 h 1931"/>
                  <a:gd name="T90" fmla="*/ 2 w 1036"/>
                  <a:gd name="T91" fmla="*/ 5 h 1931"/>
                  <a:gd name="T92" fmla="*/ 2 w 1036"/>
                  <a:gd name="T93" fmla="*/ 4 h 1931"/>
                  <a:gd name="T94" fmla="*/ 2 w 1036"/>
                  <a:gd name="T95" fmla="*/ 3 h 1931"/>
                  <a:gd name="T96" fmla="*/ 2 w 1036"/>
                  <a:gd name="T97" fmla="*/ 2 h 1931"/>
                  <a:gd name="T98" fmla="*/ 3 w 1036"/>
                  <a:gd name="T99" fmla="*/ 1 h 1931"/>
                  <a:gd name="T100" fmla="*/ 3 w 1036"/>
                  <a:gd name="T101" fmla="*/ 0 h 1931"/>
                  <a:gd name="T102" fmla="*/ 2 w 1036"/>
                  <a:gd name="T103" fmla="*/ 0 h 193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36"/>
                  <a:gd name="T157" fmla="*/ 0 h 1931"/>
                  <a:gd name="T158" fmla="*/ 1036 w 1036"/>
                  <a:gd name="T159" fmla="*/ 1931 h 193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36" h="1931">
                    <a:moveTo>
                      <a:pt x="110" y="0"/>
                    </a:moveTo>
                    <a:lnTo>
                      <a:pt x="98" y="32"/>
                    </a:lnTo>
                    <a:lnTo>
                      <a:pt x="85" y="65"/>
                    </a:lnTo>
                    <a:lnTo>
                      <a:pt x="73" y="98"/>
                    </a:lnTo>
                    <a:lnTo>
                      <a:pt x="63" y="132"/>
                    </a:lnTo>
                    <a:lnTo>
                      <a:pt x="53" y="165"/>
                    </a:lnTo>
                    <a:lnTo>
                      <a:pt x="44" y="200"/>
                    </a:lnTo>
                    <a:lnTo>
                      <a:pt x="36" y="234"/>
                    </a:lnTo>
                    <a:lnTo>
                      <a:pt x="29" y="268"/>
                    </a:lnTo>
                    <a:lnTo>
                      <a:pt x="22" y="304"/>
                    </a:lnTo>
                    <a:lnTo>
                      <a:pt x="16" y="339"/>
                    </a:lnTo>
                    <a:lnTo>
                      <a:pt x="11" y="375"/>
                    </a:lnTo>
                    <a:lnTo>
                      <a:pt x="7" y="411"/>
                    </a:lnTo>
                    <a:lnTo>
                      <a:pt x="4" y="447"/>
                    </a:lnTo>
                    <a:lnTo>
                      <a:pt x="2" y="483"/>
                    </a:lnTo>
                    <a:lnTo>
                      <a:pt x="0" y="519"/>
                    </a:lnTo>
                    <a:lnTo>
                      <a:pt x="0" y="557"/>
                    </a:lnTo>
                    <a:lnTo>
                      <a:pt x="1" y="616"/>
                    </a:lnTo>
                    <a:lnTo>
                      <a:pt x="4" y="674"/>
                    </a:lnTo>
                    <a:lnTo>
                      <a:pt x="10" y="732"/>
                    </a:lnTo>
                    <a:lnTo>
                      <a:pt x="18" y="789"/>
                    </a:lnTo>
                    <a:lnTo>
                      <a:pt x="29" y="846"/>
                    </a:lnTo>
                    <a:lnTo>
                      <a:pt x="41" y="901"/>
                    </a:lnTo>
                    <a:lnTo>
                      <a:pt x="55" y="956"/>
                    </a:lnTo>
                    <a:lnTo>
                      <a:pt x="72" y="1010"/>
                    </a:lnTo>
                    <a:lnTo>
                      <a:pt x="90" y="1063"/>
                    </a:lnTo>
                    <a:lnTo>
                      <a:pt x="111" y="1115"/>
                    </a:lnTo>
                    <a:lnTo>
                      <a:pt x="133" y="1165"/>
                    </a:lnTo>
                    <a:lnTo>
                      <a:pt x="157" y="1216"/>
                    </a:lnTo>
                    <a:lnTo>
                      <a:pt x="183" y="1265"/>
                    </a:lnTo>
                    <a:lnTo>
                      <a:pt x="211" y="1312"/>
                    </a:lnTo>
                    <a:lnTo>
                      <a:pt x="240" y="1359"/>
                    </a:lnTo>
                    <a:lnTo>
                      <a:pt x="272" y="1404"/>
                    </a:lnTo>
                    <a:lnTo>
                      <a:pt x="304" y="1449"/>
                    </a:lnTo>
                    <a:lnTo>
                      <a:pt x="339" y="1491"/>
                    </a:lnTo>
                    <a:lnTo>
                      <a:pt x="375" y="1533"/>
                    </a:lnTo>
                    <a:lnTo>
                      <a:pt x="413" y="1574"/>
                    </a:lnTo>
                    <a:lnTo>
                      <a:pt x="451" y="1612"/>
                    </a:lnTo>
                    <a:lnTo>
                      <a:pt x="492" y="1649"/>
                    </a:lnTo>
                    <a:lnTo>
                      <a:pt x="533" y="1685"/>
                    </a:lnTo>
                    <a:lnTo>
                      <a:pt x="577" y="1719"/>
                    </a:lnTo>
                    <a:lnTo>
                      <a:pt x="621" y="1752"/>
                    </a:lnTo>
                    <a:lnTo>
                      <a:pt x="667" y="1783"/>
                    </a:lnTo>
                    <a:lnTo>
                      <a:pt x="714" y="1812"/>
                    </a:lnTo>
                    <a:lnTo>
                      <a:pt x="762" y="1840"/>
                    </a:lnTo>
                    <a:lnTo>
                      <a:pt x="811" y="1865"/>
                    </a:lnTo>
                    <a:lnTo>
                      <a:pt x="861" y="1889"/>
                    </a:lnTo>
                    <a:lnTo>
                      <a:pt x="913" y="1911"/>
                    </a:lnTo>
                    <a:lnTo>
                      <a:pt x="965" y="1931"/>
                    </a:lnTo>
                    <a:lnTo>
                      <a:pt x="983" y="1914"/>
                    </a:lnTo>
                    <a:lnTo>
                      <a:pt x="1001" y="1895"/>
                    </a:lnTo>
                    <a:lnTo>
                      <a:pt x="1018" y="1877"/>
                    </a:lnTo>
                    <a:lnTo>
                      <a:pt x="1036" y="1859"/>
                    </a:lnTo>
                    <a:lnTo>
                      <a:pt x="985" y="1841"/>
                    </a:lnTo>
                    <a:lnTo>
                      <a:pt x="935" y="1822"/>
                    </a:lnTo>
                    <a:lnTo>
                      <a:pt x="886" y="1800"/>
                    </a:lnTo>
                    <a:lnTo>
                      <a:pt x="838" y="1776"/>
                    </a:lnTo>
                    <a:lnTo>
                      <a:pt x="791" y="1752"/>
                    </a:lnTo>
                    <a:lnTo>
                      <a:pt x="745" y="1724"/>
                    </a:lnTo>
                    <a:lnTo>
                      <a:pt x="700" y="1696"/>
                    </a:lnTo>
                    <a:lnTo>
                      <a:pt x="657" y="1666"/>
                    </a:lnTo>
                    <a:lnTo>
                      <a:pt x="615" y="1633"/>
                    </a:lnTo>
                    <a:lnTo>
                      <a:pt x="574" y="1600"/>
                    </a:lnTo>
                    <a:lnTo>
                      <a:pt x="534" y="1565"/>
                    </a:lnTo>
                    <a:lnTo>
                      <a:pt x="496" y="1528"/>
                    </a:lnTo>
                    <a:lnTo>
                      <a:pt x="459" y="1490"/>
                    </a:lnTo>
                    <a:lnTo>
                      <a:pt x="424" y="1451"/>
                    </a:lnTo>
                    <a:lnTo>
                      <a:pt x="390" y="1410"/>
                    </a:lnTo>
                    <a:lnTo>
                      <a:pt x="358" y="1369"/>
                    </a:lnTo>
                    <a:lnTo>
                      <a:pt x="327" y="1325"/>
                    </a:lnTo>
                    <a:lnTo>
                      <a:pt x="298" y="1281"/>
                    </a:lnTo>
                    <a:lnTo>
                      <a:pt x="271" y="1235"/>
                    </a:lnTo>
                    <a:lnTo>
                      <a:pt x="245" y="1189"/>
                    </a:lnTo>
                    <a:lnTo>
                      <a:pt x="222" y="1141"/>
                    </a:lnTo>
                    <a:lnTo>
                      <a:pt x="200" y="1092"/>
                    </a:lnTo>
                    <a:lnTo>
                      <a:pt x="180" y="1042"/>
                    </a:lnTo>
                    <a:lnTo>
                      <a:pt x="162" y="991"/>
                    </a:lnTo>
                    <a:lnTo>
                      <a:pt x="146" y="940"/>
                    </a:lnTo>
                    <a:lnTo>
                      <a:pt x="132" y="887"/>
                    </a:lnTo>
                    <a:lnTo>
                      <a:pt x="120" y="834"/>
                    </a:lnTo>
                    <a:lnTo>
                      <a:pt x="110" y="780"/>
                    </a:lnTo>
                    <a:lnTo>
                      <a:pt x="102" y="725"/>
                    </a:lnTo>
                    <a:lnTo>
                      <a:pt x="96" y="669"/>
                    </a:lnTo>
                    <a:lnTo>
                      <a:pt x="92" y="614"/>
                    </a:lnTo>
                    <a:lnTo>
                      <a:pt x="91" y="557"/>
                    </a:lnTo>
                    <a:lnTo>
                      <a:pt x="91" y="522"/>
                    </a:lnTo>
                    <a:lnTo>
                      <a:pt x="93" y="486"/>
                    </a:lnTo>
                    <a:lnTo>
                      <a:pt x="95" y="452"/>
                    </a:lnTo>
                    <a:lnTo>
                      <a:pt x="99" y="417"/>
                    </a:lnTo>
                    <a:lnTo>
                      <a:pt x="103" y="383"/>
                    </a:lnTo>
                    <a:lnTo>
                      <a:pt x="108" y="348"/>
                    </a:lnTo>
                    <a:lnTo>
                      <a:pt x="113" y="315"/>
                    </a:lnTo>
                    <a:lnTo>
                      <a:pt x="119" y="281"/>
                    </a:lnTo>
                    <a:lnTo>
                      <a:pt x="127" y="247"/>
                    </a:lnTo>
                    <a:lnTo>
                      <a:pt x="135" y="215"/>
                    </a:lnTo>
                    <a:lnTo>
                      <a:pt x="143" y="182"/>
                    </a:lnTo>
                    <a:lnTo>
                      <a:pt x="153" y="150"/>
                    </a:lnTo>
                    <a:lnTo>
                      <a:pt x="163" y="118"/>
                    </a:lnTo>
                    <a:lnTo>
                      <a:pt x="175" y="86"/>
                    </a:lnTo>
                    <a:lnTo>
                      <a:pt x="187" y="55"/>
                    </a:lnTo>
                    <a:lnTo>
                      <a:pt x="199" y="24"/>
                    </a:lnTo>
                    <a:lnTo>
                      <a:pt x="177" y="17"/>
                    </a:lnTo>
                    <a:lnTo>
                      <a:pt x="155" y="11"/>
                    </a:lnTo>
                    <a:lnTo>
                      <a:pt x="133" y="6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D4DB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8" name="Freeform 423"/>
              <p:cNvSpPr>
                <a:spLocks/>
              </p:cNvSpPr>
              <p:nvPr/>
            </p:nvSpPr>
            <p:spPr bwMode="auto">
              <a:xfrm>
                <a:off x="2998" y="1543"/>
                <a:ext cx="128" cy="236"/>
              </a:xfrm>
              <a:custGeom>
                <a:avLst/>
                <a:gdLst>
                  <a:gd name="T0" fmla="*/ 2 w 1023"/>
                  <a:gd name="T1" fmla="*/ 1 h 1884"/>
                  <a:gd name="T2" fmla="*/ 1 w 1023"/>
                  <a:gd name="T3" fmla="*/ 2 h 1884"/>
                  <a:gd name="T4" fmla="*/ 1 w 1023"/>
                  <a:gd name="T5" fmla="*/ 3 h 1884"/>
                  <a:gd name="T6" fmla="*/ 1 w 1023"/>
                  <a:gd name="T7" fmla="*/ 4 h 1884"/>
                  <a:gd name="T8" fmla="*/ 0 w 1023"/>
                  <a:gd name="T9" fmla="*/ 5 h 1884"/>
                  <a:gd name="T10" fmla="*/ 0 w 1023"/>
                  <a:gd name="T11" fmla="*/ 6 h 1884"/>
                  <a:gd name="T12" fmla="*/ 0 w 1023"/>
                  <a:gd name="T13" fmla="*/ 7 h 1884"/>
                  <a:gd name="T14" fmla="*/ 0 w 1023"/>
                  <a:gd name="T15" fmla="*/ 8 h 1884"/>
                  <a:gd name="T16" fmla="*/ 0 w 1023"/>
                  <a:gd name="T17" fmla="*/ 10 h 1884"/>
                  <a:gd name="T18" fmla="*/ 0 w 1023"/>
                  <a:gd name="T19" fmla="*/ 11 h 1884"/>
                  <a:gd name="T20" fmla="*/ 1 w 1023"/>
                  <a:gd name="T21" fmla="*/ 13 h 1884"/>
                  <a:gd name="T22" fmla="*/ 1 w 1023"/>
                  <a:gd name="T23" fmla="*/ 15 h 1884"/>
                  <a:gd name="T24" fmla="*/ 1 w 1023"/>
                  <a:gd name="T25" fmla="*/ 16 h 1884"/>
                  <a:gd name="T26" fmla="*/ 2 w 1023"/>
                  <a:gd name="T27" fmla="*/ 18 h 1884"/>
                  <a:gd name="T28" fmla="*/ 3 w 1023"/>
                  <a:gd name="T29" fmla="*/ 19 h 1884"/>
                  <a:gd name="T30" fmla="*/ 4 w 1023"/>
                  <a:gd name="T31" fmla="*/ 21 h 1884"/>
                  <a:gd name="T32" fmla="*/ 5 w 1023"/>
                  <a:gd name="T33" fmla="*/ 22 h 1884"/>
                  <a:gd name="T34" fmla="*/ 6 w 1023"/>
                  <a:gd name="T35" fmla="*/ 24 h 1884"/>
                  <a:gd name="T36" fmla="*/ 7 w 1023"/>
                  <a:gd name="T37" fmla="*/ 25 h 1884"/>
                  <a:gd name="T38" fmla="*/ 8 w 1023"/>
                  <a:gd name="T39" fmla="*/ 26 h 1884"/>
                  <a:gd name="T40" fmla="*/ 10 w 1023"/>
                  <a:gd name="T41" fmla="*/ 27 h 1884"/>
                  <a:gd name="T42" fmla="*/ 11 w 1023"/>
                  <a:gd name="T43" fmla="*/ 28 h 1884"/>
                  <a:gd name="T44" fmla="*/ 13 w 1023"/>
                  <a:gd name="T45" fmla="*/ 29 h 1884"/>
                  <a:gd name="T46" fmla="*/ 14 w 1023"/>
                  <a:gd name="T47" fmla="*/ 29 h 1884"/>
                  <a:gd name="T48" fmla="*/ 15 w 1023"/>
                  <a:gd name="T49" fmla="*/ 29 h 1884"/>
                  <a:gd name="T50" fmla="*/ 16 w 1023"/>
                  <a:gd name="T51" fmla="*/ 29 h 1884"/>
                  <a:gd name="T52" fmla="*/ 15 w 1023"/>
                  <a:gd name="T53" fmla="*/ 28 h 1884"/>
                  <a:gd name="T54" fmla="*/ 14 w 1023"/>
                  <a:gd name="T55" fmla="*/ 28 h 1884"/>
                  <a:gd name="T56" fmla="*/ 12 w 1023"/>
                  <a:gd name="T57" fmla="*/ 27 h 1884"/>
                  <a:gd name="T58" fmla="*/ 11 w 1023"/>
                  <a:gd name="T59" fmla="*/ 26 h 1884"/>
                  <a:gd name="T60" fmla="*/ 10 w 1023"/>
                  <a:gd name="T61" fmla="*/ 25 h 1884"/>
                  <a:gd name="T62" fmla="*/ 8 w 1023"/>
                  <a:gd name="T63" fmla="*/ 24 h 1884"/>
                  <a:gd name="T64" fmla="*/ 7 w 1023"/>
                  <a:gd name="T65" fmla="*/ 23 h 1884"/>
                  <a:gd name="T66" fmla="*/ 6 w 1023"/>
                  <a:gd name="T67" fmla="*/ 22 h 1884"/>
                  <a:gd name="T68" fmla="*/ 5 w 1023"/>
                  <a:gd name="T69" fmla="*/ 20 h 1884"/>
                  <a:gd name="T70" fmla="*/ 4 w 1023"/>
                  <a:gd name="T71" fmla="*/ 19 h 1884"/>
                  <a:gd name="T72" fmla="*/ 4 w 1023"/>
                  <a:gd name="T73" fmla="*/ 18 h 1884"/>
                  <a:gd name="T74" fmla="*/ 3 w 1023"/>
                  <a:gd name="T75" fmla="*/ 16 h 1884"/>
                  <a:gd name="T76" fmla="*/ 2 w 1023"/>
                  <a:gd name="T77" fmla="*/ 14 h 1884"/>
                  <a:gd name="T78" fmla="*/ 2 w 1023"/>
                  <a:gd name="T79" fmla="*/ 13 h 1884"/>
                  <a:gd name="T80" fmla="*/ 2 w 1023"/>
                  <a:gd name="T81" fmla="*/ 11 h 1884"/>
                  <a:gd name="T82" fmla="*/ 2 w 1023"/>
                  <a:gd name="T83" fmla="*/ 9 h 1884"/>
                  <a:gd name="T84" fmla="*/ 2 w 1023"/>
                  <a:gd name="T85" fmla="*/ 8 h 1884"/>
                  <a:gd name="T86" fmla="*/ 2 w 1023"/>
                  <a:gd name="T87" fmla="*/ 7 h 1884"/>
                  <a:gd name="T88" fmla="*/ 2 w 1023"/>
                  <a:gd name="T89" fmla="*/ 6 h 1884"/>
                  <a:gd name="T90" fmla="*/ 2 w 1023"/>
                  <a:gd name="T91" fmla="*/ 5 h 1884"/>
                  <a:gd name="T92" fmla="*/ 2 w 1023"/>
                  <a:gd name="T93" fmla="*/ 4 h 1884"/>
                  <a:gd name="T94" fmla="*/ 2 w 1023"/>
                  <a:gd name="T95" fmla="*/ 3 h 1884"/>
                  <a:gd name="T96" fmla="*/ 3 w 1023"/>
                  <a:gd name="T97" fmla="*/ 2 h 1884"/>
                  <a:gd name="T98" fmla="*/ 3 w 1023"/>
                  <a:gd name="T99" fmla="*/ 1 h 1884"/>
                  <a:gd name="T100" fmla="*/ 3 w 1023"/>
                  <a:gd name="T101" fmla="*/ 0 h 1884"/>
                  <a:gd name="T102" fmla="*/ 2 w 1023"/>
                  <a:gd name="T103" fmla="*/ 0 h 18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23"/>
                  <a:gd name="T157" fmla="*/ 0 h 1884"/>
                  <a:gd name="T158" fmla="*/ 1023 w 1023"/>
                  <a:gd name="T159" fmla="*/ 1884 h 18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23" h="1884">
                    <a:moveTo>
                      <a:pt x="108" y="0"/>
                    </a:moveTo>
                    <a:lnTo>
                      <a:pt x="96" y="33"/>
                    </a:lnTo>
                    <a:lnTo>
                      <a:pt x="84" y="64"/>
                    </a:lnTo>
                    <a:lnTo>
                      <a:pt x="73" y="96"/>
                    </a:lnTo>
                    <a:lnTo>
                      <a:pt x="62" y="130"/>
                    </a:lnTo>
                    <a:lnTo>
                      <a:pt x="53" y="162"/>
                    </a:lnTo>
                    <a:lnTo>
                      <a:pt x="43" y="196"/>
                    </a:lnTo>
                    <a:lnTo>
                      <a:pt x="35" y="230"/>
                    </a:lnTo>
                    <a:lnTo>
                      <a:pt x="28" y="263"/>
                    </a:lnTo>
                    <a:lnTo>
                      <a:pt x="21" y="298"/>
                    </a:lnTo>
                    <a:lnTo>
                      <a:pt x="16" y="332"/>
                    </a:lnTo>
                    <a:lnTo>
                      <a:pt x="11" y="368"/>
                    </a:lnTo>
                    <a:lnTo>
                      <a:pt x="7" y="402"/>
                    </a:lnTo>
                    <a:lnTo>
                      <a:pt x="4" y="438"/>
                    </a:lnTo>
                    <a:lnTo>
                      <a:pt x="2" y="474"/>
                    </a:lnTo>
                    <a:lnTo>
                      <a:pt x="0" y="510"/>
                    </a:lnTo>
                    <a:lnTo>
                      <a:pt x="0" y="546"/>
                    </a:lnTo>
                    <a:lnTo>
                      <a:pt x="1" y="604"/>
                    </a:lnTo>
                    <a:lnTo>
                      <a:pt x="4" y="661"/>
                    </a:lnTo>
                    <a:lnTo>
                      <a:pt x="10" y="718"/>
                    </a:lnTo>
                    <a:lnTo>
                      <a:pt x="18" y="774"/>
                    </a:lnTo>
                    <a:lnTo>
                      <a:pt x="28" y="828"/>
                    </a:lnTo>
                    <a:lnTo>
                      <a:pt x="40" y="883"/>
                    </a:lnTo>
                    <a:lnTo>
                      <a:pt x="55" y="937"/>
                    </a:lnTo>
                    <a:lnTo>
                      <a:pt x="71" y="989"/>
                    </a:lnTo>
                    <a:lnTo>
                      <a:pt x="89" y="1042"/>
                    </a:lnTo>
                    <a:lnTo>
                      <a:pt x="109" y="1093"/>
                    </a:lnTo>
                    <a:lnTo>
                      <a:pt x="132" y="1142"/>
                    </a:lnTo>
                    <a:lnTo>
                      <a:pt x="156" y="1192"/>
                    </a:lnTo>
                    <a:lnTo>
                      <a:pt x="181" y="1240"/>
                    </a:lnTo>
                    <a:lnTo>
                      <a:pt x="209" y="1286"/>
                    </a:lnTo>
                    <a:lnTo>
                      <a:pt x="238" y="1332"/>
                    </a:lnTo>
                    <a:lnTo>
                      <a:pt x="269" y="1376"/>
                    </a:lnTo>
                    <a:lnTo>
                      <a:pt x="302" y="1419"/>
                    </a:lnTo>
                    <a:lnTo>
                      <a:pt x="336" y="1461"/>
                    </a:lnTo>
                    <a:lnTo>
                      <a:pt x="372" y="1502"/>
                    </a:lnTo>
                    <a:lnTo>
                      <a:pt x="409" y="1540"/>
                    </a:lnTo>
                    <a:lnTo>
                      <a:pt x="448" y="1578"/>
                    </a:lnTo>
                    <a:lnTo>
                      <a:pt x="487" y="1614"/>
                    </a:lnTo>
                    <a:lnTo>
                      <a:pt x="529" y="1649"/>
                    </a:lnTo>
                    <a:lnTo>
                      <a:pt x="571" y="1682"/>
                    </a:lnTo>
                    <a:lnTo>
                      <a:pt x="616" y="1713"/>
                    </a:lnTo>
                    <a:lnTo>
                      <a:pt x="660" y="1743"/>
                    </a:lnTo>
                    <a:lnTo>
                      <a:pt x="707" y="1771"/>
                    </a:lnTo>
                    <a:lnTo>
                      <a:pt x="755" y="1797"/>
                    </a:lnTo>
                    <a:lnTo>
                      <a:pt x="803" y="1822"/>
                    </a:lnTo>
                    <a:lnTo>
                      <a:pt x="853" y="1845"/>
                    </a:lnTo>
                    <a:lnTo>
                      <a:pt x="904" y="1865"/>
                    </a:lnTo>
                    <a:lnTo>
                      <a:pt x="955" y="1884"/>
                    </a:lnTo>
                    <a:lnTo>
                      <a:pt x="972" y="1866"/>
                    </a:lnTo>
                    <a:lnTo>
                      <a:pt x="990" y="1848"/>
                    </a:lnTo>
                    <a:lnTo>
                      <a:pt x="1007" y="1830"/>
                    </a:lnTo>
                    <a:lnTo>
                      <a:pt x="1023" y="1811"/>
                    </a:lnTo>
                    <a:lnTo>
                      <a:pt x="972" y="1793"/>
                    </a:lnTo>
                    <a:lnTo>
                      <a:pt x="924" y="1775"/>
                    </a:lnTo>
                    <a:lnTo>
                      <a:pt x="875" y="1755"/>
                    </a:lnTo>
                    <a:lnTo>
                      <a:pt x="828" y="1733"/>
                    </a:lnTo>
                    <a:lnTo>
                      <a:pt x="782" y="1708"/>
                    </a:lnTo>
                    <a:lnTo>
                      <a:pt x="736" y="1683"/>
                    </a:lnTo>
                    <a:lnTo>
                      <a:pt x="693" y="1655"/>
                    </a:lnTo>
                    <a:lnTo>
                      <a:pt x="649" y="1626"/>
                    </a:lnTo>
                    <a:lnTo>
                      <a:pt x="608" y="1595"/>
                    </a:lnTo>
                    <a:lnTo>
                      <a:pt x="567" y="1563"/>
                    </a:lnTo>
                    <a:lnTo>
                      <a:pt x="529" y="1529"/>
                    </a:lnTo>
                    <a:lnTo>
                      <a:pt x="491" y="1494"/>
                    </a:lnTo>
                    <a:lnTo>
                      <a:pt x="455" y="1456"/>
                    </a:lnTo>
                    <a:lnTo>
                      <a:pt x="419" y="1419"/>
                    </a:lnTo>
                    <a:lnTo>
                      <a:pt x="387" y="1379"/>
                    </a:lnTo>
                    <a:lnTo>
                      <a:pt x="354" y="1338"/>
                    </a:lnTo>
                    <a:lnTo>
                      <a:pt x="324" y="1296"/>
                    </a:lnTo>
                    <a:lnTo>
                      <a:pt x="296" y="1253"/>
                    </a:lnTo>
                    <a:lnTo>
                      <a:pt x="268" y="1208"/>
                    </a:lnTo>
                    <a:lnTo>
                      <a:pt x="244" y="1163"/>
                    </a:lnTo>
                    <a:lnTo>
                      <a:pt x="220" y="1116"/>
                    </a:lnTo>
                    <a:lnTo>
                      <a:pt x="198" y="1068"/>
                    </a:lnTo>
                    <a:lnTo>
                      <a:pt x="179" y="1020"/>
                    </a:lnTo>
                    <a:lnTo>
                      <a:pt x="161" y="970"/>
                    </a:lnTo>
                    <a:lnTo>
                      <a:pt x="145" y="921"/>
                    </a:lnTo>
                    <a:lnTo>
                      <a:pt x="131" y="869"/>
                    </a:lnTo>
                    <a:lnTo>
                      <a:pt x="119" y="816"/>
                    </a:lnTo>
                    <a:lnTo>
                      <a:pt x="109" y="764"/>
                    </a:lnTo>
                    <a:lnTo>
                      <a:pt x="101" y="710"/>
                    </a:lnTo>
                    <a:lnTo>
                      <a:pt x="96" y="656"/>
                    </a:lnTo>
                    <a:lnTo>
                      <a:pt x="92" y="602"/>
                    </a:lnTo>
                    <a:lnTo>
                      <a:pt x="91" y="546"/>
                    </a:lnTo>
                    <a:lnTo>
                      <a:pt x="92" y="512"/>
                    </a:lnTo>
                    <a:lnTo>
                      <a:pt x="93" y="477"/>
                    </a:lnTo>
                    <a:lnTo>
                      <a:pt x="95" y="443"/>
                    </a:lnTo>
                    <a:lnTo>
                      <a:pt x="98" y="409"/>
                    </a:lnTo>
                    <a:lnTo>
                      <a:pt x="102" y="376"/>
                    </a:lnTo>
                    <a:lnTo>
                      <a:pt x="106" y="342"/>
                    </a:lnTo>
                    <a:lnTo>
                      <a:pt x="112" y="309"/>
                    </a:lnTo>
                    <a:lnTo>
                      <a:pt x="118" y="277"/>
                    </a:lnTo>
                    <a:lnTo>
                      <a:pt x="125" y="244"/>
                    </a:lnTo>
                    <a:lnTo>
                      <a:pt x="134" y="212"/>
                    </a:lnTo>
                    <a:lnTo>
                      <a:pt x="143" y="180"/>
                    </a:lnTo>
                    <a:lnTo>
                      <a:pt x="152" y="149"/>
                    </a:lnTo>
                    <a:lnTo>
                      <a:pt x="162" y="118"/>
                    </a:lnTo>
                    <a:lnTo>
                      <a:pt x="173" y="86"/>
                    </a:lnTo>
                    <a:lnTo>
                      <a:pt x="185" y="56"/>
                    </a:lnTo>
                    <a:lnTo>
                      <a:pt x="197" y="27"/>
                    </a:lnTo>
                    <a:lnTo>
                      <a:pt x="175" y="19"/>
                    </a:lnTo>
                    <a:lnTo>
                      <a:pt x="153" y="13"/>
                    </a:lnTo>
                    <a:lnTo>
                      <a:pt x="132" y="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D5DC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9" name="Freeform 424"/>
              <p:cNvSpPr>
                <a:spLocks/>
              </p:cNvSpPr>
              <p:nvPr/>
            </p:nvSpPr>
            <p:spPr bwMode="auto">
              <a:xfrm>
                <a:off x="3004" y="1545"/>
                <a:ext cx="126" cy="229"/>
              </a:xfrm>
              <a:custGeom>
                <a:avLst/>
                <a:gdLst>
                  <a:gd name="T0" fmla="*/ 1 w 1009"/>
                  <a:gd name="T1" fmla="*/ 0 h 1835"/>
                  <a:gd name="T2" fmla="*/ 1 w 1009"/>
                  <a:gd name="T3" fmla="*/ 1 h 1835"/>
                  <a:gd name="T4" fmla="*/ 1 w 1009"/>
                  <a:gd name="T5" fmla="*/ 2 h 1835"/>
                  <a:gd name="T6" fmla="*/ 0 w 1009"/>
                  <a:gd name="T7" fmla="*/ 3 h 1835"/>
                  <a:gd name="T8" fmla="*/ 0 w 1009"/>
                  <a:gd name="T9" fmla="*/ 4 h 1835"/>
                  <a:gd name="T10" fmla="*/ 0 w 1009"/>
                  <a:gd name="T11" fmla="*/ 6 h 1835"/>
                  <a:gd name="T12" fmla="*/ 0 w 1009"/>
                  <a:gd name="T13" fmla="*/ 7 h 1835"/>
                  <a:gd name="T14" fmla="*/ 0 w 1009"/>
                  <a:gd name="T15" fmla="*/ 8 h 1835"/>
                  <a:gd name="T16" fmla="*/ 0 w 1009"/>
                  <a:gd name="T17" fmla="*/ 9 h 1835"/>
                  <a:gd name="T18" fmla="*/ 0 w 1009"/>
                  <a:gd name="T19" fmla="*/ 11 h 1835"/>
                  <a:gd name="T20" fmla="*/ 0 w 1009"/>
                  <a:gd name="T21" fmla="*/ 13 h 1835"/>
                  <a:gd name="T22" fmla="*/ 1 w 1009"/>
                  <a:gd name="T23" fmla="*/ 14 h 1835"/>
                  <a:gd name="T24" fmla="*/ 1 w 1009"/>
                  <a:gd name="T25" fmla="*/ 16 h 1835"/>
                  <a:gd name="T26" fmla="*/ 2 w 1009"/>
                  <a:gd name="T27" fmla="*/ 17 h 1835"/>
                  <a:gd name="T28" fmla="*/ 3 w 1009"/>
                  <a:gd name="T29" fmla="*/ 19 h 1835"/>
                  <a:gd name="T30" fmla="*/ 4 w 1009"/>
                  <a:gd name="T31" fmla="*/ 20 h 1835"/>
                  <a:gd name="T32" fmla="*/ 5 w 1009"/>
                  <a:gd name="T33" fmla="*/ 22 h 1835"/>
                  <a:gd name="T34" fmla="*/ 6 w 1009"/>
                  <a:gd name="T35" fmla="*/ 23 h 1835"/>
                  <a:gd name="T36" fmla="*/ 7 w 1009"/>
                  <a:gd name="T37" fmla="*/ 24 h 1835"/>
                  <a:gd name="T38" fmla="*/ 8 w 1009"/>
                  <a:gd name="T39" fmla="*/ 25 h 1835"/>
                  <a:gd name="T40" fmla="*/ 9 w 1009"/>
                  <a:gd name="T41" fmla="*/ 26 h 1835"/>
                  <a:gd name="T42" fmla="*/ 11 w 1009"/>
                  <a:gd name="T43" fmla="*/ 27 h 1835"/>
                  <a:gd name="T44" fmla="*/ 12 w 1009"/>
                  <a:gd name="T45" fmla="*/ 28 h 1835"/>
                  <a:gd name="T46" fmla="*/ 14 w 1009"/>
                  <a:gd name="T47" fmla="*/ 28 h 1835"/>
                  <a:gd name="T48" fmla="*/ 15 w 1009"/>
                  <a:gd name="T49" fmla="*/ 28 h 1835"/>
                  <a:gd name="T50" fmla="*/ 15 w 1009"/>
                  <a:gd name="T51" fmla="*/ 28 h 1835"/>
                  <a:gd name="T52" fmla="*/ 15 w 1009"/>
                  <a:gd name="T53" fmla="*/ 27 h 1835"/>
                  <a:gd name="T54" fmla="*/ 13 w 1009"/>
                  <a:gd name="T55" fmla="*/ 27 h 1835"/>
                  <a:gd name="T56" fmla="*/ 12 w 1009"/>
                  <a:gd name="T57" fmla="*/ 26 h 1835"/>
                  <a:gd name="T58" fmla="*/ 11 w 1009"/>
                  <a:gd name="T59" fmla="*/ 25 h 1835"/>
                  <a:gd name="T60" fmla="*/ 9 w 1009"/>
                  <a:gd name="T61" fmla="*/ 24 h 1835"/>
                  <a:gd name="T62" fmla="*/ 8 w 1009"/>
                  <a:gd name="T63" fmla="*/ 23 h 1835"/>
                  <a:gd name="T64" fmla="*/ 7 w 1009"/>
                  <a:gd name="T65" fmla="*/ 22 h 1835"/>
                  <a:gd name="T66" fmla="*/ 6 w 1009"/>
                  <a:gd name="T67" fmla="*/ 21 h 1835"/>
                  <a:gd name="T68" fmla="*/ 5 w 1009"/>
                  <a:gd name="T69" fmla="*/ 20 h 1835"/>
                  <a:gd name="T70" fmla="*/ 4 w 1009"/>
                  <a:gd name="T71" fmla="*/ 18 h 1835"/>
                  <a:gd name="T72" fmla="*/ 3 w 1009"/>
                  <a:gd name="T73" fmla="*/ 17 h 1835"/>
                  <a:gd name="T74" fmla="*/ 3 w 1009"/>
                  <a:gd name="T75" fmla="*/ 15 h 1835"/>
                  <a:gd name="T76" fmla="*/ 2 w 1009"/>
                  <a:gd name="T77" fmla="*/ 14 h 1835"/>
                  <a:gd name="T78" fmla="*/ 2 w 1009"/>
                  <a:gd name="T79" fmla="*/ 12 h 1835"/>
                  <a:gd name="T80" fmla="*/ 2 w 1009"/>
                  <a:gd name="T81" fmla="*/ 11 h 1835"/>
                  <a:gd name="T82" fmla="*/ 1 w 1009"/>
                  <a:gd name="T83" fmla="*/ 9 h 1835"/>
                  <a:gd name="T84" fmla="*/ 1 w 1009"/>
                  <a:gd name="T85" fmla="*/ 8 h 1835"/>
                  <a:gd name="T86" fmla="*/ 1 w 1009"/>
                  <a:gd name="T87" fmla="*/ 7 h 1835"/>
                  <a:gd name="T88" fmla="*/ 2 w 1009"/>
                  <a:gd name="T89" fmla="*/ 6 h 1835"/>
                  <a:gd name="T90" fmla="*/ 2 w 1009"/>
                  <a:gd name="T91" fmla="*/ 5 h 1835"/>
                  <a:gd name="T92" fmla="*/ 2 w 1009"/>
                  <a:gd name="T93" fmla="*/ 4 h 1835"/>
                  <a:gd name="T94" fmla="*/ 2 w 1009"/>
                  <a:gd name="T95" fmla="*/ 3 h 1835"/>
                  <a:gd name="T96" fmla="*/ 2 w 1009"/>
                  <a:gd name="T97" fmla="*/ 2 h 1835"/>
                  <a:gd name="T98" fmla="*/ 3 w 1009"/>
                  <a:gd name="T99" fmla="*/ 1 h 1835"/>
                  <a:gd name="T100" fmla="*/ 3 w 1009"/>
                  <a:gd name="T101" fmla="*/ 0 h 1835"/>
                  <a:gd name="T102" fmla="*/ 2 w 1009"/>
                  <a:gd name="T103" fmla="*/ 0 h 183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009"/>
                  <a:gd name="T157" fmla="*/ 0 h 1835"/>
                  <a:gd name="T158" fmla="*/ 1009 w 1009"/>
                  <a:gd name="T159" fmla="*/ 1835 h 183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009" h="1835">
                    <a:moveTo>
                      <a:pt x="108" y="0"/>
                    </a:moveTo>
                    <a:lnTo>
                      <a:pt x="96" y="31"/>
                    </a:lnTo>
                    <a:lnTo>
                      <a:pt x="84" y="62"/>
                    </a:lnTo>
                    <a:lnTo>
                      <a:pt x="72" y="94"/>
                    </a:lnTo>
                    <a:lnTo>
                      <a:pt x="62" y="126"/>
                    </a:lnTo>
                    <a:lnTo>
                      <a:pt x="52" y="158"/>
                    </a:lnTo>
                    <a:lnTo>
                      <a:pt x="44" y="191"/>
                    </a:lnTo>
                    <a:lnTo>
                      <a:pt x="36" y="223"/>
                    </a:lnTo>
                    <a:lnTo>
                      <a:pt x="28" y="257"/>
                    </a:lnTo>
                    <a:lnTo>
                      <a:pt x="22" y="291"/>
                    </a:lnTo>
                    <a:lnTo>
                      <a:pt x="17" y="324"/>
                    </a:lnTo>
                    <a:lnTo>
                      <a:pt x="12" y="359"/>
                    </a:lnTo>
                    <a:lnTo>
                      <a:pt x="8" y="393"/>
                    </a:lnTo>
                    <a:lnTo>
                      <a:pt x="4" y="428"/>
                    </a:lnTo>
                    <a:lnTo>
                      <a:pt x="2" y="462"/>
                    </a:lnTo>
                    <a:lnTo>
                      <a:pt x="0" y="498"/>
                    </a:lnTo>
                    <a:lnTo>
                      <a:pt x="0" y="533"/>
                    </a:lnTo>
                    <a:lnTo>
                      <a:pt x="1" y="590"/>
                    </a:lnTo>
                    <a:lnTo>
                      <a:pt x="5" y="645"/>
                    </a:lnTo>
                    <a:lnTo>
                      <a:pt x="11" y="701"/>
                    </a:lnTo>
                    <a:lnTo>
                      <a:pt x="19" y="756"/>
                    </a:lnTo>
                    <a:lnTo>
                      <a:pt x="29" y="810"/>
                    </a:lnTo>
                    <a:lnTo>
                      <a:pt x="41" y="863"/>
                    </a:lnTo>
                    <a:lnTo>
                      <a:pt x="55" y="916"/>
                    </a:lnTo>
                    <a:lnTo>
                      <a:pt x="71" y="967"/>
                    </a:lnTo>
                    <a:lnTo>
                      <a:pt x="89" y="1018"/>
                    </a:lnTo>
                    <a:lnTo>
                      <a:pt x="109" y="1068"/>
                    </a:lnTo>
                    <a:lnTo>
                      <a:pt x="131" y="1117"/>
                    </a:lnTo>
                    <a:lnTo>
                      <a:pt x="154" y="1165"/>
                    </a:lnTo>
                    <a:lnTo>
                      <a:pt x="180" y="1211"/>
                    </a:lnTo>
                    <a:lnTo>
                      <a:pt x="207" y="1257"/>
                    </a:lnTo>
                    <a:lnTo>
                      <a:pt x="236" y="1301"/>
                    </a:lnTo>
                    <a:lnTo>
                      <a:pt x="267" y="1345"/>
                    </a:lnTo>
                    <a:lnTo>
                      <a:pt x="299" y="1386"/>
                    </a:lnTo>
                    <a:lnTo>
                      <a:pt x="333" y="1427"/>
                    </a:lnTo>
                    <a:lnTo>
                      <a:pt x="368" y="1466"/>
                    </a:lnTo>
                    <a:lnTo>
                      <a:pt x="405" y="1504"/>
                    </a:lnTo>
                    <a:lnTo>
                      <a:pt x="443" y="1541"/>
                    </a:lnTo>
                    <a:lnTo>
                      <a:pt x="483" y="1576"/>
                    </a:lnTo>
                    <a:lnTo>
                      <a:pt x="524" y="1609"/>
                    </a:lnTo>
                    <a:lnTo>
                      <a:pt x="566" y="1642"/>
                    </a:lnTo>
                    <a:lnTo>
                      <a:pt x="609" y="1672"/>
                    </a:lnTo>
                    <a:lnTo>
                      <a:pt x="654" y="1700"/>
                    </a:lnTo>
                    <a:lnTo>
                      <a:pt x="700" y="1728"/>
                    </a:lnTo>
                    <a:lnTo>
                      <a:pt x="747" y="1752"/>
                    </a:lnTo>
                    <a:lnTo>
                      <a:pt x="795" y="1776"/>
                    </a:lnTo>
                    <a:lnTo>
                      <a:pt x="844" y="1798"/>
                    </a:lnTo>
                    <a:lnTo>
                      <a:pt x="894" y="1817"/>
                    </a:lnTo>
                    <a:lnTo>
                      <a:pt x="945" y="1835"/>
                    </a:lnTo>
                    <a:lnTo>
                      <a:pt x="962" y="1816"/>
                    </a:lnTo>
                    <a:lnTo>
                      <a:pt x="978" y="1798"/>
                    </a:lnTo>
                    <a:lnTo>
                      <a:pt x="993" y="1778"/>
                    </a:lnTo>
                    <a:lnTo>
                      <a:pt x="1009" y="1759"/>
                    </a:lnTo>
                    <a:lnTo>
                      <a:pt x="960" y="1744"/>
                    </a:lnTo>
                    <a:lnTo>
                      <a:pt x="911" y="1726"/>
                    </a:lnTo>
                    <a:lnTo>
                      <a:pt x="864" y="1706"/>
                    </a:lnTo>
                    <a:lnTo>
                      <a:pt x="817" y="1685"/>
                    </a:lnTo>
                    <a:lnTo>
                      <a:pt x="771" y="1663"/>
                    </a:lnTo>
                    <a:lnTo>
                      <a:pt x="728" y="1638"/>
                    </a:lnTo>
                    <a:lnTo>
                      <a:pt x="684" y="1611"/>
                    </a:lnTo>
                    <a:lnTo>
                      <a:pt x="642" y="1583"/>
                    </a:lnTo>
                    <a:lnTo>
                      <a:pt x="601" y="1554"/>
                    </a:lnTo>
                    <a:lnTo>
                      <a:pt x="562" y="1522"/>
                    </a:lnTo>
                    <a:lnTo>
                      <a:pt x="523" y="1490"/>
                    </a:lnTo>
                    <a:lnTo>
                      <a:pt x="486" y="1455"/>
                    </a:lnTo>
                    <a:lnTo>
                      <a:pt x="450" y="1420"/>
                    </a:lnTo>
                    <a:lnTo>
                      <a:pt x="416" y="1382"/>
                    </a:lnTo>
                    <a:lnTo>
                      <a:pt x="383" y="1345"/>
                    </a:lnTo>
                    <a:lnTo>
                      <a:pt x="352" y="1305"/>
                    </a:lnTo>
                    <a:lnTo>
                      <a:pt x="322" y="1264"/>
                    </a:lnTo>
                    <a:lnTo>
                      <a:pt x="293" y="1222"/>
                    </a:lnTo>
                    <a:lnTo>
                      <a:pt x="267" y="1179"/>
                    </a:lnTo>
                    <a:lnTo>
                      <a:pt x="243" y="1134"/>
                    </a:lnTo>
                    <a:lnTo>
                      <a:pt x="219" y="1089"/>
                    </a:lnTo>
                    <a:lnTo>
                      <a:pt x="198" y="1043"/>
                    </a:lnTo>
                    <a:lnTo>
                      <a:pt x="178" y="996"/>
                    </a:lnTo>
                    <a:lnTo>
                      <a:pt x="161" y="947"/>
                    </a:lnTo>
                    <a:lnTo>
                      <a:pt x="144" y="898"/>
                    </a:lnTo>
                    <a:lnTo>
                      <a:pt x="131" y="848"/>
                    </a:lnTo>
                    <a:lnTo>
                      <a:pt x="119" y="797"/>
                    </a:lnTo>
                    <a:lnTo>
                      <a:pt x="110" y="746"/>
                    </a:lnTo>
                    <a:lnTo>
                      <a:pt x="102" y="693"/>
                    </a:lnTo>
                    <a:lnTo>
                      <a:pt x="97" y="640"/>
                    </a:lnTo>
                    <a:lnTo>
                      <a:pt x="93" y="587"/>
                    </a:lnTo>
                    <a:lnTo>
                      <a:pt x="92" y="533"/>
                    </a:lnTo>
                    <a:lnTo>
                      <a:pt x="93" y="500"/>
                    </a:lnTo>
                    <a:lnTo>
                      <a:pt x="94" y="466"/>
                    </a:lnTo>
                    <a:lnTo>
                      <a:pt x="96" y="433"/>
                    </a:lnTo>
                    <a:lnTo>
                      <a:pt x="99" y="400"/>
                    </a:lnTo>
                    <a:lnTo>
                      <a:pt x="103" y="367"/>
                    </a:lnTo>
                    <a:lnTo>
                      <a:pt x="107" y="335"/>
                    </a:lnTo>
                    <a:lnTo>
                      <a:pt x="113" y="303"/>
                    </a:lnTo>
                    <a:lnTo>
                      <a:pt x="119" y="271"/>
                    </a:lnTo>
                    <a:lnTo>
                      <a:pt x="126" y="239"/>
                    </a:lnTo>
                    <a:lnTo>
                      <a:pt x="133" y="208"/>
                    </a:lnTo>
                    <a:lnTo>
                      <a:pt x="142" y="177"/>
                    </a:lnTo>
                    <a:lnTo>
                      <a:pt x="151" y="146"/>
                    </a:lnTo>
                    <a:lnTo>
                      <a:pt x="162" y="116"/>
                    </a:lnTo>
                    <a:lnTo>
                      <a:pt x="173" y="86"/>
                    </a:lnTo>
                    <a:lnTo>
                      <a:pt x="184" y="56"/>
                    </a:lnTo>
                    <a:lnTo>
                      <a:pt x="196" y="28"/>
                    </a:lnTo>
                    <a:lnTo>
                      <a:pt x="174" y="21"/>
                    </a:lnTo>
                    <a:lnTo>
                      <a:pt x="152" y="14"/>
                    </a:lnTo>
                    <a:lnTo>
                      <a:pt x="130" y="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D7D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0" name="Freeform 425"/>
              <p:cNvSpPr>
                <a:spLocks/>
              </p:cNvSpPr>
              <p:nvPr/>
            </p:nvSpPr>
            <p:spPr bwMode="auto">
              <a:xfrm>
                <a:off x="3010" y="1547"/>
                <a:ext cx="124" cy="223"/>
              </a:xfrm>
              <a:custGeom>
                <a:avLst/>
                <a:gdLst>
                  <a:gd name="T0" fmla="*/ 2 w 992"/>
                  <a:gd name="T1" fmla="*/ 1 h 1784"/>
                  <a:gd name="T2" fmla="*/ 1 w 992"/>
                  <a:gd name="T3" fmla="*/ 1 h 1784"/>
                  <a:gd name="T4" fmla="*/ 1 w 992"/>
                  <a:gd name="T5" fmla="*/ 2 h 1784"/>
                  <a:gd name="T6" fmla="*/ 1 w 992"/>
                  <a:gd name="T7" fmla="*/ 3 h 1784"/>
                  <a:gd name="T8" fmla="*/ 0 w 992"/>
                  <a:gd name="T9" fmla="*/ 4 h 1784"/>
                  <a:gd name="T10" fmla="*/ 0 w 992"/>
                  <a:gd name="T11" fmla="*/ 6 h 1784"/>
                  <a:gd name="T12" fmla="*/ 0 w 992"/>
                  <a:gd name="T13" fmla="*/ 7 h 1784"/>
                  <a:gd name="T14" fmla="*/ 0 w 992"/>
                  <a:gd name="T15" fmla="*/ 8 h 1784"/>
                  <a:gd name="T16" fmla="*/ 0 w 992"/>
                  <a:gd name="T17" fmla="*/ 9 h 1784"/>
                  <a:gd name="T18" fmla="*/ 0 w 992"/>
                  <a:gd name="T19" fmla="*/ 11 h 1784"/>
                  <a:gd name="T20" fmla="*/ 1 w 992"/>
                  <a:gd name="T21" fmla="*/ 12 h 1784"/>
                  <a:gd name="T22" fmla="*/ 1 w 992"/>
                  <a:gd name="T23" fmla="*/ 14 h 1784"/>
                  <a:gd name="T24" fmla="*/ 1 w 992"/>
                  <a:gd name="T25" fmla="*/ 15 h 1784"/>
                  <a:gd name="T26" fmla="*/ 2 w 992"/>
                  <a:gd name="T27" fmla="*/ 17 h 1784"/>
                  <a:gd name="T28" fmla="*/ 3 w 992"/>
                  <a:gd name="T29" fmla="*/ 19 h 1784"/>
                  <a:gd name="T30" fmla="*/ 4 w 992"/>
                  <a:gd name="T31" fmla="*/ 20 h 1784"/>
                  <a:gd name="T32" fmla="*/ 5 w 992"/>
                  <a:gd name="T33" fmla="*/ 21 h 1784"/>
                  <a:gd name="T34" fmla="*/ 6 w 992"/>
                  <a:gd name="T35" fmla="*/ 22 h 1784"/>
                  <a:gd name="T36" fmla="*/ 7 w 992"/>
                  <a:gd name="T37" fmla="*/ 24 h 1784"/>
                  <a:gd name="T38" fmla="*/ 8 w 992"/>
                  <a:gd name="T39" fmla="*/ 25 h 1784"/>
                  <a:gd name="T40" fmla="*/ 9 w 992"/>
                  <a:gd name="T41" fmla="*/ 26 h 1784"/>
                  <a:gd name="T42" fmla="*/ 11 w 992"/>
                  <a:gd name="T43" fmla="*/ 26 h 1784"/>
                  <a:gd name="T44" fmla="*/ 12 w 992"/>
                  <a:gd name="T45" fmla="*/ 27 h 1784"/>
                  <a:gd name="T46" fmla="*/ 14 w 992"/>
                  <a:gd name="T47" fmla="*/ 28 h 1784"/>
                  <a:gd name="T48" fmla="*/ 15 w 992"/>
                  <a:gd name="T49" fmla="*/ 28 h 1784"/>
                  <a:gd name="T50" fmla="*/ 15 w 992"/>
                  <a:gd name="T51" fmla="*/ 27 h 1784"/>
                  <a:gd name="T52" fmla="*/ 15 w 992"/>
                  <a:gd name="T53" fmla="*/ 26 h 1784"/>
                  <a:gd name="T54" fmla="*/ 13 w 992"/>
                  <a:gd name="T55" fmla="*/ 26 h 1784"/>
                  <a:gd name="T56" fmla="*/ 12 w 992"/>
                  <a:gd name="T57" fmla="*/ 25 h 1784"/>
                  <a:gd name="T58" fmla="*/ 11 w 992"/>
                  <a:gd name="T59" fmla="*/ 25 h 1784"/>
                  <a:gd name="T60" fmla="*/ 9 w 992"/>
                  <a:gd name="T61" fmla="*/ 24 h 1784"/>
                  <a:gd name="T62" fmla="*/ 8 w 992"/>
                  <a:gd name="T63" fmla="*/ 23 h 1784"/>
                  <a:gd name="T64" fmla="*/ 7 w 992"/>
                  <a:gd name="T65" fmla="*/ 22 h 1784"/>
                  <a:gd name="T66" fmla="*/ 6 w 992"/>
                  <a:gd name="T67" fmla="*/ 21 h 1784"/>
                  <a:gd name="T68" fmla="*/ 5 w 992"/>
                  <a:gd name="T69" fmla="*/ 19 h 1784"/>
                  <a:gd name="T70" fmla="*/ 4 w 992"/>
                  <a:gd name="T71" fmla="*/ 18 h 1784"/>
                  <a:gd name="T72" fmla="*/ 3 w 992"/>
                  <a:gd name="T73" fmla="*/ 17 h 1784"/>
                  <a:gd name="T74" fmla="*/ 3 w 992"/>
                  <a:gd name="T75" fmla="*/ 15 h 1784"/>
                  <a:gd name="T76" fmla="*/ 2 w 992"/>
                  <a:gd name="T77" fmla="*/ 14 h 1784"/>
                  <a:gd name="T78" fmla="*/ 2 w 992"/>
                  <a:gd name="T79" fmla="*/ 12 h 1784"/>
                  <a:gd name="T80" fmla="*/ 2 w 992"/>
                  <a:gd name="T81" fmla="*/ 11 h 1784"/>
                  <a:gd name="T82" fmla="*/ 2 w 992"/>
                  <a:gd name="T83" fmla="*/ 9 h 1784"/>
                  <a:gd name="T84" fmla="*/ 2 w 992"/>
                  <a:gd name="T85" fmla="*/ 8 h 1784"/>
                  <a:gd name="T86" fmla="*/ 2 w 992"/>
                  <a:gd name="T87" fmla="*/ 7 h 1784"/>
                  <a:gd name="T88" fmla="*/ 2 w 992"/>
                  <a:gd name="T89" fmla="*/ 6 h 1784"/>
                  <a:gd name="T90" fmla="*/ 2 w 992"/>
                  <a:gd name="T91" fmla="*/ 5 h 1784"/>
                  <a:gd name="T92" fmla="*/ 2 w 992"/>
                  <a:gd name="T93" fmla="*/ 4 h 1784"/>
                  <a:gd name="T94" fmla="*/ 2 w 992"/>
                  <a:gd name="T95" fmla="*/ 3 h 1784"/>
                  <a:gd name="T96" fmla="*/ 3 w 992"/>
                  <a:gd name="T97" fmla="*/ 2 h 1784"/>
                  <a:gd name="T98" fmla="*/ 3 w 992"/>
                  <a:gd name="T99" fmla="*/ 1 h 1784"/>
                  <a:gd name="T100" fmla="*/ 3 w 992"/>
                  <a:gd name="T101" fmla="*/ 0 h 1784"/>
                  <a:gd name="T102" fmla="*/ 2 w 992"/>
                  <a:gd name="T103" fmla="*/ 0 h 17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2"/>
                  <a:gd name="T157" fmla="*/ 0 h 1784"/>
                  <a:gd name="T158" fmla="*/ 992 w 992"/>
                  <a:gd name="T159" fmla="*/ 1784 h 17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2" h="1784">
                    <a:moveTo>
                      <a:pt x="106" y="0"/>
                    </a:moveTo>
                    <a:lnTo>
                      <a:pt x="94" y="29"/>
                    </a:lnTo>
                    <a:lnTo>
                      <a:pt x="82" y="59"/>
                    </a:lnTo>
                    <a:lnTo>
                      <a:pt x="71" y="91"/>
                    </a:lnTo>
                    <a:lnTo>
                      <a:pt x="61" y="122"/>
                    </a:lnTo>
                    <a:lnTo>
                      <a:pt x="52" y="153"/>
                    </a:lnTo>
                    <a:lnTo>
                      <a:pt x="43" y="185"/>
                    </a:lnTo>
                    <a:lnTo>
                      <a:pt x="34" y="217"/>
                    </a:lnTo>
                    <a:lnTo>
                      <a:pt x="27" y="250"/>
                    </a:lnTo>
                    <a:lnTo>
                      <a:pt x="21" y="282"/>
                    </a:lnTo>
                    <a:lnTo>
                      <a:pt x="15" y="315"/>
                    </a:lnTo>
                    <a:lnTo>
                      <a:pt x="11" y="349"/>
                    </a:lnTo>
                    <a:lnTo>
                      <a:pt x="7" y="382"/>
                    </a:lnTo>
                    <a:lnTo>
                      <a:pt x="4" y="416"/>
                    </a:lnTo>
                    <a:lnTo>
                      <a:pt x="2" y="450"/>
                    </a:lnTo>
                    <a:lnTo>
                      <a:pt x="1" y="485"/>
                    </a:lnTo>
                    <a:lnTo>
                      <a:pt x="0" y="519"/>
                    </a:lnTo>
                    <a:lnTo>
                      <a:pt x="1" y="575"/>
                    </a:lnTo>
                    <a:lnTo>
                      <a:pt x="5" y="629"/>
                    </a:lnTo>
                    <a:lnTo>
                      <a:pt x="10" y="683"/>
                    </a:lnTo>
                    <a:lnTo>
                      <a:pt x="18" y="737"/>
                    </a:lnTo>
                    <a:lnTo>
                      <a:pt x="28" y="789"/>
                    </a:lnTo>
                    <a:lnTo>
                      <a:pt x="40" y="842"/>
                    </a:lnTo>
                    <a:lnTo>
                      <a:pt x="54" y="894"/>
                    </a:lnTo>
                    <a:lnTo>
                      <a:pt x="70" y="943"/>
                    </a:lnTo>
                    <a:lnTo>
                      <a:pt x="88" y="993"/>
                    </a:lnTo>
                    <a:lnTo>
                      <a:pt x="107" y="1041"/>
                    </a:lnTo>
                    <a:lnTo>
                      <a:pt x="129" y="1089"/>
                    </a:lnTo>
                    <a:lnTo>
                      <a:pt x="153" y="1136"/>
                    </a:lnTo>
                    <a:lnTo>
                      <a:pt x="177" y="1181"/>
                    </a:lnTo>
                    <a:lnTo>
                      <a:pt x="205" y="1226"/>
                    </a:lnTo>
                    <a:lnTo>
                      <a:pt x="233" y="1269"/>
                    </a:lnTo>
                    <a:lnTo>
                      <a:pt x="263" y="1311"/>
                    </a:lnTo>
                    <a:lnTo>
                      <a:pt x="296" y="1352"/>
                    </a:lnTo>
                    <a:lnTo>
                      <a:pt x="328" y="1392"/>
                    </a:lnTo>
                    <a:lnTo>
                      <a:pt x="364" y="1429"/>
                    </a:lnTo>
                    <a:lnTo>
                      <a:pt x="400" y="1467"/>
                    </a:lnTo>
                    <a:lnTo>
                      <a:pt x="438" y="1502"/>
                    </a:lnTo>
                    <a:lnTo>
                      <a:pt x="476" y="1536"/>
                    </a:lnTo>
                    <a:lnTo>
                      <a:pt x="517" y="1568"/>
                    </a:lnTo>
                    <a:lnTo>
                      <a:pt x="558" y="1599"/>
                    </a:lnTo>
                    <a:lnTo>
                      <a:pt x="602" y="1628"/>
                    </a:lnTo>
                    <a:lnTo>
                      <a:pt x="645" y="1656"/>
                    </a:lnTo>
                    <a:lnTo>
                      <a:pt x="691" y="1681"/>
                    </a:lnTo>
                    <a:lnTo>
                      <a:pt x="737" y="1706"/>
                    </a:lnTo>
                    <a:lnTo>
                      <a:pt x="784" y="1728"/>
                    </a:lnTo>
                    <a:lnTo>
                      <a:pt x="833" y="1748"/>
                    </a:lnTo>
                    <a:lnTo>
                      <a:pt x="881" y="1766"/>
                    </a:lnTo>
                    <a:lnTo>
                      <a:pt x="932" y="1784"/>
                    </a:lnTo>
                    <a:lnTo>
                      <a:pt x="947" y="1764"/>
                    </a:lnTo>
                    <a:lnTo>
                      <a:pt x="963" y="1745"/>
                    </a:lnTo>
                    <a:lnTo>
                      <a:pt x="978" y="1726"/>
                    </a:lnTo>
                    <a:lnTo>
                      <a:pt x="992" y="1706"/>
                    </a:lnTo>
                    <a:lnTo>
                      <a:pt x="943" y="1691"/>
                    </a:lnTo>
                    <a:lnTo>
                      <a:pt x="897" y="1675"/>
                    </a:lnTo>
                    <a:lnTo>
                      <a:pt x="850" y="1657"/>
                    </a:lnTo>
                    <a:lnTo>
                      <a:pt x="804" y="1637"/>
                    </a:lnTo>
                    <a:lnTo>
                      <a:pt x="760" y="1614"/>
                    </a:lnTo>
                    <a:lnTo>
                      <a:pt x="716" y="1591"/>
                    </a:lnTo>
                    <a:lnTo>
                      <a:pt x="674" y="1566"/>
                    </a:lnTo>
                    <a:lnTo>
                      <a:pt x="632" y="1539"/>
                    </a:lnTo>
                    <a:lnTo>
                      <a:pt x="592" y="1510"/>
                    </a:lnTo>
                    <a:lnTo>
                      <a:pt x="553" y="1480"/>
                    </a:lnTo>
                    <a:lnTo>
                      <a:pt x="516" y="1448"/>
                    </a:lnTo>
                    <a:lnTo>
                      <a:pt x="479" y="1416"/>
                    </a:lnTo>
                    <a:lnTo>
                      <a:pt x="444" y="1382"/>
                    </a:lnTo>
                    <a:lnTo>
                      <a:pt x="410" y="1345"/>
                    </a:lnTo>
                    <a:lnTo>
                      <a:pt x="378" y="1309"/>
                    </a:lnTo>
                    <a:lnTo>
                      <a:pt x="347" y="1270"/>
                    </a:lnTo>
                    <a:lnTo>
                      <a:pt x="318" y="1231"/>
                    </a:lnTo>
                    <a:lnTo>
                      <a:pt x="290" y="1189"/>
                    </a:lnTo>
                    <a:lnTo>
                      <a:pt x="263" y="1148"/>
                    </a:lnTo>
                    <a:lnTo>
                      <a:pt x="239" y="1104"/>
                    </a:lnTo>
                    <a:lnTo>
                      <a:pt x="217" y="1061"/>
                    </a:lnTo>
                    <a:lnTo>
                      <a:pt x="196" y="1015"/>
                    </a:lnTo>
                    <a:lnTo>
                      <a:pt x="176" y="970"/>
                    </a:lnTo>
                    <a:lnTo>
                      <a:pt x="159" y="922"/>
                    </a:lnTo>
                    <a:lnTo>
                      <a:pt x="144" y="874"/>
                    </a:lnTo>
                    <a:lnTo>
                      <a:pt x="130" y="826"/>
                    </a:lnTo>
                    <a:lnTo>
                      <a:pt x="119" y="776"/>
                    </a:lnTo>
                    <a:lnTo>
                      <a:pt x="108" y="727"/>
                    </a:lnTo>
                    <a:lnTo>
                      <a:pt x="101" y="675"/>
                    </a:lnTo>
                    <a:lnTo>
                      <a:pt x="96" y="623"/>
                    </a:lnTo>
                    <a:lnTo>
                      <a:pt x="92" y="572"/>
                    </a:lnTo>
                    <a:lnTo>
                      <a:pt x="91" y="519"/>
                    </a:lnTo>
                    <a:lnTo>
                      <a:pt x="92" y="487"/>
                    </a:lnTo>
                    <a:lnTo>
                      <a:pt x="93" y="454"/>
                    </a:lnTo>
                    <a:lnTo>
                      <a:pt x="95" y="422"/>
                    </a:lnTo>
                    <a:lnTo>
                      <a:pt x="98" y="389"/>
                    </a:lnTo>
                    <a:lnTo>
                      <a:pt x="102" y="358"/>
                    </a:lnTo>
                    <a:lnTo>
                      <a:pt x="106" y="327"/>
                    </a:lnTo>
                    <a:lnTo>
                      <a:pt x="111" y="295"/>
                    </a:lnTo>
                    <a:lnTo>
                      <a:pt x="118" y="265"/>
                    </a:lnTo>
                    <a:lnTo>
                      <a:pt x="125" y="233"/>
                    </a:lnTo>
                    <a:lnTo>
                      <a:pt x="133" y="203"/>
                    </a:lnTo>
                    <a:lnTo>
                      <a:pt x="141" y="174"/>
                    </a:lnTo>
                    <a:lnTo>
                      <a:pt x="150" y="143"/>
                    </a:lnTo>
                    <a:lnTo>
                      <a:pt x="159" y="114"/>
                    </a:lnTo>
                    <a:lnTo>
                      <a:pt x="170" y="86"/>
                    </a:lnTo>
                    <a:lnTo>
                      <a:pt x="181" y="56"/>
                    </a:lnTo>
                    <a:lnTo>
                      <a:pt x="194" y="28"/>
                    </a:lnTo>
                    <a:lnTo>
                      <a:pt x="171" y="21"/>
                    </a:lnTo>
                    <a:lnTo>
                      <a:pt x="150" y="14"/>
                    </a:lnTo>
                    <a:lnTo>
                      <a:pt x="128" y="6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D9E0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1" name="Freeform 426"/>
              <p:cNvSpPr>
                <a:spLocks/>
              </p:cNvSpPr>
              <p:nvPr/>
            </p:nvSpPr>
            <p:spPr bwMode="auto">
              <a:xfrm>
                <a:off x="3015" y="1548"/>
                <a:ext cx="122" cy="217"/>
              </a:xfrm>
              <a:custGeom>
                <a:avLst/>
                <a:gdLst>
                  <a:gd name="T0" fmla="*/ 2 w 973"/>
                  <a:gd name="T1" fmla="*/ 1 h 1731"/>
                  <a:gd name="T2" fmla="*/ 1 w 973"/>
                  <a:gd name="T3" fmla="*/ 1 h 1731"/>
                  <a:gd name="T4" fmla="*/ 1 w 973"/>
                  <a:gd name="T5" fmla="*/ 2 h 1731"/>
                  <a:gd name="T6" fmla="*/ 1 w 973"/>
                  <a:gd name="T7" fmla="*/ 3 h 1731"/>
                  <a:gd name="T8" fmla="*/ 0 w 973"/>
                  <a:gd name="T9" fmla="*/ 4 h 1731"/>
                  <a:gd name="T10" fmla="*/ 0 w 973"/>
                  <a:gd name="T11" fmla="*/ 5 h 1731"/>
                  <a:gd name="T12" fmla="*/ 0 w 973"/>
                  <a:gd name="T13" fmla="*/ 6 h 1731"/>
                  <a:gd name="T14" fmla="*/ 0 w 973"/>
                  <a:gd name="T15" fmla="*/ 7 h 1731"/>
                  <a:gd name="T16" fmla="*/ 0 w 973"/>
                  <a:gd name="T17" fmla="*/ 9 h 1731"/>
                  <a:gd name="T18" fmla="*/ 0 w 973"/>
                  <a:gd name="T19" fmla="*/ 10 h 1731"/>
                  <a:gd name="T20" fmla="*/ 0 w 973"/>
                  <a:gd name="T21" fmla="*/ 12 h 1731"/>
                  <a:gd name="T22" fmla="*/ 1 w 973"/>
                  <a:gd name="T23" fmla="*/ 14 h 1731"/>
                  <a:gd name="T24" fmla="*/ 1 w 973"/>
                  <a:gd name="T25" fmla="*/ 15 h 1731"/>
                  <a:gd name="T26" fmla="*/ 2 w 973"/>
                  <a:gd name="T27" fmla="*/ 17 h 1731"/>
                  <a:gd name="T28" fmla="*/ 3 w 973"/>
                  <a:gd name="T29" fmla="*/ 18 h 1731"/>
                  <a:gd name="T30" fmla="*/ 4 w 973"/>
                  <a:gd name="T31" fmla="*/ 19 h 1731"/>
                  <a:gd name="T32" fmla="*/ 5 w 973"/>
                  <a:gd name="T33" fmla="*/ 21 h 1731"/>
                  <a:gd name="T34" fmla="*/ 6 w 973"/>
                  <a:gd name="T35" fmla="*/ 22 h 1731"/>
                  <a:gd name="T36" fmla="*/ 7 w 973"/>
                  <a:gd name="T37" fmla="*/ 23 h 1731"/>
                  <a:gd name="T38" fmla="*/ 8 w 973"/>
                  <a:gd name="T39" fmla="*/ 24 h 1731"/>
                  <a:gd name="T40" fmla="*/ 9 w 973"/>
                  <a:gd name="T41" fmla="*/ 25 h 1731"/>
                  <a:gd name="T42" fmla="*/ 11 w 973"/>
                  <a:gd name="T43" fmla="*/ 26 h 1731"/>
                  <a:gd name="T44" fmla="*/ 12 w 973"/>
                  <a:gd name="T45" fmla="*/ 26 h 1731"/>
                  <a:gd name="T46" fmla="*/ 14 w 973"/>
                  <a:gd name="T47" fmla="*/ 27 h 1731"/>
                  <a:gd name="T48" fmla="*/ 15 w 973"/>
                  <a:gd name="T49" fmla="*/ 27 h 1731"/>
                  <a:gd name="T50" fmla="*/ 15 w 973"/>
                  <a:gd name="T51" fmla="*/ 26 h 1731"/>
                  <a:gd name="T52" fmla="*/ 15 w 973"/>
                  <a:gd name="T53" fmla="*/ 26 h 1731"/>
                  <a:gd name="T54" fmla="*/ 13 w 973"/>
                  <a:gd name="T55" fmla="*/ 25 h 1731"/>
                  <a:gd name="T56" fmla="*/ 12 w 973"/>
                  <a:gd name="T57" fmla="*/ 25 h 1731"/>
                  <a:gd name="T58" fmla="*/ 10 w 973"/>
                  <a:gd name="T59" fmla="*/ 24 h 1731"/>
                  <a:gd name="T60" fmla="*/ 9 w 973"/>
                  <a:gd name="T61" fmla="*/ 23 h 1731"/>
                  <a:gd name="T62" fmla="*/ 8 w 973"/>
                  <a:gd name="T63" fmla="*/ 22 h 1731"/>
                  <a:gd name="T64" fmla="*/ 7 w 973"/>
                  <a:gd name="T65" fmla="*/ 21 h 1731"/>
                  <a:gd name="T66" fmla="*/ 6 w 973"/>
                  <a:gd name="T67" fmla="*/ 20 h 1731"/>
                  <a:gd name="T68" fmla="*/ 5 w 973"/>
                  <a:gd name="T69" fmla="*/ 19 h 1731"/>
                  <a:gd name="T70" fmla="*/ 4 w 973"/>
                  <a:gd name="T71" fmla="*/ 18 h 1731"/>
                  <a:gd name="T72" fmla="*/ 3 w 973"/>
                  <a:gd name="T73" fmla="*/ 16 h 1731"/>
                  <a:gd name="T74" fmla="*/ 3 w 973"/>
                  <a:gd name="T75" fmla="*/ 15 h 1731"/>
                  <a:gd name="T76" fmla="*/ 2 w 973"/>
                  <a:gd name="T77" fmla="*/ 13 h 1731"/>
                  <a:gd name="T78" fmla="*/ 2 w 973"/>
                  <a:gd name="T79" fmla="*/ 12 h 1731"/>
                  <a:gd name="T80" fmla="*/ 2 w 973"/>
                  <a:gd name="T81" fmla="*/ 10 h 1731"/>
                  <a:gd name="T82" fmla="*/ 2 w 973"/>
                  <a:gd name="T83" fmla="*/ 9 h 1731"/>
                  <a:gd name="T84" fmla="*/ 2 w 973"/>
                  <a:gd name="T85" fmla="*/ 7 h 1731"/>
                  <a:gd name="T86" fmla="*/ 2 w 973"/>
                  <a:gd name="T87" fmla="*/ 7 h 1731"/>
                  <a:gd name="T88" fmla="*/ 2 w 973"/>
                  <a:gd name="T89" fmla="*/ 6 h 1731"/>
                  <a:gd name="T90" fmla="*/ 2 w 973"/>
                  <a:gd name="T91" fmla="*/ 5 h 1731"/>
                  <a:gd name="T92" fmla="*/ 2 w 973"/>
                  <a:gd name="T93" fmla="*/ 4 h 1731"/>
                  <a:gd name="T94" fmla="*/ 2 w 973"/>
                  <a:gd name="T95" fmla="*/ 3 h 1731"/>
                  <a:gd name="T96" fmla="*/ 3 w 973"/>
                  <a:gd name="T97" fmla="*/ 2 h 1731"/>
                  <a:gd name="T98" fmla="*/ 3 w 973"/>
                  <a:gd name="T99" fmla="*/ 1 h 1731"/>
                  <a:gd name="T100" fmla="*/ 3 w 973"/>
                  <a:gd name="T101" fmla="*/ 0 h 1731"/>
                  <a:gd name="T102" fmla="*/ 2 w 973"/>
                  <a:gd name="T103" fmla="*/ 0 h 173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73"/>
                  <a:gd name="T157" fmla="*/ 0 h 1731"/>
                  <a:gd name="T158" fmla="*/ 973 w 973"/>
                  <a:gd name="T159" fmla="*/ 1731 h 173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73" h="1731">
                    <a:moveTo>
                      <a:pt x="104" y="0"/>
                    </a:moveTo>
                    <a:lnTo>
                      <a:pt x="92" y="28"/>
                    </a:lnTo>
                    <a:lnTo>
                      <a:pt x="81" y="58"/>
                    </a:lnTo>
                    <a:lnTo>
                      <a:pt x="70" y="88"/>
                    </a:lnTo>
                    <a:lnTo>
                      <a:pt x="59" y="118"/>
                    </a:lnTo>
                    <a:lnTo>
                      <a:pt x="50" y="149"/>
                    </a:lnTo>
                    <a:lnTo>
                      <a:pt x="41" y="180"/>
                    </a:lnTo>
                    <a:lnTo>
                      <a:pt x="34" y="211"/>
                    </a:lnTo>
                    <a:lnTo>
                      <a:pt x="27" y="243"/>
                    </a:lnTo>
                    <a:lnTo>
                      <a:pt x="21" y="275"/>
                    </a:lnTo>
                    <a:lnTo>
                      <a:pt x="15" y="307"/>
                    </a:lnTo>
                    <a:lnTo>
                      <a:pt x="11" y="339"/>
                    </a:lnTo>
                    <a:lnTo>
                      <a:pt x="7" y="372"/>
                    </a:lnTo>
                    <a:lnTo>
                      <a:pt x="4" y="405"/>
                    </a:lnTo>
                    <a:lnTo>
                      <a:pt x="2" y="438"/>
                    </a:lnTo>
                    <a:lnTo>
                      <a:pt x="1" y="472"/>
                    </a:lnTo>
                    <a:lnTo>
                      <a:pt x="0" y="505"/>
                    </a:lnTo>
                    <a:lnTo>
                      <a:pt x="1" y="559"/>
                    </a:lnTo>
                    <a:lnTo>
                      <a:pt x="5" y="612"/>
                    </a:lnTo>
                    <a:lnTo>
                      <a:pt x="10" y="665"/>
                    </a:lnTo>
                    <a:lnTo>
                      <a:pt x="18" y="718"/>
                    </a:lnTo>
                    <a:lnTo>
                      <a:pt x="27" y="769"/>
                    </a:lnTo>
                    <a:lnTo>
                      <a:pt x="39" y="820"/>
                    </a:lnTo>
                    <a:lnTo>
                      <a:pt x="52" y="870"/>
                    </a:lnTo>
                    <a:lnTo>
                      <a:pt x="69" y="919"/>
                    </a:lnTo>
                    <a:lnTo>
                      <a:pt x="86" y="968"/>
                    </a:lnTo>
                    <a:lnTo>
                      <a:pt x="106" y="1015"/>
                    </a:lnTo>
                    <a:lnTo>
                      <a:pt x="127" y="1061"/>
                    </a:lnTo>
                    <a:lnTo>
                      <a:pt x="151" y="1106"/>
                    </a:lnTo>
                    <a:lnTo>
                      <a:pt x="175" y="1151"/>
                    </a:lnTo>
                    <a:lnTo>
                      <a:pt x="201" y="1194"/>
                    </a:lnTo>
                    <a:lnTo>
                      <a:pt x="230" y="1236"/>
                    </a:lnTo>
                    <a:lnTo>
                      <a:pt x="260" y="1277"/>
                    </a:lnTo>
                    <a:lnTo>
                      <a:pt x="291" y="1317"/>
                    </a:lnTo>
                    <a:lnTo>
                      <a:pt x="324" y="1354"/>
                    </a:lnTo>
                    <a:lnTo>
                      <a:pt x="358" y="1392"/>
                    </a:lnTo>
                    <a:lnTo>
                      <a:pt x="394" y="1427"/>
                    </a:lnTo>
                    <a:lnTo>
                      <a:pt x="431" y="1462"/>
                    </a:lnTo>
                    <a:lnTo>
                      <a:pt x="470" y="1494"/>
                    </a:lnTo>
                    <a:lnTo>
                      <a:pt x="509" y="1526"/>
                    </a:lnTo>
                    <a:lnTo>
                      <a:pt x="550" y="1555"/>
                    </a:lnTo>
                    <a:lnTo>
                      <a:pt x="592" y="1583"/>
                    </a:lnTo>
                    <a:lnTo>
                      <a:pt x="636" y="1610"/>
                    </a:lnTo>
                    <a:lnTo>
                      <a:pt x="679" y="1635"/>
                    </a:lnTo>
                    <a:lnTo>
                      <a:pt x="725" y="1657"/>
                    </a:lnTo>
                    <a:lnTo>
                      <a:pt x="772" y="1678"/>
                    </a:lnTo>
                    <a:lnTo>
                      <a:pt x="819" y="1698"/>
                    </a:lnTo>
                    <a:lnTo>
                      <a:pt x="868" y="1716"/>
                    </a:lnTo>
                    <a:lnTo>
                      <a:pt x="917" y="1731"/>
                    </a:lnTo>
                    <a:lnTo>
                      <a:pt x="932" y="1712"/>
                    </a:lnTo>
                    <a:lnTo>
                      <a:pt x="946" y="1692"/>
                    </a:lnTo>
                    <a:lnTo>
                      <a:pt x="960" y="1672"/>
                    </a:lnTo>
                    <a:lnTo>
                      <a:pt x="973" y="1652"/>
                    </a:lnTo>
                    <a:lnTo>
                      <a:pt x="927" y="1639"/>
                    </a:lnTo>
                    <a:lnTo>
                      <a:pt x="880" y="1623"/>
                    </a:lnTo>
                    <a:lnTo>
                      <a:pt x="834" y="1606"/>
                    </a:lnTo>
                    <a:lnTo>
                      <a:pt x="790" y="1586"/>
                    </a:lnTo>
                    <a:lnTo>
                      <a:pt x="746" y="1566"/>
                    </a:lnTo>
                    <a:lnTo>
                      <a:pt x="704" y="1544"/>
                    </a:lnTo>
                    <a:lnTo>
                      <a:pt x="662" y="1519"/>
                    </a:lnTo>
                    <a:lnTo>
                      <a:pt x="622" y="1493"/>
                    </a:lnTo>
                    <a:lnTo>
                      <a:pt x="582" y="1466"/>
                    </a:lnTo>
                    <a:lnTo>
                      <a:pt x="544" y="1437"/>
                    </a:lnTo>
                    <a:lnTo>
                      <a:pt x="507" y="1407"/>
                    </a:lnTo>
                    <a:lnTo>
                      <a:pt x="471" y="1375"/>
                    </a:lnTo>
                    <a:lnTo>
                      <a:pt x="436" y="1341"/>
                    </a:lnTo>
                    <a:lnTo>
                      <a:pt x="404" y="1307"/>
                    </a:lnTo>
                    <a:lnTo>
                      <a:pt x="372" y="1271"/>
                    </a:lnTo>
                    <a:lnTo>
                      <a:pt x="342" y="1234"/>
                    </a:lnTo>
                    <a:lnTo>
                      <a:pt x="313" y="1195"/>
                    </a:lnTo>
                    <a:lnTo>
                      <a:pt x="286" y="1156"/>
                    </a:lnTo>
                    <a:lnTo>
                      <a:pt x="260" y="1115"/>
                    </a:lnTo>
                    <a:lnTo>
                      <a:pt x="237" y="1074"/>
                    </a:lnTo>
                    <a:lnTo>
                      <a:pt x="214" y="1031"/>
                    </a:lnTo>
                    <a:lnTo>
                      <a:pt x="193" y="987"/>
                    </a:lnTo>
                    <a:lnTo>
                      <a:pt x="175" y="942"/>
                    </a:lnTo>
                    <a:lnTo>
                      <a:pt x="158" y="897"/>
                    </a:lnTo>
                    <a:lnTo>
                      <a:pt x="142" y="850"/>
                    </a:lnTo>
                    <a:lnTo>
                      <a:pt x="129" y="804"/>
                    </a:lnTo>
                    <a:lnTo>
                      <a:pt x="118" y="755"/>
                    </a:lnTo>
                    <a:lnTo>
                      <a:pt x="108" y="706"/>
                    </a:lnTo>
                    <a:lnTo>
                      <a:pt x="101" y="657"/>
                    </a:lnTo>
                    <a:lnTo>
                      <a:pt x="96" y="607"/>
                    </a:lnTo>
                    <a:lnTo>
                      <a:pt x="92" y="556"/>
                    </a:lnTo>
                    <a:lnTo>
                      <a:pt x="91" y="505"/>
                    </a:lnTo>
                    <a:lnTo>
                      <a:pt x="92" y="474"/>
                    </a:lnTo>
                    <a:lnTo>
                      <a:pt x="93" y="442"/>
                    </a:lnTo>
                    <a:lnTo>
                      <a:pt x="95" y="411"/>
                    </a:lnTo>
                    <a:lnTo>
                      <a:pt x="98" y="379"/>
                    </a:lnTo>
                    <a:lnTo>
                      <a:pt x="101" y="349"/>
                    </a:lnTo>
                    <a:lnTo>
                      <a:pt x="106" y="319"/>
                    </a:lnTo>
                    <a:lnTo>
                      <a:pt x="111" y="288"/>
                    </a:lnTo>
                    <a:lnTo>
                      <a:pt x="117" y="259"/>
                    </a:lnTo>
                    <a:lnTo>
                      <a:pt x="123" y="229"/>
                    </a:lnTo>
                    <a:lnTo>
                      <a:pt x="131" y="199"/>
                    </a:lnTo>
                    <a:lnTo>
                      <a:pt x="139" y="171"/>
                    </a:lnTo>
                    <a:lnTo>
                      <a:pt x="148" y="141"/>
                    </a:lnTo>
                    <a:lnTo>
                      <a:pt x="158" y="113"/>
                    </a:lnTo>
                    <a:lnTo>
                      <a:pt x="168" y="86"/>
                    </a:lnTo>
                    <a:lnTo>
                      <a:pt x="179" y="57"/>
                    </a:lnTo>
                    <a:lnTo>
                      <a:pt x="190" y="30"/>
                    </a:lnTo>
                    <a:lnTo>
                      <a:pt x="169" y="22"/>
                    </a:lnTo>
                    <a:lnTo>
                      <a:pt x="148" y="14"/>
                    </a:lnTo>
                    <a:lnTo>
                      <a:pt x="125" y="7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DAE1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2" name="Freeform 427"/>
              <p:cNvSpPr>
                <a:spLocks/>
              </p:cNvSpPr>
              <p:nvPr/>
            </p:nvSpPr>
            <p:spPr bwMode="auto">
              <a:xfrm>
                <a:off x="3021" y="1550"/>
                <a:ext cx="119" cy="210"/>
              </a:xfrm>
              <a:custGeom>
                <a:avLst/>
                <a:gdLst>
                  <a:gd name="T0" fmla="*/ 1 w 954"/>
                  <a:gd name="T1" fmla="*/ 1 h 1678"/>
                  <a:gd name="T2" fmla="*/ 1 w 954"/>
                  <a:gd name="T3" fmla="*/ 1 h 1678"/>
                  <a:gd name="T4" fmla="*/ 1 w 954"/>
                  <a:gd name="T5" fmla="*/ 2 h 1678"/>
                  <a:gd name="T6" fmla="*/ 0 w 954"/>
                  <a:gd name="T7" fmla="*/ 3 h 1678"/>
                  <a:gd name="T8" fmla="*/ 0 w 954"/>
                  <a:gd name="T9" fmla="*/ 4 h 1678"/>
                  <a:gd name="T10" fmla="*/ 0 w 954"/>
                  <a:gd name="T11" fmla="*/ 5 h 1678"/>
                  <a:gd name="T12" fmla="*/ 0 w 954"/>
                  <a:gd name="T13" fmla="*/ 6 h 1678"/>
                  <a:gd name="T14" fmla="*/ 0 w 954"/>
                  <a:gd name="T15" fmla="*/ 7 h 1678"/>
                  <a:gd name="T16" fmla="*/ 0 w 954"/>
                  <a:gd name="T17" fmla="*/ 9 h 1678"/>
                  <a:gd name="T18" fmla="*/ 0 w 954"/>
                  <a:gd name="T19" fmla="*/ 10 h 1678"/>
                  <a:gd name="T20" fmla="*/ 0 w 954"/>
                  <a:gd name="T21" fmla="*/ 12 h 1678"/>
                  <a:gd name="T22" fmla="*/ 1 w 954"/>
                  <a:gd name="T23" fmla="*/ 13 h 1678"/>
                  <a:gd name="T24" fmla="*/ 1 w 954"/>
                  <a:gd name="T25" fmla="*/ 15 h 1678"/>
                  <a:gd name="T26" fmla="*/ 2 w 954"/>
                  <a:gd name="T27" fmla="*/ 16 h 1678"/>
                  <a:gd name="T28" fmla="*/ 3 w 954"/>
                  <a:gd name="T29" fmla="*/ 18 h 1678"/>
                  <a:gd name="T30" fmla="*/ 3 w 954"/>
                  <a:gd name="T31" fmla="*/ 19 h 1678"/>
                  <a:gd name="T32" fmla="*/ 4 w 954"/>
                  <a:gd name="T33" fmla="*/ 20 h 1678"/>
                  <a:gd name="T34" fmla="*/ 5 w 954"/>
                  <a:gd name="T35" fmla="*/ 21 h 1678"/>
                  <a:gd name="T36" fmla="*/ 7 w 954"/>
                  <a:gd name="T37" fmla="*/ 22 h 1678"/>
                  <a:gd name="T38" fmla="*/ 8 w 954"/>
                  <a:gd name="T39" fmla="*/ 23 h 1678"/>
                  <a:gd name="T40" fmla="*/ 9 w 954"/>
                  <a:gd name="T41" fmla="*/ 24 h 1678"/>
                  <a:gd name="T42" fmla="*/ 10 w 954"/>
                  <a:gd name="T43" fmla="*/ 25 h 1678"/>
                  <a:gd name="T44" fmla="*/ 12 w 954"/>
                  <a:gd name="T45" fmla="*/ 26 h 1678"/>
                  <a:gd name="T46" fmla="*/ 13 w 954"/>
                  <a:gd name="T47" fmla="*/ 26 h 1678"/>
                  <a:gd name="T48" fmla="*/ 14 w 954"/>
                  <a:gd name="T49" fmla="*/ 26 h 1678"/>
                  <a:gd name="T50" fmla="*/ 15 w 954"/>
                  <a:gd name="T51" fmla="*/ 25 h 1678"/>
                  <a:gd name="T52" fmla="*/ 14 w 954"/>
                  <a:gd name="T53" fmla="*/ 25 h 1678"/>
                  <a:gd name="T54" fmla="*/ 13 w 954"/>
                  <a:gd name="T55" fmla="*/ 24 h 1678"/>
                  <a:gd name="T56" fmla="*/ 11 w 954"/>
                  <a:gd name="T57" fmla="*/ 24 h 1678"/>
                  <a:gd name="T58" fmla="*/ 10 w 954"/>
                  <a:gd name="T59" fmla="*/ 23 h 1678"/>
                  <a:gd name="T60" fmla="*/ 9 w 954"/>
                  <a:gd name="T61" fmla="*/ 22 h 1678"/>
                  <a:gd name="T62" fmla="*/ 8 w 954"/>
                  <a:gd name="T63" fmla="*/ 21 h 1678"/>
                  <a:gd name="T64" fmla="*/ 7 w 954"/>
                  <a:gd name="T65" fmla="*/ 20 h 1678"/>
                  <a:gd name="T66" fmla="*/ 6 w 954"/>
                  <a:gd name="T67" fmla="*/ 19 h 1678"/>
                  <a:gd name="T68" fmla="*/ 5 w 954"/>
                  <a:gd name="T69" fmla="*/ 18 h 1678"/>
                  <a:gd name="T70" fmla="*/ 4 w 954"/>
                  <a:gd name="T71" fmla="*/ 17 h 1678"/>
                  <a:gd name="T72" fmla="*/ 3 w 954"/>
                  <a:gd name="T73" fmla="*/ 16 h 1678"/>
                  <a:gd name="T74" fmla="*/ 3 w 954"/>
                  <a:gd name="T75" fmla="*/ 14 h 1678"/>
                  <a:gd name="T76" fmla="*/ 2 w 954"/>
                  <a:gd name="T77" fmla="*/ 13 h 1678"/>
                  <a:gd name="T78" fmla="*/ 2 w 954"/>
                  <a:gd name="T79" fmla="*/ 12 h 1678"/>
                  <a:gd name="T80" fmla="*/ 2 w 954"/>
                  <a:gd name="T81" fmla="*/ 10 h 1678"/>
                  <a:gd name="T82" fmla="*/ 1 w 954"/>
                  <a:gd name="T83" fmla="*/ 9 h 1678"/>
                  <a:gd name="T84" fmla="*/ 1 w 954"/>
                  <a:gd name="T85" fmla="*/ 7 h 1678"/>
                  <a:gd name="T86" fmla="*/ 1 w 954"/>
                  <a:gd name="T87" fmla="*/ 6 h 1678"/>
                  <a:gd name="T88" fmla="*/ 2 w 954"/>
                  <a:gd name="T89" fmla="*/ 5 h 1678"/>
                  <a:gd name="T90" fmla="*/ 2 w 954"/>
                  <a:gd name="T91" fmla="*/ 4 h 1678"/>
                  <a:gd name="T92" fmla="*/ 2 w 954"/>
                  <a:gd name="T93" fmla="*/ 4 h 1678"/>
                  <a:gd name="T94" fmla="*/ 2 w 954"/>
                  <a:gd name="T95" fmla="*/ 3 h 1678"/>
                  <a:gd name="T96" fmla="*/ 2 w 954"/>
                  <a:gd name="T97" fmla="*/ 2 h 1678"/>
                  <a:gd name="T98" fmla="*/ 3 w 954"/>
                  <a:gd name="T99" fmla="*/ 1 h 1678"/>
                  <a:gd name="T100" fmla="*/ 3 w 954"/>
                  <a:gd name="T101" fmla="*/ 0 h 1678"/>
                  <a:gd name="T102" fmla="*/ 2 w 954"/>
                  <a:gd name="T103" fmla="*/ 0 h 167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54"/>
                  <a:gd name="T157" fmla="*/ 0 h 1678"/>
                  <a:gd name="T158" fmla="*/ 954 w 954"/>
                  <a:gd name="T159" fmla="*/ 1678 h 167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54" h="1678">
                    <a:moveTo>
                      <a:pt x="103" y="0"/>
                    </a:moveTo>
                    <a:lnTo>
                      <a:pt x="90" y="28"/>
                    </a:lnTo>
                    <a:lnTo>
                      <a:pt x="79" y="58"/>
                    </a:lnTo>
                    <a:lnTo>
                      <a:pt x="68" y="86"/>
                    </a:lnTo>
                    <a:lnTo>
                      <a:pt x="59" y="115"/>
                    </a:lnTo>
                    <a:lnTo>
                      <a:pt x="50" y="146"/>
                    </a:lnTo>
                    <a:lnTo>
                      <a:pt x="42" y="175"/>
                    </a:lnTo>
                    <a:lnTo>
                      <a:pt x="34" y="205"/>
                    </a:lnTo>
                    <a:lnTo>
                      <a:pt x="27" y="237"/>
                    </a:lnTo>
                    <a:lnTo>
                      <a:pt x="20" y="267"/>
                    </a:lnTo>
                    <a:lnTo>
                      <a:pt x="15" y="299"/>
                    </a:lnTo>
                    <a:lnTo>
                      <a:pt x="11" y="330"/>
                    </a:lnTo>
                    <a:lnTo>
                      <a:pt x="7" y="361"/>
                    </a:lnTo>
                    <a:lnTo>
                      <a:pt x="4" y="394"/>
                    </a:lnTo>
                    <a:lnTo>
                      <a:pt x="2" y="426"/>
                    </a:lnTo>
                    <a:lnTo>
                      <a:pt x="1" y="459"/>
                    </a:lnTo>
                    <a:lnTo>
                      <a:pt x="0" y="491"/>
                    </a:lnTo>
                    <a:lnTo>
                      <a:pt x="1" y="544"/>
                    </a:lnTo>
                    <a:lnTo>
                      <a:pt x="5" y="595"/>
                    </a:lnTo>
                    <a:lnTo>
                      <a:pt x="10" y="647"/>
                    </a:lnTo>
                    <a:lnTo>
                      <a:pt x="17" y="699"/>
                    </a:lnTo>
                    <a:lnTo>
                      <a:pt x="28" y="748"/>
                    </a:lnTo>
                    <a:lnTo>
                      <a:pt x="39" y="798"/>
                    </a:lnTo>
                    <a:lnTo>
                      <a:pt x="53" y="846"/>
                    </a:lnTo>
                    <a:lnTo>
                      <a:pt x="68" y="894"/>
                    </a:lnTo>
                    <a:lnTo>
                      <a:pt x="85" y="942"/>
                    </a:lnTo>
                    <a:lnTo>
                      <a:pt x="105" y="987"/>
                    </a:lnTo>
                    <a:lnTo>
                      <a:pt x="126" y="1033"/>
                    </a:lnTo>
                    <a:lnTo>
                      <a:pt x="148" y="1076"/>
                    </a:lnTo>
                    <a:lnTo>
                      <a:pt x="172" y="1120"/>
                    </a:lnTo>
                    <a:lnTo>
                      <a:pt x="199" y="1161"/>
                    </a:lnTo>
                    <a:lnTo>
                      <a:pt x="227" y="1203"/>
                    </a:lnTo>
                    <a:lnTo>
                      <a:pt x="256" y="1242"/>
                    </a:lnTo>
                    <a:lnTo>
                      <a:pt x="287" y="1281"/>
                    </a:lnTo>
                    <a:lnTo>
                      <a:pt x="319" y="1317"/>
                    </a:lnTo>
                    <a:lnTo>
                      <a:pt x="353" y="1354"/>
                    </a:lnTo>
                    <a:lnTo>
                      <a:pt x="388" y="1388"/>
                    </a:lnTo>
                    <a:lnTo>
                      <a:pt x="425" y="1420"/>
                    </a:lnTo>
                    <a:lnTo>
                      <a:pt x="462" y="1452"/>
                    </a:lnTo>
                    <a:lnTo>
                      <a:pt x="501" y="1482"/>
                    </a:lnTo>
                    <a:lnTo>
                      <a:pt x="541" y="1511"/>
                    </a:lnTo>
                    <a:lnTo>
                      <a:pt x="583" y="1538"/>
                    </a:lnTo>
                    <a:lnTo>
                      <a:pt x="625" y="1563"/>
                    </a:lnTo>
                    <a:lnTo>
                      <a:pt x="669" y="1586"/>
                    </a:lnTo>
                    <a:lnTo>
                      <a:pt x="713" y="1609"/>
                    </a:lnTo>
                    <a:lnTo>
                      <a:pt x="759" y="1629"/>
                    </a:lnTo>
                    <a:lnTo>
                      <a:pt x="806" y="1647"/>
                    </a:lnTo>
                    <a:lnTo>
                      <a:pt x="852" y="1663"/>
                    </a:lnTo>
                    <a:lnTo>
                      <a:pt x="901" y="1678"/>
                    </a:lnTo>
                    <a:lnTo>
                      <a:pt x="915" y="1658"/>
                    </a:lnTo>
                    <a:lnTo>
                      <a:pt x="928" y="1638"/>
                    </a:lnTo>
                    <a:lnTo>
                      <a:pt x="941" y="1618"/>
                    </a:lnTo>
                    <a:lnTo>
                      <a:pt x="954" y="1598"/>
                    </a:lnTo>
                    <a:lnTo>
                      <a:pt x="907" y="1584"/>
                    </a:lnTo>
                    <a:lnTo>
                      <a:pt x="862" y="1570"/>
                    </a:lnTo>
                    <a:lnTo>
                      <a:pt x="818" y="1554"/>
                    </a:lnTo>
                    <a:lnTo>
                      <a:pt x="774" y="1536"/>
                    </a:lnTo>
                    <a:lnTo>
                      <a:pt x="732" y="1517"/>
                    </a:lnTo>
                    <a:lnTo>
                      <a:pt x="690" y="1494"/>
                    </a:lnTo>
                    <a:lnTo>
                      <a:pt x="650" y="1472"/>
                    </a:lnTo>
                    <a:lnTo>
                      <a:pt x="610" y="1447"/>
                    </a:lnTo>
                    <a:lnTo>
                      <a:pt x="572" y="1420"/>
                    </a:lnTo>
                    <a:lnTo>
                      <a:pt x="534" y="1393"/>
                    </a:lnTo>
                    <a:lnTo>
                      <a:pt x="499" y="1364"/>
                    </a:lnTo>
                    <a:lnTo>
                      <a:pt x="463" y="1333"/>
                    </a:lnTo>
                    <a:lnTo>
                      <a:pt x="430" y="1301"/>
                    </a:lnTo>
                    <a:lnTo>
                      <a:pt x="397" y="1268"/>
                    </a:lnTo>
                    <a:lnTo>
                      <a:pt x="367" y="1233"/>
                    </a:lnTo>
                    <a:lnTo>
                      <a:pt x="337" y="1198"/>
                    </a:lnTo>
                    <a:lnTo>
                      <a:pt x="309" y="1160"/>
                    </a:lnTo>
                    <a:lnTo>
                      <a:pt x="283" y="1122"/>
                    </a:lnTo>
                    <a:lnTo>
                      <a:pt x="258" y="1083"/>
                    </a:lnTo>
                    <a:lnTo>
                      <a:pt x="234" y="1043"/>
                    </a:lnTo>
                    <a:lnTo>
                      <a:pt x="212" y="1001"/>
                    </a:lnTo>
                    <a:lnTo>
                      <a:pt x="192" y="959"/>
                    </a:lnTo>
                    <a:lnTo>
                      <a:pt x="173" y="915"/>
                    </a:lnTo>
                    <a:lnTo>
                      <a:pt x="157" y="872"/>
                    </a:lnTo>
                    <a:lnTo>
                      <a:pt x="142" y="826"/>
                    </a:lnTo>
                    <a:lnTo>
                      <a:pt x="129" y="781"/>
                    </a:lnTo>
                    <a:lnTo>
                      <a:pt x="118" y="734"/>
                    </a:lnTo>
                    <a:lnTo>
                      <a:pt x="109" y="686"/>
                    </a:lnTo>
                    <a:lnTo>
                      <a:pt x="102" y="639"/>
                    </a:lnTo>
                    <a:lnTo>
                      <a:pt x="96" y="590"/>
                    </a:lnTo>
                    <a:lnTo>
                      <a:pt x="93" y="541"/>
                    </a:lnTo>
                    <a:lnTo>
                      <a:pt x="91" y="491"/>
                    </a:lnTo>
                    <a:lnTo>
                      <a:pt x="92" y="461"/>
                    </a:lnTo>
                    <a:lnTo>
                      <a:pt x="93" y="430"/>
                    </a:lnTo>
                    <a:lnTo>
                      <a:pt x="95" y="400"/>
                    </a:lnTo>
                    <a:lnTo>
                      <a:pt x="98" y="370"/>
                    </a:lnTo>
                    <a:lnTo>
                      <a:pt x="102" y="341"/>
                    </a:lnTo>
                    <a:lnTo>
                      <a:pt x="106" y="312"/>
                    </a:lnTo>
                    <a:lnTo>
                      <a:pt x="111" y="282"/>
                    </a:lnTo>
                    <a:lnTo>
                      <a:pt x="117" y="253"/>
                    </a:lnTo>
                    <a:lnTo>
                      <a:pt x="123" y="225"/>
                    </a:lnTo>
                    <a:lnTo>
                      <a:pt x="130" y="196"/>
                    </a:lnTo>
                    <a:lnTo>
                      <a:pt x="138" y="168"/>
                    </a:lnTo>
                    <a:lnTo>
                      <a:pt x="147" y="141"/>
                    </a:lnTo>
                    <a:lnTo>
                      <a:pt x="156" y="113"/>
                    </a:lnTo>
                    <a:lnTo>
                      <a:pt x="165" y="86"/>
                    </a:lnTo>
                    <a:lnTo>
                      <a:pt x="176" y="60"/>
                    </a:lnTo>
                    <a:lnTo>
                      <a:pt x="188" y="33"/>
                    </a:lnTo>
                    <a:lnTo>
                      <a:pt x="166" y="24"/>
                    </a:lnTo>
                    <a:lnTo>
                      <a:pt x="145" y="16"/>
                    </a:lnTo>
                    <a:lnTo>
                      <a:pt x="124" y="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DCE3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3" name="Freeform 428"/>
              <p:cNvSpPr>
                <a:spLocks/>
              </p:cNvSpPr>
              <p:nvPr/>
            </p:nvSpPr>
            <p:spPr bwMode="auto">
              <a:xfrm>
                <a:off x="3027" y="1552"/>
                <a:ext cx="116" cy="203"/>
              </a:xfrm>
              <a:custGeom>
                <a:avLst/>
                <a:gdLst>
                  <a:gd name="T0" fmla="*/ 1 w 931"/>
                  <a:gd name="T1" fmla="*/ 0 h 1622"/>
                  <a:gd name="T2" fmla="*/ 1 w 931"/>
                  <a:gd name="T3" fmla="*/ 1 h 1622"/>
                  <a:gd name="T4" fmla="*/ 1 w 931"/>
                  <a:gd name="T5" fmla="*/ 2 h 1622"/>
                  <a:gd name="T6" fmla="*/ 0 w 931"/>
                  <a:gd name="T7" fmla="*/ 3 h 1622"/>
                  <a:gd name="T8" fmla="*/ 0 w 931"/>
                  <a:gd name="T9" fmla="*/ 4 h 1622"/>
                  <a:gd name="T10" fmla="*/ 0 w 931"/>
                  <a:gd name="T11" fmla="*/ 5 h 1622"/>
                  <a:gd name="T12" fmla="*/ 0 w 931"/>
                  <a:gd name="T13" fmla="*/ 6 h 1622"/>
                  <a:gd name="T14" fmla="*/ 0 w 931"/>
                  <a:gd name="T15" fmla="*/ 7 h 1622"/>
                  <a:gd name="T16" fmla="*/ 0 w 931"/>
                  <a:gd name="T17" fmla="*/ 8 h 1622"/>
                  <a:gd name="T18" fmla="*/ 0 w 931"/>
                  <a:gd name="T19" fmla="*/ 10 h 1622"/>
                  <a:gd name="T20" fmla="*/ 0 w 931"/>
                  <a:gd name="T21" fmla="*/ 11 h 1622"/>
                  <a:gd name="T22" fmla="*/ 1 w 931"/>
                  <a:gd name="T23" fmla="*/ 13 h 1622"/>
                  <a:gd name="T24" fmla="*/ 1 w 931"/>
                  <a:gd name="T25" fmla="*/ 14 h 1622"/>
                  <a:gd name="T26" fmla="*/ 2 w 931"/>
                  <a:gd name="T27" fmla="*/ 16 h 1622"/>
                  <a:gd name="T28" fmla="*/ 3 w 931"/>
                  <a:gd name="T29" fmla="*/ 17 h 1622"/>
                  <a:gd name="T30" fmla="*/ 3 w 931"/>
                  <a:gd name="T31" fmla="*/ 18 h 1622"/>
                  <a:gd name="T32" fmla="*/ 4 w 931"/>
                  <a:gd name="T33" fmla="*/ 19 h 1622"/>
                  <a:gd name="T34" fmla="*/ 5 w 931"/>
                  <a:gd name="T35" fmla="*/ 21 h 1622"/>
                  <a:gd name="T36" fmla="*/ 6 w 931"/>
                  <a:gd name="T37" fmla="*/ 22 h 1622"/>
                  <a:gd name="T38" fmla="*/ 8 w 931"/>
                  <a:gd name="T39" fmla="*/ 23 h 1622"/>
                  <a:gd name="T40" fmla="*/ 9 w 931"/>
                  <a:gd name="T41" fmla="*/ 23 h 1622"/>
                  <a:gd name="T42" fmla="*/ 10 w 931"/>
                  <a:gd name="T43" fmla="*/ 24 h 1622"/>
                  <a:gd name="T44" fmla="*/ 12 w 931"/>
                  <a:gd name="T45" fmla="*/ 25 h 1622"/>
                  <a:gd name="T46" fmla="*/ 13 w 931"/>
                  <a:gd name="T47" fmla="*/ 25 h 1622"/>
                  <a:gd name="T48" fmla="*/ 14 w 931"/>
                  <a:gd name="T49" fmla="*/ 25 h 1622"/>
                  <a:gd name="T50" fmla="*/ 14 w 931"/>
                  <a:gd name="T51" fmla="*/ 24 h 1622"/>
                  <a:gd name="T52" fmla="*/ 14 w 931"/>
                  <a:gd name="T53" fmla="*/ 24 h 1622"/>
                  <a:gd name="T54" fmla="*/ 12 w 931"/>
                  <a:gd name="T55" fmla="*/ 24 h 1622"/>
                  <a:gd name="T56" fmla="*/ 11 w 931"/>
                  <a:gd name="T57" fmla="*/ 23 h 1622"/>
                  <a:gd name="T58" fmla="*/ 10 w 931"/>
                  <a:gd name="T59" fmla="*/ 22 h 1622"/>
                  <a:gd name="T60" fmla="*/ 9 w 931"/>
                  <a:gd name="T61" fmla="*/ 22 h 1622"/>
                  <a:gd name="T62" fmla="*/ 8 w 931"/>
                  <a:gd name="T63" fmla="*/ 21 h 1622"/>
                  <a:gd name="T64" fmla="*/ 6 w 931"/>
                  <a:gd name="T65" fmla="*/ 20 h 1622"/>
                  <a:gd name="T66" fmla="*/ 6 w 931"/>
                  <a:gd name="T67" fmla="*/ 19 h 1622"/>
                  <a:gd name="T68" fmla="*/ 5 w 931"/>
                  <a:gd name="T69" fmla="*/ 18 h 1622"/>
                  <a:gd name="T70" fmla="*/ 4 w 931"/>
                  <a:gd name="T71" fmla="*/ 16 h 1622"/>
                  <a:gd name="T72" fmla="*/ 3 w 931"/>
                  <a:gd name="T73" fmla="*/ 15 h 1622"/>
                  <a:gd name="T74" fmla="*/ 3 w 931"/>
                  <a:gd name="T75" fmla="*/ 14 h 1622"/>
                  <a:gd name="T76" fmla="*/ 2 w 931"/>
                  <a:gd name="T77" fmla="*/ 13 h 1622"/>
                  <a:gd name="T78" fmla="*/ 2 w 931"/>
                  <a:gd name="T79" fmla="*/ 11 h 1622"/>
                  <a:gd name="T80" fmla="*/ 2 w 931"/>
                  <a:gd name="T81" fmla="*/ 10 h 1622"/>
                  <a:gd name="T82" fmla="*/ 1 w 931"/>
                  <a:gd name="T83" fmla="*/ 8 h 1622"/>
                  <a:gd name="T84" fmla="*/ 1 w 931"/>
                  <a:gd name="T85" fmla="*/ 7 h 1622"/>
                  <a:gd name="T86" fmla="*/ 1 w 931"/>
                  <a:gd name="T87" fmla="*/ 6 h 1622"/>
                  <a:gd name="T88" fmla="*/ 2 w 931"/>
                  <a:gd name="T89" fmla="*/ 5 h 1622"/>
                  <a:gd name="T90" fmla="*/ 2 w 931"/>
                  <a:gd name="T91" fmla="*/ 4 h 1622"/>
                  <a:gd name="T92" fmla="*/ 2 w 931"/>
                  <a:gd name="T93" fmla="*/ 3 h 1622"/>
                  <a:gd name="T94" fmla="*/ 2 w 931"/>
                  <a:gd name="T95" fmla="*/ 3 h 1622"/>
                  <a:gd name="T96" fmla="*/ 2 w 931"/>
                  <a:gd name="T97" fmla="*/ 2 h 1622"/>
                  <a:gd name="T98" fmla="*/ 3 w 931"/>
                  <a:gd name="T99" fmla="*/ 1 h 1622"/>
                  <a:gd name="T100" fmla="*/ 2 w 931"/>
                  <a:gd name="T101" fmla="*/ 0 h 1622"/>
                  <a:gd name="T102" fmla="*/ 2 w 931"/>
                  <a:gd name="T103" fmla="*/ 0 h 162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31"/>
                  <a:gd name="T157" fmla="*/ 0 h 1622"/>
                  <a:gd name="T158" fmla="*/ 931 w 931"/>
                  <a:gd name="T159" fmla="*/ 1622 h 162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31" h="1622">
                    <a:moveTo>
                      <a:pt x="99" y="0"/>
                    </a:moveTo>
                    <a:lnTo>
                      <a:pt x="88" y="27"/>
                    </a:lnTo>
                    <a:lnTo>
                      <a:pt x="77" y="56"/>
                    </a:lnTo>
                    <a:lnTo>
                      <a:pt x="67" y="83"/>
                    </a:lnTo>
                    <a:lnTo>
                      <a:pt x="57" y="111"/>
                    </a:lnTo>
                    <a:lnTo>
                      <a:pt x="48" y="141"/>
                    </a:lnTo>
                    <a:lnTo>
                      <a:pt x="40" y="169"/>
                    </a:lnTo>
                    <a:lnTo>
                      <a:pt x="32" y="199"/>
                    </a:lnTo>
                    <a:lnTo>
                      <a:pt x="26" y="229"/>
                    </a:lnTo>
                    <a:lnTo>
                      <a:pt x="20" y="258"/>
                    </a:lnTo>
                    <a:lnTo>
                      <a:pt x="15" y="289"/>
                    </a:lnTo>
                    <a:lnTo>
                      <a:pt x="10" y="319"/>
                    </a:lnTo>
                    <a:lnTo>
                      <a:pt x="7" y="349"/>
                    </a:lnTo>
                    <a:lnTo>
                      <a:pt x="4" y="381"/>
                    </a:lnTo>
                    <a:lnTo>
                      <a:pt x="2" y="412"/>
                    </a:lnTo>
                    <a:lnTo>
                      <a:pt x="1" y="444"/>
                    </a:lnTo>
                    <a:lnTo>
                      <a:pt x="0" y="475"/>
                    </a:lnTo>
                    <a:lnTo>
                      <a:pt x="1" y="526"/>
                    </a:lnTo>
                    <a:lnTo>
                      <a:pt x="5" y="577"/>
                    </a:lnTo>
                    <a:lnTo>
                      <a:pt x="10" y="627"/>
                    </a:lnTo>
                    <a:lnTo>
                      <a:pt x="17" y="676"/>
                    </a:lnTo>
                    <a:lnTo>
                      <a:pt x="27" y="725"/>
                    </a:lnTo>
                    <a:lnTo>
                      <a:pt x="38" y="774"/>
                    </a:lnTo>
                    <a:lnTo>
                      <a:pt x="51" y="820"/>
                    </a:lnTo>
                    <a:lnTo>
                      <a:pt x="67" y="867"/>
                    </a:lnTo>
                    <a:lnTo>
                      <a:pt x="84" y="912"/>
                    </a:lnTo>
                    <a:lnTo>
                      <a:pt x="102" y="957"/>
                    </a:lnTo>
                    <a:lnTo>
                      <a:pt x="123" y="1001"/>
                    </a:lnTo>
                    <a:lnTo>
                      <a:pt x="146" y="1044"/>
                    </a:lnTo>
                    <a:lnTo>
                      <a:pt x="169" y="1085"/>
                    </a:lnTo>
                    <a:lnTo>
                      <a:pt x="195" y="1126"/>
                    </a:lnTo>
                    <a:lnTo>
                      <a:pt x="222" y="1165"/>
                    </a:lnTo>
                    <a:lnTo>
                      <a:pt x="251" y="1204"/>
                    </a:lnTo>
                    <a:lnTo>
                      <a:pt x="281" y="1241"/>
                    </a:lnTo>
                    <a:lnTo>
                      <a:pt x="313" y="1277"/>
                    </a:lnTo>
                    <a:lnTo>
                      <a:pt x="345" y="1311"/>
                    </a:lnTo>
                    <a:lnTo>
                      <a:pt x="380" y="1345"/>
                    </a:lnTo>
                    <a:lnTo>
                      <a:pt x="416" y="1377"/>
                    </a:lnTo>
                    <a:lnTo>
                      <a:pt x="453" y="1407"/>
                    </a:lnTo>
                    <a:lnTo>
                      <a:pt x="491" y="1436"/>
                    </a:lnTo>
                    <a:lnTo>
                      <a:pt x="531" y="1463"/>
                    </a:lnTo>
                    <a:lnTo>
                      <a:pt x="571" y="1489"/>
                    </a:lnTo>
                    <a:lnTo>
                      <a:pt x="613" y="1514"/>
                    </a:lnTo>
                    <a:lnTo>
                      <a:pt x="655" y="1536"/>
                    </a:lnTo>
                    <a:lnTo>
                      <a:pt x="699" y="1556"/>
                    </a:lnTo>
                    <a:lnTo>
                      <a:pt x="743" y="1576"/>
                    </a:lnTo>
                    <a:lnTo>
                      <a:pt x="789" y="1593"/>
                    </a:lnTo>
                    <a:lnTo>
                      <a:pt x="836" y="1609"/>
                    </a:lnTo>
                    <a:lnTo>
                      <a:pt x="882" y="1622"/>
                    </a:lnTo>
                    <a:lnTo>
                      <a:pt x="895" y="1602"/>
                    </a:lnTo>
                    <a:lnTo>
                      <a:pt x="908" y="1582"/>
                    </a:lnTo>
                    <a:lnTo>
                      <a:pt x="920" y="1561"/>
                    </a:lnTo>
                    <a:lnTo>
                      <a:pt x="931" y="1540"/>
                    </a:lnTo>
                    <a:lnTo>
                      <a:pt x="886" y="1528"/>
                    </a:lnTo>
                    <a:lnTo>
                      <a:pt x="842" y="1515"/>
                    </a:lnTo>
                    <a:lnTo>
                      <a:pt x="799" y="1500"/>
                    </a:lnTo>
                    <a:lnTo>
                      <a:pt x="757" y="1482"/>
                    </a:lnTo>
                    <a:lnTo>
                      <a:pt x="715" y="1463"/>
                    </a:lnTo>
                    <a:lnTo>
                      <a:pt x="675" y="1443"/>
                    </a:lnTo>
                    <a:lnTo>
                      <a:pt x="635" y="1421"/>
                    </a:lnTo>
                    <a:lnTo>
                      <a:pt x="597" y="1397"/>
                    </a:lnTo>
                    <a:lnTo>
                      <a:pt x="559" y="1372"/>
                    </a:lnTo>
                    <a:lnTo>
                      <a:pt x="523" y="1346"/>
                    </a:lnTo>
                    <a:lnTo>
                      <a:pt x="488" y="1317"/>
                    </a:lnTo>
                    <a:lnTo>
                      <a:pt x="454" y="1288"/>
                    </a:lnTo>
                    <a:lnTo>
                      <a:pt x="421" y="1258"/>
                    </a:lnTo>
                    <a:lnTo>
                      <a:pt x="390" y="1225"/>
                    </a:lnTo>
                    <a:lnTo>
                      <a:pt x="359" y="1193"/>
                    </a:lnTo>
                    <a:lnTo>
                      <a:pt x="331" y="1157"/>
                    </a:lnTo>
                    <a:lnTo>
                      <a:pt x="304" y="1122"/>
                    </a:lnTo>
                    <a:lnTo>
                      <a:pt x="277" y="1085"/>
                    </a:lnTo>
                    <a:lnTo>
                      <a:pt x="253" y="1047"/>
                    </a:lnTo>
                    <a:lnTo>
                      <a:pt x="230" y="1009"/>
                    </a:lnTo>
                    <a:lnTo>
                      <a:pt x="209" y="968"/>
                    </a:lnTo>
                    <a:lnTo>
                      <a:pt x="189" y="928"/>
                    </a:lnTo>
                    <a:lnTo>
                      <a:pt x="171" y="886"/>
                    </a:lnTo>
                    <a:lnTo>
                      <a:pt x="155" y="842"/>
                    </a:lnTo>
                    <a:lnTo>
                      <a:pt x="141" y="799"/>
                    </a:lnTo>
                    <a:lnTo>
                      <a:pt x="127" y="755"/>
                    </a:lnTo>
                    <a:lnTo>
                      <a:pt x="117" y="710"/>
                    </a:lnTo>
                    <a:lnTo>
                      <a:pt x="108" y="664"/>
                    </a:lnTo>
                    <a:lnTo>
                      <a:pt x="101" y="618"/>
                    </a:lnTo>
                    <a:lnTo>
                      <a:pt x="96" y="570"/>
                    </a:lnTo>
                    <a:lnTo>
                      <a:pt x="93" y="523"/>
                    </a:lnTo>
                    <a:lnTo>
                      <a:pt x="92" y="475"/>
                    </a:lnTo>
                    <a:lnTo>
                      <a:pt x="92" y="446"/>
                    </a:lnTo>
                    <a:lnTo>
                      <a:pt x="93" y="416"/>
                    </a:lnTo>
                    <a:lnTo>
                      <a:pt x="95" y="388"/>
                    </a:lnTo>
                    <a:lnTo>
                      <a:pt x="98" y="359"/>
                    </a:lnTo>
                    <a:lnTo>
                      <a:pt x="101" y="330"/>
                    </a:lnTo>
                    <a:lnTo>
                      <a:pt x="105" y="302"/>
                    </a:lnTo>
                    <a:lnTo>
                      <a:pt x="110" y="274"/>
                    </a:lnTo>
                    <a:lnTo>
                      <a:pt x="115" y="246"/>
                    </a:lnTo>
                    <a:lnTo>
                      <a:pt x="121" y="219"/>
                    </a:lnTo>
                    <a:lnTo>
                      <a:pt x="128" y="191"/>
                    </a:lnTo>
                    <a:lnTo>
                      <a:pt x="137" y="165"/>
                    </a:lnTo>
                    <a:lnTo>
                      <a:pt x="145" y="138"/>
                    </a:lnTo>
                    <a:lnTo>
                      <a:pt x="153" y="111"/>
                    </a:lnTo>
                    <a:lnTo>
                      <a:pt x="163" y="86"/>
                    </a:lnTo>
                    <a:lnTo>
                      <a:pt x="173" y="60"/>
                    </a:lnTo>
                    <a:lnTo>
                      <a:pt x="184" y="35"/>
                    </a:lnTo>
                    <a:lnTo>
                      <a:pt x="163" y="25"/>
                    </a:lnTo>
                    <a:lnTo>
                      <a:pt x="142" y="17"/>
                    </a:lnTo>
                    <a:lnTo>
                      <a:pt x="120" y="8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E4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4" name="Freeform 429"/>
              <p:cNvSpPr>
                <a:spLocks/>
              </p:cNvSpPr>
              <p:nvPr/>
            </p:nvSpPr>
            <p:spPr bwMode="auto">
              <a:xfrm>
                <a:off x="3033" y="1554"/>
                <a:ext cx="113" cy="196"/>
              </a:xfrm>
              <a:custGeom>
                <a:avLst/>
                <a:gdLst>
                  <a:gd name="T0" fmla="*/ 1 w 907"/>
                  <a:gd name="T1" fmla="*/ 0 h 1565"/>
                  <a:gd name="T2" fmla="*/ 1 w 907"/>
                  <a:gd name="T3" fmla="*/ 1 h 1565"/>
                  <a:gd name="T4" fmla="*/ 1 w 907"/>
                  <a:gd name="T5" fmla="*/ 2 h 1565"/>
                  <a:gd name="T6" fmla="*/ 0 w 907"/>
                  <a:gd name="T7" fmla="*/ 3 h 1565"/>
                  <a:gd name="T8" fmla="*/ 0 w 907"/>
                  <a:gd name="T9" fmla="*/ 4 h 1565"/>
                  <a:gd name="T10" fmla="*/ 0 w 907"/>
                  <a:gd name="T11" fmla="*/ 5 h 1565"/>
                  <a:gd name="T12" fmla="*/ 0 w 907"/>
                  <a:gd name="T13" fmla="*/ 6 h 1565"/>
                  <a:gd name="T14" fmla="*/ 0 w 907"/>
                  <a:gd name="T15" fmla="*/ 7 h 1565"/>
                  <a:gd name="T16" fmla="*/ 0 w 907"/>
                  <a:gd name="T17" fmla="*/ 8 h 1565"/>
                  <a:gd name="T18" fmla="*/ 0 w 907"/>
                  <a:gd name="T19" fmla="*/ 10 h 1565"/>
                  <a:gd name="T20" fmla="*/ 0 w 907"/>
                  <a:gd name="T21" fmla="*/ 11 h 1565"/>
                  <a:gd name="T22" fmla="*/ 1 w 907"/>
                  <a:gd name="T23" fmla="*/ 12 h 1565"/>
                  <a:gd name="T24" fmla="*/ 1 w 907"/>
                  <a:gd name="T25" fmla="*/ 14 h 1565"/>
                  <a:gd name="T26" fmla="*/ 2 w 907"/>
                  <a:gd name="T27" fmla="*/ 15 h 1565"/>
                  <a:gd name="T28" fmla="*/ 3 w 907"/>
                  <a:gd name="T29" fmla="*/ 17 h 1565"/>
                  <a:gd name="T30" fmla="*/ 3 w 907"/>
                  <a:gd name="T31" fmla="*/ 18 h 1565"/>
                  <a:gd name="T32" fmla="*/ 4 w 907"/>
                  <a:gd name="T33" fmla="*/ 19 h 1565"/>
                  <a:gd name="T34" fmla="*/ 5 w 907"/>
                  <a:gd name="T35" fmla="*/ 20 h 1565"/>
                  <a:gd name="T36" fmla="*/ 6 w 907"/>
                  <a:gd name="T37" fmla="*/ 21 h 1565"/>
                  <a:gd name="T38" fmla="*/ 7 w 907"/>
                  <a:gd name="T39" fmla="*/ 22 h 1565"/>
                  <a:gd name="T40" fmla="*/ 9 w 907"/>
                  <a:gd name="T41" fmla="*/ 23 h 1565"/>
                  <a:gd name="T42" fmla="*/ 10 w 907"/>
                  <a:gd name="T43" fmla="*/ 23 h 1565"/>
                  <a:gd name="T44" fmla="*/ 11 w 907"/>
                  <a:gd name="T45" fmla="*/ 24 h 1565"/>
                  <a:gd name="T46" fmla="*/ 13 w 907"/>
                  <a:gd name="T47" fmla="*/ 24 h 1565"/>
                  <a:gd name="T48" fmla="*/ 14 w 907"/>
                  <a:gd name="T49" fmla="*/ 24 h 1565"/>
                  <a:gd name="T50" fmla="*/ 14 w 907"/>
                  <a:gd name="T51" fmla="*/ 24 h 1565"/>
                  <a:gd name="T52" fmla="*/ 13 w 907"/>
                  <a:gd name="T53" fmla="*/ 23 h 1565"/>
                  <a:gd name="T54" fmla="*/ 12 w 907"/>
                  <a:gd name="T55" fmla="*/ 23 h 1565"/>
                  <a:gd name="T56" fmla="*/ 11 w 907"/>
                  <a:gd name="T57" fmla="*/ 22 h 1565"/>
                  <a:gd name="T58" fmla="*/ 10 w 907"/>
                  <a:gd name="T59" fmla="*/ 21 h 1565"/>
                  <a:gd name="T60" fmla="*/ 8 w 907"/>
                  <a:gd name="T61" fmla="*/ 21 h 1565"/>
                  <a:gd name="T62" fmla="*/ 7 w 907"/>
                  <a:gd name="T63" fmla="*/ 20 h 1565"/>
                  <a:gd name="T64" fmla="*/ 6 w 907"/>
                  <a:gd name="T65" fmla="*/ 19 h 1565"/>
                  <a:gd name="T66" fmla="*/ 5 w 907"/>
                  <a:gd name="T67" fmla="*/ 18 h 1565"/>
                  <a:gd name="T68" fmla="*/ 5 w 907"/>
                  <a:gd name="T69" fmla="*/ 17 h 1565"/>
                  <a:gd name="T70" fmla="*/ 4 w 907"/>
                  <a:gd name="T71" fmla="*/ 16 h 1565"/>
                  <a:gd name="T72" fmla="*/ 3 w 907"/>
                  <a:gd name="T73" fmla="*/ 15 h 1565"/>
                  <a:gd name="T74" fmla="*/ 3 w 907"/>
                  <a:gd name="T75" fmla="*/ 13 h 1565"/>
                  <a:gd name="T76" fmla="*/ 2 w 907"/>
                  <a:gd name="T77" fmla="*/ 12 h 1565"/>
                  <a:gd name="T78" fmla="*/ 2 w 907"/>
                  <a:gd name="T79" fmla="*/ 11 h 1565"/>
                  <a:gd name="T80" fmla="*/ 2 w 907"/>
                  <a:gd name="T81" fmla="*/ 9 h 1565"/>
                  <a:gd name="T82" fmla="*/ 1 w 907"/>
                  <a:gd name="T83" fmla="*/ 8 h 1565"/>
                  <a:gd name="T84" fmla="*/ 1 w 907"/>
                  <a:gd name="T85" fmla="*/ 7 h 1565"/>
                  <a:gd name="T86" fmla="*/ 1 w 907"/>
                  <a:gd name="T87" fmla="*/ 6 h 1565"/>
                  <a:gd name="T88" fmla="*/ 2 w 907"/>
                  <a:gd name="T89" fmla="*/ 5 h 1565"/>
                  <a:gd name="T90" fmla="*/ 2 w 907"/>
                  <a:gd name="T91" fmla="*/ 4 h 1565"/>
                  <a:gd name="T92" fmla="*/ 2 w 907"/>
                  <a:gd name="T93" fmla="*/ 3 h 1565"/>
                  <a:gd name="T94" fmla="*/ 2 w 907"/>
                  <a:gd name="T95" fmla="*/ 3 h 1565"/>
                  <a:gd name="T96" fmla="*/ 2 w 907"/>
                  <a:gd name="T97" fmla="*/ 2 h 1565"/>
                  <a:gd name="T98" fmla="*/ 3 w 907"/>
                  <a:gd name="T99" fmla="*/ 1 h 1565"/>
                  <a:gd name="T100" fmla="*/ 2 w 907"/>
                  <a:gd name="T101" fmla="*/ 0 h 1565"/>
                  <a:gd name="T102" fmla="*/ 2 w 907"/>
                  <a:gd name="T103" fmla="*/ 0 h 156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07"/>
                  <a:gd name="T157" fmla="*/ 0 h 1565"/>
                  <a:gd name="T158" fmla="*/ 907 w 907"/>
                  <a:gd name="T159" fmla="*/ 1565 h 156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07" h="1565">
                    <a:moveTo>
                      <a:pt x="97" y="0"/>
                    </a:moveTo>
                    <a:lnTo>
                      <a:pt x="85" y="27"/>
                    </a:lnTo>
                    <a:lnTo>
                      <a:pt x="74" y="53"/>
                    </a:lnTo>
                    <a:lnTo>
                      <a:pt x="65" y="80"/>
                    </a:lnTo>
                    <a:lnTo>
                      <a:pt x="56" y="108"/>
                    </a:lnTo>
                    <a:lnTo>
                      <a:pt x="47" y="135"/>
                    </a:lnTo>
                    <a:lnTo>
                      <a:pt x="39" y="163"/>
                    </a:lnTo>
                    <a:lnTo>
                      <a:pt x="32" y="192"/>
                    </a:lnTo>
                    <a:lnTo>
                      <a:pt x="26" y="220"/>
                    </a:lnTo>
                    <a:lnTo>
                      <a:pt x="20" y="249"/>
                    </a:lnTo>
                    <a:lnTo>
                      <a:pt x="15" y="279"/>
                    </a:lnTo>
                    <a:lnTo>
                      <a:pt x="11" y="308"/>
                    </a:lnTo>
                    <a:lnTo>
                      <a:pt x="7" y="337"/>
                    </a:lnTo>
                    <a:lnTo>
                      <a:pt x="4" y="367"/>
                    </a:lnTo>
                    <a:lnTo>
                      <a:pt x="2" y="397"/>
                    </a:lnTo>
                    <a:lnTo>
                      <a:pt x="1" y="428"/>
                    </a:lnTo>
                    <a:lnTo>
                      <a:pt x="0" y="458"/>
                    </a:lnTo>
                    <a:lnTo>
                      <a:pt x="2" y="508"/>
                    </a:lnTo>
                    <a:lnTo>
                      <a:pt x="5" y="557"/>
                    </a:lnTo>
                    <a:lnTo>
                      <a:pt x="11" y="606"/>
                    </a:lnTo>
                    <a:lnTo>
                      <a:pt x="18" y="653"/>
                    </a:lnTo>
                    <a:lnTo>
                      <a:pt x="27" y="701"/>
                    </a:lnTo>
                    <a:lnTo>
                      <a:pt x="38" y="748"/>
                    </a:lnTo>
                    <a:lnTo>
                      <a:pt x="51" y="793"/>
                    </a:lnTo>
                    <a:lnTo>
                      <a:pt x="66" y="839"/>
                    </a:lnTo>
                    <a:lnTo>
                      <a:pt x="82" y="882"/>
                    </a:lnTo>
                    <a:lnTo>
                      <a:pt x="101" y="926"/>
                    </a:lnTo>
                    <a:lnTo>
                      <a:pt x="121" y="968"/>
                    </a:lnTo>
                    <a:lnTo>
                      <a:pt x="143" y="1010"/>
                    </a:lnTo>
                    <a:lnTo>
                      <a:pt x="167" y="1050"/>
                    </a:lnTo>
                    <a:lnTo>
                      <a:pt x="192" y="1089"/>
                    </a:lnTo>
                    <a:lnTo>
                      <a:pt x="218" y="1127"/>
                    </a:lnTo>
                    <a:lnTo>
                      <a:pt x="246" y="1165"/>
                    </a:lnTo>
                    <a:lnTo>
                      <a:pt x="276" y="1200"/>
                    </a:lnTo>
                    <a:lnTo>
                      <a:pt x="306" y="1235"/>
                    </a:lnTo>
                    <a:lnTo>
                      <a:pt x="339" y="1268"/>
                    </a:lnTo>
                    <a:lnTo>
                      <a:pt x="372" y="1300"/>
                    </a:lnTo>
                    <a:lnTo>
                      <a:pt x="408" y="1331"/>
                    </a:lnTo>
                    <a:lnTo>
                      <a:pt x="443" y="1360"/>
                    </a:lnTo>
                    <a:lnTo>
                      <a:pt x="481" y="1387"/>
                    </a:lnTo>
                    <a:lnTo>
                      <a:pt x="519" y="1414"/>
                    </a:lnTo>
                    <a:lnTo>
                      <a:pt x="559" y="1439"/>
                    </a:lnTo>
                    <a:lnTo>
                      <a:pt x="599" y="1461"/>
                    </a:lnTo>
                    <a:lnTo>
                      <a:pt x="641" y="1484"/>
                    </a:lnTo>
                    <a:lnTo>
                      <a:pt x="683" y="1503"/>
                    </a:lnTo>
                    <a:lnTo>
                      <a:pt x="727" y="1521"/>
                    </a:lnTo>
                    <a:lnTo>
                      <a:pt x="771" y="1537"/>
                    </a:lnTo>
                    <a:lnTo>
                      <a:pt x="816" y="1551"/>
                    </a:lnTo>
                    <a:lnTo>
                      <a:pt x="863" y="1565"/>
                    </a:lnTo>
                    <a:lnTo>
                      <a:pt x="875" y="1544"/>
                    </a:lnTo>
                    <a:lnTo>
                      <a:pt x="886" y="1523"/>
                    </a:lnTo>
                    <a:lnTo>
                      <a:pt x="896" y="1502"/>
                    </a:lnTo>
                    <a:lnTo>
                      <a:pt x="907" y="1482"/>
                    </a:lnTo>
                    <a:lnTo>
                      <a:pt x="864" y="1470"/>
                    </a:lnTo>
                    <a:lnTo>
                      <a:pt x="821" y="1457"/>
                    </a:lnTo>
                    <a:lnTo>
                      <a:pt x="779" y="1443"/>
                    </a:lnTo>
                    <a:lnTo>
                      <a:pt x="738" y="1427"/>
                    </a:lnTo>
                    <a:lnTo>
                      <a:pt x="697" y="1409"/>
                    </a:lnTo>
                    <a:lnTo>
                      <a:pt x="658" y="1389"/>
                    </a:lnTo>
                    <a:lnTo>
                      <a:pt x="620" y="1369"/>
                    </a:lnTo>
                    <a:lnTo>
                      <a:pt x="583" y="1346"/>
                    </a:lnTo>
                    <a:lnTo>
                      <a:pt x="546" y="1323"/>
                    </a:lnTo>
                    <a:lnTo>
                      <a:pt x="511" y="1297"/>
                    </a:lnTo>
                    <a:lnTo>
                      <a:pt x="477" y="1270"/>
                    </a:lnTo>
                    <a:lnTo>
                      <a:pt x="444" y="1242"/>
                    </a:lnTo>
                    <a:lnTo>
                      <a:pt x="413" y="1212"/>
                    </a:lnTo>
                    <a:lnTo>
                      <a:pt x="381" y="1182"/>
                    </a:lnTo>
                    <a:lnTo>
                      <a:pt x="353" y="1149"/>
                    </a:lnTo>
                    <a:lnTo>
                      <a:pt x="325" y="1116"/>
                    </a:lnTo>
                    <a:lnTo>
                      <a:pt x="298" y="1082"/>
                    </a:lnTo>
                    <a:lnTo>
                      <a:pt x="273" y="1046"/>
                    </a:lnTo>
                    <a:lnTo>
                      <a:pt x="250" y="1010"/>
                    </a:lnTo>
                    <a:lnTo>
                      <a:pt x="227" y="972"/>
                    </a:lnTo>
                    <a:lnTo>
                      <a:pt x="206" y="934"/>
                    </a:lnTo>
                    <a:lnTo>
                      <a:pt x="187" y="894"/>
                    </a:lnTo>
                    <a:lnTo>
                      <a:pt x="170" y="854"/>
                    </a:lnTo>
                    <a:lnTo>
                      <a:pt x="154" y="813"/>
                    </a:lnTo>
                    <a:lnTo>
                      <a:pt x="140" y="771"/>
                    </a:lnTo>
                    <a:lnTo>
                      <a:pt x="127" y="728"/>
                    </a:lnTo>
                    <a:lnTo>
                      <a:pt x="117" y="685"/>
                    </a:lnTo>
                    <a:lnTo>
                      <a:pt x="108" y="640"/>
                    </a:lnTo>
                    <a:lnTo>
                      <a:pt x="102" y="596"/>
                    </a:lnTo>
                    <a:lnTo>
                      <a:pt x="97" y="550"/>
                    </a:lnTo>
                    <a:lnTo>
                      <a:pt x="94" y="505"/>
                    </a:lnTo>
                    <a:lnTo>
                      <a:pt x="93" y="458"/>
                    </a:lnTo>
                    <a:lnTo>
                      <a:pt x="93" y="430"/>
                    </a:lnTo>
                    <a:lnTo>
                      <a:pt x="94" y="402"/>
                    </a:lnTo>
                    <a:lnTo>
                      <a:pt x="96" y="374"/>
                    </a:lnTo>
                    <a:lnTo>
                      <a:pt x="98" y="347"/>
                    </a:lnTo>
                    <a:lnTo>
                      <a:pt x="102" y="319"/>
                    </a:lnTo>
                    <a:lnTo>
                      <a:pt x="105" y="293"/>
                    </a:lnTo>
                    <a:lnTo>
                      <a:pt x="110" y="266"/>
                    </a:lnTo>
                    <a:lnTo>
                      <a:pt x="115" y="239"/>
                    </a:lnTo>
                    <a:lnTo>
                      <a:pt x="121" y="213"/>
                    </a:lnTo>
                    <a:lnTo>
                      <a:pt x="128" y="187"/>
                    </a:lnTo>
                    <a:lnTo>
                      <a:pt x="135" y="161"/>
                    </a:lnTo>
                    <a:lnTo>
                      <a:pt x="143" y="135"/>
                    </a:lnTo>
                    <a:lnTo>
                      <a:pt x="151" y="110"/>
                    </a:lnTo>
                    <a:lnTo>
                      <a:pt x="160" y="85"/>
                    </a:lnTo>
                    <a:lnTo>
                      <a:pt x="171" y="60"/>
                    </a:lnTo>
                    <a:lnTo>
                      <a:pt x="181" y="36"/>
                    </a:lnTo>
                    <a:lnTo>
                      <a:pt x="159" y="27"/>
                    </a:lnTo>
                    <a:lnTo>
                      <a:pt x="139" y="18"/>
                    </a:lnTo>
                    <a:lnTo>
                      <a:pt x="118" y="8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DEE4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5" name="Freeform 430"/>
              <p:cNvSpPr>
                <a:spLocks/>
              </p:cNvSpPr>
              <p:nvPr/>
            </p:nvSpPr>
            <p:spPr bwMode="auto">
              <a:xfrm>
                <a:off x="3038" y="1557"/>
                <a:ext cx="110" cy="188"/>
              </a:xfrm>
              <a:custGeom>
                <a:avLst/>
                <a:gdLst>
                  <a:gd name="T0" fmla="*/ 1 w 878"/>
                  <a:gd name="T1" fmla="*/ 0 h 1505"/>
                  <a:gd name="T2" fmla="*/ 1 w 878"/>
                  <a:gd name="T3" fmla="*/ 1 h 1505"/>
                  <a:gd name="T4" fmla="*/ 1 w 878"/>
                  <a:gd name="T5" fmla="*/ 2 h 1505"/>
                  <a:gd name="T6" fmla="*/ 1 w 878"/>
                  <a:gd name="T7" fmla="*/ 3 h 1505"/>
                  <a:gd name="T8" fmla="*/ 0 w 878"/>
                  <a:gd name="T9" fmla="*/ 4 h 1505"/>
                  <a:gd name="T10" fmla="*/ 0 w 878"/>
                  <a:gd name="T11" fmla="*/ 5 h 1505"/>
                  <a:gd name="T12" fmla="*/ 0 w 878"/>
                  <a:gd name="T13" fmla="*/ 5 h 1505"/>
                  <a:gd name="T14" fmla="*/ 0 w 878"/>
                  <a:gd name="T15" fmla="*/ 6 h 1505"/>
                  <a:gd name="T16" fmla="*/ 0 w 878"/>
                  <a:gd name="T17" fmla="*/ 8 h 1505"/>
                  <a:gd name="T18" fmla="*/ 0 w 878"/>
                  <a:gd name="T19" fmla="*/ 9 h 1505"/>
                  <a:gd name="T20" fmla="*/ 0 w 878"/>
                  <a:gd name="T21" fmla="*/ 10 h 1505"/>
                  <a:gd name="T22" fmla="*/ 1 w 878"/>
                  <a:gd name="T23" fmla="*/ 12 h 1505"/>
                  <a:gd name="T24" fmla="*/ 1 w 878"/>
                  <a:gd name="T25" fmla="*/ 13 h 1505"/>
                  <a:gd name="T26" fmla="*/ 2 w 878"/>
                  <a:gd name="T27" fmla="*/ 15 h 1505"/>
                  <a:gd name="T28" fmla="*/ 3 w 878"/>
                  <a:gd name="T29" fmla="*/ 16 h 1505"/>
                  <a:gd name="T30" fmla="*/ 3 w 878"/>
                  <a:gd name="T31" fmla="*/ 17 h 1505"/>
                  <a:gd name="T32" fmla="*/ 4 w 878"/>
                  <a:gd name="T33" fmla="*/ 18 h 1505"/>
                  <a:gd name="T34" fmla="*/ 5 w 878"/>
                  <a:gd name="T35" fmla="*/ 19 h 1505"/>
                  <a:gd name="T36" fmla="*/ 6 w 878"/>
                  <a:gd name="T37" fmla="*/ 20 h 1505"/>
                  <a:gd name="T38" fmla="*/ 7 w 878"/>
                  <a:gd name="T39" fmla="*/ 21 h 1505"/>
                  <a:gd name="T40" fmla="*/ 9 w 878"/>
                  <a:gd name="T41" fmla="*/ 22 h 1505"/>
                  <a:gd name="T42" fmla="*/ 10 w 878"/>
                  <a:gd name="T43" fmla="*/ 22 h 1505"/>
                  <a:gd name="T44" fmla="*/ 11 w 878"/>
                  <a:gd name="T45" fmla="*/ 23 h 1505"/>
                  <a:gd name="T46" fmla="*/ 12 w 878"/>
                  <a:gd name="T47" fmla="*/ 23 h 1505"/>
                  <a:gd name="T48" fmla="*/ 13 w 878"/>
                  <a:gd name="T49" fmla="*/ 23 h 1505"/>
                  <a:gd name="T50" fmla="*/ 14 w 878"/>
                  <a:gd name="T51" fmla="*/ 22 h 1505"/>
                  <a:gd name="T52" fmla="*/ 13 w 878"/>
                  <a:gd name="T53" fmla="*/ 22 h 1505"/>
                  <a:gd name="T54" fmla="*/ 12 w 878"/>
                  <a:gd name="T55" fmla="*/ 22 h 1505"/>
                  <a:gd name="T56" fmla="*/ 11 w 878"/>
                  <a:gd name="T57" fmla="*/ 21 h 1505"/>
                  <a:gd name="T58" fmla="*/ 9 w 878"/>
                  <a:gd name="T59" fmla="*/ 20 h 1505"/>
                  <a:gd name="T60" fmla="*/ 8 w 878"/>
                  <a:gd name="T61" fmla="*/ 20 h 1505"/>
                  <a:gd name="T62" fmla="*/ 7 w 878"/>
                  <a:gd name="T63" fmla="*/ 19 h 1505"/>
                  <a:gd name="T64" fmla="*/ 6 w 878"/>
                  <a:gd name="T65" fmla="*/ 18 h 1505"/>
                  <a:gd name="T66" fmla="*/ 5 w 878"/>
                  <a:gd name="T67" fmla="*/ 17 h 1505"/>
                  <a:gd name="T68" fmla="*/ 5 w 878"/>
                  <a:gd name="T69" fmla="*/ 16 h 1505"/>
                  <a:gd name="T70" fmla="*/ 4 w 878"/>
                  <a:gd name="T71" fmla="*/ 15 h 1505"/>
                  <a:gd name="T72" fmla="*/ 3 w 878"/>
                  <a:gd name="T73" fmla="*/ 14 h 1505"/>
                  <a:gd name="T74" fmla="*/ 3 w 878"/>
                  <a:gd name="T75" fmla="*/ 13 h 1505"/>
                  <a:gd name="T76" fmla="*/ 2 w 878"/>
                  <a:gd name="T77" fmla="*/ 12 h 1505"/>
                  <a:gd name="T78" fmla="*/ 2 w 878"/>
                  <a:gd name="T79" fmla="*/ 10 h 1505"/>
                  <a:gd name="T80" fmla="*/ 2 w 878"/>
                  <a:gd name="T81" fmla="*/ 9 h 1505"/>
                  <a:gd name="T82" fmla="*/ 2 w 878"/>
                  <a:gd name="T83" fmla="*/ 8 h 1505"/>
                  <a:gd name="T84" fmla="*/ 1 w 878"/>
                  <a:gd name="T85" fmla="*/ 6 h 1505"/>
                  <a:gd name="T86" fmla="*/ 2 w 878"/>
                  <a:gd name="T87" fmla="*/ 6 h 1505"/>
                  <a:gd name="T88" fmla="*/ 2 w 878"/>
                  <a:gd name="T89" fmla="*/ 5 h 1505"/>
                  <a:gd name="T90" fmla="*/ 2 w 878"/>
                  <a:gd name="T91" fmla="*/ 4 h 1505"/>
                  <a:gd name="T92" fmla="*/ 2 w 878"/>
                  <a:gd name="T93" fmla="*/ 3 h 1505"/>
                  <a:gd name="T94" fmla="*/ 2 w 878"/>
                  <a:gd name="T95" fmla="*/ 2 h 1505"/>
                  <a:gd name="T96" fmla="*/ 2 w 878"/>
                  <a:gd name="T97" fmla="*/ 2 h 1505"/>
                  <a:gd name="T98" fmla="*/ 3 w 878"/>
                  <a:gd name="T99" fmla="*/ 1 h 1505"/>
                  <a:gd name="T100" fmla="*/ 2 w 878"/>
                  <a:gd name="T101" fmla="*/ 0 h 1505"/>
                  <a:gd name="T102" fmla="*/ 2 w 878"/>
                  <a:gd name="T103" fmla="*/ 0 h 150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878"/>
                  <a:gd name="T157" fmla="*/ 0 h 1505"/>
                  <a:gd name="T158" fmla="*/ 878 w 878"/>
                  <a:gd name="T159" fmla="*/ 1505 h 150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878" h="1505">
                    <a:moveTo>
                      <a:pt x="92" y="0"/>
                    </a:moveTo>
                    <a:lnTo>
                      <a:pt x="81" y="25"/>
                    </a:lnTo>
                    <a:lnTo>
                      <a:pt x="71" y="51"/>
                    </a:lnTo>
                    <a:lnTo>
                      <a:pt x="61" y="76"/>
                    </a:lnTo>
                    <a:lnTo>
                      <a:pt x="53" y="103"/>
                    </a:lnTo>
                    <a:lnTo>
                      <a:pt x="45" y="130"/>
                    </a:lnTo>
                    <a:lnTo>
                      <a:pt x="36" y="156"/>
                    </a:lnTo>
                    <a:lnTo>
                      <a:pt x="29" y="184"/>
                    </a:lnTo>
                    <a:lnTo>
                      <a:pt x="23" y="211"/>
                    </a:lnTo>
                    <a:lnTo>
                      <a:pt x="18" y="239"/>
                    </a:lnTo>
                    <a:lnTo>
                      <a:pt x="13" y="267"/>
                    </a:lnTo>
                    <a:lnTo>
                      <a:pt x="9" y="295"/>
                    </a:lnTo>
                    <a:lnTo>
                      <a:pt x="6" y="324"/>
                    </a:lnTo>
                    <a:lnTo>
                      <a:pt x="3" y="353"/>
                    </a:lnTo>
                    <a:lnTo>
                      <a:pt x="1" y="381"/>
                    </a:lnTo>
                    <a:lnTo>
                      <a:pt x="0" y="411"/>
                    </a:lnTo>
                    <a:lnTo>
                      <a:pt x="0" y="440"/>
                    </a:lnTo>
                    <a:lnTo>
                      <a:pt x="1" y="488"/>
                    </a:lnTo>
                    <a:lnTo>
                      <a:pt x="4" y="535"/>
                    </a:lnTo>
                    <a:lnTo>
                      <a:pt x="9" y="583"/>
                    </a:lnTo>
                    <a:lnTo>
                      <a:pt x="16" y="629"/>
                    </a:lnTo>
                    <a:lnTo>
                      <a:pt x="25" y="675"/>
                    </a:lnTo>
                    <a:lnTo>
                      <a:pt x="35" y="720"/>
                    </a:lnTo>
                    <a:lnTo>
                      <a:pt x="49" y="764"/>
                    </a:lnTo>
                    <a:lnTo>
                      <a:pt x="63" y="807"/>
                    </a:lnTo>
                    <a:lnTo>
                      <a:pt x="79" y="851"/>
                    </a:lnTo>
                    <a:lnTo>
                      <a:pt x="97" y="893"/>
                    </a:lnTo>
                    <a:lnTo>
                      <a:pt x="117" y="933"/>
                    </a:lnTo>
                    <a:lnTo>
                      <a:pt x="138" y="974"/>
                    </a:lnTo>
                    <a:lnTo>
                      <a:pt x="161" y="1012"/>
                    </a:lnTo>
                    <a:lnTo>
                      <a:pt x="185" y="1050"/>
                    </a:lnTo>
                    <a:lnTo>
                      <a:pt x="212" y="1087"/>
                    </a:lnTo>
                    <a:lnTo>
                      <a:pt x="239" y="1122"/>
                    </a:lnTo>
                    <a:lnTo>
                      <a:pt x="267" y="1158"/>
                    </a:lnTo>
                    <a:lnTo>
                      <a:pt x="298" y="1190"/>
                    </a:lnTo>
                    <a:lnTo>
                      <a:pt x="329" y="1223"/>
                    </a:lnTo>
                    <a:lnTo>
                      <a:pt x="362" y="1253"/>
                    </a:lnTo>
                    <a:lnTo>
                      <a:pt x="396" y="1282"/>
                    </a:lnTo>
                    <a:lnTo>
                      <a:pt x="431" y="1311"/>
                    </a:lnTo>
                    <a:lnTo>
                      <a:pt x="467" y="1337"/>
                    </a:lnTo>
                    <a:lnTo>
                      <a:pt x="505" y="1362"/>
                    </a:lnTo>
                    <a:lnTo>
                      <a:pt x="543" y="1386"/>
                    </a:lnTo>
                    <a:lnTo>
                      <a:pt x="583" y="1408"/>
                    </a:lnTo>
                    <a:lnTo>
                      <a:pt x="623" y="1428"/>
                    </a:lnTo>
                    <a:lnTo>
                      <a:pt x="665" y="1447"/>
                    </a:lnTo>
                    <a:lnTo>
                      <a:pt x="707" y="1465"/>
                    </a:lnTo>
                    <a:lnTo>
                      <a:pt x="750" y="1480"/>
                    </a:lnTo>
                    <a:lnTo>
                      <a:pt x="794" y="1493"/>
                    </a:lnTo>
                    <a:lnTo>
                      <a:pt x="839" y="1505"/>
                    </a:lnTo>
                    <a:lnTo>
                      <a:pt x="850" y="1484"/>
                    </a:lnTo>
                    <a:lnTo>
                      <a:pt x="860" y="1464"/>
                    </a:lnTo>
                    <a:lnTo>
                      <a:pt x="869" y="1442"/>
                    </a:lnTo>
                    <a:lnTo>
                      <a:pt x="878" y="1421"/>
                    </a:lnTo>
                    <a:lnTo>
                      <a:pt x="837" y="1411"/>
                    </a:lnTo>
                    <a:lnTo>
                      <a:pt x="795" y="1399"/>
                    </a:lnTo>
                    <a:lnTo>
                      <a:pt x="755" y="1385"/>
                    </a:lnTo>
                    <a:lnTo>
                      <a:pt x="715" y="1369"/>
                    </a:lnTo>
                    <a:lnTo>
                      <a:pt x="677" y="1353"/>
                    </a:lnTo>
                    <a:lnTo>
                      <a:pt x="639" y="1334"/>
                    </a:lnTo>
                    <a:lnTo>
                      <a:pt x="602" y="1315"/>
                    </a:lnTo>
                    <a:lnTo>
                      <a:pt x="565" y="1293"/>
                    </a:lnTo>
                    <a:lnTo>
                      <a:pt x="531" y="1270"/>
                    </a:lnTo>
                    <a:lnTo>
                      <a:pt x="496" y="1246"/>
                    </a:lnTo>
                    <a:lnTo>
                      <a:pt x="463" y="1221"/>
                    </a:lnTo>
                    <a:lnTo>
                      <a:pt x="432" y="1193"/>
                    </a:lnTo>
                    <a:lnTo>
                      <a:pt x="401" y="1165"/>
                    </a:lnTo>
                    <a:lnTo>
                      <a:pt x="371" y="1136"/>
                    </a:lnTo>
                    <a:lnTo>
                      <a:pt x="342" y="1105"/>
                    </a:lnTo>
                    <a:lnTo>
                      <a:pt x="316" y="1073"/>
                    </a:lnTo>
                    <a:lnTo>
                      <a:pt x="290" y="1040"/>
                    </a:lnTo>
                    <a:lnTo>
                      <a:pt x="265" y="1006"/>
                    </a:lnTo>
                    <a:lnTo>
                      <a:pt x="243" y="971"/>
                    </a:lnTo>
                    <a:lnTo>
                      <a:pt x="222" y="935"/>
                    </a:lnTo>
                    <a:lnTo>
                      <a:pt x="202" y="898"/>
                    </a:lnTo>
                    <a:lnTo>
                      <a:pt x="183" y="860"/>
                    </a:lnTo>
                    <a:lnTo>
                      <a:pt x="166" y="822"/>
                    </a:lnTo>
                    <a:lnTo>
                      <a:pt x="151" y="781"/>
                    </a:lnTo>
                    <a:lnTo>
                      <a:pt x="137" y="742"/>
                    </a:lnTo>
                    <a:lnTo>
                      <a:pt x="125" y="700"/>
                    </a:lnTo>
                    <a:lnTo>
                      <a:pt x="114" y="659"/>
                    </a:lnTo>
                    <a:lnTo>
                      <a:pt x="106" y="616"/>
                    </a:lnTo>
                    <a:lnTo>
                      <a:pt x="99" y="573"/>
                    </a:lnTo>
                    <a:lnTo>
                      <a:pt x="95" y="529"/>
                    </a:lnTo>
                    <a:lnTo>
                      <a:pt x="92" y="485"/>
                    </a:lnTo>
                    <a:lnTo>
                      <a:pt x="91" y="440"/>
                    </a:lnTo>
                    <a:lnTo>
                      <a:pt x="91" y="413"/>
                    </a:lnTo>
                    <a:lnTo>
                      <a:pt x="92" y="386"/>
                    </a:lnTo>
                    <a:lnTo>
                      <a:pt x="94" y="360"/>
                    </a:lnTo>
                    <a:lnTo>
                      <a:pt x="96" y="334"/>
                    </a:lnTo>
                    <a:lnTo>
                      <a:pt x="99" y="308"/>
                    </a:lnTo>
                    <a:lnTo>
                      <a:pt x="103" y="282"/>
                    </a:lnTo>
                    <a:lnTo>
                      <a:pt x="107" y="257"/>
                    </a:lnTo>
                    <a:lnTo>
                      <a:pt x="112" y="231"/>
                    </a:lnTo>
                    <a:lnTo>
                      <a:pt x="119" y="206"/>
                    </a:lnTo>
                    <a:lnTo>
                      <a:pt x="125" y="181"/>
                    </a:lnTo>
                    <a:lnTo>
                      <a:pt x="132" y="156"/>
                    </a:lnTo>
                    <a:lnTo>
                      <a:pt x="139" y="132"/>
                    </a:lnTo>
                    <a:lnTo>
                      <a:pt x="147" y="108"/>
                    </a:lnTo>
                    <a:lnTo>
                      <a:pt x="156" y="85"/>
                    </a:lnTo>
                    <a:lnTo>
                      <a:pt x="165" y="61"/>
                    </a:lnTo>
                    <a:lnTo>
                      <a:pt x="175" y="38"/>
                    </a:lnTo>
                    <a:lnTo>
                      <a:pt x="154" y="28"/>
                    </a:lnTo>
                    <a:lnTo>
                      <a:pt x="134" y="18"/>
                    </a:lnTo>
                    <a:lnTo>
                      <a:pt x="112" y="9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DFE5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6" name="Freeform 431"/>
              <p:cNvSpPr>
                <a:spLocks/>
              </p:cNvSpPr>
              <p:nvPr/>
            </p:nvSpPr>
            <p:spPr bwMode="auto">
              <a:xfrm>
                <a:off x="3044" y="1559"/>
                <a:ext cx="106" cy="181"/>
              </a:xfrm>
              <a:custGeom>
                <a:avLst/>
                <a:gdLst>
                  <a:gd name="T0" fmla="*/ 1 w 850"/>
                  <a:gd name="T1" fmla="*/ 0 h 1446"/>
                  <a:gd name="T2" fmla="*/ 1 w 850"/>
                  <a:gd name="T3" fmla="*/ 1 h 1446"/>
                  <a:gd name="T4" fmla="*/ 1 w 850"/>
                  <a:gd name="T5" fmla="*/ 2 h 1446"/>
                  <a:gd name="T6" fmla="*/ 0 w 850"/>
                  <a:gd name="T7" fmla="*/ 3 h 1446"/>
                  <a:gd name="T8" fmla="*/ 0 w 850"/>
                  <a:gd name="T9" fmla="*/ 4 h 1446"/>
                  <a:gd name="T10" fmla="*/ 0 w 850"/>
                  <a:gd name="T11" fmla="*/ 4 h 1446"/>
                  <a:gd name="T12" fmla="*/ 0 w 850"/>
                  <a:gd name="T13" fmla="*/ 5 h 1446"/>
                  <a:gd name="T14" fmla="*/ 0 w 850"/>
                  <a:gd name="T15" fmla="*/ 6 h 1446"/>
                  <a:gd name="T16" fmla="*/ 0 w 850"/>
                  <a:gd name="T17" fmla="*/ 7 h 1446"/>
                  <a:gd name="T18" fmla="*/ 0 w 850"/>
                  <a:gd name="T19" fmla="*/ 9 h 1446"/>
                  <a:gd name="T20" fmla="*/ 0 w 850"/>
                  <a:gd name="T21" fmla="*/ 10 h 1446"/>
                  <a:gd name="T22" fmla="*/ 1 w 850"/>
                  <a:gd name="T23" fmla="*/ 12 h 1446"/>
                  <a:gd name="T24" fmla="*/ 1 w 850"/>
                  <a:gd name="T25" fmla="*/ 13 h 1446"/>
                  <a:gd name="T26" fmla="*/ 2 w 850"/>
                  <a:gd name="T27" fmla="*/ 14 h 1446"/>
                  <a:gd name="T28" fmla="*/ 2 w 850"/>
                  <a:gd name="T29" fmla="*/ 15 h 1446"/>
                  <a:gd name="T30" fmla="*/ 3 w 850"/>
                  <a:gd name="T31" fmla="*/ 16 h 1446"/>
                  <a:gd name="T32" fmla="*/ 4 w 850"/>
                  <a:gd name="T33" fmla="*/ 17 h 1446"/>
                  <a:gd name="T34" fmla="*/ 5 w 850"/>
                  <a:gd name="T35" fmla="*/ 18 h 1446"/>
                  <a:gd name="T36" fmla="*/ 6 w 850"/>
                  <a:gd name="T37" fmla="*/ 19 h 1446"/>
                  <a:gd name="T38" fmla="*/ 7 w 850"/>
                  <a:gd name="T39" fmla="*/ 20 h 1446"/>
                  <a:gd name="T40" fmla="*/ 8 w 850"/>
                  <a:gd name="T41" fmla="*/ 21 h 1446"/>
                  <a:gd name="T42" fmla="*/ 9 w 850"/>
                  <a:gd name="T43" fmla="*/ 22 h 1446"/>
                  <a:gd name="T44" fmla="*/ 11 w 850"/>
                  <a:gd name="T45" fmla="*/ 22 h 1446"/>
                  <a:gd name="T46" fmla="*/ 12 w 850"/>
                  <a:gd name="T47" fmla="*/ 22 h 1446"/>
                  <a:gd name="T48" fmla="*/ 13 w 850"/>
                  <a:gd name="T49" fmla="*/ 22 h 1446"/>
                  <a:gd name="T50" fmla="*/ 13 w 850"/>
                  <a:gd name="T51" fmla="*/ 22 h 1446"/>
                  <a:gd name="T52" fmla="*/ 13 w 850"/>
                  <a:gd name="T53" fmla="*/ 21 h 1446"/>
                  <a:gd name="T54" fmla="*/ 11 w 850"/>
                  <a:gd name="T55" fmla="*/ 21 h 1446"/>
                  <a:gd name="T56" fmla="*/ 10 w 850"/>
                  <a:gd name="T57" fmla="*/ 20 h 1446"/>
                  <a:gd name="T58" fmla="*/ 9 w 850"/>
                  <a:gd name="T59" fmla="*/ 20 h 1446"/>
                  <a:gd name="T60" fmla="*/ 8 w 850"/>
                  <a:gd name="T61" fmla="*/ 19 h 1446"/>
                  <a:gd name="T62" fmla="*/ 7 w 850"/>
                  <a:gd name="T63" fmla="*/ 18 h 1446"/>
                  <a:gd name="T64" fmla="*/ 6 w 850"/>
                  <a:gd name="T65" fmla="*/ 18 h 1446"/>
                  <a:gd name="T66" fmla="*/ 5 w 850"/>
                  <a:gd name="T67" fmla="*/ 17 h 1446"/>
                  <a:gd name="T68" fmla="*/ 4 w 850"/>
                  <a:gd name="T69" fmla="*/ 16 h 1446"/>
                  <a:gd name="T70" fmla="*/ 4 w 850"/>
                  <a:gd name="T71" fmla="*/ 15 h 1446"/>
                  <a:gd name="T72" fmla="*/ 3 w 850"/>
                  <a:gd name="T73" fmla="*/ 14 h 1446"/>
                  <a:gd name="T74" fmla="*/ 2 w 850"/>
                  <a:gd name="T75" fmla="*/ 12 h 1446"/>
                  <a:gd name="T76" fmla="*/ 2 w 850"/>
                  <a:gd name="T77" fmla="*/ 11 h 1446"/>
                  <a:gd name="T78" fmla="*/ 2 w 850"/>
                  <a:gd name="T79" fmla="*/ 10 h 1446"/>
                  <a:gd name="T80" fmla="*/ 1 w 850"/>
                  <a:gd name="T81" fmla="*/ 9 h 1446"/>
                  <a:gd name="T82" fmla="*/ 1 w 850"/>
                  <a:gd name="T83" fmla="*/ 7 h 1446"/>
                  <a:gd name="T84" fmla="*/ 1 w 850"/>
                  <a:gd name="T85" fmla="*/ 6 h 1446"/>
                  <a:gd name="T86" fmla="*/ 1 w 850"/>
                  <a:gd name="T87" fmla="*/ 5 h 1446"/>
                  <a:gd name="T88" fmla="*/ 1 w 850"/>
                  <a:gd name="T89" fmla="*/ 5 h 1446"/>
                  <a:gd name="T90" fmla="*/ 2 w 850"/>
                  <a:gd name="T91" fmla="*/ 4 h 1446"/>
                  <a:gd name="T92" fmla="*/ 2 w 850"/>
                  <a:gd name="T93" fmla="*/ 3 h 1446"/>
                  <a:gd name="T94" fmla="*/ 2 w 850"/>
                  <a:gd name="T95" fmla="*/ 2 h 1446"/>
                  <a:gd name="T96" fmla="*/ 2 w 850"/>
                  <a:gd name="T97" fmla="*/ 2 h 1446"/>
                  <a:gd name="T98" fmla="*/ 2 w 850"/>
                  <a:gd name="T99" fmla="*/ 1 h 1446"/>
                  <a:gd name="T100" fmla="*/ 2 w 850"/>
                  <a:gd name="T101" fmla="*/ 1 h 1446"/>
                  <a:gd name="T102" fmla="*/ 2 w 850"/>
                  <a:gd name="T103" fmla="*/ 0 h 144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850"/>
                  <a:gd name="T157" fmla="*/ 0 h 1446"/>
                  <a:gd name="T158" fmla="*/ 850 w 850"/>
                  <a:gd name="T159" fmla="*/ 1446 h 144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850" h="1446">
                    <a:moveTo>
                      <a:pt x="88" y="0"/>
                    </a:moveTo>
                    <a:lnTo>
                      <a:pt x="78" y="24"/>
                    </a:lnTo>
                    <a:lnTo>
                      <a:pt x="67" y="49"/>
                    </a:lnTo>
                    <a:lnTo>
                      <a:pt x="58" y="74"/>
                    </a:lnTo>
                    <a:lnTo>
                      <a:pt x="50" y="99"/>
                    </a:lnTo>
                    <a:lnTo>
                      <a:pt x="42" y="125"/>
                    </a:lnTo>
                    <a:lnTo>
                      <a:pt x="35" y="151"/>
                    </a:lnTo>
                    <a:lnTo>
                      <a:pt x="28" y="177"/>
                    </a:lnTo>
                    <a:lnTo>
                      <a:pt x="22" y="203"/>
                    </a:lnTo>
                    <a:lnTo>
                      <a:pt x="17" y="230"/>
                    </a:lnTo>
                    <a:lnTo>
                      <a:pt x="12" y="257"/>
                    </a:lnTo>
                    <a:lnTo>
                      <a:pt x="9" y="283"/>
                    </a:lnTo>
                    <a:lnTo>
                      <a:pt x="5" y="311"/>
                    </a:lnTo>
                    <a:lnTo>
                      <a:pt x="3" y="338"/>
                    </a:lnTo>
                    <a:lnTo>
                      <a:pt x="1" y="366"/>
                    </a:lnTo>
                    <a:lnTo>
                      <a:pt x="0" y="394"/>
                    </a:lnTo>
                    <a:lnTo>
                      <a:pt x="0" y="422"/>
                    </a:lnTo>
                    <a:lnTo>
                      <a:pt x="1" y="469"/>
                    </a:lnTo>
                    <a:lnTo>
                      <a:pt x="4" y="514"/>
                    </a:lnTo>
                    <a:lnTo>
                      <a:pt x="9" y="560"/>
                    </a:lnTo>
                    <a:lnTo>
                      <a:pt x="15" y="604"/>
                    </a:lnTo>
                    <a:lnTo>
                      <a:pt x="24" y="649"/>
                    </a:lnTo>
                    <a:lnTo>
                      <a:pt x="34" y="692"/>
                    </a:lnTo>
                    <a:lnTo>
                      <a:pt x="47" y="735"/>
                    </a:lnTo>
                    <a:lnTo>
                      <a:pt x="61" y="777"/>
                    </a:lnTo>
                    <a:lnTo>
                      <a:pt x="77" y="818"/>
                    </a:lnTo>
                    <a:lnTo>
                      <a:pt x="94" y="858"/>
                    </a:lnTo>
                    <a:lnTo>
                      <a:pt x="113" y="898"/>
                    </a:lnTo>
                    <a:lnTo>
                      <a:pt x="134" y="936"/>
                    </a:lnTo>
                    <a:lnTo>
                      <a:pt x="157" y="974"/>
                    </a:lnTo>
                    <a:lnTo>
                      <a:pt x="180" y="1010"/>
                    </a:lnTo>
                    <a:lnTo>
                      <a:pt x="205" y="1046"/>
                    </a:lnTo>
                    <a:lnTo>
                      <a:pt x="232" y="1080"/>
                    </a:lnTo>
                    <a:lnTo>
                      <a:pt x="260" y="1113"/>
                    </a:lnTo>
                    <a:lnTo>
                      <a:pt x="288" y="1146"/>
                    </a:lnTo>
                    <a:lnTo>
                      <a:pt x="320" y="1176"/>
                    </a:lnTo>
                    <a:lnTo>
                      <a:pt x="351" y="1206"/>
                    </a:lnTo>
                    <a:lnTo>
                      <a:pt x="384" y="1234"/>
                    </a:lnTo>
                    <a:lnTo>
                      <a:pt x="418" y="1261"/>
                    </a:lnTo>
                    <a:lnTo>
                      <a:pt x="453" y="1287"/>
                    </a:lnTo>
                    <a:lnTo>
                      <a:pt x="490" y="1310"/>
                    </a:lnTo>
                    <a:lnTo>
                      <a:pt x="527" y="1333"/>
                    </a:lnTo>
                    <a:lnTo>
                      <a:pt x="565" y="1353"/>
                    </a:lnTo>
                    <a:lnTo>
                      <a:pt x="604" y="1373"/>
                    </a:lnTo>
                    <a:lnTo>
                      <a:pt x="645" y="1391"/>
                    </a:lnTo>
                    <a:lnTo>
                      <a:pt x="686" y="1407"/>
                    </a:lnTo>
                    <a:lnTo>
                      <a:pt x="728" y="1421"/>
                    </a:lnTo>
                    <a:lnTo>
                      <a:pt x="771" y="1434"/>
                    </a:lnTo>
                    <a:lnTo>
                      <a:pt x="814" y="1446"/>
                    </a:lnTo>
                    <a:lnTo>
                      <a:pt x="823" y="1424"/>
                    </a:lnTo>
                    <a:lnTo>
                      <a:pt x="832" y="1403"/>
                    </a:lnTo>
                    <a:lnTo>
                      <a:pt x="842" y="1381"/>
                    </a:lnTo>
                    <a:lnTo>
                      <a:pt x="850" y="1360"/>
                    </a:lnTo>
                    <a:lnTo>
                      <a:pt x="809" y="1350"/>
                    </a:lnTo>
                    <a:lnTo>
                      <a:pt x="770" y="1339"/>
                    </a:lnTo>
                    <a:lnTo>
                      <a:pt x="731" y="1326"/>
                    </a:lnTo>
                    <a:lnTo>
                      <a:pt x="693" y="1312"/>
                    </a:lnTo>
                    <a:lnTo>
                      <a:pt x="655" y="1296"/>
                    </a:lnTo>
                    <a:lnTo>
                      <a:pt x="619" y="1279"/>
                    </a:lnTo>
                    <a:lnTo>
                      <a:pt x="583" y="1259"/>
                    </a:lnTo>
                    <a:lnTo>
                      <a:pt x="548" y="1239"/>
                    </a:lnTo>
                    <a:lnTo>
                      <a:pt x="514" y="1217"/>
                    </a:lnTo>
                    <a:lnTo>
                      <a:pt x="482" y="1194"/>
                    </a:lnTo>
                    <a:lnTo>
                      <a:pt x="449" y="1169"/>
                    </a:lnTo>
                    <a:lnTo>
                      <a:pt x="419" y="1144"/>
                    </a:lnTo>
                    <a:lnTo>
                      <a:pt x="390" y="1117"/>
                    </a:lnTo>
                    <a:lnTo>
                      <a:pt x="361" y="1089"/>
                    </a:lnTo>
                    <a:lnTo>
                      <a:pt x="334" y="1060"/>
                    </a:lnTo>
                    <a:lnTo>
                      <a:pt x="308" y="1028"/>
                    </a:lnTo>
                    <a:lnTo>
                      <a:pt x="282" y="997"/>
                    </a:lnTo>
                    <a:lnTo>
                      <a:pt x="259" y="965"/>
                    </a:lnTo>
                    <a:lnTo>
                      <a:pt x="238" y="931"/>
                    </a:lnTo>
                    <a:lnTo>
                      <a:pt x="216" y="897"/>
                    </a:lnTo>
                    <a:lnTo>
                      <a:pt x="197" y="861"/>
                    </a:lnTo>
                    <a:lnTo>
                      <a:pt x="179" y="825"/>
                    </a:lnTo>
                    <a:lnTo>
                      <a:pt x="163" y="787"/>
                    </a:lnTo>
                    <a:lnTo>
                      <a:pt x="149" y="750"/>
                    </a:lnTo>
                    <a:lnTo>
                      <a:pt x="135" y="711"/>
                    </a:lnTo>
                    <a:lnTo>
                      <a:pt x="123" y="671"/>
                    </a:lnTo>
                    <a:lnTo>
                      <a:pt x="114" y="632"/>
                    </a:lnTo>
                    <a:lnTo>
                      <a:pt x="105" y="591"/>
                    </a:lnTo>
                    <a:lnTo>
                      <a:pt x="99" y="550"/>
                    </a:lnTo>
                    <a:lnTo>
                      <a:pt x="95" y="507"/>
                    </a:lnTo>
                    <a:lnTo>
                      <a:pt x="92" y="464"/>
                    </a:lnTo>
                    <a:lnTo>
                      <a:pt x="91" y="422"/>
                    </a:lnTo>
                    <a:lnTo>
                      <a:pt x="91" y="397"/>
                    </a:lnTo>
                    <a:lnTo>
                      <a:pt x="92" y="371"/>
                    </a:lnTo>
                    <a:lnTo>
                      <a:pt x="94" y="346"/>
                    </a:lnTo>
                    <a:lnTo>
                      <a:pt x="96" y="322"/>
                    </a:lnTo>
                    <a:lnTo>
                      <a:pt x="99" y="296"/>
                    </a:lnTo>
                    <a:lnTo>
                      <a:pt x="102" y="272"/>
                    </a:lnTo>
                    <a:lnTo>
                      <a:pt x="106" y="248"/>
                    </a:lnTo>
                    <a:lnTo>
                      <a:pt x="111" y="224"/>
                    </a:lnTo>
                    <a:lnTo>
                      <a:pt x="116" y="200"/>
                    </a:lnTo>
                    <a:lnTo>
                      <a:pt x="122" y="176"/>
                    </a:lnTo>
                    <a:lnTo>
                      <a:pt x="129" y="153"/>
                    </a:lnTo>
                    <a:lnTo>
                      <a:pt x="136" y="130"/>
                    </a:lnTo>
                    <a:lnTo>
                      <a:pt x="143" y="107"/>
                    </a:lnTo>
                    <a:lnTo>
                      <a:pt x="152" y="85"/>
                    </a:lnTo>
                    <a:lnTo>
                      <a:pt x="161" y="63"/>
                    </a:lnTo>
                    <a:lnTo>
                      <a:pt x="170" y="40"/>
                    </a:lnTo>
                    <a:lnTo>
                      <a:pt x="150" y="30"/>
                    </a:lnTo>
                    <a:lnTo>
                      <a:pt x="129" y="20"/>
                    </a:lnTo>
                    <a:lnTo>
                      <a:pt x="108" y="10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E1E6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7" name="Freeform 432"/>
              <p:cNvSpPr>
                <a:spLocks/>
              </p:cNvSpPr>
              <p:nvPr/>
            </p:nvSpPr>
            <p:spPr bwMode="auto">
              <a:xfrm>
                <a:off x="3050" y="1561"/>
                <a:ext cx="102" cy="173"/>
              </a:xfrm>
              <a:custGeom>
                <a:avLst/>
                <a:gdLst>
                  <a:gd name="T0" fmla="*/ 1 w 819"/>
                  <a:gd name="T1" fmla="*/ 0 h 1383"/>
                  <a:gd name="T2" fmla="*/ 1 w 819"/>
                  <a:gd name="T3" fmla="*/ 1 h 1383"/>
                  <a:gd name="T4" fmla="*/ 1 w 819"/>
                  <a:gd name="T5" fmla="*/ 2 h 1383"/>
                  <a:gd name="T6" fmla="*/ 0 w 819"/>
                  <a:gd name="T7" fmla="*/ 3 h 1383"/>
                  <a:gd name="T8" fmla="*/ 0 w 819"/>
                  <a:gd name="T9" fmla="*/ 3 h 1383"/>
                  <a:gd name="T10" fmla="*/ 0 w 819"/>
                  <a:gd name="T11" fmla="*/ 4 h 1383"/>
                  <a:gd name="T12" fmla="*/ 0 w 819"/>
                  <a:gd name="T13" fmla="*/ 5 h 1383"/>
                  <a:gd name="T14" fmla="*/ 0 w 819"/>
                  <a:gd name="T15" fmla="*/ 6 h 1383"/>
                  <a:gd name="T16" fmla="*/ 0 w 819"/>
                  <a:gd name="T17" fmla="*/ 7 h 1383"/>
                  <a:gd name="T18" fmla="*/ 0 w 819"/>
                  <a:gd name="T19" fmla="*/ 8 h 1383"/>
                  <a:gd name="T20" fmla="*/ 0 w 819"/>
                  <a:gd name="T21" fmla="*/ 10 h 1383"/>
                  <a:gd name="T22" fmla="*/ 1 w 819"/>
                  <a:gd name="T23" fmla="*/ 11 h 1383"/>
                  <a:gd name="T24" fmla="*/ 1 w 819"/>
                  <a:gd name="T25" fmla="*/ 12 h 1383"/>
                  <a:gd name="T26" fmla="*/ 2 w 819"/>
                  <a:gd name="T27" fmla="*/ 14 h 1383"/>
                  <a:gd name="T28" fmla="*/ 2 w 819"/>
                  <a:gd name="T29" fmla="*/ 15 h 1383"/>
                  <a:gd name="T30" fmla="*/ 3 w 819"/>
                  <a:gd name="T31" fmla="*/ 16 h 1383"/>
                  <a:gd name="T32" fmla="*/ 4 w 819"/>
                  <a:gd name="T33" fmla="*/ 17 h 1383"/>
                  <a:gd name="T34" fmla="*/ 5 w 819"/>
                  <a:gd name="T35" fmla="*/ 18 h 1383"/>
                  <a:gd name="T36" fmla="*/ 6 w 819"/>
                  <a:gd name="T37" fmla="*/ 19 h 1383"/>
                  <a:gd name="T38" fmla="*/ 7 w 819"/>
                  <a:gd name="T39" fmla="*/ 19 h 1383"/>
                  <a:gd name="T40" fmla="*/ 8 w 819"/>
                  <a:gd name="T41" fmla="*/ 20 h 1383"/>
                  <a:gd name="T42" fmla="*/ 9 w 819"/>
                  <a:gd name="T43" fmla="*/ 21 h 1383"/>
                  <a:gd name="T44" fmla="*/ 10 w 819"/>
                  <a:gd name="T45" fmla="*/ 21 h 1383"/>
                  <a:gd name="T46" fmla="*/ 12 w 819"/>
                  <a:gd name="T47" fmla="*/ 22 h 1383"/>
                  <a:gd name="T48" fmla="*/ 12 w 819"/>
                  <a:gd name="T49" fmla="*/ 21 h 1383"/>
                  <a:gd name="T50" fmla="*/ 13 w 819"/>
                  <a:gd name="T51" fmla="*/ 21 h 1383"/>
                  <a:gd name="T52" fmla="*/ 12 w 819"/>
                  <a:gd name="T53" fmla="*/ 20 h 1383"/>
                  <a:gd name="T54" fmla="*/ 11 w 819"/>
                  <a:gd name="T55" fmla="*/ 20 h 1383"/>
                  <a:gd name="T56" fmla="*/ 10 w 819"/>
                  <a:gd name="T57" fmla="*/ 19 h 1383"/>
                  <a:gd name="T58" fmla="*/ 9 w 819"/>
                  <a:gd name="T59" fmla="*/ 19 h 1383"/>
                  <a:gd name="T60" fmla="*/ 8 w 819"/>
                  <a:gd name="T61" fmla="*/ 18 h 1383"/>
                  <a:gd name="T62" fmla="*/ 7 w 819"/>
                  <a:gd name="T63" fmla="*/ 18 h 1383"/>
                  <a:gd name="T64" fmla="*/ 6 w 819"/>
                  <a:gd name="T65" fmla="*/ 17 h 1383"/>
                  <a:gd name="T66" fmla="*/ 5 w 819"/>
                  <a:gd name="T67" fmla="*/ 16 h 1383"/>
                  <a:gd name="T68" fmla="*/ 4 w 819"/>
                  <a:gd name="T69" fmla="*/ 15 h 1383"/>
                  <a:gd name="T70" fmla="*/ 4 w 819"/>
                  <a:gd name="T71" fmla="*/ 14 h 1383"/>
                  <a:gd name="T72" fmla="*/ 3 w 819"/>
                  <a:gd name="T73" fmla="*/ 13 h 1383"/>
                  <a:gd name="T74" fmla="*/ 2 w 819"/>
                  <a:gd name="T75" fmla="*/ 12 h 1383"/>
                  <a:gd name="T76" fmla="*/ 2 w 819"/>
                  <a:gd name="T77" fmla="*/ 11 h 1383"/>
                  <a:gd name="T78" fmla="*/ 2 w 819"/>
                  <a:gd name="T79" fmla="*/ 9 h 1383"/>
                  <a:gd name="T80" fmla="*/ 1 w 819"/>
                  <a:gd name="T81" fmla="*/ 8 h 1383"/>
                  <a:gd name="T82" fmla="*/ 1 w 819"/>
                  <a:gd name="T83" fmla="*/ 7 h 1383"/>
                  <a:gd name="T84" fmla="*/ 1 w 819"/>
                  <a:gd name="T85" fmla="*/ 6 h 1383"/>
                  <a:gd name="T86" fmla="*/ 1 w 819"/>
                  <a:gd name="T87" fmla="*/ 5 h 1383"/>
                  <a:gd name="T88" fmla="*/ 1 w 819"/>
                  <a:gd name="T89" fmla="*/ 4 h 1383"/>
                  <a:gd name="T90" fmla="*/ 2 w 819"/>
                  <a:gd name="T91" fmla="*/ 4 h 1383"/>
                  <a:gd name="T92" fmla="*/ 2 w 819"/>
                  <a:gd name="T93" fmla="*/ 3 h 1383"/>
                  <a:gd name="T94" fmla="*/ 2 w 819"/>
                  <a:gd name="T95" fmla="*/ 2 h 1383"/>
                  <a:gd name="T96" fmla="*/ 2 w 819"/>
                  <a:gd name="T97" fmla="*/ 2 h 1383"/>
                  <a:gd name="T98" fmla="*/ 2 w 819"/>
                  <a:gd name="T99" fmla="*/ 1 h 1383"/>
                  <a:gd name="T100" fmla="*/ 2 w 819"/>
                  <a:gd name="T101" fmla="*/ 1 h 1383"/>
                  <a:gd name="T102" fmla="*/ 2 w 819"/>
                  <a:gd name="T103" fmla="*/ 0 h 138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819"/>
                  <a:gd name="T157" fmla="*/ 0 h 1383"/>
                  <a:gd name="T158" fmla="*/ 819 w 819"/>
                  <a:gd name="T159" fmla="*/ 1383 h 1383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819" h="1383">
                    <a:moveTo>
                      <a:pt x="84" y="0"/>
                    </a:moveTo>
                    <a:lnTo>
                      <a:pt x="74" y="23"/>
                    </a:lnTo>
                    <a:lnTo>
                      <a:pt x="65" y="47"/>
                    </a:lnTo>
                    <a:lnTo>
                      <a:pt x="56" y="70"/>
                    </a:lnTo>
                    <a:lnTo>
                      <a:pt x="48" y="94"/>
                    </a:lnTo>
                    <a:lnTo>
                      <a:pt x="41" y="118"/>
                    </a:lnTo>
                    <a:lnTo>
                      <a:pt x="34" y="143"/>
                    </a:lnTo>
                    <a:lnTo>
                      <a:pt x="28" y="168"/>
                    </a:lnTo>
                    <a:lnTo>
                      <a:pt x="21" y="193"/>
                    </a:lnTo>
                    <a:lnTo>
                      <a:pt x="16" y="219"/>
                    </a:lnTo>
                    <a:lnTo>
                      <a:pt x="12" y="244"/>
                    </a:lnTo>
                    <a:lnTo>
                      <a:pt x="8" y="270"/>
                    </a:lnTo>
                    <a:lnTo>
                      <a:pt x="5" y="296"/>
                    </a:lnTo>
                    <a:lnTo>
                      <a:pt x="3" y="322"/>
                    </a:lnTo>
                    <a:lnTo>
                      <a:pt x="1" y="348"/>
                    </a:lnTo>
                    <a:lnTo>
                      <a:pt x="0" y="375"/>
                    </a:lnTo>
                    <a:lnTo>
                      <a:pt x="0" y="402"/>
                    </a:lnTo>
                    <a:lnTo>
                      <a:pt x="1" y="447"/>
                    </a:lnTo>
                    <a:lnTo>
                      <a:pt x="4" y="491"/>
                    </a:lnTo>
                    <a:lnTo>
                      <a:pt x="8" y="535"/>
                    </a:lnTo>
                    <a:lnTo>
                      <a:pt x="15" y="578"/>
                    </a:lnTo>
                    <a:lnTo>
                      <a:pt x="23" y="621"/>
                    </a:lnTo>
                    <a:lnTo>
                      <a:pt x="34" y="662"/>
                    </a:lnTo>
                    <a:lnTo>
                      <a:pt x="46" y="704"/>
                    </a:lnTo>
                    <a:lnTo>
                      <a:pt x="60" y="743"/>
                    </a:lnTo>
                    <a:lnTo>
                      <a:pt x="75" y="784"/>
                    </a:lnTo>
                    <a:lnTo>
                      <a:pt x="92" y="822"/>
                    </a:lnTo>
                    <a:lnTo>
                      <a:pt x="111" y="860"/>
                    </a:lnTo>
                    <a:lnTo>
                      <a:pt x="131" y="897"/>
                    </a:lnTo>
                    <a:lnTo>
                      <a:pt x="152" y="933"/>
                    </a:lnTo>
                    <a:lnTo>
                      <a:pt x="174" y="968"/>
                    </a:lnTo>
                    <a:lnTo>
                      <a:pt x="199" y="1002"/>
                    </a:lnTo>
                    <a:lnTo>
                      <a:pt x="225" y="1035"/>
                    </a:lnTo>
                    <a:lnTo>
                      <a:pt x="251" y="1067"/>
                    </a:lnTo>
                    <a:lnTo>
                      <a:pt x="280" y="1098"/>
                    </a:lnTo>
                    <a:lnTo>
                      <a:pt x="310" y="1127"/>
                    </a:lnTo>
                    <a:lnTo>
                      <a:pt x="341" y="1155"/>
                    </a:lnTo>
                    <a:lnTo>
                      <a:pt x="372" y="1183"/>
                    </a:lnTo>
                    <a:lnTo>
                      <a:pt x="405" y="1208"/>
                    </a:lnTo>
                    <a:lnTo>
                      <a:pt x="440" y="1232"/>
                    </a:lnTo>
                    <a:lnTo>
                      <a:pt x="474" y="1255"/>
                    </a:lnTo>
                    <a:lnTo>
                      <a:pt x="511" y="1277"/>
                    </a:lnTo>
                    <a:lnTo>
                      <a:pt x="548" y="1296"/>
                    </a:lnTo>
                    <a:lnTo>
                      <a:pt x="586" y="1315"/>
                    </a:lnTo>
                    <a:lnTo>
                      <a:pt x="624" y="1331"/>
                    </a:lnTo>
                    <a:lnTo>
                      <a:pt x="664" y="1347"/>
                    </a:lnTo>
                    <a:lnTo>
                      <a:pt x="704" y="1361"/>
                    </a:lnTo>
                    <a:lnTo>
                      <a:pt x="746" y="1373"/>
                    </a:lnTo>
                    <a:lnTo>
                      <a:pt x="787" y="1383"/>
                    </a:lnTo>
                    <a:lnTo>
                      <a:pt x="797" y="1361"/>
                    </a:lnTo>
                    <a:lnTo>
                      <a:pt x="805" y="1340"/>
                    </a:lnTo>
                    <a:lnTo>
                      <a:pt x="812" y="1318"/>
                    </a:lnTo>
                    <a:lnTo>
                      <a:pt x="819" y="1296"/>
                    </a:lnTo>
                    <a:lnTo>
                      <a:pt x="780" y="1287"/>
                    </a:lnTo>
                    <a:lnTo>
                      <a:pt x="743" y="1277"/>
                    </a:lnTo>
                    <a:lnTo>
                      <a:pt x="705" y="1265"/>
                    </a:lnTo>
                    <a:lnTo>
                      <a:pt x="669" y="1251"/>
                    </a:lnTo>
                    <a:lnTo>
                      <a:pt x="632" y="1236"/>
                    </a:lnTo>
                    <a:lnTo>
                      <a:pt x="598" y="1219"/>
                    </a:lnTo>
                    <a:lnTo>
                      <a:pt x="564" y="1202"/>
                    </a:lnTo>
                    <a:lnTo>
                      <a:pt x="530" y="1182"/>
                    </a:lnTo>
                    <a:lnTo>
                      <a:pt x="498" y="1161"/>
                    </a:lnTo>
                    <a:lnTo>
                      <a:pt x="466" y="1139"/>
                    </a:lnTo>
                    <a:lnTo>
                      <a:pt x="436" y="1116"/>
                    </a:lnTo>
                    <a:lnTo>
                      <a:pt x="406" y="1091"/>
                    </a:lnTo>
                    <a:lnTo>
                      <a:pt x="378" y="1066"/>
                    </a:lnTo>
                    <a:lnTo>
                      <a:pt x="351" y="1039"/>
                    </a:lnTo>
                    <a:lnTo>
                      <a:pt x="324" y="1010"/>
                    </a:lnTo>
                    <a:lnTo>
                      <a:pt x="299" y="982"/>
                    </a:lnTo>
                    <a:lnTo>
                      <a:pt x="276" y="952"/>
                    </a:lnTo>
                    <a:lnTo>
                      <a:pt x="253" y="920"/>
                    </a:lnTo>
                    <a:lnTo>
                      <a:pt x="232" y="889"/>
                    </a:lnTo>
                    <a:lnTo>
                      <a:pt x="212" y="856"/>
                    </a:lnTo>
                    <a:lnTo>
                      <a:pt x="194" y="822"/>
                    </a:lnTo>
                    <a:lnTo>
                      <a:pt x="176" y="787"/>
                    </a:lnTo>
                    <a:lnTo>
                      <a:pt x="161" y="751"/>
                    </a:lnTo>
                    <a:lnTo>
                      <a:pt x="147" y="715"/>
                    </a:lnTo>
                    <a:lnTo>
                      <a:pt x="134" y="678"/>
                    </a:lnTo>
                    <a:lnTo>
                      <a:pt x="123" y="641"/>
                    </a:lnTo>
                    <a:lnTo>
                      <a:pt x="114" y="602"/>
                    </a:lnTo>
                    <a:lnTo>
                      <a:pt x="106" y="563"/>
                    </a:lnTo>
                    <a:lnTo>
                      <a:pt x="99" y="523"/>
                    </a:lnTo>
                    <a:lnTo>
                      <a:pt x="95" y="483"/>
                    </a:lnTo>
                    <a:lnTo>
                      <a:pt x="92" y="442"/>
                    </a:lnTo>
                    <a:lnTo>
                      <a:pt x="91" y="402"/>
                    </a:lnTo>
                    <a:lnTo>
                      <a:pt x="91" y="378"/>
                    </a:lnTo>
                    <a:lnTo>
                      <a:pt x="92" y="354"/>
                    </a:lnTo>
                    <a:lnTo>
                      <a:pt x="94" y="330"/>
                    </a:lnTo>
                    <a:lnTo>
                      <a:pt x="96" y="307"/>
                    </a:lnTo>
                    <a:lnTo>
                      <a:pt x="98" y="283"/>
                    </a:lnTo>
                    <a:lnTo>
                      <a:pt x="103" y="260"/>
                    </a:lnTo>
                    <a:lnTo>
                      <a:pt x="106" y="238"/>
                    </a:lnTo>
                    <a:lnTo>
                      <a:pt x="111" y="215"/>
                    </a:lnTo>
                    <a:lnTo>
                      <a:pt x="116" y="192"/>
                    </a:lnTo>
                    <a:lnTo>
                      <a:pt x="121" y="170"/>
                    </a:lnTo>
                    <a:lnTo>
                      <a:pt x="127" y="148"/>
                    </a:lnTo>
                    <a:lnTo>
                      <a:pt x="134" y="127"/>
                    </a:lnTo>
                    <a:lnTo>
                      <a:pt x="141" y="104"/>
                    </a:lnTo>
                    <a:lnTo>
                      <a:pt x="148" y="83"/>
                    </a:lnTo>
                    <a:lnTo>
                      <a:pt x="156" y="63"/>
                    </a:lnTo>
                    <a:lnTo>
                      <a:pt x="165" y="42"/>
                    </a:lnTo>
                    <a:lnTo>
                      <a:pt x="145" y="30"/>
                    </a:lnTo>
                    <a:lnTo>
                      <a:pt x="125" y="20"/>
                    </a:lnTo>
                    <a:lnTo>
                      <a:pt x="105" y="1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E2E7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8" name="Freeform 433"/>
              <p:cNvSpPr>
                <a:spLocks/>
              </p:cNvSpPr>
              <p:nvPr/>
            </p:nvSpPr>
            <p:spPr bwMode="auto">
              <a:xfrm>
                <a:off x="3055" y="1564"/>
                <a:ext cx="99" cy="165"/>
              </a:xfrm>
              <a:custGeom>
                <a:avLst/>
                <a:gdLst>
                  <a:gd name="T0" fmla="*/ 1 w 786"/>
                  <a:gd name="T1" fmla="*/ 0 h 1320"/>
                  <a:gd name="T2" fmla="*/ 1 w 786"/>
                  <a:gd name="T3" fmla="*/ 1 h 1320"/>
                  <a:gd name="T4" fmla="*/ 1 w 786"/>
                  <a:gd name="T5" fmla="*/ 2 h 1320"/>
                  <a:gd name="T6" fmla="*/ 0 w 786"/>
                  <a:gd name="T7" fmla="*/ 3 h 1320"/>
                  <a:gd name="T8" fmla="*/ 0 w 786"/>
                  <a:gd name="T9" fmla="*/ 3 h 1320"/>
                  <a:gd name="T10" fmla="*/ 0 w 786"/>
                  <a:gd name="T11" fmla="*/ 4 h 1320"/>
                  <a:gd name="T12" fmla="*/ 0 w 786"/>
                  <a:gd name="T13" fmla="*/ 5 h 1320"/>
                  <a:gd name="T14" fmla="*/ 0 w 786"/>
                  <a:gd name="T15" fmla="*/ 6 h 1320"/>
                  <a:gd name="T16" fmla="*/ 0 w 786"/>
                  <a:gd name="T17" fmla="*/ 7 h 1320"/>
                  <a:gd name="T18" fmla="*/ 0 w 786"/>
                  <a:gd name="T19" fmla="*/ 8 h 1320"/>
                  <a:gd name="T20" fmla="*/ 0 w 786"/>
                  <a:gd name="T21" fmla="*/ 9 h 1320"/>
                  <a:gd name="T22" fmla="*/ 1 w 786"/>
                  <a:gd name="T23" fmla="*/ 10 h 1320"/>
                  <a:gd name="T24" fmla="*/ 1 w 786"/>
                  <a:gd name="T25" fmla="*/ 12 h 1320"/>
                  <a:gd name="T26" fmla="*/ 2 w 786"/>
                  <a:gd name="T27" fmla="*/ 13 h 1320"/>
                  <a:gd name="T28" fmla="*/ 2 w 786"/>
                  <a:gd name="T29" fmla="*/ 14 h 1320"/>
                  <a:gd name="T30" fmla="*/ 3 w 786"/>
                  <a:gd name="T31" fmla="*/ 15 h 1320"/>
                  <a:gd name="T32" fmla="*/ 4 w 786"/>
                  <a:gd name="T33" fmla="*/ 16 h 1320"/>
                  <a:gd name="T34" fmla="*/ 5 w 786"/>
                  <a:gd name="T35" fmla="*/ 17 h 1320"/>
                  <a:gd name="T36" fmla="*/ 6 w 786"/>
                  <a:gd name="T37" fmla="*/ 18 h 1320"/>
                  <a:gd name="T38" fmla="*/ 7 w 786"/>
                  <a:gd name="T39" fmla="*/ 18 h 1320"/>
                  <a:gd name="T40" fmla="*/ 8 w 786"/>
                  <a:gd name="T41" fmla="*/ 19 h 1320"/>
                  <a:gd name="T42" fmla="*/ 9 w 786"/>
                  <a:gd name="T43" fmla="*/ 20 h 1320"/>
                  <a:gd name="T44" fmla="*/ 10 w 786"/>
                  <a:gd name="T45" fmla="*/ 20 h 1320"/>
                  <a:gd name="T46" fmla="*/ 11 w 786"/>
                  <a:gd name="T47" fmla="*/ 21 h 1320"/>
                  <a:gd name="T48" fmla="*/ 12 w 786"/>
                  <a:gd name="T49" fmla="*/ 20 h 1320"/>
                  <a:gd name="T50" fmla="*/ 12 w 786"/>
                  <a:gd name="T51" fmla="*/ 20 h 1320"/>
                  <a:gd name="T52" fmla="*/ 12 w 786"/>
                  <a:gd name="T53" fmla="*/ 19 h 1320"/>
                  <a:gd name="T54" fmla="*/ 11 w 786"/>
                  <a:gd name="T55" fmla="*/ 19 h 1320"/>
                  <a:gd name="T56" fmla="*/ 10 w 786"/>
                  <a:gd name="T57" fmla="*/ 18 h 1320"/>
                  <a:gd name="T58" fmla="*/ 9 w 786"/>
                  <a:gd name="T59" fmla="*/ 18 h 1320"/>
                  <a:gd name="T60" fmla="*/ 8 w 786"/>
                  <a:gd name="T61" fmla="*/ 17 h 1320"/>
                  <a:gd name="T62" fmla="*/ 7 w 786"/>
                  <a:gd name="T63" fmla="*/ 17 h 1320"/>
                  <a:gd name="T64" fmla="*/ 6 w 786"/>
                  <a:gd name="T65" fmla="*/ 16 h 1320"/>
                  <a:gd name="T66" fmla="*/ 5 w 786"/>
                  <a:gd name="T67" fmla="*/ 15 h 1320"/>
                  <a:gd name="T68" fmla="*/ 4 w 786"/>
                  <a:gd name="T69" fmla="*/ 14 h 1320"/>
                  <a:gd name="T70" fmla="*/ 4 w 786"/>
                  <a:gd name="T71" fmla="*/ 13 h 1320"/>
                  <a:gd name="T72" fmla="*/ 3 w 786"/>
                  <a:gd name="T73" fmla="*/ 12 h 1320"/>
                  <a:gd name="T74" fmla="*/ 3 w 786"/>
                  <a:gd name="T75" fmla="*/ 11 h 1320"/>
                  <a:gd name="T76" fmla="*/ 2 w 786"/>
                  <a:gd name="T77" fmla="*/ 10 h 1320"/>
                  <a:gd name="T78" fmla="*/ 2 w 786"/>
                  <a:gd name="T79" fmla="*/ 9 h 1320"/>
                  <a:gd name="T80" fmla="*/ 2 w 786"/>
                  <a:gd name="T81" fmla="*/ 8 h 1320"/>
                  <a:gd name="T82" fmla="*/ 2 w 786"/>
                  <a:gd name="T83" fmla="*/ 6 h 1320"/>
                  <a:gd name="T84" fmla="*/ 1 w 786"/>
                  <a:gd name="T85" fmla="*/ 6 h 1320"/>
                  <a:gd name="T86" fmla="*/ 2 w 786"/>
                  <a:gd name="T87" fmla="*/ 5 h 1320"/>
                  <a:gd name="T88" fmla="*/ 2 w 786"/>
                  <a:gd name="T89" fmla="*/ 4 h 1320"/>
                  <a:gd name="T90" fmla="*/ 2 w 786"/>
                  <a:gd name="T91" fmla="*/ 3 h 1320"/>
                  <a:gd name="T92" fmla="*/ 2 w 786"/>
                  <a:gd name="T93" fmla="*/ 3 h 1320"/>
                  <a:gd name="T94" fmla="*/ 2 w 786"/>
                  <a:gd name="T95" fmla="*/ 2 h 1320"/>
                  <a:gd name="T96" fmla="*/ 2 w 786"/>
                  <a:gd name="T97" fmla="*/ 2 h 1320"/>
                  <a:gd name="T98" fmla="*/ 2 w 786"/>
                  <a:gd name="T99" fmla="*/ 1 h 1320"/>
                  <a:gd name="T100" fmla="*/ 2 w 786"/>
                  <a:gd name="T101" fmla="*/ 1 h 1320"/>
                  <a:gd name="T102" fmla="*/ 2 w 786"/>
                  <a:gd name="T103" fmla="*/ 0 h 132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786"/>
                  <a:gd name="T157" fmla="*/ 0 h 1320"/>
                  <a:gd name="T158" fmla="*/ 786 w 786"/>
                  <a:gd name="T159" fmla="*/ 1320 h 132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786" h="1320">
                    <a:moveTo>
                      <a:pt x="79" y="0"/>
                    </a:moveTo>
                    <a:lnTo>
                      <a:pt x="70" y="23"/>
                    </a:lnTo>
                    <a:lnTo>
                      <a:pt x="61" y="45"/>
                    </a:lnTo>
                    <a:lnTo>
                      <a:pt x="52" y="67"/>
                    </a:lnTo>
                    <a:lnTo>
                      <a:pt x="45" y="90"/>
                    </a:lnTo>
                    <a:lnTo>
                      <a:pt x="38" y="113"/>
                    </a:lnTo>
                    <a:lnTo>
                      <a:pt x="31" y="136"/>
                    </a:lnTo>
                    <a:lnTo>
                      <a:pt x="25" y="160"/>
                    </a:lnTo>
                    <a:lnTo>
                      <a:pt x="20" y="184"/>
                    </a:lnTo>
                    <a:lnTo>
                      <a:pt x="15" y="208"/>
                    </a:lnTo>
                    <a:lnTo>
                      <a:pt x="11" y="232"/>
                    </a:lnTo>
                    <a:lnTo>
                      <a:pt x="8" y="256"/>
                    </a:lnTo>
                    <a:lnTo>
                      <a:pt x="5" y="282"/>
                    </a:lnTo>
                    <a:lnTo>
                      <a:pt x="3" y="306"/>
                    </a:lnTo>
                    <a:lnTo>
                      <a:pt x="1" y="331"/>
                    </a:lnTo>
                    <a:lnTo>
                      <a:pt x="0" y="357"/>
                    </a:lnTo>
                    <a:lnTo>
                      <a:pt x="0" y="382"/>
                    </a:lnTo>
                    <a:lnTo>
                      <a:pt x="1" y="424"/>
                    </a:lnTo>
                    <a:lnTo>
                      <a:pt x="4" y="467"/>
                    </a:lnTo>
                    <a:lnTo>
                      <a:pt x="8" y="510"/>
                    </a:lnTo>
                    <a:lnTo>
                      <a:pt x="14" y="551"/>
                    </a:lnTo>
                    <a:lnTo>
                      <a:pt x="23" y="592"/>
                    </a:lnTo>
                    <a:lnTo>
                      <a:pt x="32" y="631"/>
                    </a:lnTo>
                    <a:lnTo>
                      <a:pt x="44" y="671"/>
                    </a:lnTo>
                    <a:lnTo>
                      <a:pt x="58" y="710"/>
                    </a:lnTo>
                    <a:lnTo>
                      <a:pt x="72" y="747"/>
                    </a:lnTo>
                    <a:lnTo>
                      <a:pt x="88" y="785"/>
                    </a:lnTo>
                    <a:lnTo>
                      <a:pt x="106" y="821"/>
                    </a:lnTo>
                    <a:lnTo>
                      <a:pt x="125" y="857"/>
                    </a:lnTo>
                    <a:lnTo>
                      <a:pt x="147" y="891"/>
                    </a:lnTo>
                    <a:lnTo>
                      <a:pt x="168" y="925"/>
                    </a:lnTo>
                    <a:lnTo>
                      <a:pt x="191" y="957"/>
                    </a:lnTo>
                    <a:lnTo>
                      <a:pt x="217" y="988"/>
                    </a:lnTo>
                    <a:lnTo>
                      <a:pt x="243" y="1020"/>
                    </a:lnTo>
                    <a:lnTo>
                      <a:pt x="270" y="1049"/>
                    </a:lnTo>
                    <a:lnTo>
                      <a:pt x="299" y="1077"/>
                    </a:lnTo>
                    <a:lnTo>
                      <a:pt x="328" y="1104"/>
                    </a:lnTo>
                    <a:lnTo>
                      <a:pt x="358" y="1129"/>
                    </a:lnTo>
                    <a:lnTo>
                      <a:pt x="391" y="1154"/>
                    </a:lnTo>
                    <a:lnTo>
                      <a:pt x="423" y="1177"/>
                    </a:lnTo>
                    <a:lnTo>
                      <a:pt x="457" y="1199"/>
                    </a:lnTo>
                    <a:lnTo>
                      <a:pt x="492" y="1219"/>
                    </a:lnTo>
                    <a:lnTo>
                      <a:pt x="528" y="1239"/>
                    </a:lnTo>
                    <a:lnTo>
                      <a:pt x="564" y="1256"/>
                    </a:lnTo>
                    <a:lnTo>
                      <a:pt x="602" y="1272"/>
                    </a:lnTo>
                    <a:lnTo>
                      <a:pt x="640" y="1286"/>
                    </a:lnTo>
                    <a:lnTo>
                      <a:pt x="679" y="1299"/>
                    </a:lnTo>
                    <a:lnTo>
                      <a:pt x="718" y="1310"/>
                    </a:lnTo>
                    <a:lnTo>
                      <a:pt x="759" y="1320"/>
                    </a:lnTo>
                    <a:lnTo>
                      <a:pt x="766" y="1298"/>
                    </a:lnTo>
                    <a:lnTo>
                      <a:pt x="773" y="1276"/>
                    </a:lnTo>
                    <a:lnTo>
                      <a:pt x="780" y="1254"/>
                    </a:lnTo>
                    <a:lnTo>
                      <a:pt x="786" y="1232"/>
                    </a:lnTo>
                    <a:lnTo>
                      <a:pt x="749" y="1223"/>
                    </a:lnTo>
                    <a:lnTo>
                      <a:pt x="713" y="1214"/>
                    </a:lnTo>
                    <a:lnTo>
                      <a:pt x="677" y="1202"/>
                    </a:lnTo>
                    <a:lnTo>
                      <a:pt x="642" y="1190"/>
                    </a:lnTo>
                    <a:lnTo>
                      <a:pt x="608" y="1176"/>
                    </a:lnTo>
                    <a:lnTo>
                      <a:pt x="574" y="1160"/>
                    </a:lnTo>
                    <a:lnTo>
                      <a:pt x="542" y="1142"/>
                    </a:lnTo>
                    <a:lnTo>
                      <a:pt x="510" y="1124"/>
                    </a:lnTo>
                    <a:lnTo>
                      <a:pt x="479" y="1105"/>
                    </a:lnTo>
                    <a:lnTo>
                      <a:pt x="449" y="1084"/>
                    </a:lnTo>
                    <a:lnTo>
                      <a:pt x="420" y="1061"/>
                    </a:lnTo>
                    <a:lnTo>
                      <a:pt x="392" y="1038"/>
                    </a:lnTo>
                    <a:lnTo>
                      <a:pt x="365" y="1014"/>
                    </a:lnTo>
                    <a:lnTo>
                      <a:pt x="338" y="988"/>
                    </a:lnTo>
                    <a:lnTo>
                      <a:pt x="314" y="962"/>
                    </a:lnTo>
                    <a:lnTo>
                      <a:pt x="290" y="934"/>
                    </a:lnTo>
                    <a:lnTo>
                      <a:pt x="267" y="905"/>
                    </a:lnTo>
                    <a:lnTo>
                      <a:pt x="246" y="876"/>
                    </a:lnTo>
                    <a:lnTo>
                      <a:pt x="226" y="846"/>
                    </a:lnTo>
                    <a:lnTo>
                      <a:pt x="206" y="814"/>
                    </a:lnTo>
                    <a:lnTo>
                      <a:pt x="188" y="782"/>
                    </a:lnTo>
                    <a:lnTo>
                      <a:pt x="172" y="748"/>
                    </a:lnTo>
                    <a:lnTo>
                      <a:pt x="158" y="715"/>
                    </a:lnTo>
                    <a:lnTo>
                      <a:pt x="144" y="681"/>
                    </a:lnTo>
                    <a:lnTo>
                      <a:pt x="131" y="645"/>
                    </a:lnTo>
                    <a:lnTo>
                      <a:pt x="121" y="609"/>
                    </a:lnTo>
                    <a:lnTo>
                      <a:pt x="112" y="572"/>
                    </a:lnTo>
                    <a:lnTo>
                      <a:pt x="104" y="536"/>
                    </a:lnTo>
                    <a:lnTo>
                      <a:pt x="99" y="497"/>
                    </a:lnTo>
                    <a:lnTo>
                      <a:pt x="94" y="460"/>
                    </a:lnTo>
                    <a:lnTo>
                      <a:pt x="92" y="420"/>
                    </a:lnTo>
                    <a:lnTo>
                      <a:pt x="91" y="382"/>
                    </a:lnTo>
                    <a:lnTo>
                      <a:pt x="91" y="360"/>
                    </a:lnTo>
                    <a:lnTo>
                      <a:pt x="92" y="337"/>
                    </a:lnTo>
                    <a:lnTo>
                      <a:pt x="94" y="315"/>
                    </a:lnTo>
                    <a:lnTo>
                      <a:pt x="95" y="293"/>
                    </a:lnTo>
                    <a:lnTo>
                      <a:pt x="98" y="272"/>
                    </a:lnTo>
                    <a:lnTo>
                      <a:pt x="101" y="249"/>
                    </a:lnTo>
                    <a:lnTo>
                      <a:pt x="104" y="228"/>
                    </a:lnTo>
                    <a:lnTo>
                      <a:pt x="108" y="207"/>
                    </a:lnTo>
                    <a:lnTo>
                      <a:pt x="113" y="186"/>
                    </a:lnTo>
                    <a:lnTo>
                      <a:pt x="118" y="165"/>
                    </a:lnTo>
                    <a:lnTo>
                      <a:pt x="124" y="144"/>
                    </a:lnTo>
                    <a:lnTo>
                      <a:pt x="130" y="124"/>
                    </a:lnTo>
                    <a:lnTo>
                      <a:pt x="137" y="104"/>
                    </a:lnTo>
                    <a:lnTo>
                      <a:pt x="144" y="83"/>
                    </a:lnTo>
                    <a:lnTo>
                      <a:pt x="152" y="64"/>
                    </a:lnTo>
                    <a:lnTo>
                      <a:pt x="159" y="44"/>
                    </a:lnTo>
                    <a:lnTo>
                      <a:pt x="140" y="33"/>
                    </a:lnTo>
                    <a:lnTo>
                      <a:pt x="119" y="22"/>
                    </a:lnTo>
                    <a:lnTo>
                      <a:pt x="99" y="10"/>
                    </a:ln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E3E8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69" name="Freeform 434"/>
              <p:cNvSpPr>
                <a:spLocks/>
              </p:cNvSpPr>
              <p:nvPr/>
            </p:nvSpPr>
            <p:spPr bwMode="auto">
              <a:xfrm>
                <a:off x="3061" y="1567"/>
                <a:ext cx="94" cy="156"/>
              </a:xfrm>
              <a:custGeom>
                <a:avLst/>
                <a:gdLst>
                  <a:gd name="T0" fmla="*/ 1 w 751"/>
                  <a:gd name="T1" fmla="*/ 0 h 1254"/>
                  <a:gd name="T2" fmla="*/ 1 w 751"/>
                  <a:gd name="T3" fmla="*/ 1 h 1254"/>
                  <a:gd name="T4" fmla="*/ 1 w 751"/>
                  <a:gd name="T5" fmla="*/ 2 h 1254"/>
                  <a:gd name="T6" fmla="*/ 0 w 751"/>
                  <a:gd name="T7" fmla="*/ 2 h 1254"/>
                  <a:gd name="T8" fmla="*/ 0 w 751"/>
                  <a:gd name="T9" fmla="*/ 3 h 1254"/>
                  <a:gd name="T10" fmla="*/ 0 w 751"/>
                  <a:gd name="T11" fmla="*/ 4 h 1254"/>
                  <a:gd name="T12" fmla="*/ 0 w 751"/>
                  <a:gd name="T13" fmla="*/ 4 h 1254"/>
                  <a:gd name="T14" fmla="*/ 0 w 751"/>
                  <a:gd name="T15" fmla="*/ 5 h 1254"/>
                  <a:gd name="T16" fmla="*/ 0 w 751"/>
                  <a:gd name="T17" fmla="*/ 6 h 1254"/>
                  <a:gd name="T18" fmla="*/ 0 w 751"/>
                  <a:gd name="T19" fmla="*/ 7 h 1254"/>
                  <a:gd name="T20" fmla="*/ 0 w 751"/>
                  <a:gd name="T21" fmla="*/ 9 h 1254"/>
                  <a:gd name="T22" fmla="*/ 1 w 751"/>
                  <a:gd name="T23" fmla="*/ 10 h 1254"/>
                  <a:gd name="T24" fmla="*/ 1 w 751"/>
                  <a:gd name="T25" fmla="*/ 11 h 1254"/>
                  <a:gd name="T26" fmla="*/ 2 w 751"/>
                  <a:gd name="T27" fmla="*/ 12 h 1254"/>
                  <a:gd name="T28" fmla="*/ 2 w 751"/>
                  <a:gd name="T29" fmla="*/ 13 h 1254"/>
                  <a:gd name="T30" fmla="*/ 3 w 751"/>
                  <a:gd name="T31" fmla="*/ 14 h 1254"/>
                  <a:gd name="T32" fmla="*/ 4 w 751"/>
                  <a:gd name="T33" fmla="*/ 15 h 1254"/>
                  <a:gd name="T34" fmla="*/ 5 w 751"/>
                  <a:gd name="T35" fmla="*/ 16 h 1254"/>
                  <a:gd name="T36" fmla="*/ 5 w 751"/>
                  <a:gd name="T37" fmla="*/ 17 h 1254"/>
                  <a:gd name="T38" fmla="*/ 6 w 751"/>
                  <a:gd name="T39" fmla="*/ 17 h 1254"/>
                  <a:gd name="T40" fmla="*/ 7 w 751"/>
                  <a:gd name="T41" fmla="*/ 18 h 1254"/>
                  <a:gd name="T42" fmla="*/ 9 w 751"/>
                  <a:gd name="T43" fmla="*/ 19 h 1254"/>
                  <a:gd name="T44" fmla="*/ 10 w 751"/>
                  <a:gd name="T45" fmla="*/ 19 h 1254"/>
                  <a:gd name="T46" fmla="*/ 11 w 751"/>
                  <a:gd name="T47" fmla="*/ 19 h 1254"/>
                  <a:gd name="T48" fmla="*/ 12 w 751"/>
                  <a:gd name="T49" fmla="*/ 19 h 1254"/>
                  <a:gd name="T50" fmla="*/ 12 w 751"/>
                  <a:gd name="T51" fmla="*/ 18 h 1254"/>
                  <a:gd name="T52" fmla="*/ 11 w 751"/>
                  <a:gd name="T53" fmla="*/ 18 h 1254"/>
                  <a:gd name="T54" fmla="*/ 10 w 751"/>
                  <a:gd name="T55" fmla="*/ 18 h 1254"/>
                  <a:gd name="T56" fmla="*/ 9 w 751"/>
                  <a:gd name="T57" fmla="*/ 17 h 1254"/>
                  <a:gd name="T58" fmla="*/ 8 w 751"/>
                  <a:gd name="T59" fmla="*/ 17 h 1254"/>
                  <a:gd name="T60" fmla="*/ 7 w 751"/>
                  <a:gd name="T61" fmla="*/ 16 h 1254"/>
                  <a:gd name="T62" fmla="*/ 6 w 751"/>
                  <a:gd name="T63" fmla="*/ 16 h 1254"/>
                  <a:gd name="T64" fmla="*/ 6 w 751"/>
                  <a:gd name="T65" fmla="*/ 15 h 1254"/>
                  <a:gd name="T66" fmla="*/ 5 w 751"/>
                  <a:gd name="T67" fmla="*/ 14 h 1254"/>
                  <a:gd name="T68" fmla="*/ 4 w 751"/>
                  <a:gd name="T69" fmla="*/ 13 h 1254"/>
                  <a:gd name="T70" fmla="*/ 3 w 751"/>
                  <a:gd name="T71" fmla="*/ 12 h 1254"/>
                  <a:gd name="T72" fmla="*/ 3 w 751"/>
                  <a:gd name="T73" fmla="*/ 11 h 1254"/>
                  <a:gd name="T74" fmla="*/ 2 w 751"/>
                  <a:gd name="T75" fmla="*/ 10 h 1254"/>
                  <a:gd name="T76" fmla="*/ 2 w 751"/>
                  <a:gd name="T77" fmla="*/ 9 h 1254"/>
                  <a:gd name="T78" fmla="*/ 2 w 751"/>
                  <a:gd name="T79" fmla="*/ 8 h 1254"/>
                  <a:gd name="T80" fmla="*/ 2 w 751"/>
                  <a:gd name="T81" fmla="*/ 7 h 1254"/>
                  <a:gd name="T82" fmla="*/ 2 w 751"/>
                  <a:gd name="T83" fmla="*/ 6 h 1254"/>
                  <a:gd name="T84" fmla="*/ 2 w 751"/>
                  <a:gd name="T85" fmla="*/ 5 h 1254"/>
                  <a:gd name="T86" fmla="*/ 2 w 751"/>
                  <a:gd name="T87" fmla="*/ 5 h 1254"/>
                  <a:gd name="T88" fmla="*/ 2 w 751"/>
                  <a:gd name="T89" fmla="*/ 4 h 1254"/>
                  <a:gd name="T90" fmla="*/ 2 w 751"/>
                  <a:gd name="T91" fmla="*/ 2 h 1254"/>
                  <a:gd name="T92" fmla="*/ 2 w 751"/>
                  <a:gd name="T93" fmla="*/ 1 h 1254"/>
                  <a:gd name="T94" fmla="*/ 2 w 751"/>
                  <a:gd name="T95" fmla="*/ 0 h 1254"/>
                  <a:gd name="T96" fmla="*/ 2 w 751"/>
                  <a:gd name="T97" fmla="*/ 0 h 125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751"/>
                  <a:gd name="T148" fmla="*/ 0 h 1254"/>
                  <a:gd name="T149" fmla="*/ 751 w 751"/>
                  <a:gd name="T150" fmla="*/ 1254 h 125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751" h="1254">
                    <a:moveTo>
                      <a:pt x="74" y="0"/>
                    </a:moveTo>
                    <a:lnTo>
                      <a:pt x="65" y="21"/>
                    </a:lnTo>
                    <a:lnTo>
                      <a:pt x="57" y="41"/>
                    </a:lnTo>
                    <a:lnTo>
                      <a:pt x="50" y="62"/>
                    </a:lnTo>
                    <a:lnTo>
                      <a:pt x="43" y="85"/>
                    </a:lnTo>
                    <a:lnTo>
                      <a:pt x="36" y="106"/>
                    </a:lnTo>
                    <a:lnTo>
                      <a:pt x="30" y="128"/>
                    </a:lnTo>
                    <a:lnTo>
                      <a:pt x="25" y="150"/>
                    </a:lnTo>
                    <a:lnTo>
                      <a:pt x="20" y="173"/>
                    </a:lnTo>
                    <a:lnTo>
                      <a:pt x="15" y="196"/>
                    </a:lnTo>
                    <a:lnTo>
                      <a:pt x="12" y="218"/>
                    </a:lnTo>
                    <a:lnTo>
                      <a:pt x="7" y="241"/>
                    </a:lnTo>
                    <a:lnTo>
                      <a:pt x="5" y="265"/>
                    </a:lnTo>
                    <a:lnTo>
                      <a:pt x="3" y="288"/>
                    </a:lnTo>
                    <a:lnTo>
                      <a:pt x="1" y="312"/>
                    </a:lnTo>
                    <a:lnTo>
                      <a:pt x="0" y="336"/>
                    </a:lnTo>
                    <a:lnTo>
                      <a:pt x="0" y="360"/>
                    </a:lnTo>
                    <a:lnTo>
                      <a:pt x="1" y="400"/>
                    </a:lnTo>
                    <a:lnTo>
                      <a:pt x="4" y="441"/>
                    </a:lnTo>
                    <a:lnTo>
                      <a:pt x="8" y="481"/>
                    </a:lnTo>
                    <a:lnTo>
                      <a:pt x="15" y="521"/>
                    </a:lnTo>
                    <a:lnTo>
                      <a:pt x="23" y="560"/>
                    </a:lnTo>
                    <a:lnTo>
                      <a:pt x="32" y="599"/>
                    </a:lnTo>
                    <a:lnTo>
                      <a:pt x="43" y="636"/>
                    </a:lnTo>
                    <a:lnTo>
                      <a:pt x="56" y="673"/>
                    </a:lnTo>
                    <a:lnTo>
                      <a:pt x="70" y="709"/>
                    </a:lnTo>
                    <a:lnTo>
                      <a:pt x="85" y="745"/>
                    </a:lnTo>
                    <a:lnTo>
                      <a:pt x="103" y="780"/>
                    </a:lnTo>
                    <a:lnTo>
                      <a:pt x="121" y="814"/>
                    </a:lnTo>
                    <a:lnTo>
                      <a:pt x="141" y="847"/>
                    </a:lnTo>
                    <a:lnTo>
                      <a:pt x="162" y="878"/>
                    </a:lnTo>
                    <a:lnTo>
                      <a:pt x="185" y="910"/>
                    </a:lnTo>
                    <a:lnTo>
                      <a:pt x="208" y="940"/>
                    </a:lnTo>
                    <a:lnTo>
                      <a:pt x="233" y="968"/>
                    </a:lnTo>
                    <a:lnTo>
                      <a:pt x="260" y="997"/>
                    </a:lnTo>
                    <a:lnTo>
                      <a:pt x="287" y="1024"/>
                    </a:lnTo>
                    <a:lnTo>
                      <a:pt x="315" y="1049"/>
                    </a:lnTo>
                    <a:lnTo>
                      <a:pt x="345" y="1074"/>
                    </a:lnTo>
                    <a:lnTo>
                      <a:pt x="375" y="1097"/>
                    </a:lnTo>
                    <a:lnTo>
                      <a:pt x="407" y="1119"/>
                    </a:lnTo>
                    <a:lnTo>
                      <a:pt x="439" y="1140"/>
                    </a:lnTo>
                    <a:lnTo>
                      <a:pt x="473" y="1160"/>
                    </a:lnTo>
                    <a:lnTo>
                      <a:pt x="507" y="1177"/>
                    </a:lnTo>
                    <a:lnTo>
                      <a:pt x="541" y="1194"/>
                    </a:lnTo>
                    <a:lnTo>
                      <a:pt x="578" y="1209"/>
                    </a:lnTo>
                    <a:lnTo>
                      <a:pt x="614" y="1223"/>
                    </a:lnTo>
                    <a:lnTo>
                      <a:pt x="652" y="1235"/>
                    </a:lnTo>
                    <a:lnTo>
                      <a:pt x="689" y="1245"/>
                    </a:lnTo>
                    <a:lnTo>
                      <a:pt x="728" y="1254"/>
                    </a:lnTo>
                    <a:lnTo>
                      <a:pt x="735" y="1232"/>
                    </a:lnTo>
                    <a:lnTo>
                      <a:pt x="741" y="1210"/>
                    </a:lnTo>
                    <a:lnTo>
                      <a:pt x="746" y="1188"/>
                    </a:lnTo>
                    <a:lnTo>
                      <a:pt x="751" y="1166"/>
                    </a:lnTo>
                    <a:lnTo>
                      <a:pt x="716" y="1158"/>
                    </a:lnTo>
                    <a:lnTo>
                      <a:pt x="681" y="1149"/>
                    </a:lnTo>
                    <a:lnTo>
                      <a:pt x="648" y="1138"/>
                    </a:lnTo>
                    <a:lnTo>
                      <a:pt x="614" y="1125"/>
                    </a:lnTo>
                    <a:lnTo>
                      <a:pt x="582" y="1112"/>
                    </a:lnTo>
                    <a:lnTo>
                      <a:pt x="551" y="1097"/>
                    </a:lnTo>
                    <a:lnTo>
                      <a:pt x="519" y="1081"/>
                    </a:lnTo>
                    <a:lnTo>
                      <a:pt x="489" y="1064"/>
                    </a:lnTo>
                    <a:lnTo>
                      <a:pt x="459" y="1045"/>
                    </a:lnTo>
                    <a:lnTo>
                      <a:pt x="431" y="1025"/>
                    </a:lnTo>
                    <a:lnTo>
                      <a:pt x="404" y="1004"/>
                    </a:lnTo>
                    <a:lnTo>
                      <a:pt x="377" y="983"/>
                    </a:lnTo>
                    <a:lnTo>
                      <a:pt x="351" y="959"/>
                    </a:lnTo>
                    <a:lnTo>
                      <a:pt x="327" y="935"/>
                    </a:lnTo>
                    <a:lnTo>
                      <a:pt x="303" y="910"/>
                    </a:lnTo>
                    <a:lnTo>
                      <a:pt x="280" y="883"/>
                    </a:lnTo>
                    <a:lnTo>
                      <a:pt x="259" y="856"/>
                    </a:lnTo>
                    <a:lnTo>
                      <a:pt x="238" y="829"/>
                    </a:lnTo>
                    <a:lnTo>
                      <a:pt x="219" y="799"/>
                    </a:lnTo>
                    <a:lnTo>
                      <a:pt x="201" y="770"/>
                    </a:lnTo>
                    <a:lnTo>
                      <a:pt x="185" y="739"/>
                    </a:lnTo>
                    <a:lnTo>
                      <a:pt x="169" y="707"/>
                    </a:lnTo>
                    <a:lnTo>
                      <a:pt x="154" y="676"/>
                    </a:lnTo>
                    <a:lnTo>
                      <a:pt x="142" y="642"/>
                    </a:lnTo>
                    <a:lnTo>
                      <a:pt x="130" y="609"/>
                    </a:lnTo>
                    <a:lnTo>
                      <a:pt x="120" y="576"/>
                    </a:lnTo>
                    <a:lnTo>
                      <a:pt x="112" y="541"/>
                    </a:lnTo>
                    <a:lnTo>
                      <a:pt x="105" y="506"/>
                    </a:lnTo>
                    <a:lnTo>
                      <a:pt x="99" y="469"/>
                    </a:lnTo>
                    <a:lnTo>
                      <a:pt x="95" y="434"/>
                    </a:lnTo>
                    <a:lnTo>
                      <a:pt x="93" y="396"/>
                    </a:lnTo>
                    <a:lnTo>
                      <a:pt x="92" y="360"/>
                    </a:lnTo>
                    <a:lnTo>
                      <a:pt x="92" y="339"/>
                    </a:lnTo>
                    <a:lnTo>
                      <a:pt x="93" y="318"/>
                    </a:lnTo>
                    <a:lnTo>
                      <a:pt x="94" y="298"/>
                    </a:lnTo>
                    <a:lnTo>
                      <a:pt x="96" y="277"/>
                    </a:lnTo>
                    <a:lnTo>
                      <a:pt x="101" y="237"/>
                    </a:lnTo>
                    <a:lnTo>
                      <a:pt x="108" y="197"/>
                    </a:lnTo>
                    <a:lnTo>
                      <a:pt x="117" y="158"/>
                    </a:lnTo>
                    <a:lnTo>
                      <a:pt x="127" y="120"/>
                    </a:lnTo>
                    <a:lnTo>
                      <a:pt x="140" y="83"/>
                    </a:lnTo>
                    <a:lnTo>
                      <a:pt x="154" y="45"/>
                    </a:lnTo>
                    <a:lnTo>
                      <a:pt x="134" y="34"/>
                    </a:lnTo>
                    <a:lnTo>
                      <a:pt x="115" y="22"/>
                    </a:lnTo>
                    <a:lnTo>
                      <a:pt x="95" y="11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E4E8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0" name="Freeform 435"/>
              <p:cNvSpPr>
                <a:spLocks/>
              </p:cNvSpPr>
              <p:nvPr/>
            </p:nvSpPr>
            <p:spPr bwMode="auto">
              <a:xfrm>
                <a:off x="3067" y="1569"/>
                <a:ext cx="89" cy="149"/>
              </a:xfrm>
              <a:custGeom>
                <a:avLst/>
                <a:gdLst>
                  <a:gd name="T0" fmla="*/ 1 w 713"/>
                  <a:gd name="T1" fmla="*/ 0 h 1188"/>
                  <a:gd name="T2" fmla="*/ 1 w 713"/>
                  <a:gd name="T3" fmla="*/ 1 h 1188"/>
                  <a:gd name="T4" fmla="*/ 0 w 713"/>
                  <a:gd name="T5" fmla="*/ 2 h 1188"/>
                  <a:gd name="T6" fmla="*/ 0 w 713"/>
                  <a:gd name="T7" fmla="*/ 2 h 1188"/>
                  <a:gd name="T8" fmla="*/ 0 w 713"/>
                  <a:gd name="T9" fmla="*/ 3 h 1188"/>
                  <a:gd name="T10" fmla="*/ 0 w 713"/>
                  <a:gd name="T11" fmla="*/ 4 h 1188"/>
                  <a:gd name="T12" fmla="*/ 0 w 713"/>
                  <a:gd name="T13" fmla="*/ 4 h 1188"/>
                  <a:gd name="T14" fmla="*/ 0 w 713"/>
                  <a:gd name="T15" fmla="*/ 5 h 1188"/>
                  <a:gd name="T16" fmla="*/ 0 w 713"/>
                  <a:gd name="T17" fmla="*/ 6 h 1188"/>
                  <a:gd name="T18" fmla="*/ 0 w 713"/>
                  <a:gd name="T19" fmla="*/ 7 h 1188"/>
                  <a:gd name="T20" fmla="*/ 0 w 713"/>
                  <a:gd name="T21" fmla="*/ 8 h 1188"/>
                  <a:gd name="T22" fmla="*/ 1 w 713"/>
                  <a:gd name="T23" fmla="*/ 9 h 1188"/>
                  <a:gd name="T24" fmla="*/ 1 w 713"/>
                  <a:gd name="T25" fmla="*/ 11 h 1188"/>
                  <a:gd name="T26" fmla="*/ 1 w 713"/>
                  <a:gd name="T27" fmla="*/ 12 h 1188"/>
                  <a:gd name="T28" fmla="*/ 2 w 713"/>
                  <a:gd name="T29" fmla="*/ 13 h 1188"/>
                  <a:gd name="T30" fmla="*/ 3 w 713"/>
                  <a:gd name="T31" fmla="*/ 14 h 1188"/>
                  <a:gd name="T32" fmla="*/ 3 w 713"/>
                  <a:gd name="T33" fmla="*/ 14 h 1188"/>
                  <a:gd name="T34" fmla="*/ 4 w 713"/>
                  <a:gd name="T35" fmla="*/ 15 h 1188"/>
                  <a:gd name="T36" fmla="*/ 5 w 713"/>
                  <a:gd name="T37" fmla="*/ 16 h 1188"/>
                  <a:gd name="T38" fmla="*/ 6 w 713"/>
                  <a:gd name="T39" fmla="*/ 17 h 1188"/>
                  <a:gd name="T40" fmla="*/ 7 w 713"/>
                  <a:gd name="T41" fmla="*/ 17 h 1188"/>
                  <a:gd name="T42" fmla="*/ 8 w 713"/>
                  <a:gd name="T43" fmla="*/ 18 h 1188"/>
                  <a:gd name="T44" fmla="*/ 9 w 713"/>
                  <a:gd name="T45" fmla="*/ 18 h 1188"/>
                  <a:gd name="T46" fmla="*/ 10 w 713"/>
                  <a:gd name="T47" fmla="*/ 19 h 1188"/>
                  <a:gd name="T48" fmla="*/ 11 w 713"/>
                  <a:gd name="T49" fmla="*/ 18 h 1188"/>
                  <a:gd name="T50" fmla="*/ 11 w 713"/>
                  <a:gd name="T51" fmla="*/ 18 h 1188"/>
                  <a:gd name="T52" fmla="*/ 11 w 713"/>
                  <a:gd name="T53" fmla="*/ 17 h 1188"/>
                  <a:gd name="T54" fmla="*/ 10 w 713"/>
                  <a:gd name="T55" fmla="*/ 17 h 1188"/>
                  <a:gd name="T56" fmla="*/ 9 w 713"/>
                  <a:gd name="T57" fmla="*/ 16 h 1188"/>
                  <a:gd name="T58" fmla="*/ 8 w 713"/>
                  <a:gd name="T59" fmla="*/ 16 h 1188"/>
                  <a:gd name="T60" fmla="*/ 7 w 713"/>
                  <a:gd name="T61" fmla="*/ 16 h 1188"/>
                  <a:gd name="T62" fmla="*/ 6 w 713"/>
                  <a:gd name="T63" fmla="*/ 15 h 1188"/>
                  <a:gd name="T64" fmla="*/ 5 w 713"/>
                  <a:gd name="T65" fmla="*/ 14 h 1188"/>
                  <a:gd name="T66" fmla="*/ 4 w 713"/>
                  <a:gd name="T67" fmla="*/ 13 h 1188"/>
                  <a:gd name="T68" fmla="*/ 4 w 713"/>
                  <a:gd name="T69" fmla="*/ 13 h 1188"/>
                  <a:gd name="T70" fmla="*/ 3 w 713"/>
                  <a:gd name="T71" fmla="*/ 12 h 1188"/>
                  <a:gd name="T72" fmla="*/ 3 w 713"/>
                  <a:gd name="T73" fmla="*/ 11 h 1188"/>
                  <a:gd name="T74" fmla="*/ 2 w 713"/>
                  <a:gd name="T75" fmla="*/ 10 h 1188"/>
                  <a:gd name="T76" fmla="*/ 2 w 713"/>
                  <a:gd name="T77" fmla="*/ 9 h 1188"/>
                  <a:gd name="T78" fmla="*/ 2 w 713"/>
                  <a:gd name="T79" fmla="*/ 8 h 1188"/>
                  <a:gd name="T80" fmla="*/ 1 w 713"/>
                  <a:gd name="T81" fmla="*/ 7 h 1188"/>
                  <a:gd name="T82" fmla="*/ 1 w 713"/>
                  <a:gd name="T83" fmla="*/ 6 h 1188"/>
                  <a:gd name="T84" fmla="*/ 1 w 713"/>
                  <a:gd name="T85" fmla="*/ 5 h 1188"/>
                  <a:gd name="T86" fmla="*/ 1 w 713"/>
                  <a:gd name="T87" fmla="*/ 4 h 1188"/>
                  <a:gd name="T88" fmla="*/ 2 w 713"/>
                  <a:gd name="T89" fmla="*/ 2 h 1188"/>
                  <a:gd name="T90" fmla="*/ 2 w 713"/>
                  <a:gd name="T91" fmla="*/ 1 h 1188"/>
                  <a:gd name="T92" fmla="*/ 2 w 713"/>
                  <a:gd name="T93" fmla="*/ 1 h 1188"/>
                  <a:gd name="T94" fmla="*/ 1 w 713"/>
                  <a:gd name="T95" fmla="*/ 0 h 118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713"/>
                  <a:gd name="T145" fmla="*/ 0 h 1188"/>
                  <a:gd name="T146" fmla="*/ 713 w 713"/>
                  <a:gd name="T147" fmla="*/ 1188 h 118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713" h="1188">
                    <a:moveTo>
                      <a:pt x="68" y="0"/>
                    </a:moveTo>
                    <a:lnTo>
                      <a:pt x="61" y="20"/>
                    </a:lnTo>
                    <a:lnTo>
                      <a:pt x="53" y="39"/>
                    </a:lnTo>
                    <a:lnTo>
                      <a:pt x="46" y="60"/>
                    </a:lnTo>
                    <a:lnTo>
                      <a:pt x="39" y="80"/>
                    </a:lnTo>
                    <a:lnTo>
                      <a:pt x="33" y="100"/>
                    </a:lnTo>
                    <a:lnTo>
                      <a:pt x="27" y="121"/>
                    </a:lnTo>
                    <a:lnTo>
                      <a:pt x="22" y="142"/>
                    </a:lnTo>
                    <a:lnTo>
                      <a:pt x="17" y="163"/>
                    </a:lnTo>
                    <a:lnTo>
                      <a:pt x="13" y="184"/>
                    </a:lnTo>
                    <a:lnTo>
                      <a:pt x="10" y="205"/>
                    </a:lnTo>
                    <a:lnTo>
                      <a:pt x="7" y="228"/>
                    </a:lnTo>
                    <a:lnTo>
                      <a:pt x="4" y="249"/>
                    </a:lnTo>
                    <a:lnTo>
                      <a:pt x="3" y="271"/>
                    </a:lnTo>
                    <a:lnTo>
                      <a:pt x="1" y="293"/>
                    </a:lnTo>
                    <a:lnTo>
                      <a:pt x="0" y="316"/>
                    </a:lnTo>
                    <a:lnTo>
                      <a:pt x="0" y="338"/>
                    </a:lnTo>
                    <a:lnTo>
                      <a:pt x="1" y="376"/>
                    </a:lnTo>
                    <a:lnTo>
                      <a:pt x="3" y="416"/>
                    </a:lnTo>
                    <a:lnTo>
                      <a:pt x="8" y="453"/>
                    </a:lnTo>
                    <a:lnTo>
                      <a:pt x="13" y="492"/>
                    </a:lnTo>
                    <a:lnTo>
                      <a:pt x="21" y="528"/>
                    </a:lnTo>
                    <a:lnTo>
                      <a:pt x="30" y="565"/>
                    </a:lnTo>
                    <a:lnTo>
                      <a:pt x="40" y="601"/>
                    </a:lnTo>
                    <a:lnTo>
                      <a:pt x="53" y="637"/>
                    </a:lnTo>
                    <a:lnTo>
                      <a:pt x="67" y="671"/>
                    </a:lnTo>
                    <a:lnTo>
                      <a:pt x="81" y="704"/>
                    </a:lnTo>
                    <a:lnTo>
                      <a:pt x="97" y="738"/>
                    </a:lnTo>
                    <a:lnTo>
                      <a:pt x="115" y="770"/>
                    </a:lnTo>
                    <a:lnTo>
                      <a:pt x="135" y="802"/>
                    </a:lnTo>
                    <a:lnTo>
                      <a:pt x="155" y="832"/>
                    </a:lnTo>
                    <a:lnTo>
                      <a:pt x="176" y="861"/>
                    </a:lnTo>
                    <a:lnTo>
                      <a:pt x="199" y="890"/>
                    </a:lnTo>
                    <a:lnTo>
                      <a:pt x="223" y="918"/>
                    </a:lnTo>
                    <a:lnTo>
                      <a:pt x="247" y="944"/>
                    </a:lnTo>
                    <a:lnTo>
                      <a:pt x="274" y="970"/>
                    </a:lnTo>
                    <a:lnTo>
                      <a:pt x="301" y="994"/>
                    </a:lnTo>
                    <a:lnTo>
                      <a:pt x="329" y="1017"/>
                    </a:lnTo>
                    <a:lnTo>
                      <a:pt x="358" y="1040"/>
                    </a:lnTo>
                    <a:lnTo>
                      <a:pt x="388" y="1061"/>
                    </a:lnTo>
                    <a:lnTo>
                      <a:pt x="419" y="1080"/>
                    </a:lnTo>
                    <a:lnTo>
                      <a:pt x="451" y="1098"/>
                    </a:lnTo>
                    <a:lnTo>
                      <a:pt x="483" y="1116"/>
                    </a:lnTo>
                    <a:lnTo>
                      <a:pt x="517" y="1132"/>
                    </a:lnTo>
                    <a:lnTo>
                      <a:pt x="551" y="1146"/>
                    </a:lnTo>
                    <a:lnTo>
                      <a:pt x="586" y="1158"/>
                    </a:lnTo>
                    <a:lnTo>
                      <a:pt x="622" y="1170"/>
                    </a:lnTo>
                    <a:lnTo>
                      <a:pt x="658" y="1179"/>
                    </a:lnTo>
                    <a:lnTo>
                      <a:pt x="695" y="1188"/>
                    </a:lnTo>
                    <a:lnTo>
                      <a:pt x="700" y="1166"/>
                    </a:lnTo>
                    <a:lnTo>
                      <a:pt x="705" y="1144"/>
                    </a:lnTo>
                    <a:lnTo>
                      <a:pt x="709" y="1121"/>
                    </a:lnTo>
                    <a:lnTo>
                      <a:pt x="713" y="1098"/>
                    </a:lnTo>
                    <a:lnTo>
                      <a:pt x="680" y="1091"/>
                    </a:lnTo>
                    <a:lnTo>
                      <a:pt x="647" y="1082"/>
                    </a:lnTo>
                    <a:lnTo>
                      <a:pt x="616" y="1072"/>
                    </a:lnTo>
                    <a:lnTo>
                      <a:pt x="585" y="1061"/>
                    </a:lnTo>
                    <a:lnTo>
                      <a:pt x="554" y="1048"/>
                    </a:lnTo>
                    <a:lnTo>
                      <a:pt x="524" y="1034"/>
                    </a:lnTo>
                    <a:lnTo>
                      <a:pt x="494" y="1018"/>
                    </a:lnTo>
                    <a:lnTo>
                      <a:pt x="466" y="1002"/>
                    </a:lnTo>
                    <a:lnTo>
                      <a:pt x="439" y="985"/>
                    </a:lnTo>
                    <a:lnTo>
                      <a:pt x="411" y="966"/>
                    </a:lnTo>
                    <a:lnTo>
                      <a:pt x="386" y="945"/>
                    </a:lnTo>
                    <a:lnTo>
                      <a:pt x="361" y="925"/>
                    </a:lnTo>
                    <a:lnTo>
                      <a:pt x="336" y="903"/>
                    </a:lnTo>
                    <a:lnTo>
                      <a:pt x="313" y="881"/>
                    </a:lnTo>
                    <a:lnTo>
                      <a:pt x="291" y="856"/>
                    </a:lnTo>
                    <a:lnTo>
                      <a:pt x="269" y="832"/>
                    </a:lnTo>
                    <a:lnTo>
                      <a:pt x="249" y="807"/>
                    </a:lnTo>
                    <a:lnTo>
                      <a:pt x="230" y="779"/>
                    </a:lnTo>
                    <a:lnTo>
                      <a:pt x="212" y="752"/>
                    </a:lnTo>
                    <a:lnTo>
                      <a:pt x="194" y="725"/>
                    </a:lnTo>
                    <a:lnTo>
                      <a:pt x="178" y="695"/>
                    </a:lnTo>
                    <a:lnTo>
                      <a:pt x="164" y="666"/>
                    </a:lnTo>
                    <a:lnTo>
                      <a:pt x="151" y="636"/>
                    </a:lnTo>
                    <a:lnTo>
                      <a:pt x="139" y="605"/>
                    </a:lnTo>
                    <a:lnTo>
                      <a:pt x="128" y="573"/>
                    </a:lnTo>
                    <a:lnTo>
                      <a:pt x="119" y="541"/>
                    </a:lnTo>
                    <a:lnTo>
                      <a:pt x="110" y="508"/>
                    </a:lnTo>
                    <a:lnTo>
                      <a:pt x="103" y="476"/>
                    </a:lnTo>
                    <a:lnTo>
                      <a:pt x="98" y="441"/>
                    </a:lnTo>
                    <a:lnTo>
                      <a:pt x="94" y="408"/>
                    </a:lnTo>
                    <a:lnTo>
                      <a:pt x="92" y="372"/>
                    </a:lnTo>
                    <a:lnTo>
                      <a:pt x="91" y="338"/>
                    </a:lnTo>
                    <a:lnTo>
                      <a:pt x="92" y="299"/>
                    </a:lnTo>
                    <a:lnTo>
                      <a:pt x="95" y="262"/>
                    </a:lnTo>
                    <a:lnTo>
                      <a:pt x="99" y="225"/>
                    </a:lnTo>
                    <a:lnTo>
                      <a:pt x="106" y="188"/>
                    </a:lnTo>
                    <a:lnTo>
                      <a:pt x="113" y="153"/>
                    </a:lnTo>
                    <a:lnTo>
                      <a:pt x="124" y="117"/>
                    </a:lnTo>
                    <a:lnTo>
                      <a:pt x="135" y="82"/>
                    </a:lnTo>
                    <a:lnTo>
                      <a:pt x="147" y="48"/>
                    </a:lnTo>
                    <a:lnTo>
                      <a:pt x="128" y="36"/>
                    </a:lnTo>
                    <a:lnTo>
                      <a:pt x="108" y="24"/>
                    </a:lnTo>
                    <a:lnTo>
                      <a:pt x="88" y="1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E5E9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1" name="Freeform 436"/>
              <p:cNvSpPr>
                <a:spLocks/>
              </p:cNvSpPr>
              <p:nvPr/>
            </p:nvSpPr>
            <p:spPr bwMode="auto">
              <a:xfrm>
                <a:off x="3073" y="1572"/>
                <a:ext cx="84" cy="140"/>
              </a:xfrm>
              <a:custGeom>
                <a:avLst/>
                <a:gdLst>
                  <a:gd name="T0" fmla="*/ 1 w 672"/>
                  <a:gd name="T1" fmla="*/ 1 h 1121"/>
                  <a:gd name="T2" fmla="*/ 0 w 672"/>
                  <a:gd name="T3" fmla="*/ 2 h 1121"/>
                  <a:gd name="T4" fmla="*/ 0 w 672"/>
                  <a:gd name="T5" fmla="*/ 3 h 1121"/>
                  <a:gd name="T6" fmla="*/ 0 w 672"/>
                  <a:gd name="T7" fmla="*/ 4 h 1121"/>
                  <a:gd name="T8" fmla="*/ 0 w 672"/>
                  <a:gd name="T9" fmla="*/ 5 h 1121"/>
                  <a:gd name="T10" fmla="*/ 0 w 672"/>
                  <a:gd name="T11" fmla="*/ 5 h 1121"/>
                  <a:gd name="T12" fmla="*/ 0 w 672"/>
                  <a:gd name="T13" fmla="*/ 7 h 1121"/>
                  <a:gd name="T14" fmla="*/ 0 w 672"/>
                  <a:gd name="T15" fmla="*/ 8 h 1121"/>
                  <a:gd name="T16" fmla="*/ 1 w 672"/>
                  <a:gd name="T17" fmla="*/ 9 h 1121"/>
                  <a:gd name="T18" fmla="*/ 1 w 672"/>
                  <a:gd name="T19" fmla="*/ 10 h 1121"/>
                  <a:gd name="T20" fmla="*/ 1 w 672"/>
                  <a:gd name="T21" fmla="*/ 11 h 1121"/>
                  <a:gd name="T22" fmla="*/ 2 w 672"/>
                  <a:gd name="T23" fmla="*/ 12 h 1121"/>
                  <a:gd name="T24" fmla="*/ 3 w 672"/>
                  <a:gd name="T25" fmla="*/ 13 h 1121"/>
                  <a:gd name="T26" fmla="*/ 3 w 672"/>
                  <a:gd name="T27" fmla="*/ 13 h 1121"/>
                  <a:gd name="T28" fmla="*/ 4 w 672"/>
                  <a:gd name="T29" fmla="*/ 14 h 1121"/>
                  <a:gd name="T30" fmla="*/ 5 w 672"/>
                  <a:gd name="T31" fmla="*/ 15 h 1121"/>
                  <a:gd name="T32" fmla="*/ 6 w 672"/>
                  <a:gd name="T33" fmla="*/ 16 h 1121"/>
                  <a:gd name="T34" fmla="*/ 7 w 672"/>
                  <a:gd name="T35" fmla="*/ 16 h 1121"/>
                  <a:gd name="T36" fmla="*/ 8 w 672"/>
                  <a:gd name="T37" fmla="*/ 17 h 1121"/>
                  <a:gd name="T38" fmla="*/ 9 w 672"/>
                  <a:gd name="T39" fmla="*/ 17 h 1121"/>
                  <a:gd name="T40" fmla="*/ 10 w 672"/>
                  <a:gd name="T41" fmla="*/ 17 h 1121"/>
                  <a:gd name="T42" fmla="*/ 10 w 672"/>
                  <a:gd name="T43" fmla="*/ 17 h 1121"/>
                  <a:gd name="T44" fmla="*/ 11 w 672"/>
                  <a:gd name="T45" fmla="*/ 16 h 1121"/>
                  <a:gd name="T46" fmla="*/ 10 w 672"/>
                  <a:gd name="T47" fmla="*/ 16 h 1121"/>
                  <a:gd name="T48" fmla="*/ 9 w 672"/>
                  <a:gd name="T49" fmla="*/ 16 h 1121"/>
                  <a:gd name="T50" fmla="*/ 8 w 672"/>
                  <a:gd name="T51" fmla="*/ 15 h 1121"/>
                  <a:gd name="T52" fmla="*/ 7 w 672"/>
                  <a:gd name="T53" fmla="*/ 15 h 1121"/>
                  <a:gd name="T54" fmla="*/ 6 w 672"/>
                  <a:gd name="T55" fmla="*/ 14 h 1121"/>
                  <a:gd name="T56" fmla="*/ 6 w 672"/>
                  <a:gd name="T57" fmla="*/ 14 h 1121"/>
                  <a:gd name="T58" fmla="*/ 5 w 672"/>
                  <a:gd name="T59" fmla="*/ 13 h 1121"/>
                  <a:gd name="T60" fmla="*/ 4 w 672"/>
                  <a:gd name="T61" fmla="*/ 12 h 1121"/>
                  <a:gd name="T62" fmla="*/ 4 w 672"/>
                  <a:gd name="T63" fmla="*/ 12 h 1121"/>
                  <a:gd name="T64" fmla="*/ 3 w 672"/>
                  <a:gd name="T65" fmla="*/ 11 h 1121"/>
                  <a:gd name="T66" fmla="*/ 3 w 672"/>
                  <a:gd name="T67" fmla="*/ 10 h 1121"/>
                  <a:gd name="T68" fmla="*/ 2 w 672"/>
                  <a:gd name="T69" fmla="*/ 9 h 1121"/>
                  <a:gd name="T70" fmla="*/ 2 w 672"/>
                  <a:gd name="T71" fmla="*/ 8 h 1121"/>
                  <a:gd name="T72" fmla="*/ 2 w 672"/>
                  <a:gd name="T73" fmla="*/ 7 h 1121"/>
                  <a:gd name="T74" fmla="*/ 1 w 672"/>
                  <a:gd name="T75" fmla="*/ 6 h 1121"/>
                  <a:gd name="T76" fmla="*/ 1 w 672"/>
                  <a:gd name="T77" fmla="*/ 5 h 1121"/>
                  <a:gd name="T78" fmla="*/ 1 w 672"/>
                  <a:gd name="T79" fmla="*/ 4 h 1121"/>
                  <a:gd name="T80" fmla="*/ 1 w 672"/>
                  <a:gd name="T81" fmla="*/ 3 h 1121"/>
                  <a:gd name="T82" fmla="*/ 2 w 672"/>
                  <a:gd name="T83" fmla="*/ 2 h 1121"/>
                  <a:gd name="T84" fmla="*/ 2 w 672"/>
                  <a:gd name="T85" fmla="*/ 1 h 1121"/>
                  <a:gd name="T86" fmla="*/ 2 w 672"/>
                  <a:gd name="T87" fmla="*/ 1 h 1121"/>
                  <a:gd name="T88" fmla="*/ 1 w 672"/>
                  <a:gd name="T89" fmla="*/ 0 h 112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672"/>
                  <a:gd name="T136" fmla="*/ 0 h 1121"/>
                  <a:gd name="T137" fmla="*/ 672 w 672"/>
                  <a:gd name="T138" fmla="*/ 1121 h 112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672" h="1121">
                    <a:moveTo>
                      <a:pt x="62" y="0"/>
                    </a:moveTo>
                    <a:lnTo>
                      <a:pt x="48" y="38"/>
                    </a:lnTo>
                    <a:lnTo>
                      <a:pt x="35" y="75"/>
                    </a:lnTo>
                    <a:lnTo>
                      <a:pt x="25" y="113"/>
                    </a:lnTo>
                    <a:lnTo>
                      <a:pt x="16" y="152"/>
                    </a:lnTo>
                    <a:lnTo>
                      <a:pt x="9" y="192"/>
                    </a:lnTo>
                    <a:lnTo>
                      <a:pt x="4" y="232"/>
                    </a:lnTo>
                    <a:lnTo>
                      <a:pt x="2" y="253"/>
                    </a:lnTo>
                    <a:lnTo>
                      <a:pt x="1" y="273"/>
                    </a:lnTo>
                    <a:lnTo>
                      <a:pt x="0" y="294"/>
                    </a:lnTo>
                    <a:lnTo>
                      <a:pt x="0" y="315"/>
                    </a:lnTo>
                    <a:lnTo>
                      <a:pt x="1" y="351"/>
                    </a:lnTo>
                    <a:lnTo>
                      <a:pt x="3" y="389"/>
                    </a:lnTo>
                    <a:lnTo>
                      <a:pt x="7" y="424"/>
                    </a:lnTo>
                    <a:lnTo>
                      <a:pt x="13" y="461"/>
                    </a:lnTo>
                    <a:lnTo>
                      <a:pt x="20" y="496"/>
                    </a:lnTo>
                    <a:lnTo>
                      <a:pt x="28" y="531"/>
                    </a:lnTo>
                    <a:lnTo>
                      <a:pt x="38" y="564"/>
                    </a:lnTo>
                    <a:lnTo>
                      <a:pt x="50" y="597"/>
                    </a:lnTo>
                    <a:lnTo>
                      <a:pt x="62" y="631"/>
                    </a:lnTo>
                    <a:lnTo>
                      <a:pt x="77" y="662"/>
                    </a:lnTo>
                    <a:lnTo>
                      <a:pt x="93" y="694"/>
                    </a:lnTo>
                    <a:lnTo>
                      <a:pt x="109" y="725"/>
                    </a:lnTo>
                    <a:lnTo>
                      <a:pt x="127" y="754"/>
                    </a:lnTo>
                    <a:lnTo>
                      <a:pt x="146" y="784"/>
                    </a:lnTo>
                    <a:lnTo>
                      <a:pt x="167" y="811"/>
                    </a:lnTo>
                    <a:lnTo>
                      <a:pt x="188" y="838"/>
                    </a:lnTo>
                    <a:lnTo>
                      <a:pt x="211" y="865"/>
                    </a:lnTo>
                    <a:lnTo>
                      <a:pt x="235" y="890"/>
                    </a:lnTo>
                    <a:lnTo>
                      <a:pt x="259" y="914"/>
                    </a:lnTo>
                    <a:lnTo>
                      <a:pt x="285" y="938"/>
                    </a:lnTo>
                    <a:lnTo>
                      <a:pt x="312" y="959"/>
                    </a:lnTo>
                    <a:lnTo>
                      <a:pt x="339" y="980"/>
                    </a:lnTo>
                    <a:lnTo>
                      <a:pt x="367" y="1000"/>
                    </a:lnTo>
                    <a:lnTo>
                      <a:pt x="397" y="1019"/>
                    </a:lnTo>
                    <a:lnTo>
                      <a:pt x="427" y="1036"/>
                    </a:lnTo>
                    <a:lnTo>
                      <a:pt x="459" y="1052"/>
                    </a:lnTo>
                    <a:lnTo>
                      <a:pt x="490" y="1067"/>
                    </a:lnTo>
                    <a:lnTo>
                      <a:pt x="522" y="1080"/>
                    </a:lnTo>
                    <a:lnTo>
                      <a:pt x="556" y="1093"/>
                    </a:lnTo>
                    <a:lnTo>
                      <a:pt x="589" y="1104"/>
                    </a:lnTo>
                    <a:lnTo>
                      <a:pt x="624" y="1113"/>
                    </a:lnTo>
                    <a:lnTo>
                      <a:pt x="659" y="1121"/>
                    </a:lnTo>
                    <a:lnTo>
                      <a:pt x="663" y="1098"/>
                    </a:lnTo>
                    <a:lnTo>
                      <a:pt x="666" y="1075"/>
                    </a:lnTo>
                    <a:lnTo>
                      <a:pt x="670" y="1053"/>
                    </a:lnTo>
                    <a:lnTo>
                      <a:pt x="672" y="1030"/>
                    </a:lnTo>
                    <a:lnTo>
                      <a:pt x="642" y="1023"/>
                    </a:lnTo>
                    <a:lnTo>
                      <a:pt x="612" y="1015"/>
                    </a:lnTo>
                    <a:lnTo>
                      <a:pt x="581" y="1004"/>
                    </a:lnTo>
                    <a:lnTo>
                      <a:pt x="552" y="993"/>
                    </a:lnTo>
                    <a:lnTo>
                      <a:pt x="523" y="982"/>
                    </a:lnTo>
                    <a:lnTo>
                      <a:pt x="495" y="968"/>
                    </a:lnTo>
                    <a:lnTo>
                      <a:pt x="468" y="954"/>
                    </a:lnTo>
                    <a:lnTo>
                      <a:pt x="441" y="939"/>
                    </a:lnTo>
                    <a:lnTo>
                      <a:pt x="416" y="922"/>
                    </a:lnTo>
                    <a:lnTo>
                      <a:pt x="391" y="904"/>
                    </a:lnTo>
                    <a:lnTo>
                      <a:pt x="366" y="886"/>
                    </a:lnTo>
                    <a:lnTo>
                      <a:pt x="343" y="866"/>
                    </a:lnTo>
                    <a:lnTo>
                      <a:pt x="320" y="846"/>
                    </a:lnTo>
                    <a:lnTo>
                      <a:pt x="298" y="824"/>
                    </a:lnTo>
                    <a:lnTo>
                      <a:pt x="277" y="802"/>
                    </a:lnTo>
                    <a:lnTo>
                      <a:pt x="257" y="779"/>
                    </a:lnTo>
                    <a:lnTo>
                      <a:pt x="239" y="754"/>
                    </a:lnTo>
                    <a:lnTo>
                      <a:pt x="220" y="729"/>
                    </a:lnTo>
                    <a:lnTo>
                      <a:pt x="203" y="704"/>
                    </a:lnTo>
                    <a:lnTo>
                      <a:pt x="187" y="677"/>
                    </a:lnTo>
                    <a:lnTo>
                      <a:pt x="173" y="650"/>
                    </a:lnTo>
                    <a:lnTo>
                      <a:pt x="159" y="623"/>
                    </a:lnTo>
                    <a:lnTo>
                      <a:pt x="146" y="594"/>
                    </a:lnTo>
                    <a:lnTo>
                      <a:pt x="135" y="565"/>
                    </a:lnTo>
                    <a:lnTo>
                      <a:pt x="125" y="536"/>
                    </a:lnTo>
                    <a:lnTo>
                      <a:pt x="116" y="505"/>
                    </a:lnTo>
                    <a:lnTo>
                      <a:pt x="109" y="475"/>
                    </a:lnTo>
                    <a:lnTo>
                      <a:pt x="103" y="444"/>
                    </a:lnTo>
                    <a:lnTo>
                      <a:pt x="98" y="412"/>
                    </a:lnTo>
                    <a:lnTo>
                      <a:pt x="94" y="380"/>
                    </a:lnTo>
                    <a:lnTo>
                      <a:pt x="92" y="347"/>
                    </a:lnTo>
                    <a:lnTo>
                      <a:pt x="91" y="315"/>
                    </a:lnTo>
                    <a:lnTo>
                      <a:pt x="92" y="281"/>
                    </a:lnTo>
                    <a:lnTo>
                      <a:pt x="95" y="246"/>
                    </a:lnTo>
                    <a:lnTo>
                      <a:pt x="98" y="212"/>
                    </a:lnTo>
                    <a:lnTo>
                      <a:pt x="104" y="179"/>
                    </a:lnTo>
                    <a:lnTo>
                      <a:pt x="111" y="146"/>
                    </a:lnTo>
                    <a:lnTo>
                      <a:pt x="119" y="113"/>
                    </a:lnTo>
                    <a:lnTo>
                      <a:pt x="129" y="82"/>
                    </a:lnTo>
                    <a:lnTo>
                      <a:pt x="140" y="52"/>
                    </a:lnTo>
                    <a:lnTo>
                      <a:pt x="121" y="39"/>
                    </a:lnTo>
                    <a:lnTo>
                      <a:pt x="102" y="25"/>
                    </a:lnTo>
                    <a:lnTo>
                      <a:pt x="82" y="13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E6EA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2" name="Freeform 437"/>
              <p:cNvSpPr>
                <a:spLocks/>
              </p:cNvSpPr>
              <p:nvPr/>
            </p:nvSpPr>
            <p:spPr bwMode="auto">
              <a:xfrm>
                <a:off x="3078" y="1575"/>
                <a:ext cx="79" cy="132"/>
              </a:xfrm>
              <a:custGeom>
                <a:avLst/>
                <a:gdLst>
                  <a:gd name="T0" fmla="*/ 1 w 630"/>
                  <a:gd name="T1" fmla="*/ 1 h 1050"/>
                  <a:gd name="T2" fmla="*/ 0 w 630"/>
                  <a:gd name="T3" fmla="*/ 2 h 1050"/>
                  <a:gd name="T4" fmla="*/ 0 w 630"/>
                  <a:gd name="T5" fmla="*/ 3 h 1050"/>
                  <a:gd name="T6" fmla="*/ 0 w 630"/>
                  <a:gd name="T7" fmla="*/ 4 h 1050"/>
                  <a:gd name="T8" fmla="*/ 0 w 630"/>
                  <a:gd name="T9" fmla="*/ 5 h 1050"/>
                  <a:gd name="T10" fmla="*/ 0 w 630"/>
                  <a:gd name="T11" fmla="*/ 6 h 1050"/>
                  <a:gd name="T12" fmla="*/ 0 w 630"/>
                  <a:gd name="T13" fmla="*/ 7 h 1050"/>
                  <a:gd name="T14" fmla="*/ 1 w 630"/>
                  <a:gd name="T15" fmla="*/ 8 h 1050"/>
                  <a:gd name="T16" fmla="*/ 1 w 630"/>
                  <a:gd name="T17" fmla="*/ 9 h 1050"/>
                  <a:gd name="T18" fmla="*/ 1 w 630"/>
                  <a:gd name="T19" fmla="*/ 10 h 1050"/>
                  <a:gd name="T20" fmla="*/ 2 w 630"/>
                  <a:gd name="T21" fmla="*/ 11 h 1050"/>
                  <a:gd name="T22" fmla="*/ 3 w 630"/>
                  <a:gd name="T23" fmla="*/ 12 h 1050"/>
                  <a:gd name="T24" fmla="*/ 3 w 630"/>
                  <a:gd name="T25" fmla="*/ 13 h 1050"/>
                  <a:gd name="T26" fmla="*/ 4 w 630"/>
                  <a:gd name="T27" fmla="*/ 13 h 1050"/>
                  <a:gd name="T28" fmla="*/ 5 w 630"/>
                  <a:gd name="T29" fmla="*/ 14 h 1050"/>
                  <a:gd name="T30" fmla="*/ 6 w 630"/>
                  <a:gd name="T31" fmla="*/ 15 h 1050"/>
                  <a:gd name="T32" fmla="*/ 6 w 630"/>
                  <a:gd name="T33" fmla="*/ 15 h 1050"/>
                  <a:gd name="T34" fmla="*/ 7 w 630"/>
                  <a:gd name="T35" fmla="*/ 16 h 1050"/>
                  <a:gd name="T36" fmla="*/ 8 w 630"/>
                  <a:gd name="T37" fmla="*/ 16 h 1050"/>
                  <a:gd name="T38" fmla="*/ 9 w 630"/>
                  <a:gd name="T39" fmla="*/ 16 h 1050"/>
                  <a:gd name="T40" fmla="*/ 10 w 630"/>
                  <a:gd name="T41" fmla="*/ 16 h 1050"/>
                  <a:gd name="T42" fmla="*/ 10 w 630"/>
                  <a:gd name="T43" fmla="*/ 15 h 1050"/>
                  <a:gd name="T44" fmla="*/ 9 w 630"/>
                  <a:gd name="T45" fmla="*/ 15 h 1050"/>
                  <a:gd name="T46" fmla="*/ 9 w 630"/>
                  <a:gd name="T47" fmla="*/ 15 h 1050"/>
                  <a:gd name="T48" fmla="*/ 8 w 630"/>
                  <a:gd name="T49" fmla="*/ 14 h 1050"/>
                  <a:gd name="T50" fmla="*/ 7 w 630"/>
                  <a:gd name="T51" fmla="*/ 14 h 1050"/>
                  <a:gd name="T52" fmla="*/ 6 w 630"/>
                  <a:gd name="T53" fmla="*/ 14 h 1050"/>
                  <a:gd name="T54" fmla="*/ 6 w 630"/>
                  <a:gd name="T55" fmla="*/ 13 h 1050"/>
                  <a:gd name="T56" fmla="*/ 5 w 630"/>
                  <a:gd name="T57" fmla="*/ 12 h 1050"/>
                  <a:gd name="T58" fmla="*/ 4 w 630"/>
                  <a:gd name="T59" fmla="*/ 12 h 1050"/>
                  <a:gd name="T60" fmla="*/ 4 w 630"/>
                  <a:gd name="T61" fmla="*/ 11 h 1050"/>
                  <a:gd name="T62" fmla="*/ 3 w 630"/>
                  <a:gd name="T63" fmla="*/ 10 h 1050"/>
                  <a:gd name="T64" fmla="*/ 3 w 630"/>
                  <a:gd name="T65" fmla="*/ 10 h 1050"/>
                  <a:gd name="T66" fmla="*/ 2 w 630"/>
                  <a:gd name="T67" fmla="*/ 9 h 1050"/>
                  <a:gd name="T68" fmla="*/ 2 w 630"/>
                  <a:gd name="T69" fmla="*/ 8 h 1050"/>
                  <a:gd name="T70" fmla="*/ 2 w 630"/>
                  <a:gd name="T71" fmla="*/ 7 h 1050"/>
                  <a:gd name="T72" fmla="*/ 2 w 630"/>
                  <a:gd name="T73" fmla="*/ 6 h 1050"/>
                  <a:gd name="T74" fmla="*/ 2 w 630"/>
                  <a:gd name="T75" fmla="*/ 5 h 1050"/>
                  <a:gd name="T76" fmla="*/ 2 w 630"/>
                  <a:gd name="T77" fmla="*/ 4 h 1050"/>
                  <a:gd name="T78" fmla="*/ 2 w 630"/>
                  <a:gd name="T79" fmla="*/ 3 h 1050"/>
                  <a:gd name="T80" fmla="*/ 2 w 630"/>
                  <a:gd name="T81" fmla="*/ 2 h 1050"/>
                  <a:gd name="T82" fmla="*/ 2 w 630"/>
                  <a:gd name="T83" fmla="*/ 1 h 1050"/>
                  <a:gd name="T84" fmla="*/ 2 w 630"/>
                  <a:gd name="T85" fmla="*/ 1 h 1050"/>
                  <a:gd name="T86" fmla="*/ 1 w 630"/>
                  <a:gd name="T87" fmla="*/ 0 h 105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30"/>
                  <a:gd name="T133" fmla="*/ 0 h 1050"/>
                  <a:gd name="T134" fmla="*/ 630 w 630"/>
                  <a:gd name="T135" fmla="*/ 1050 h 105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30" h="1050">
                    <a:moveTo>
                      <a:pt x="56" y="0"/>
                    </a:moveTo>
                    <a:lnTo>
                      <a:pt x="44" y="34"/>
                    </a:lnTo>
                    <a:lnTo>
                      <a:pt x="33" y="69"/>
                    </a:lnTo>
                    <a:lnTo>
                      <a:pt x="22" y="105"/>
                    </a:lnTo>
                    <a:lnTo>
                      <a:pt x="15" y="140"/>
                    </a:lnTo>
                    <a:lnTo>
                      <a:pt x="8" y="177"/>
                    </a:lnTo>
                    <a:lnTo>
                      <a:pt x="4" y="214"/>
                    </a:lnTo>
                    <a:lnTo>
                      <a:pt x="1" y="251"/>
                    </a:lnTo>
                    <a:lnTo>
                      <a:pt x="0" y="290"/>
                    </a:lnTo>
                    <a:lnTo>
                      <a:pt x="1" y="324"/>
                    </a:lnTo>
                    <a:lnTo>
                      <a:pt x="3" y="360"/>
                    </a:lnTo>
                    <a:lnTo>
                      <a:pt x="7" y="393"/>
                    </a:lnTo>
                    <a:lnTo>
                      <a:pt x="12" y="428"/>
                    </a:lnTo>
                    <a:lnTo>
                      <a:pt x="19" y="460"/>
                    </a:lnTo>
                    <a:lnTo>
                      <a:pt x="28" y="493"/>
                    </a:lnTo>
                    <a:lnTo>
                      <a:pt x="37" y="525"/>
                    </a:lnTo>
                    <a:lnTo>
                      <a:pt x="48" y="557"/>
                    </a:lnTo>
                    <a:lnTo>
                      <a:pt x="60" y="588"/>
                    </a:lnTo>
                    <a:lnTo>
                      <a:pt x="73" y="618"/>
                    </a:lnTo>
                    <a:lnTo>
                      <a:pt x="87" y="647"/>
                    </a:lnTo>
                    <a:lnTo>
                      <a:pt x="103" y="677"/>
                    </a:lnTo>
                    <a:lnTo>
                      <a:pt x="121" y="704"/>
                    </a:lnTo>
                    <a:lnTo>
                      <a:pt x="139" y="731"/>
                    </a:lnTo>
                    <a:lnTo>
                      <a:pt x="158" y="759"/>
                    </a:lnTo>
                    <a:lnTo>
                      <a:pt x="178" y="784"/>
                    </a:lnTo>
                    <a:lnTo>
                      <a:pt x="200" y="808"/>
                    </a:lnTo>
                    <a:lnTo>
                      <a:pt x="222" y="833"/>
                    </a:lnTo>
                    <a:lnTo>
                      <a:pt x="245" y="855"/>
                    </a:lnTo>
                    <a:lnTo>
                      <a:pt x="270" y="877"/>
                    </a:lnTo>
                    <a:lnTo>
                      <a:pt x="295" y="897"/>
                    </a:lnTo>
                    <a:lnTo>
                      <a:pt x="320" y="918"/>
                    </a:lnTo>
                    <a:lnTo>
                      <a:pt x="348" y="937"/>
                    </a:lnTo>
                    <a:lnTo>
                      <a:pt x="375" y="954"/>
                    </a:lnTo>
                    <a:lnTo>
                      <a:pt x="403" y="970"/>
                    </a:lnTo>
                    <a:lnTo>
                      <a:pt x="433" y="986"/>
                    </a:lnTo>
                    <a:lnTo>
                      <a:pt x="463" y="1000"/>
                    </a:lnTo>
                    <a:lnTo>
                      <a:pt x="494" y="1013"/>
                    </a:lnTo>
                    <a:lnTo>
                      <a:pt x="525" y="1024"/>
                    </a:lnTo>
                    <a:lnTo>
                      <a:pt x="556" y="1034"/>
                    </a:lnTo>
                    <a:lnTo>
                      <a:pt x="589" y="1043"/>
                    </a:lnTo>
                    <a:lnTo>
                      <a:pt x="622" y="1050"/>
                    </a:lnTo>
                    <a:lnTo>
                      <a:pt x="625" y="1028"/>
                    </a:lnTo>
                    <a:lnTo>
                      <a:pt x="627" y="1005"/>
                    </a:lnTo>
                    <a:lnTo>
                      <a:pt x="629" y="981"/>
                    </a:lnTo>
                    <a:lnTo>
                      <a:pt x="630" y="959"/>
                    </a:lnTo>
                    <a:lnTo>
                      <a:pt x="602" y="952"/>
                    </a:lnTo>
                    <a:lnTo>
                      <a:pt x="574" y="944"/>
                    </a:lnTo>
                    <a:lnTo>
                      <a:pt x="546" y="935"/>
                    </a:lnTo>
                    <a:lnTo>
                      <a:pt x="519" y="925"/>
                    </a:lnTo>
                    <a:lnTo>
                      <a:pt x="493" y="913"/>
                    </a:lnTo>
                    <a:lnTo>
                      <a:pt x="466" y="900"/>
                    </a:lnTo>
                    <a:lnTo>
                      <a:pt x="441" y="886"/>
                    </a:lnTo>
                    <a:lnTo>
                      <a:pt x="417" y="872"/>
                    </a:lnTo>
                    <a:lnTo>
                      <a:pt x="392" y="857"/>
                    </a:lnTo>
                    <a:lnTo>
                      <a:pt x="369" y="840"/>
                    </a:lnTo>
                    <a:lnTo>
                      <a:pt x="347" y="823"/>
                    </a:lnTo>
                    <a:lnTo>
                      <a:pt x="324" y="804"/>
                    </a:lnTo>
                    <a:lnTo>
                      <a:pt x="304" y="785"/>
                    </a:lnTo>
                    <a:lnTo>
                      <a:pt x="284" y="765"/>
                    </a:lnTo>
                    <a:lnTo>
                      <a:pt x="265" y="744"/>
                    </a:lnTo>
                    <a:lnTo>
                      <a:pt x="245" y="722"/>
                    </a:lnTo>
                    <a:lnTo>
                      <a:pt x="228" y="700"/>
                    </a:lnTo>
                    <a:lnTo>
                      <a:pt x="212" y="677"/>
                    </a:lnTo>
                    <a:lnTo>
                      <a:pt x="196" y="652"/>
                    </a:lnTo>
                    <a:lnTo>
                      <a:pt x="182" y="628"/>
                    </a:lnTo>
                    <a:lnTo>
                      <a:pt x="167" y="603"/>
                    </a:lnTo>
                    <a:lnTo>
                      <a:pt x="155" y="576"/>
                    </a:lnTo>
                    <a:lnTo>
                      <a:pt x="143" y="550"/>
                    </a:lnTo>
                    <a:lnTo>
                      <a:pt x="133" y="523"/>
                    </a:lnTo>
                    <a:lnTo>
                      <a:pt x="124" y="495"/>
                    </a:lnTo>
                    <a:lnTo>
                      <a:pt x="115" y="467"/>
                    </a:lnTo>
                    <a:lnTo>
                      <a:pt x="109" y="439"/>
                    </a:lnTo>
                    <a:lnTo>
                      <a:pt x="102" y="409"/>
                    </a:lnTo>
                    <a:lnTo>
                      <a:pt x="97" y="380"/>
                    </a:lnTo>
                    <a:lnTo>
                      <a:pt x="94" y="351"/>
                    </a:lnTo>
                    <a:lnTo>
                      <a:pt x="92" y="320"/>
                    </a:lnTo>
                    <a:lnTo>
                      <a:pt x="91" y="290"/>
                    </a:lnTo>
                    <a:lnTo>
                      <a:pt x="92" y="259"/>
                    </a:lnTo>
                    <a:lnTo>
                      <a:pt x="94" y="228"/>
                    </a:lnTo>
                    <a:lnTo>
                      <a:pt x="97" y="198"/>
                    </a:lnTo>
                    <a:lnTo>
                      <a:pt x="102" y="168"/>
                    </a:lnTo>
                    <a:lnTo>
                      <a:pt x="109" y="139"/>
                    </a:lnTo>
                    <a:lnTo>
                      <a:pt x="116" y="110"/>
                    </a:lnTo>
                    <a:lnTo>
                      <a:pt x="124" y="81"/>
                    </a:lnTo>
                    <a:lnTo>
                      <a:pt x="134" y="54"/>
                    </a:lnTo>
                    <a:lnTo>
                      <a:pt x="115" y="40"/>
                    </a:lnTo>
                    <a:lnTo>
                      <a:pt x="95" y="27"/>
                    </a:lnTo>
                    <a:lnTo>
                      <a:pt x="76" y="14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E7EB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3" name="Freeform 438"/>
              <p:cNvSpPr>
                <a:spLocks/>
              </p:cNvSpPr>
              <p:nvPr/>
            </p:nvSpPr>
            <p:spPr bwMode="auto">
              <a:xfrm>
                <a:off x="3084" y="1579"/>
                <a:ext cx="73" cy="122"/>
              </a:xfrm>
              <a:custGeom>
                <a:avLst/>
                <a:gdLst>
                  <a:gd name="T0" fmla="*/ 1 w 585"/>
                  <a:gd name="T1" fmla="*/ 0 h 978"/>
                  <a:gd name="T2" fmla="*/ 0 w 585"/>
                  <a:gd name="T3" fmla="*/ 1 h 978"/>
                  <a:gd name="T4" fmla="*/ 0 w 585"/>
                  <a:gd name="T5" fmla="*/ 2 h 978"/>
                  <a:gd name="T6" fmla="*/ 0 w 585"/>
                  <a:gd name="T7" fmla="*/ 4 h 978"/>
                  <a:gd name="T8" fmla="*/ 0 w 585"/>
                  <a:gd name="T9" fmla="*/ 5 h 978"/>
                  <a:gd name="T10" fmla="*/ 0 w 585"/>
                  <a:gd name="T11" fmla="*/ 6 h 978"/>
                  <a:gd name="T12" fmla="*/ 0 w 585"/>
                  <a:gd name="T13" fmla="*/ 7 h 978"/>
                  <a:gd name="T14" fmla="*/ 0 w 585"/>
                  <a:gd name="T15" fmla="*/ 7 h 978"/>
                  <a:gd name="T16" fmla="*/ 1 w 585"/>
                  <a:gd name="T17" fmla="*/ 8 h 978"/>
                  <a:gd name="T18" fmla="*/ 1 w 585"/>
                  <a:gd name="T19" fmla="*/ 9 h 978"/>
                  <a:gd name="T20" fmla="*/ 2 w 585"/>
                  <a:gd name="T21" fmla="*/ 10 h 978"/>
                  <a:gd name="T22" fmla="*/ 2 w 585"/>
                  <a:gd name="T23" fmla="*/ 11 h 978"/>
                  <a:gd name="T24" fmla="*/ 3 w 585"/>
                  <a:gd name="T25" fmla="*/ 12 h 978"/>
                  <a:gd name="T26" fmla="*/ 4 w 585"/>
                  <a:gd name="T27" fmla="*/ 12 h 978"/>
                  <a:gd name="T28" fmla="*/ 4 w 585"/>
                  <a:gd name="T29" fmla="*/ 13 h 978"/>
                  <a:gd name="T30" fmla="*/ 5 w 585"/>
                  <a:gd name="T31" fmla="*/ 14 h 978"/>
                  <a:gd name="T32" fmla="*/ 6 w 585"/>
                  <a:gd name="T33" fmla="*/ 14 h 978"/>
                  <a:gd name="T34" fmla="*/ 7 w 585"/>
                  <a:gd name="T35" fmla="*/ 14 h 978"/>
                  <a:gd name="T36" fmla="*/ 8 w 585"/>
                  <a:gd name="T37" fmla="*/ 15 h 978"/>
                  <a:gd name="T38" fmla="*/ 9 w 585"/>
                  <a:gd name="T39" fmla="*/ 15 h 978"/>
                  <a:gd name="T40" fmla="*/ 9 w 585"/>
                  <a:gd name="T41" fmla="*/ 15 h 978"/>
                  <a:gd name="T42" fmla="*/ 9 w 585"/>
                  <a:gd name="T43" fmla="*/ 14 h 978"/>
                  <a:gd name="T44" fmla="*/ 9 w 585"/>
                  <a:gd name="T45" fmla="*/ 14 h 978"/>
                  <a:gd name="T46" fmla="*/ 8 w 585"/>
                  <a:gd name="T47" fmla="*/ 14 h 978"/>
                  <a:gd name="T48" fmla="*/ 7 w 585"/>
                  <a:gd name="T49" fmla="*/ 13 h 978"/>
                  <a:gd name="T50" fmla="*/ 7 w 585"/>
                  <a:gd name="T51" fmla="*/ 13 h 978"/>
                  <a:gd name="T52" fmla="*/ 6 w 585"/>
                  <a:gd name="T53" fmla="*/ 12 h 978"/>
                  <a:gd name="T54" fmla="*/ 5 w 585"/>
                  <a:gd name="T55" fmla="*/ 12 h 978"/>
                  <a:gd name="T56" fmla="*/ 5 w 585"/>
                  <a:gd name="T57" fmla="*/ 11 h 978"/>
                  <a:gd name="T58" fmla="*/ 4 w 585"/>
                  <a:gd name="T59" fmla="*/ 11 h 978"/>
                  <a:gd name="T60" fmla="*/ 4 w 585"/>
                  <a:gd name="T61" fmla="*/ 10 h 978"/>
                  <a:gd name="T62" fmla="*/ 3 w 585"/>
                  <a:gd name="T63" fmla="*/ 10 h 978"/>
                  <a:gd name="T64" fmla="*/ 3 w 585"/>
                  <a:gd name="T65" fmla="*/ 9 h 978"/>
                  <a:gd name="T66" fmla="*/ 2 w 585"/>
                  <a:gd name="T67" fmla="*/ 8 h 978"/>
                  <a:gd name="T68" fmla="*/ 2 w 585"/>
                  <a:gd name="T69" fmla="*/ 7 h 978"/>
                  <a:gd name="T70" fmla="*/ 2 w 585"/>
                  <a:gd name="T71" fmla="*/ 7 h 978"/>
                  <a:gd name="T72" fmla="*/ 2 w 585"/>
                  <a:gd name="T73" fmla="*/ 6 h 978"/>
                  <a:gd name="T74" fmla="*/ 1 w 585"/>
                  <a:gd name="T75" fmla="*/ 5 h 978"/>
                  <a:gd name="T76" fmla="*/ 1 w 585"/>
                  <a:gd name="T77" fmla="*/ 4 h 978"/>
                  <a:gd name="T78" fmla="*/ 1 w 585"/>
                  <a:gd name="T79" fmla="*/ 3 h 978"/>
                  <a:gd name="T80" fmla="*/ 1 w 585"/>
                  <a:gd name="T81" fmla="*/ 2 h 978"/>
                  <a:gd name="T82" fmla="*/ 2 w 585"/>
                  <a:gd name="T83" fmla="*/ 2 h 978"/>
                  <a:gd name="T84" fmla="*/ 2 w 585"/>
                  <a:gd name="T85" fmla="*/ 1 h 978"/>
                  <a:gd name="T86" fmla="*/ 1 w 585"/>
                  <a:gd name="T87" fmla="*/ 0 h 978"/>
                  <a:gd name="T88" fmla="*/ 1 w 585"/>
                  <a:gd name="T89" fmla="*/ 0 h 97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585"/>
                  <a:gd name="T136" fmla="*/ 0 h 978"/>
                  <a:gd name="T137" fmla="*/ 585 w 585"/>
                  <a:gd name="T138" fmla="*/ 978 h 97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585" h="978">
                    <a:moveTo>
                      <a:pt x="49" y="0"/>
                    </a:moveTo>
                    <a:lnTo>
                      <a:pt x="38" y="30"/>
                    </a:lnTo>
                    <a:lnTo>
                      <a:pt x="28" y="61"/>
                    </a:lnTo>
                    <a:lnTo>
                      <a:pt x="20" y="94"/>
                    </a:lnTo>
                    <a:lnTo>
                      <a:pt x="13" y="127"/>
                    </a:lnTo>
                    <a:lnTo>
                      <a:pt x="7" y="160"/>
                    </a:lnTo>
                    <a:lnTo>
                      <a:pt x="4" y="194"/>
                    </a:lnTo>
                    <a:lnTo>
                      <a:pt x="1" y="229"/>
                    </a:lnTo>
                    <a:lnTo>
                      <a:pt x="0" y="263"/>
                    </a:lnTo>
                    <a:lnTo>
                      <a:pt x="1" y="295"/>
                    </a:lnTo>
                    <a:lnTo>
                      <a:pt x="3" y="328"/>
                    </a:lnTo>
                    <a:lnTo>
                      <a:pt x="7" y="360"/>
                    </a:lnTo>
                    <a:lnTo>
                      <a:pt x="12" y="392"/>
                    </a:lnTo>
                    <a:lnTo>
                      <a:pt x="18" y="423"/>
                    </a:lnTo>
                    <a:lnTo>
                      <a:pt x="25" y="453"/>
                    </a:lnTo>
                    <a:lnTo>
                      <a:pt x="34" y="484"/>
                    </a:lnTo>
                    <a:lnTo>
                      <a:pt x="44" y="513"/>
                    </a:lnTo>
                    <a:lnTo>
                      <a:pt x="55" y="542"/>
                    </a:lnTo>
                    <a:lnTo>
                      <a:pt x="68" y="571"/>
                    </a:lnTo>
                    <a:lnTo>
                      <a:pt x="82" y="598"/>
                    </a:lnTo>
                    <a:lnTo>
                      <a:pt x="96" y="625"/>
                    </a:lnTo>
                    <a:lnTo>
                      <a:pt x="112" y="652"/>
                    </a:lnTo>
                    <a:lnTo>
                      <a:pt x="129" y="677"/>
                    </a:lnTo>
                    <a:lnTo>
                      <a:pt x="148" y="702"/>
                    </a:lnTo>
                    <a:lnTo>
                      <a:pt x="166" y="727"/>
                    </a:lnTo>
                    <a:lnTo>
                      <a:pt x="186" y="750"/>
                    </a:lnTo>
                    <a:lnTo>
                      <a:pt x="207" y="772"/>
                    </a:lnTo>
                    <a:lnTo>
                      <a:pt x="229" y="794"/>
                    </a:lnTo>
                    <a:lnTo>
                      <a:pt x="252" y="814"/>
                    </a:lnTo>
                    <a:lnTo>
                      <a:pt x="275" y="834"/>
                    </a:lnTo>
                    <a:lnTo>
                      <a:pt x="300" y="852"/>
                    </a:lnTo>
                    <a:lnTo>
                      <a:pt x="325" y="870"/>
                    </a:lnTo>
                    <a:lnTo>
                      <a:pt x="350" y="887"/>
                    </a:lnTo>
                    <a:lnTo>
                      <a:pt x="377" y="902"/>
                    </a:lnTo>
                    <a:lnTo>
                      <a:pt x="404" y="916"/>
                    </a:lnTo>
                    <a:lnTo>
                      <a:pt x="432" y="930"/>
                    </a:lnTo>
                    <a:lnTo>
                      <a:pt x="461" y="941"/>
                    </a:lnTo>
                    <a:lnTo>
                      <a:pt x="490" y="952"/>
                    </a:lnTo>
                    <a:lnTo>
                      <a:pt x="521" y="963"/>
                    </a:lnTo>
                    <a:lnTo>
                      <a:pt x="551" y="971"/>
                    </a:lnTo>
                    <a:lnTo>
                      <a:pt x="581" y="978"/>
                    </a:lnTo>
                    <a:lnTo>
                      <a:pt x="583" y="957"/>
                    </a:lnTo>
                    <a:lnTo>
                      <a:pt x="584" y="935"/>
                    </a:lnTo>
                    <a:lnTo>
                      <a:pt x="585" y="914"/>
                    </a:lnTo>
                    <a:lnTo>
                      <a:pt x="585" y="893"/>
                    </a:lnTo>
                    <a:lnTo>
                      <a:pt x="585" y="886"/>
                    </a:lnTo>
                    <a:lnTo>
                      <a:pt x="559" y="879"/>
                    </a:lnTo>
                    <a:lnTo>
                      <a:pt x="534" y="870"/>
                    </a:lnTo>
                    <a:lnTo>
                      <a:pt x="507" y="862"/>
                    </a:lnTo>
                    <a:lnTo>
                      <a:pt x="483" y="852"/>
                    </a:lnTo>
                    <a:lnTo>
                      <a:pt x="459" y="841"/>
                    </a:lnTo>
                    <a:lnTo>
                      <a:pt x="434" y="829"/>
                    </a:lnTo>
                    <a:lnTo>
                      <a:pt x="411" y="817"/>
                    </a:lnTo>
                    <a:lnTo>
                      <a:pt x="389" y="803"/>
                    </a:lnTo>
                    <a:lnTo>
                      <a:pt x="367" y="788"/>
                    </a:lnTo>
                    <a:lnTo>
                      <a:pt x="345" y="772"/>
                    </a:lnTo>
                    <a:lnTo>
                      <a:pt x="325" y="756"/>
                    </a:lnTo>
                    <a:lnTo>
                      <a:pt x="305" y="739"/>
                    </a:lnTo>
                    <a:lnTo>
                      <a:pt x="285" y="722"/>
                    </a:lnTo>
                    <a:lnTo>
                      <a:pt x="267" y="702"/>
                    </a:lnTo>
                    <a:lnTo>
                      <a:pt x="249" y="683"/>
                    </a:lnTo>
                    <a:lnTo>
                      <a:pt x="233" y="663"/>
                    </a:lnTo>
                    <a:lnTo>
                      <a:pt x="217" y="642"/>
                    </a:lnTo>
                    <a:lnTo>
                      <a:pt x="201" y="620"/>
                    </a:lnTo>
                    <a:lnTo>
                      <a:pt x="186" y="598"/>
                    </a:lnTo>
                    <a:lnTo>
                      <a:pt x="173" y="576"/>
                    </a:lnTo>
                    <a:lnTo>
                      <a:pt x="161" y="553"/>
                    </a:lnTo>
                    <a:lnTo>
                      <a:pt x="149" y="528"/>
                    </a:lnTo>
                    <a:lnTo>
                      <a:pt x="139" y="504"/>
                    </a:lnTo>
                    <a:lnTo>
                      <a:pt x="128" y="479"/>
                    </a:lnTo>
                    <a:lnTo>
                      <a:pt x="120" y="453"/>
                    </a:lnTo>
                    <a:lnTo>
                      <a:pt x="113" y="427"/>
                    </a:lnTo>
                    <a:lnTo>
                      <a:pt x="106" y="401"/>
                    </a:lnTo>
                    <a:lnTo>
                      <a:pt x="101" y="373"/>
                    </a:lnTo>
                    <a:lnTo>
                      <a:pt x="97" y="347"/>
                    </a:lnTo>
                    <a:lnTo>
                      <a:pt x="94" y="319"/>
                    </a:lnTo>
                    <a:lnTo>
                      <a:pt x="92" y="291"/>
                    </a:lnTo>
                    <a:lnTo>
                      <a:pt x="92" y="263"/>
                    </a:lnTo>
                    <a:lnTo>
                      <a:pt x="92" y="236"/>
                    </a:lnTo>
                    <a:lnTo>
                      <a:pt x="94" y="209"/>
                    </a:lnTo>
                    <a:lnTo>
                      <a:pt x="96" y="182"/>
                    </a:lnTo>
                    <a:lnTo>
                      <a:pt x="100" y="157"/>
                    </a:lnTo>
                    <a:lnTo>
                      <a:pt x="105" y="130"/>
                    </a:lnTo>
                    <a:lnTo>
                      <a:pt x="111" y="105"/>
                    </a:lnTo>
                    <a:lnTo>
                      <a:pt x="118" y="80"/>
                    </a:lnTo>
                    <a:lnTo>
                      <a:pt x="125" y="55"/>
                    </a:lnTo>
                    <a:lnTo>
                      <a:pt x="107" y="41"/>
                    </a:lnTo>
                    <a:lnTo>
                      <a:pt x="88" y="27"/>
                    </a:lnTo>
                    <a:lnTo>
                      <a:pt x="69" y="13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E8EB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4" name="Freeform 439"/>
              <p:cNvSpPr>
                <a:spLocks/>
              </p:cNvSpPr>
              <p:nvPr/>
            </p:nvSpPr>
            <p:spPr bwMode="auto">
              <a:xfrm>
                <a:off x="3090" y="1582"/>
                <a:ext cx="67" cy="113"/>
              </a:xfrm>
              <a:custGeom>
                <a:avLst/>
                <a:gdLst>
                  <a:gd name="T0" fmla="*/ 0 w 540"/>
                  <a:gd name="T1" fmla="*/ 0 h 905"/>
                  <a:gd name="T2" fmla="*/ 0 w 540"/>
                  <a:gd name="T3" fmla="*/ 1 h 905"/>
                  <a:gd name="T4" fmla="*/ 0 w 540"/>
                  <a:gd name="T5" fmla="*/ 2 h 905"/>
                  <a:gd name="T6" fmla="*/ 0 w 540"/>
                  <a:gd name="T7" fmla="*/ 3 h 905"/>
                  <a:gd name="T8" fmla="*/ 0 w 540"/>
                  <a:gd name="T9" fmla="*/ 4 h 905"/>
                  <a:gd name="T10" fmla="*/ 0 w 540"/>
                  <a:gd name="T11" fmla="*/ 5 h 905"/>
                  <a:gd name="T12" fmla="*/ 0 w 540"/>
                  <a:gd name="T13" fmla="*/ 6 h 905"/>
                  <a:gd name="T14" fmla="*/ 0 w 540"/>
                  <a:gd name="T15" fmla="*/ 7 h 905"/>
                  <a:gd name="T16" fmla="*/ 1 w 540"/>
                  <a:gd name="T17" fmla="*/ 8 h 905"/>
                  <a:gd name="T18" fmla="*/ 1 w 540"/>
                  <a:gd name="T19" fmla="*/ 9 h 905"/>
                  <a:gd name="T20" fmla="*/ 2 w 540"/>
                  <a:gd name="T21" fmla="*/ 9 h 905"/>
                  <a:gd name="T22" fmla="*/ 2 w 540"/>
                  <a:gd name="T23" fmla="*/ 10 h 905"/>
                  <a:gd name="T24" fmla="*/ 3 w 540"/>
                  <a:gd name="T25" fmla="*/ 11 h 905"/>
                  <a:gd name="T26" fmla="*/ 3 w 540"/>
                  <a:gd name="T27" fmla="*/ 11 h 905"/>
                  <a:gd name="T28" fmla="*/ 4 w 540"/>
                  <a:gd name="T29" fmla="*/ 12 h 905"/>
                  <a:gd name="T30" fmla="*/ 5 w 540"/>
                  <a:gd name="T31" fmla="*/ 12 h 905"/>
                  <a:gd name="T32" fmla="*/ 5 w 540"/>
                  <a:gd name="T33" fmla="*/ 13 h 905"/>
                  <a:gd name="T34" fmla="*/ 6 w 540"/>
                  <a:gd name="T35" fmla="*/ 13 h 905"/>
                  <a:gd name="T36" fmla="*/ 7 w 540"/>
                  <a:gd name="T37" fmla="*/ 14 h 905"/>
                  <a:gd name="T38" fmla="*/ 8 w 540"/>
                  <a:gd name="T39" fmla="*/ 14 h 905"/>
                  <a:gd name="T40" fmla="*/ 8 w 540"/>
                  <a:gd name="T41" fmla="*/ 14 h 905"/>
                  <a:gd name="T42" fmla="*/ 8 w 540"/>
                  <a:gd name="T43" fmla="*/ 14 h 905"/>
                  <a:gd name="T44" fmla="*/ 8 w 540"/>
                  <a:gd name="T45" fmla="*/ 13 h 905"/>
                  <a:gd name="T46" fmla="*/ 8 w 540"/>
                  <a:gd name="T47" fmla="*/ 13 h 905"/>
                  <a:gd name="T48" fmla="*/ 8 w 540"/>
                  <a:gd name="T49" fmla="*/ 12 h 905"/>
                  <a:gd name="T50" fmla="*/ 7 w 540"/>
                  <a:gd name="T51" fmla="*/ 12 h 905"/>
                  <a:gd name="T52" fmla="*/ 7 w 540"/>
                  <a:gd name="T53" fmla="*/ 12 h 905"/>
                  <a:gd name="T54" fmla="*/ 6 w 540"/>
                  <a:gd name="T55" fmla="*/ 12 h 905"/>
                  <a:gd name="T56" fmla="*/ 5 w 540"/>
                  <a:gd name="T57" fmla="*/ 11 h 905"/>
                  <a:gd name="T58" fmla="*/ 5 w 540"/>
                  <a:gd name="T59" fmla="*/ 11 h 905"/>
                  <a:gd name="T60" fmla="*/ 4 w 540"/>
                  <a:gd name="T61" fmla="*/ 10 h 905"/>
                  <a:gd name="T62" fmla="*/ 4 w 540"/>
                  <a:gd name="T63" fmla="*/ 10 h 905"/>
                  <a:gd name="T64" fmla="*/ 3 w 540"/>
                  <a:gd name="T65" fmla="*/ 9 h 905"/>
                  <a:gd name="T66" fmla="*/ 3 w 540"/>
                  <a:gd name="T67" fmla="*/ 8 h 905"/>
                  <a:gd name="T68" fmla="*/ 2 w 540"/>
                  <a:gd name="T69" fmla="*/ 8 h 905"/>
                  <a:gd name="T70" fmla="*/ 2 w 540"/>
                  <a:gd name="T71" fmla="*/ 7 h 905"/>
                  <a:gd name="T72" fmla="*/ 2 w 540"/>
                  <a:gd name="T73" fmla="*/ 6 h 905"/>
                  <a:gd name="T74" fmla="*/ 2 w 540"/>
                  <a:gd name="T75" fmla="*/ 6 h 905"/>
                  <a:gd name="T76" fmla="*/ 1 w 540"/>
                  <a:gd name="T77" fmla="*/ 5 h 905"/>
                  <a:gd name="T78" fmla="*/ 1 w 540"/>
                  <a:gd name="T79" fmla="*/ 4 h 905"/>
                  <a:gd name="T80" fmla="*/ 1 w 540"/>
                  <a:gd name="T81" fmla="*/ 3 h 905"/>
                  <a:gd name="T82" fmla="*/ 1 w 540"/>
                  <a:gd name="T83" fmla="*/ 3 h 905"/>
                  <a:gd name="T84" fmla="*/ 2 w 540"/>
                  <a:gd name="T85" fmla="*/ 2 h 905"/>
                  <a:gd name="T86" fmla="*/ 2 w 540"/>
                  <a:gd name="T87" fmla="*/ 1 h 905"/>
                  <a:gd name="T88" fmla="*/ 2 w 540"/>
                  <a:gd name="T89" fmla="*/ 1 h 905"/>
                  <a:gd name="T90" fmla="*/ 1 w 540"/>
                  <a:gd name="T91" fmla="*/ 0 h 90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40"/>
                  <a:gd name="T139" fmla="*/ 0 h 905"/>
                  <a:gd name="T140" fmla="*/ 540 w 540"/>
                  <a:gd name="T141" fmla="*/ 905 h 90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40" h="905">
                    <a:moveTo>
                      <a:pt x="43" y="0"/>
                    </a:moveTo>
                    <a:lnTo>
                      <a:pt x="33" y="27"/>
                    </a:lnTo>
                    <a:lnTo>
                      <a:pt x="25" y="56"/>
                    </a:lnTo>
                    <a:lnTo>
                      <a:pt x="18" y="85"/>
                    </a:lnTo>
                    <a:lnTo>
                      <a:pt x="11" y="114"/>
                    </a:lnTo>
                    <a:lnTo>
                      <a:pt x="6" y="144"/>
                    </a:lnTo>
                    <a:lnTo>
                      <a:pt x="3" y="174"/>
                    </a:lnTo>
                    <a:lnTo>
                      <a:pt x="1" y="205"/>
                    </a:lnTo>
                    <a:lnTo>
                      <a:pt x="0" y="236"/>
                    </a:lnTo>
                    <a:lnTo>
                      <a:pt x="1" y="266"/>
                    </a:lnTo>
                    <a:lnTo>
                      <a:pt x="3" y="297"/>
                    </a:lnTo>
                    <a:lnTo>
                      <a:pt x="6" y="326"/>
                    </a:lnTo>
                    <a:lnTo>
                      <a:pt x="11" y="355"/>
                    </a:lnTo>
                    <a:lnTo>
                      <a:pt x="18" y="385"/>
                    </a:lnTo>
                    <a:lnTo>
                      <a:pt x="24" y="413"/>
                    </a:lnTo>
                    <a:lnTo>
                      <a:pt x="33" y="441"/>
                    </a:lnTo>
                    <a:lnTo>
                      <a:pt x="42" y="469"/>
                    </a:lnTo>
                    <a:lnTo>
                      <a:pt x="52" y="496"/>
                    </a:lnTo>
                    <a:lnTo>
                      <a:pt x="64" y="522"/>
                    </a:lnTo>
                    <a:lnTo>
                      <a:pt x="76" y="549"/>
                    </a:lnTo>
                    <a:lnTo>
                      <a:pt x="91" y="574"/>
                    </a:lnTo>
                    <a:lnTo>
                      <a:pt x="105" y="598"/>
                    </a:lnTo>
                    <a:lnTo>
                      <a:pt x="121" y="623"/>
                    </a:lnTo>
                    <a:lnTo>
                      <a:pt x="137" y="646"/>
                    </a:lnTo>
                    <a:lnTo>
                      <a:pt x="154" y="668"/>
                    </a:lnTo>
                    <a:lnTo>
                      <a:pt x="174" y="690"/>
                    </a:lnTo>
                    <a:lnTo>
                      <a:pt x="193" y="711"/>
                    </a:lnTo>
                    <a:lnTo>
                      <a:pt x="213" y="731"/>
                    </a:lnTo>
                    <a:lnTo>
                      <a:pt x="233" y="750"/>
                    </a:lnTo>
                    <a:lnTo>
                      <a:pt x="256" y="769"/>
                    </a:lnTo>
                    <a:lnTo>
                      <a:pt x="278" y="786"/>
                    </a:lnTo>
                    <a:lnTo>
                      <a:pt x="301" y="803"/>
                    </a:lnTo>
                    <a:lnTo>
                      <a:pt x="326" y="818"/>
                    </a:lnTo>
                    <a:lnTo>
                      <a:pt x="350" y="832"/>
                    </a:lnTo>
                    <a:lnTo>
                      <a:pt x="375" y="846"/>
                    </a:lnTo>
                    <a:lnTo>
                      <a:pt x="402" y="859"/>
                    </a:lnTo>
                    <a:lnTo>
                      <a:pt x="428" y="871"/>
                    </a:lnTo>
                    <a:lnTo>
                      <a:pt x="455" y="881"/>
                    </a:lnTo>
                    <a:lnTo>
                      <a:pt x="483" y="890"/>
                    </a:lnTo>
                    <a:lnTo>
                      <a:pt x="511" y="898"/>
                    </a:lnTo>
                    <a:lnTo>
                      <a:pt x="539" y="905"/>
                    </a:lnTo>
                    <a:lnTo>
                      <a:pt x="540" y="895"/>
                    </a:lnTo>
                    <a:lnTo>
                      <a:pt x="540" y="885"/>
                    </a:lnTo>
                    <a:lnTo>
                      <a:pt x="540" y="876"/>
                    </a:lnTo>
                    <a:lnTo>
                      <a:pt x="540" y="866"/>
                    </a:lnTo>
                    <a:lnTo>
                      <a:pt x="540" y="852"/>
                    </a:lnTo>
                    <a:lnTo>
                      <a:pt x="540" y="838"/>
                    </a:lnTo>
                    <a:lnTo>
                      <a:pt x="539" y="824"/>
                    </a:lnTo>
                    <a:lnTo>
                      <a:pt x="538" y="811"/>
                    </a:lnTo>
                    <a:lnTo>
                      <a:pt x="515" y="804"/>
                    </a:lnTo>
                    <a:lnTo>
                      <a:pt x="492" y="797"/>
                    </a:lnTo>
                    <a:lnTo>
                      <a:pt x="468" y="788"/>
                    </a:lnTo>
                    <a:lnTo>
                      <a:pt x="446" y="779"/>
                    </a:lnTo>
                    <a:lnTo>
                      <a:pt x="424" y="769"/>
                    </a:lnTo>
                    <a:lnTo>
                      <a:pt x="403" y="757"/>
                    </a:lnTo>
                    <a:lnTo>
                      <a:pt x="381" y="745"/>
                    </a:lnTo>
                    <a:lnTo>
                      <a:pt x="361" y="732"/>
                    </a:lnTo>
                    <a:lnTo>
                      <a:pt x="341" y="719"/>
                    </a:lnTo>
                    <a:lnTo>
                      <a:pt x="322" y="705"/>
                    </a:lnTo>
                    <a:lnTo>
                      <a:pt x="302" y="690"/>
                    </a:lnTo>
                    <a:lnTo>
                      <a:pt x="285" y="673"/>
                    </a:lnTo>
                    <a:lnTo>
                      <a:pt x="267" y="656"/>
                    </a:lnTo>
                    <a:lnTo>
                      <a:pt x="251" y="639"/>
                    </a:lnTo>
                    <a:lnTo>
                      <a:pt x="234" y="622"/>
                    </a:lnTo>
                    <a:lnTo>
                      <a:pt x="219" y="602"/>
                    </a:lnTo>
                    <a:lnTo>
                      <a:pt x="205" y="583"/>
                    </a:lnTo>
                    <a:lnTo>
                      <a:pt x="191" y="564"/>
                    </a:lnTo>
                    <a:lnTo>
                      <a:pt x="178" y="543"/>
                    </a:lnTo>
                    <a:lnTo>
                      <a:pt x="165" y="522"/>
                    </a:lnTo>
                    <a:lnTo>
                      <a:pt x="154" y="500"/>
                    </a:lnTo>
                    <a:lnTo>
                      <a:pt x="144" y="479"/>
                    </a:lnTo>
                    <a:lnTo>
                      <a:pt x="134" y="456"/>
                    </a:lnTo>
                    <a:lnTo>
                      <a:pt x="126" y="433"/>
                    </a:lnTo>
                    <a:lnTo>
                      <a:pt x="118" y="410"/>
                    </a:lnTo>
                    <a:lnTo>
                      <a:pt x="112" y="386"/>
                    </a:lnTo>
                    <a:lnTo>
                      <a:pt x="106" y="362"/>
                    </a:lnTo>
                    <a:lnTo>
                      <a:pt x="101" y="337"/>
                    </a:lnTo>
                    <a:lnTo>
                      <a:pt x="97" y="312"/>
                    </a:lnTo>
                    <a:lnTo>
                      <a:pt x="95" y="288"/>
                    </a:lnTo>
                    <a:lnTo>
                      <a:pt x="93" y="261"/>
                    </a:lnTo>
                    <a:lnTo>
                      <a:pt x="93" y="236"/>
                    </a:lnTo>
                    <a:lnTo>
                      <a:pt x="93" y="213"/>
                    </a:lnTo>
                    <a:lnTo>
                      <a:pt x="94" y="190"/>
                    </a:lnTo>
                    <a:lnTo>
                      <a:pt x="96" y="167"/>
                    </a:lnTo>
                    <a:lnTo>
                      <a:pt x="99" y="145"/>
                    </a:lnTo>
                    <a:lnTo>
                      <a:pt x="103" y="124"/>
                    </a:lnTo>
                    <a:lnTo>
                      <a:pt x="108" y="101"/>
                    </a:lnTo>
                    <a:lnTo>
                      <a:pt x="113" y="80"/>
                    </a:lnTo>
                    <a:lnTo>
                      <a:pt x="119" y="59"/>
                    </a:lnTo>
                    <a:lnTo>
                      <a:pt x="101" y="44"/>
                    </a:lnTo>
                    <a:lnTo>
                      <a:pt x="81" y="29"/>
                    </a:lnTo>
                    <a:lnTo>
                      <a:pt x="62" y="1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EAEC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5" name="Freeform 440"/>
              <p:cNvSpPr>
                <a:spLocks/>
              </p:cNvSpPr>
              <p:nvPr/>
            </p:nvSpPr>
            <p:spPr bwMode="auto">
              <a:xfrm>
                <a:off x="3095" y="1586"/>
                <a:ext cx="62" cy="103"/>
              </a:xfrm>
              <a:custGeom>
                <a:avLst/>
                <a:gdLst>
                  <a:gd name="T0" fmla="*/ 0 w 493"/>
                  <a:gd name="T1" fmla="*/ 0 h 831"/>
                  <a:gd name="T2" fmla="*/ 0 w 493"/>
                  <a:gd name="T3" fmla="*/ 1 h 831"/>
                  <a:gd name="T4" fmla="*/ 0 w 493"/>
                  <a:gd name="T5" fmla="*/ 2 h 831"/>
                  <a:gd name="T6" fmla="*/ 0 w 493"/>
                  <a:gd name="T7" fmla="*/ 3 h 831"/>
                  <a:gd name="T8" fmla="*/ 0 w 493"/>
                  <a:gd name="T9" fmla="*/ 4 h 831"/>
                  <a:gd name="T10" fmla="*/ 0 w 493"/>
                  <a:gd name="T11" fmla="*/ 4 h 831"/>
                  <a:gd name="T12" fmla="*/ 0 w 493"/>
                  <a:gd name="T13" fmla="*/ 5 h 831"/>
                  <a:gd name="T14" fmla="*/ 1 w 493"/>
                  <a:gd name="T15" fmla="*/ 6 h 831"/>
                  <a:gd name="T16" fmla="*/ 1 w 493"/>
                  <a:gd name="T17" fmla="*/ 7 h 831"/>
                  <a:gd name="T18" fmla="*/ 1 w 493"/>
                  <a:gd name="T19" fmla="*/ 8 h 831"/>
                  <a:gd name="T20" fmla="*/ 2 w 493"/>
                  <a:gd name="T21" fmla="*/ 8 h 831"/>
                  <a:gd name="T22" fmla="*/ 2 w 493"/>
                  <a:gd name="T23" fmla="*/ 9 h 831"/>
                  <a:gd name="T24" fmla="*/ 3 w 493"/>
                  <a:gd name="T25" fmla="*/ 10 h 831"/>
                  <a:gd name="T26" fmla="*/ 3 w 493"/>
                  <a:gd name="T27" fmla="*/ 10 h 831"/>
                  <a:gd name="T28" fmla="*/ 4 w 493"/>
                  <a:gd name="T29" fmla="*/ 11 h 831"/>
                  <a:gd name="T30" fmla="*/ 4 w 493"/>
                  <a:gd name="T31" fmla="*/ 11 h 831"/>
                  <a:gd name="T32" fmla="*/ 5 w 493"/>
                  <a:gd name="T33" fmla="*/ 12 h 831"/>
                  <a:gd name="T34" fmla="*/ 6 w 493"/>
                  <a:gd name="T35" fmla="*/ 12 h 831"/>
                  <a:gd name="T36" fmla="*/ 7 w 493"/>
                  <a:gd name="T37" fmla="*/ 12 h 831"/>
                  <a:gd name="T38" fmla="*/ 7 w 493"/>
                  <a:gd name="T39" fmla="*/ 13 h 831"/>
                  <a:gd name="T40" fmla="*/ 8 w 493"/>
                  <a:gd name="T41" fmla="*/ 12 h 831"/>
                  <a:gd name="T42" fmla="*/ 8 w 493"/>
                  <a:gd name="T43" fmla="*/ 12 h 831"/>
                  <a:gd name="T44" fmla="*/ 7 w 493"/>
                  <a:gd name="T45" fmla="*/ 11 h 831"/>
                  <a:gd name="T46" fmla="*/ 7 w 493"/>
                  <a:gd name="T47" fmla="*/ 11 h 831"/>
                  <a:gd name="T48" fmla="*/ 6 w 493"/>
                  <a:gd name="T49" fmla="*/ 11 h 831"/>
                  <a:gd name="T50" fmla="*/ 6 w 493"/>
                  <a:gd name="T51" fmla="*/ 10 h 831"/>
                  <a:gd name="T52" fmla="*/ 5 w 493"/>
                  <a:gd name="T53" fmla="*/ 10 h 831"/>
                  <a:gd name="T54" fmla="*/ 4 w 493"/>
                  <a:gd name="T55" fmla="*/ 10 h 831"/>
                  <a:gd name="T56" fmla="*/ 4 w 493"/>
                  <a:gd name="T57" fmla="*/ 9 h 831"/>
                  <a:gd name="T58" fmla="*/ 3 w 493"/>
                  <a:gd name="T59" fmla="*/ 9 h 831"/>
                  <a:gd name="T60" fmla="*/ 3 w 493"/>
                  <a:gd name="T61" fmla="*/ 8 h 831"/>
                  <a:gd name="T62" fmla="*/ 3 w 493"/>
                  <a:gd name="T63" fmla="*/ 7 h 831"/>
                  <a:gd name="T64" fmla="*/ 2 w 493"/>
                  <a:gd name="T65" fmla="*/ 7 h 831"/>
                  <a:gd name="T66" fmla="*/ 2 w 493"/>
                  <a:gd name="T67" fmla="*/ 6 h 831"/>
                  <a:gd name="T68" fmla="*/ 2 w 493"/>
                  <a:gd name="T69" fmla="*/ 6 h 831"/>
                  <a:gd name="T70" fmla="*/ 2 w 493"/>
                  <a:gd name="T71" fmla="*/ 5 h 831"/>
                  <a:gd name="T72" fmla="*/ 2 w 493"/>
                  <a:gd name="T73" fmla="*/ 4 h 831"/>
                  <a:gd name="T74" fmla="*/ 1 w 493"/>
                  <a:gd name="T75" fmla="*/ 4 h 831"/>
                  <a:gd name="T76" fmla="*/ 1 w 493"/>
                  <a:gd name="T77" fmla="*/ 3 h 831"/>
                  <a:gd name="T78" fmla="*/ 2 w 493"/>
                  <a:gd name="T79" fmla="*/ 2 h 831"/>
                  <a:gd name="T80" fmla="*/ 2 w 493"/>
                  <a:gd name="T81" fmla="*/ 2 h 831"/>
                  <a:gd name="T82" fmla="*/ 2 w 493"/>
                  <a:gd name="T83" fmla="*/ 1 h 831"/>
                  <a:gd name="T84" fmla="*/ 1 w 493"/>
                  <a:gd name="T85" fmla="*/ 1 h 831"/>
                  <a:gd name="T86" fmla="*/ 1 w 493"/>
                  <a:gd name="T87" fmla="*/ 0 h 83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493"/>
                  <a:gd name="T133" fmla="*/ 0 h 831"/>
                  <a:gd name="T134" fmla="*/ 493 w 493"/>
                  <a:gd name="T135" fmla="*/ 831 h 83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493" h="831">
                    <a:moveTo>
                      <a:pt x="33" y="0"/>
                    </a:moveTo>
                    <a:lnTo>
                      <a:pt x="26" y="25"/>
                    </a:lnTo>
                    <a:lnTo>
                      <a:pt x="19" y="50"/>
                    </a:lnTo>
                    <a:lnTo>
                      <a:pt x="13" y="75"/>
                    </a:lnTo>
                    <a:lnTo>
                      <a:pt x="8" y="102"/>
                    </a:lnTo>
                    <a:lnTo>
                      <a:pt x="4" y="127"/>
                    </a:lnTo>
                    <a:lnTo>
                      <a:pt x="2" y="154"/>
                    </a:lnTo>
                    <a:lnTo>
                      <a:pt x="0" y="181"/>
                    </a:lnTo>
                    <a:lnTo>
                      <a:pt x="0" y="208"/>
                    </a:lnTo>
                    <a:lnTo>
                      <a:pt x="0" y="236"/>
                    </a:lnTo>
                    <a:lnTo>
                      <a:pt x="2" y="264"/>
                    </a:lnTo>
                    <a:lnTo>
                      <a:pt x="5" y="292"/>
                    </a:lnTo>
                    <a:lnTo>
                      <a:pt x="9" y="318"/>
                    </a:lnTo>
                    <a:lnTo>
                      <a:pt x="14" y="346"/>
                    </a:lnTo>
                    <a:lnTo>
                      <a:pt x="21" y="372"/>
                    </a:lnTo>
                    <a:lnTo>
                      <a:pt x="28" y="398"/>
                    </a:lnTo>
                    <a:lnTo>
                      <a:pt x="36" y="424"/>
                    </a:lnTo>
                    <a:lnTo>
                      <a:pt x="47" y="449"/>
                    </a:lnTo>
                    <a:lnTo>
                      <a:pt x="57" y="473"/>
                    </a:lnTo>
                    <a:lnTo>
                      <a:pt x="69" y="498"/>
                    </a:lnTo>
                    <a:lnTo>
                      <a:pt x="81" y="521"/>
                    </a:lnTo>
                    <a:lnTo>
                      <a:pt x="94" y="543"/>
                    </a:lnTo>
                    <a:lnTo>
                      <a:pt x="109" y="565"/>
                    </a:lnTo>
                    <a:lnTo>
                      <a:pt x="125" y="587"/>
                    </a:lnTo>
                    <a:lnTo>
                      <a:pt x="141" y="608"/>
                    </a:lnTo>
                    <a:lnTo>
                      <a:pt x="157" y="628"/>
                    </a:lnTo>
                    <a:lnTo>
                      <a:pt x="175" y="647"/>
                    </a:lnTo>
                    <a:lnTo>
                      <a:pt x="193" y="667"/>
                    </a:lnTo>
                    <a:lnTo>
                      <a:pt x="213" y="684"/>
                    </a:lnTo>
                    <a:lnTo>
                      <a:pt x="233" y="701"/>
                    </a:lnTo>
                    <a:lnTo>
                      <a:pt x="253" y="717"/>
                    </a:lnTo>
                    <a:lnTo>
                      <a:pt x="275" y="733"/>
                    </a:lnTo>
                    <a:lnTo>
                      <a:pt x="297" y="748"/>
                    </a:lnTo>
                    <a:lnTo>
                      <a:pt x="319" y="762"/>
                    </a:lnTo>
                    <a:lnTo>
                      <a:pt x="342" y="774"/>
                    </a:lnTo>
                    <a:lnTo>
                      <a:pt x="367" y="786"/>
                    </a:lnTo>
                    <a:lnTo>
                      <a:pt x="391" y="797"/>
                    </a:lnTo>
                    <a:lnTo>
                      <a:pt x="415" y="807"/>
                    </a:lnTo>
                    <a:lnTo>
                      <a:pt x="442" y="815"/>
                    </a:lnTo>
                    <a:lnTo>
                      <a:pt x="467" y="824"/>
                    </a:lnTo>
                    <a:lnTo>
                      <a:pt x="493" y="831"/>
                    </a:lnTo>
                    <a:lnTo>
                      <a:pt x="493" y="806"/>
                    </a:lnTo>
                    <a:lnTo>
                      <a:pt x="491" y="782"/>
                    </a:lnTo>
                    <a:lnTo>
                      <a:pt x="490" y="758"/>
                    </a:lnTo>
                    <a:lnTo>
                      <a:pt x="487" y="734"/>
                    </a:lnTo>
                    <a:lnTo>
                      <a:pt x="466" y="727"/>
                    </a:lnTo>
                    <a:lnTo>
                      <a:pt x="446" y="720"/>
                    </a:lnTo>
                    <a:lnTo>
                      <a:pt x="424" y="712"/>
                    </a:lnTo>
                    <a:lnTo>
                      <a:pt x="404" y="703"/>
                    </a:lnTo>
                    <a:lnTo>
                      <a:pt x="385" y="693"/>
                    </a:lnTo>
                    <a:lnTo>
                      <a:pt x="366" y="683"/>
                    </a:lnTo>
                    <a:lnTo>
                      <a:pt x="347" y="672"/>
                    </a:lnTo>
                    <a:lnTo>
                      <a:pt x="329" y="660"/>
                    </a:lnTo>
                    <a:lnTo>
                      <a:pt x="311" y="646"/>
                    </a:lnTo>
                    <a:lnTo>
                      <a:pt x="294" y="633"/>
                    </a:lnTo>
                    <a:lnTo>
                      <a:pt x="278" y="619"/>
                    </a:lnTo>
                    <a:lnTo>
                      <a:pt x="261" y="605"/>
                    </a:lnTo>
                    <a:lnTo>
                      <a:pt x="246" y="590"/>
                    </a:lnTo>
                    <a:lnTo>
                      <a:pt x="231" y="573"/>
                    </a:lnTo>
                    <a:lnTo>
                      <a:pt x="217" y="557"/>
                    </a:lnTo>
                    <a:lnTo>
                      <a:pt x="204" y="540"/>
                    </a:lnTo>
                    <a:lnTo>
                      <a:pt x="190" y="523"/>
                    </a:lnTo>
                    <a:lnTo>
                      <a:pt x="178" y="505"/>
                    </a:lnTo>
                    <a:lnTo>
                      <a:pt x="167" y="486"/>
                    </a:lnTo>
                    <a:lnTo>
                      <a:pt x="156" y="467"/>
                    </a:lnTo>
                    <a:lnTo>
                      <a:pt x="146" y="447"/>
                    </a:lnTo>
                    <a:lnTo>
                      <a:pt x="137" y="428"/>
                    </a:lnTo>
                    <a:lnTo>
                      <a:pt x="129" y="407"/>
                    </a:lnTo>
                    <a:lnTo>
                      <a:pt x="121" y="386"/>
                    </a:lnTo>
                    <a:lnTo>
                      <a:pt x="113" y="365"/>
                    </a:lnTo>
                    <a:lnTo>
                      <a:pt x="107" y="344"/>
                    </a:lnTo>
                    <a:lnTo>
                      <a:pt x="102" y="321"/>
                    </a:lnTo>
                    <a:lnTo>
                      <a:pt x="98" y="299"/>
                    </a:lnTo>
                    <a:lnTo>
                      <a:pt x="95" y="277"/>
                    </a:lnTo>
                    <a:lnTo>
                      <a:pt x="93" y="255"/>
                    </a:lnTo>
                    <a:lnTo>
                      <a:pt x="91" y="231"/>
                    </a:lnTo>
                    <a:lnTo>
                      <a:pt x="91" y="208"/>
                    </a:lnTo>
                    <a:lnTo>
                      <a:pt x="91" y="189"/>
                    </a:lnTo>
                    <a:lnTo>
                      <a:pt x="92" y="170"/>
                    </a:lnTo>
                    <a:lnTo>
                      <a:pt x="93" y="152"/>
                    </a:lnTo>
                    <a:lnTo>
                      <a:pt x="96" y="134"/>
                    </a:lnTo>
                    <a:lnTo>
                      <a:pt x="98" y="117"/>
                    </a:lnTo>
                    <a:lnTo>
                      <a:pt x="102" y="99"/>
                    </a:lnTo>
                    <a:lnTo>
                      <a:pt x="105" y="81"/>
                    </a:lnTo>
                    <a:lnTo>
                      <a:pt x="110" y="64"/>
                    </a:lnTo>
                    <a:lnTo>
                      <a:pt x="91" y="48"/>
                    </a:lnTo>
                    <a:lnTo>
                      <a:pt x="73" y="32"/>
                    </a:lnTo>
                    <a:lnTo>
                      <a:pt x="54" y="1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BED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6" name="Freeform 441"/>
              <p:cNvSpPr>
                <a:spLocks/>
              </p:cNvSpPr>
              <p:nvPr/>
            </p:nvSpPr>
            <p:spPr bwMode="auto">
              <a:xfrm>
                <a:off x="3101" y="1589"/>
                <a:ext cx="56" cy="95"/>
              </a:xfrm>
              <a:custGeom>
                <a:avLst/>
                <a:gdLst>
                  <a:gd name="T0" fmla="*/ 0 w 445"/>
                  <a:gd name="T1" fmla="*/ 0 h 752"/>
                  <a:gd name="T2" fmla="*/ 0 w 445"/>
                  <a:gd name="T3" fmla="*/ 1 h 752"/>
                  <a:gd name="T4" fmla="*/ 0 w 445"/>
                  <a:gd name="T5" fmla="*/ 2 h 752"/>
                  <a:gd name="T6" fmla="*/ 0 w 445"/>
                  <a:gd name="T7" fmla="*/ 2 h 752"/>
                  <a:gd name="T8" fmla="*/ 0 w 445"/>
                  <a:gd name="T9" fmla="*/ 3 h 752"/>
                  <a:gd name="T10" fmla="*/ 0 w 445"/>
                  <a:gd name="T11" fmla="*/ 4 h 752"/>
                  <a:gd name="T12" fmla="*/ 0 w 445"/>
                  <a:gd name="T13" fmla="*/ 5 h 752"/>
                  <a:gd name="T14" fmla="*/ 0 w 445"/>
                  <a:gd name="T15" fmla="*/ 6 h 752"/>
                  <a:gd name="T16" fmla="*/ 1 w 445"/>
                  <a:gd name="T17" fmla="*/ 6 h 752"/>
                  <a:gd name="T18" fmla="*/ 1 w 445"/>
                  <a:gd name="T19" fmla="*/ 7 h 752"/>
                  <a:gd name="T20" fmla="*/ 1 w 445"/>
                  <a:gd name="T21" fmla="*/ 8 h 752"/>
                  <a:gd name="T22" fmla="*/ 2 w 445"/>
                  <a:gd name="T23" fmla="*/ 8 h 752"/>
                  <a:gd name="T24" fmla="*/ 2 w 445"/>
                  <a:gd name="T25" fmla="*/ 9 h 752"/>
                  <a:gd name="T26" fmla="*/ 3 w 445"/>
                  <a:gd name="T27" fmla="*/ 9 h 752"/>
                  <a:gd name="T28" fmla="*/ 3 w 445"/>
                  <a:gd name="T29" fmla="*/ 10 h 752"/>
                  <a:gd name="T30" fmla="*/ 4 w 445"/>
                  <a:gd name="T31" fmla="*/ 10 h 752"/>
                  <a:gd name="T32" fmla="*/ 5 w 445"/>
                  <a:gd name="T33" fmla="*/ 11 h 752"/>
                  <a:gd name="T34" fmla="*/ 5 w 445"/>
                  <a:gd name="T35" fmla="*/ 11 h 752"/>
                  <a:gd name="T36" fmla="*/ 6 w 445"/>
                  <a:gd name="T37" fmla="*/ 12 h 752"/>
                  <a:gd name="T38" fmla="*/ 7 w 445"/>
                  <a:gd name="T39" fmla="*/ 12 h 752"/>
                  <a:gd name="T40" fmla="*/ 7 w 445"/>
                  <a:gd name="T41" fmla="*/ 12 h 752"/>
                  <a:gd name="T42" fmla="*/ 7 w 445"/>
                  <a:gd name="T43" fmla="*/ 11 h 752"/>
                  <a:gd name="T44" fmla="*/ 7 w 445"/>
                  <a:gd name="T45" fmla="*/ 10 h 752"/>
                  <a:gd name="T46" fmla="*/ 6 w 445"/>
                  <a:gd name="T47" fmla="*/ 10 h 752"/>
                  <a:gd name="T48" fmla="*/ 5 w 445"/>
                  <a:gd name="T49" fmla="*/ 10 h 752"/>
                  <a:gd name="T50" fmla="*/ 5 w 445"/>
                  <a:gd name="T51" fmla="*/ 9 h 752"/>
                  <a:gd name="T52" fmla="*/ 4 w 445"/>
                  <a:gd name="T53" fmla="*/ 9 h 752"/>
                  <a:gd name="T54" fmla="*/ 4 w 445"/>
                  <a:gd name="T55" fmla="*/ 9 h 752"/>
                  <a:gd name="T56" fmla="*/ 4 w 445"/>
                  <a:gd name="T57" fmla="*/ 8 h 752"/>
                  <a:gd name="T58" fmla="*/ 3 w 445"/>
                  <a:gd name="T59" fmla="*/ 8 h 752"/>
                  <a:gd name="T60" fmla="*/ 3 w 445"/>
                  <a:gd name="T61" fmla="*/ 7 h 752"/>
                  <a:gd name="T62" fmla="*/ 3 w 445"/>
                  <a:gd name="T63" fmla="*/ 7 h 752"/>
                  <a:gd name="T64" fmla="*/ 2 w 445"/>
                  <a:gd name="T65" fmla="*/ 6 h 752"/>
                  <a:gd name="T66" fmla="*/ 2 w 445"/>
                  <a:gd name="T67" fmla="*/ 6 h 752"/>
                  <a:gd name="T68" fmla="*/ 2 w 445"/>
                  <a:gd name="T69" fmla="*/ 5 h 752"/>
                  <a:gd name="T70" fmla="*/ 2 w 445"/>
                  <a:gd name="T71" fmla="*/ 4 h 752"/>
                  <a:gd name="T72" fmla="*/ 2 w 445"/>
                  <a:gd name="T73" fmla="*/ 4 h 752"/>
                  <a:gd name="T74" fmla="*/ 1 w 445"/>
                  <a:gd name="T75" fmla="*/ 3 h 752"/>
                  <a:gd name="T76" fmla="*/ 2 w 445"/>
                  <a:gd name="T77" fmla="*/ 2 h 752"/>
                  <a:gd name="T78" fmla="*/ 2 w 445"/>
                  <a:gd name="T79" fmla="*/ 2 h 752"/>
                  <a:gd name="T80" fmla="*/ 1 w 445"/>
                  <a:gd name="T81" fmla="*/ 1 h 752"/>
                  <a:gd name="T82" fmla="*/ 1 w 445"/>
                  <a:gd name="T83" fmla="*/ 0 h 75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45"/>
                  <a:gd name="T127" fmla="*/ 0 h 752"/>
                  <a:gd name="T128" fmla="*/ 445 w 445"/>
                  <a:gd name="T129" fmla="*/ 752 h 75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45" h="752">
                    <a:moveTo>
                      <a:pt x="26" y="0"/>
                    </a:moveTo>
                    <a:lnTo>
                      <a:pt x="20" y="21"/>
                    </a:lnTo>
                    <a:lnTo>
                      <a:pt x="15" y="42"/>
                    </a:lnTo>
                    <a:lnTo>
                      <a:pt x="10" y="65"/>
                    </a:lnTo>
                    <a:lnTo>
                      <a:pt x="6" y="86"/>
                    </a:lnTo>
                    <a:lnTo>
                      <a:pt x="3" y="108"/>
                    </a:lnTo>
                    <a:lnTo>
                      <a:pt x="1" y="131"/>
                    </a:lnTo>
                    <a:lnTo>
                      <a:pt x="0" y="154"/>
                    </a:lnTo>
                    <a:lnTo>
                      <a:pt x="0" y="177"/>
                    </a:lnTo>
                    <a:lnTo>
                      <a:pt x="0" y="202"/>
                    </a:lnTo>
                    <a:lnTo>
                      <a:pt x="2" y="229"/>
                    </a:lnTo>
                    <a:lnTo>
                      <a:pt x="4" y="253"/>
                    </a:lnTo>
                    <a:lnTo>
                      <a:pt x="8" y="278"/>
                    </a:lnTo>
                    <a:lnTo>
                      <a:pt x="13" y="303"/>
                    </a:lnTo>
                    <a:lnTo>
                      <a:pt x="19" y="327"/>
                    </a:lnTo>
                    <a:lnTo>
                      <a:pt x="25" y="351"/>
                    </a:lnTo>
                    <a:lnTo>
                      <a:pt x="33" y="374"/>
                    </a:lnTo>
                    <a:lnTo>
                      <a:pt x="41" y="397"/>
                    </a:lnTo>
                    <a:lnTo>
                      <a:pt x="51" y="420"/>
                    </a:lnTo>
                    <a:lnTo>
                      <a:pt x="61" y="441"/>
                    </a:lnTo>
                    <a:lnTo>
                      <a:pt x="72" y="463"/>
                    </a:lnTo>
                    <a:lnTo>
                      <a:pt x="85" y="484"/>
                    </a:lnTo>
                    <a:lnTo>
                      <a:pt x="98" y="505"/>
                    </a:lnTo>
                    <a:lnTo>
                      <a:pt x="112" y="524"/>
                    </a:lnTo>
                    <a:lnTo>
                      <a:pt x="126" y="543"/>
                    </a:lnTo>
                    <a:lnTo>
                      <a:pt x="141" y="563"/>
                    </a:lnTo>
                    <a:lnTo>
                      <a:pt x="158" y="580"/>
                    </a:lnTo>
                    <a:lnTo>
                      <a:pt x="174" y="597"/>
                    </a:lnTo>
                    <a:lnTo>
                      <a:pt x="192" y="614"/>
                    </a:lnTo>
                    <a:lnTo>
                      <a:pt x="209" y="631"/>
                    </a:lnTo>
                    <a:lnTo>
                      <a:pt x="229" y="646"/>
                    </a:lnTo>
                    <a:lnTo>
                      <a:pt x="248" y="660"/>
                    </a:lnTo>
                    <a:lnTo>
                      <a:pt x="268" y="673"/>
                    </a:lnTo>
                    <a:lnTo>
                      <a:pt x="288" y="686"/>
                    </a:lnTo>
                    <a:lnTo>
                      <a:pt x="310" y="698"/>
                    </a:lnTo>
                    <a:lnTo>
                      <a:pt x="331" y="710"/>
                    </a:lnTo>
                    <a:lnTo>
                      <a:pt x="353" y="720"/>
                    </a:lnTo>
                    <a:lnTo>
                      <a:pt x="375" y="729"/>
                    </a:lnTo>
                    <a:lnTo>
                      <a:pt x="399" y="738"/>
                    </a:lnTo>
                    <a:lnTo>
                      <a:pt x="422" y="745"/>
                    </a:lnTo>
                    <a:lnTo>
                      <a:pt x="445" y="752"/>
                    </a:lnTo>
                    <a:lnTo>
                      <a:pt x="444" y="727"/>
                    </a:lnTo>
                    <a:lnTo>
                      <a:pt x="441" y="702"/>
                    </a:lnTo>
                    <a:lnTo>
                      <a:pt x="438" y="678"/>
                    </a:lnTo>
                    <a:lnTo>
                      <a:pt x="434" y="654"/>
                    </a:lnTo>
                    <a:lnTo>
                      <a:pt x="416" y="647"/>
                    </a:lnTo>
                    <a:lnTo>
                      <a:pt x="398" y="640"/>
                    </a:lnTo>
                    <a:lnTo>
                      <a:pt x="379" y="632"/>
                    </a:lnTo>
                    <a:lnTo>
                      <a:pt x="362" y="622"/>
                    </a:lnTo>
                    <a:lnTo>
                      <a:pt x="345" y="613"/>
                    </a:lnTo>
                    <a:lnTo>
                      <a:pt x="329" y="603"/>
                    </a:lnTo>
                    <a:lnTo>
                      <a:pt x="312" y="593"/>
                    </a:lnTo>
                    <a:lnTo>
                      <a:pt x="296" y="582"/>
                    </a:lnTo>
                    <a:lnTo>
                      <a:pt x="281" y="571"/>
                    </a:lnTo>
                    <a:lnTo>
                      <a:pt x="266" y="558"/>
                    </a:lnTo>
                    <a:lnTo>
                      <a:pt x="252" y="546"/>
                    </a:lnTo>
                    <a:lnTo>
                      <a:pt x="238" y="531"/>
                    </a:lnTo>
                    <a:lnTo>
                      <a:pt x="224" y="518"/>
                    </a:lnTo>
                    <a:lnTo>
                      <a:pt x="211" y="504"/>
                    </a:lnTo>
                    <a:lnTo>
                      <a:pt x="199" y="489"/>
                    </a:lnTo>
                    <a:lnTo>
                      <a:pt x="187" y="474"/>
                    </a:lnTo>
                    <a:lnTo>
                      <a:pt x="177" y="457"/>
                    </a:lnTo>
                    <a:lnTo>
                      <a:pt x="166" y="441"/>
                    </a:lnTo>
                    <a:lnTo>
                      <a:pt x="156" y="425"/>
                    </a:lnTo>
                    <a:lnTo>
                      <a:pt x="146" y="408"/>
                    </a:lnTo>
                    <a:lnTo>
                      <a:pt x="138" y="390"/>
                    </a:lnTo>
                    <a:lnTo>
                      <a:pt x="130" y="372"/>
                    </a:lnTo>
                    <a:lnTo>
                      <a:pt x="123" y="354"/>
                    </a:lnTo>
                    <a:lnTo>
                      <a:pt x="116" y="336"/>
                    </a:lnTo>
                    <a:lnTo>
                      <a:pt x="110" y="317"/>
                    </a:lnTo>
                    <a:lnTo>
                      <a:pt x="105" y="297"/>
                    </a:lnTo>
                    <a:lnTo>
                      <a:pt x="101" y="278"/>
                    </a:lnTo>
                    <a:lnTo>
                      <a:pt x="97" y="258"/>
                    </a:lnTo>
                    <a:lnTo>
                      <a:pt x="95" y="238"/>
                    </a:lnTo>
                    <a:lnTo>
                      <a:pt x="92" y="217"/>
                    </a:lnTo>
                    <a:lnTo>
                      <a:pt x="91" y="197"/>
                    </a:lnTo>
                    <a:lnTo>
                      <a:pt x="91" y="177"/>
                    </a:lnTo>
                    <a:lnTo>
                      <a:pt x="92" y="149"/>
                    </a:lnTo>
                    <a:lnTo>
                      <a:pt x="94" y="121"/>
                    </a:lnTo>
                    <a:lnTo>
                      <a:pt x="97" y="95"/>
                    </a:lnTo>
                    <a:lnTo>
                      <a:pt x="102" y="69"/>
                    </a:lnTo>
                    <a:lnTo>
                      <a:pt x="84" y="50"/>
                    </a:lnTo>
                    <a:lnTo>
                      <a:pt x="65" y="33"/>
                    </a:lnTo>
                    <a:lnTo>
                      <a:pt x="46" y="17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ECED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7" name="Freeform 442"/>
              <p:cNvSpPr>
                <a:spLocks/>
              </p:cNvSpPr>
              <p:nvPr/>
            </p:nvSpPr>
            <p:spPr bwMode="auto">
              <a:xfrm>
                <a:off x="3107" y="1594"/>
                <a:ext cx="49" cy="83"/>
              </a:xfrm>
              <a:custGeom>
                <a:avLst/>
                <a:gdLst>
                  <a:gd name="T0" fmla="*/ 0 w 396"/>
                  <a:gd name="T1" fmla="*/ 0 h 670"/>
                  <a:gd name="T2" fmla="*/ 0 w 396"/>
                  <a:gd name="T3" fmla="*/ 1 h 670"/>
                  <a:gd name="T4" fmla="*/ 0 w 396"/>
                  <a:gd name="T5" fmla="*/ 1 h 670"/>
                  <a:gd name="T6" fmla="*/ 0 w 396"/>
                  <a:gd name="T7" fmla="*/ 2 h 670"/>
                  <a:gd name="T8" fmla="*/ 0 w 396"/>
                  <a:gd name="T9" fmla="*/ 3 h 670"/>
                  <a:gd name="T10" fmla="*/ 0 w 396"/>
                  <a:gd name="T11" fmla="*/ 3 h 670"/>
                  <a:gd name="T12" fmla="*/ 0 w 396"/>
                  <a:gd name="T13" fmla="*/ 4 h 670"/>
                  <a:gd name="T14" fmla="*/ 0 w 396"/>
                  <a:gd name="T15" fmla="*/ 5 h 670"/>
                  <a:gd name="T16" fmla="*/ 1 w 396"/>
                  <a:gd name="T17" fmla="*/ 5 h 670"/>
                  <a:gd name="T18" fmla="*/ 1 w 396"/>
                  <a:gd name="T19" fmla="*/ 6 h 670"/>
                  <a:gd name="T20" fmla="*/ 1 w 396"/>
                  <a:gd name="T21" fmla="*/ 6 h 670"/>
                  <a:gd name="T22" fmla="*/ 1 w 396"/>
                  <a:gd name="T23" fmla="*/ 7 h 670"/>
                  <a:gd name="T24" fmla="*/ 2 w 396"/>
                  <a:gd name="T25" fmla="*/ 8 h 670"/>
                  <a:gd name="T26" fmla="*/ 2 w 396"/>
                  <a:gd name="T27" fmla="*/ 8 h 670"/>
                  <a:gd name="T28" fmla="*/ 3 w 396"/>
                  <a:gd name="T29" fmla="*/ 9 h 670"/>
                  <a:gd name="T30" fmla="*/ 3 w 396"/>
                  <a:gd name="T31" fmla="*/ 9 h 670"/>
                  <a:gd name="T32" fmla="*/ 4 w 396"/>
                  <a:gd name="T33" fmla="*/ 9 h 670"/>
                  <a:gd name="T34" fmla="*/ 4 w 396"/>
                  <a:gd name="T35" fmla="*/ 10 h 670"/>
                  <a:gd name="T36" fmla="*/ 5 w 396"/>
                  <a:gd name="T37" fmla="*/ 10 h 670"/>
                  <a:gd name="T38" fmla="*/ 6 w 396"/>
                  <a:gd name="T39" fmla="*/ 10 h 670"/>
                  <a:gd name="T40" fmla="*/ 6 w 396"/>
                  <a:gd name="T41" fmla="*/ 10 h 670"/>
                  <a:gd name="T42" fmla="*/ 6 w 396"/>
                  <a:gd name="T43" fmla="*/ 9 h 670"/>
                  <a:gd name="T44" fmla="*/ 6 w 396"/>
                  <a:gd name="T45" fmla="*/ 9 h 670"/>
                  <a:gd name="T46" fmla="*/ 5 w 396"/>
                  <a:gd name="T47" fmla="*/ 8 h 670"/>
                  <a:gd name="T48" fmla="*/ 5 w 396"/>
                  <a:gd name="T49" fmla="*/ 8 h 670"/>
                  <a:gd name="T50" fmla="*/ 4 w 396"/>
                  <a:gd name="T51" fmla="*/ 8 h 670"/>
                  <a:gd name="T52" fmla="*/ 4 w 396"/>
                  <a:gd name="T53" fmla="*/ 8 h 670"/>
                  <a:gd name="T54" fmla="*/ 3 w 396"/>
                  <a:gd name="T55" fmla="*/ 7 h 670"/>
                  <a:gd name="T56" fmla="*/ 3 w 396"/>
                  <a:gd name="T57" fmla="*/ 7 h 670"/>
                  <a:gd name="T58" fmla="*/ 3 w 396"/>
                  <a:gd name="T59" fmla="*/ 6 h 670"/>
                  <a:gd name="T60" fmla="*/ 2 w 396"/>
                  <a:gd name="T61" fmla="*/ 6 h 670"/>
                  <a:gd name="T62" fmla="*/ 2 w 396"/>
                  <a:gd name="T63" fmla="*/ 6 h 670"/>
                  <a:gd name="T64" fmla="*/ 2 w 396"/>
                  <a:gd name="T65" fmla="*/ 5 h 670"/>
                  <a:gd name="T66" fmla="*/ 2 w 396"/>
                  <a:gd name="T67" fmla="*/ 5 h 670"/>
                  <a:gd name="T68" fmla="*/ 2 w 396"/>
                  <a:gd name="T69" fmla="*/ 4 h 670"/>
                  <a:gd name="T70" fmla="*/ 1 w 396"/>
                  <a:gd name="T71" fmla="*/ 4 h 670"/>
                  <a:gd name="T72" fmla="*/ 1 w 396"/>
                  <a:gd name="T73" fmla="*/ 3 h 670"/>
                  <a:gd name="T74" fmla="*/ 1 w 396"/>
                  <a:gd name="T75" fmla="*/ 2 h 670"/>
                  <a:gd name="T76" fmla="*/ 1 w 396"/>
                  <a:gd name="T77" fmla="*/ 2 h 670"/>
                  <a:gd name="T78" fmla="*/ 1 w 396"/>
                  <a:gd name="T79" fmla="*/ 1 h 670"/>
                  <a:gd name="T80" fmla="*/ 1 w 396"/>
                  <a:gd name="T81" fmla="*/ 1 h 670"/>
                  <a:gd name="T82" fmla="*/ 1 w 396"/>
                  <a:gd name="T83" fmla="*/ 0 h 67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96"/>
                  <a:gd name="T127" fmla="*/ 0 h 670"/>
                  <a:gd name="T128" fmla="*/ 396 w 396"/>
                  <a:gd name="T129" fmla="*/ 670 h 67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96" h="670">
                    <a:moveTo>
                      <a:pt x="19" y="0"/>
                    </a:moveTo>
                    <a:lnTo>
                      <a:pt x="14" y="17"/>
                    </a:lnTo>
                    <a:lnTo>
                      <a:pt x="11" y="35"/>
                    </a:lnTo>
                    <a:lnTo>
                      <a:pt x="7" y="53"/>
                    </a:lnTo>
                    <a:lnTo>
                      <a:pt x="5" y="70"/>
                    </a:lnTo>
                    <a:lnTo>
                      <a:pt x="2" y="88"/>
                    </a:lnTo>
                    <a:lnTo>
                      <a:pt x="1" y="106"/>
                    </a:lnTo>
                    <a:lnTo>
                      <a:pt x="0" y="125"/>
                    </a:lnTo>
                    <a:lnTo>
                      <a:pt x="0" y="144"/>
                    </a:lnTo>
                    <a:lnTo>
                      <a:pt x="0" y="167"/>
                    </a:lnTo>
                    <a:lnTo>
                      <a:pt x="2" y="191"/>
                    </a:lnTo>
                    <a:lnTo>
                      <a:pt x="4" y="213"/>
                    </a:lnTo>
                    <a:lnTo>
                      <a:pt x="7" y="235"/>
                    </a:lnTo>
                    <a:lnTo>
                      <a:pt x="11" y="257"/>
                    </a:lnTo>
                    <a:lnTo>
                      <a:pt x="16" y="280"/>
                    </a:lnTo>
                    <a:lnTo>
                      <a:pt x="22" y="301"/>
                    </a:lnTo>
                    <a:lnTo>
                      <a:pt x="30" y="322"/>
                    </a:lnTo>
                    <a:lnTo>
                      <a:pt x="38" y="343"/>
                    </a:lnTo>
                    <a:lnTo>
                      <a:pt x="46" y="364"/>
                    </a:lnTo>
                    <a:lnTo>
                      <a:pt x="55" y="383"/>
                    </a:lnTo>
                    <a:lnTo>
                      <a:pt x="65" y="403"/>
                    </a:lnTo>
                    <a:lnTo>
                      <a:pt x="76" y="422"/>
                    </a:lnTo>
                    <a:lnTo>
                      <a:pt x="87" y="441"/>
                    </a:lnTo>
                    <a:lnTo>
                      <a:pt x="99" y="459"/>
                    </a:lnTo>
                    <a:lnTo>
                      <a:pt x="113" y="476"/>
                    </a:lnTo>
                    <a:lnTo>
                      <a:pt x="126" y="493"/>
                    </a:lnTo>
                    <a:lnTo>
                      <a:pt x="140" y="509"/>
                    </a:lnTo>
                    <a:lnTo>
                      <a:pt x="155" y="526"/>
                    </a:lnTo>
                    <a:lnTo>
                      <a:pt x="170" y="541"/>
                    </a:lnTo>
                    <a:lnTo>
                      <a:pt x="187" y="555"/>
                    </a:lnTo>
                    <a:lnTo>
                      <a:pt x="203" y="569"/>
                    </a:lnTo>
                    <a:lnTo>
                      <a:pt x="220" y="582"/>
                    </a:lnTo>
                    <a:lnTo>
                      <a:pt x="238" y="596"/>
                    </a:lnTo>
                    <a:lnTo>
                      <a:pt x="256" y="608"/>
                    </a:lnTo>
                    <a:lnTo>
                      <a:pt x="275" y="619"/>
                    </a:lnTo>
                    <a:lnTo>
                      <a:pt x="294" y="629"/>
                    </a:lnTo>
                    <a:lnTo>
                      <a:pt x="313" y="639"/>
                    </a:lnTo>
                    <a:lnTo>
                      <a:pt x="333" y="648"/>
                    </a:lnTo>
                    <a:lnTo>
                      <a:pt x="355" y="656"/>
                    </a:lnTo>
                    <a:lnTo>
                      <a:pt x="375" y="663"/>
                    </a:lnTo>
                    <a:lnTo>
                      <a:pt x="396" y="670"/>
                    </a:lnTo>
                    <a:lnTo>
                      <a:pt x="393" y="644"/>
                    </a:lnTo>
                    <a:lnTo>
                      <a:pt x="389" y="619"/>
                    </a:lnTo>
                    <a:lnTo>
                      <a:pt x="384" y="594"/>
                    </a:lnTo>
                    <a:lnTo>
                      <a:pt x="378" y="568"/>
                    </a:lnTo>
                    <a:lnTo>
                      <a:pt x="363" y="561"/>
                    </a:lnTo>
                    <a:lnTo>
                      <a:pt x="348" y="554"/>
                    </a:lnTo>
                    <a:lnTo>
                      <a:pt x="332" y="546"/>
                    </a:lnTo>
                    <a:lnTo>
                      <a:pt x="317" y="538"/>
                    </a:lnTo>
                    <a:lnTo>
                      <a:pt x="303" y="530"/>
                    </a:lnTo>
                    <a:lnTo>
                      <a:pt x="289" y="520"/>
                    </a:lnTo>
                    <a:lnTo>
                      <a:pt x="276" y="510"/>
                    </a:lnTo>
                    <a:lnTo>
                      <a:pt x="263" y="500"/>
                    </a:lnTo>
                    <a:lnTo>
                      <a:pt x="249" y="489"/>
                    </a:lnTo>
                    <a:lnTo>
                      <a:pt x="237" y="478"/>
                    </a:lnTo>
                    <a:lnTo>
                      <a:pt x="225" y="467"/>
                    </a:lnTo>
                    <a:lnTo>
                      <a:pt x="214" y="455"/>
                    </a:lnTo>
                    <a:lnTo>
                      <a:pt x="203" y="443"/>
                    </a:lnTo>
                    <a:lnTo>
                      <a:pt x="192" y="429"/>
                    </a:lnTo>
                    <a:lnTo>
                      <a:pt x="181" y="416"/>
                    </a:lnTo>
                    <a:lnTo>
                      <a:pt x="171" y="402"/>
                    </a:lnTo>
                    <a:lnTo>
                      <a:pt x="162" y="389"/>
                    </a:lnTo>
                    <a:lnTo>
                      <a:pt x="154" y="374"/>
                    </a:lnTo>
                    <a:lnTo>
                      <a:pt x="145" y="360"/>
                    </a:lnTo>
                    <a:lnTo>
                      <a:pt x="138" y="344"/>
                    </a:lnTo>
                    <a:lnTo>
                      <a:pt x="131" y="329"/>
                    </a:lnTo>
                    <a:lnTo>
                      <a:pt x="124" y="314"/>
                    </a:lnTo>
                    <a:lnTo>
                      <a:pt x="118" y="298"/>
                    </a:lnTo>
                    <a:lnTo>
                      <a:pt x="113" y="282"/>
                    </a:lnTo>
                    <a:lnTo>
                      <a:pt x="108" y="265"/>
                    </a:lnTo>
                    <a:lnTo>
                      <a:pt x="103" y="248"/>
                    </a:lnTo>
                    <a:lnTo>
                      <a:pt x="99" y="231"/>
                    </a:lnTo>
                    <a:lnTo>
                      <a:pt x="96" y="215"/>
                    </a:lnTo>
                    <a:lnTo>
                      <a:pt x="94" y="197"/>
                    </a:lnTo>
                    <a:lnTo>
                      <a:pt x="92" y="179"/>
                    </a:lnTo>
                    <a:lnTo>
                      <a:pt x="91" y="162"/>
                    </a:lnTo>
                    <a:lnTo>
                      <a:pt x="91" y="144"/>
                    </a:lnTo>
                    <a:lnTo>
                      <a:pt x="91" y="126"/>
                    </a:lnTo>
                    <a:lnTo>
                      <a:pt x="92" y="109"/>
                    </a:lnTo>
                    <a:lnTo>
                      <a:pt x="94" y="91"/>
                    </a:lnTo>
                    <a:lnTo>
                      <a:pt x="96" y="74"/>
                    </a:lnTo>
                    <a:lnTo>
                      <a:pt x="78" y="55"/>
                    </a:lnTo>
                    <a:lnTo>
                      <a:pt x="59" y="37"/>
                    </a:lnTo>
                    <a:lnTo>
                      <a:pt x="39" y="1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EDEE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8" name="Freeform 443"/>
              <p:cNvSpPr>
                <a:spLocks/>
              </p:cNvSpPr>
              <p:nvPr/>
            </p:nvSpPr>
            <p:spPr bwMode="auto">
              <a:xfrm>
                <a:off x="3113" y="1598"/>
                <a:ext cx="43" cy="73"/>
              </a:xfrm>
              <a:custGeom>
                <a:avLst/>
                <a:gdLst>
                  <a:gd name="T0" fmla="*/ 0 w 343"/>
                  <a:gd name="T1" fmla="*/ 0 h 585"/>
                  <a:gd name="T2" fmla="*/ 0 w 343"/>
                  <a:gd name="T3" fmla="*/ 1 h 585"/>
                  <a:gd name="T4" fmla="*/ 0 w 343"/>
                  <a:gd name="T5" fmla="*/ 2 h 585"/>
                  <a:gd name="T6" fmla="*/ 0 w 343"/>
                  <a:gd name="T7" fmla="*/ 3 h 585"/>
                  <a:gd name="T8" fmla="*/ 0 w 343"/>
                  <a:gd name="T9" fmla="*/ 3 h 585"/>
                  <a:gd name="T10" fmla="*/ 0 w 343"/>
                  <a:gd name="T11" fmla="*/ 4 h 585"/>
                  <a:gd name="T12" fmla="*/ 1 w 343"/>
                  <a:gd name="T13" fmla="*/ 4 h 585"/>
                  <a:gd name="T14" fmla="*/ 1 w 343"/>
                  <a:gd name="T15" fmla="*/ 5 h 585"/>
                  <a:gd name="T16" fmla="*/ 1 w 343"/>
                  <a:gd name="T17" fmla="*/ 5 h 585"/>
                  <a:gd name="T18" fmla="*/ 1 w 343"/>
                  <a:gd name="T19" fmla="*/ 6 h 585"/>
                  <a:gd name="T20" fmla="*/ 2 w 343"/>
                  <a:gd name="T21" fmla="*/ 6 h 585"/>
                  <a:gd name="T22" fmla="*/ 2 w 343"/>
                  <a:gd name="T23" fmla="*/ 7 h 585"/>
                  <a:gd name="T24" fmla="*/ 3 w 343"/>
                  <a:gd name="T25" fmla="*/ 7 h 585"/>
                  <a:gd name="T26" fmla="*/ 3 w 343"/>
                  <a:gd name="T27" fmla="*/ 8 h 585"/>
                  <a:gd name="T28" fmla="*/ 4 w 343"/>
                  <a:gd name="T29" fmla="*/ 8 h 585"/>
                  <a:gd name="T30" fmla="*/ 4 w 343"/>
                  <a:gd name="T31" fmla="*/ 8 h 585"/>
                  <a:gd name="T32" fmla="*/ 5 w 343"/>
                  <a:gd name="T33" fmla="*/ 9 h 585"/>
                  <a:gd name="T34" fmla="*/ 5 w 343"/>
                  <a:gd name="T35" fmla="*/ 9 h 585"/>
                  <a:gd name="T36" fmla="*/ 5 w 343"/>
                  <a:gd name="T37" fmla="*/ 9 h 585"/>
                  <a:gd name="T38" fmla="*/ 5 w 343"/>
                  <a:gd name="T39" fmla="*/ 8 h 585"/>
                  <a:gd name="T40" fmla="*/ 5 w 343"/>
                  <a:gd name="T41" fmla="*/ 7 h 585"/>
                  <a:gd name="T42" fmla="*/ 4 w 343"/>
                  <a:gd name="T43" fmla="*/ 7 h 585"/>
                  <a:gd name="T44" fmla="*/ 3 w 343"/>
                  <a:gd name="T45" fmla="*/ 6 h 585"/>
                  <a:gd name="T46" fmla="*/ 3 w 343"/>
                  <a:gd name="T47" fmla="*/ 5 h 585"/>
                  <a:gd name="T48" fmla="*/ 2 w 343"/>
                  <a:gd name="T49" fmla="*/ 5 h 585"/>
                  <a:gd name="T50" fmla="*/ 2 w 343"/>
                  <a:gd name="T51" fmla="*/ 4 h 585"/>
                  <a:gd name="T52" fmla="*/ 2 w 343"/>
                  <a:gd name="T53" fmla="*/ 3 h 585"/>
                  <a:gd name="T54" fmla="*/ 2 w 343"/>
                  <a:gd name="T55" fmla="*/ 3 h 585"/>
                  <a:gd name="T56" fmla="*/ 2 w 343"/>
                  <a:gd name="T57" fmla="*/ 2 h 585"/>
                  <a:gd name="T58" fmla="*/ 1 w 343"/>
                  <a:gd name="T59" fmla="*/ 2 h 585"/>
                  <a:gd name="T60" fmla="*/ 1 w 343"/>
                  <a:gd name="T61" fmla="*/ 1 h 585"/>
                  <a:gd name="T62" fmla="*/ 1 w 343"/>
                  <a:gd name="T63" fmla="*/ 1 h 585"/>
                  <a:gd name="T64" fmla="*/ 1 w 343"/>
                  <a:gd name="T65" fmla="*/ 0 h 58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43"/>
                  <a:gd name="T100" fmla="*/ 0 h 585"/>
                  <a:gd name="T101" fmla="*/ 343 w 343"/>
                  <a:gd name="T102" fmla="*/ 585 h 58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43" h="585">
                    <a:moveTo>
                      <a:pt x="11" y="0"/>
                    </a:moveTo>
                    <a:lnTo>
                      <a:pt x="6" y="26"/>
                    </a:lnTo>
                    <a:lnTo>
                      <a:pt x="3" y="52"/>
                    </a:lnTo>
                    <a:lnTo>
                      <a:pt x="1" y="80"/>
                    </a:lnTo>
                    <a:lnTo>
                      <a:pt x="0" y="108"/>
                    </a:lnTo>
                    <a:lnTo>
                      <a:pt x="0" y="128"/>
                    </a:lnTo>
                    <a:lnTo>
                      <a:pt x="1" y="148"/>
                    </a:lnTo>
                    <a:lnTo>
                      <a:pt x="4" y="169"/>
                    </a:lnTo>
                    <a:lnTo>
                      <a:pt x="6" y="189"/>
                    </a:lnTo>
                    <a:lnTo>
                      <a:pt x="10" y="209"/>
                    </a:lnTo>
                    <a:lnTo>
                      <a:pt x="14" y="228"/>
                    </a:lnTo>
                    <a:lnTo>
                      <a:pt x="19" y="248"/>
                    </a:lnTo>
                    <a:lnTo>
                      <a:pt x="25" y="267"/>
                    </a:lnTo>
                    <a:lnTo>
                      <a:pt x="32" y="285"/>
                    </a:lnTo>
                    <a:lnTo>
                      <a:pt x="39" y="303"/>
                    </a:lnTo>
                    <a:lnTo>
                      <a:pt x="47" y="321"/>
                    </a:lnTo>
                    <a:lnTo>
                      <a:pt x="55" y="339"/>
                    </a:lnTo>
                    <a:lnTo>
                      <a:pt x="65" y="356"/>
                    </a:lnTo>
                    <a:lnTo>
                      <a:pt x="75" y="372"/>
                    </a:lnTo>
                    <a:lnTo>
                      <a:pt x="86" y="388"/>
                    </a:lnTo>
                    <a:lnTo>
                      <a:pt x="96" y="405"/>
                    </a:lnTo>
                    <a:lnTo>
                      <a:pt x="108" y="420"/>
                    </a:lnTo>
                    <a:lnTo>
                      <a:pt x="120" y="435"/>
                    </a:lnTo>
                    <a:lnTo>
                      <a:pt x="133" y="449"/>
                    </a:lnTo>
                    <a:lnTo>
                      <a:pt x="147" y="462"/>
                    </a:lnTo>
                    <a:lnTo>
                      <a:pt x="161" y="477"/>
                    </a:lnTo>
                    <a:lnTo>
                      <a:pt x="175" y="489"/>
                    </a:lnTo>
                    <a:lnTo>
                      <a:pt x="190" y="502"/>
                    </a:lnTo>
                    <a:lnTo>
                      <a:pt x="205" y="513"/>
                    </a:lnTo>
                    <a:lnTo>
                      <a:pt x="221" y="524"/>
                    </a:lnTo>
                    <a:lnTo>
                      <a:pt x="238" y="534"/>
                    </a:lnTo>
                    <a:lnTo>
                      <a:pt x="254" y="544"/>
                    </a:lnTo>
                    <a:lnTo>
                      <a:pt x="271" y="553"/>
                    </a:lnTo>
                    <a:lnTo>
                      <a:pt x="288" y="563"/>
                    </a:lnTo>
                    <a:lnTo>
                      <a:pt x="307" y="571"/>
                    </a:lnTo>
                    <a:lnTo>
                      <a:pt x="325" y="578"/>
                    </a:lnTo>
                    <a:lnTo>
                      <a:pt x="343" y="585"/>
                    </a:lnTo>
                    <a:lnTo>
                      <a:pt x="338" y="556"/>
                    </a:lnTo>
                    <a:lnTo>
                      <a:pt x="332" y="529"/>
                    </a:lnTo>
                    <a:lnTo>
                      <a:pt x="325" y="502"/>
                    </a:lnTo>
                    <a:lnTo>
                      <a:pt x="317" y="474"/>
                    </a:lnTo>
                    <a:lnTo>
                      <a:pt x="293" y="461"/>
                    </a:lnTo>
                    <a:lnTo>
                      <a:pt x="268" y="446"/>
                    </a:lnTo>
                    <a:lnTo>
                      <a:pt x="246" y="429"/>
                    </a:lnTo>
                    <a:lnTo>
                      <a:pt x="225" y="412"/>
                    </a:lnTo>
                    <a:lnTo>
                      <a:pt x="205" y="391"/>
                    </a:lnTo>
                    <a:lnTo>
                      <a:pt x="186" y="371"/>
                    </a:lnTo>
                    <a:lnTo>
                      <a:pt x="169" y="349"/>
                    </a:lnTo>
                    <a:lnTo>
                      <a:pt x="154" y="326"/>
                    </a:lnTo>
                    <a:lnTo>
                      <a:pt x="140" y="301"/>
                    </a:lnTo>
                    <a:lnTo>
                      <a:pt x="127" y="276"/>
                    </a:lnTo>
                    <a:lnTo>
                      <a:pt x="116" y="251"/>
                    </a:lnTo>
                    <a:lnTo>
                      <a:pt x="107" y="223"/>
                    </a:lnTo>
                    <a:lnTo>
                      <a:pt x="104" y="209"/>
                    </a:lnTo>
                    <a:lnTo>
                      <a:pt x="100" y="195"/>
                    </a:lnTo>
                    <a:lnTo>
                      <a:pt x="97" y="181"/>
                    </a:lnTo>
                    <a:lnTo>
                      <a:pt x="95" y="167"/>
                    </a:lnTo>
                    <a:lnTo>
                      <a:pt x="93" y="153"/>
                    </a:lnTo>
                    <a:lnTo>
                      <a:pt x="92" y="137"/>
                    </a:lnTo>
                    <a:lnTo>
                      <a:pt x="91" y="123"/>
                    </a:lnTo>
                    <a:lnTo>
                      <a:pt x="91" y="108"/>
                    </a:lnTo>
                    <a:lnTo>
                      <a:pt x="91" y="95"/>
                    </a:lnTo>
                    <a:lnTo>
                      <a:pt x="92" y="83"/>
                    </a:lnTo>
                    <a:lnTo>
                      <a:pt x="73" y="61"/>
                    </a:lnTo>
                    <a:lnTo>
                      <a:pt x="52" y="40"/>
                    </a:lnTo>
                    <a:lnTo>
                      <a:pt x="32" y="2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EEEF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79" name="Freeform 444"/>
              <p:cNvSpPr>
                <a:spLocks/>
              </p:cNvSpPr>
              <p:nvPr/>
            </p:nvSpPr>
            <p:spPr bwMode="auto">
              <a:xfrm>
                <a:off x="3118" y="1603"/>
                <a:ext cx="36" cy="62"/>
              </a:xfrm>
              <a:custGeom>
                <a:avLst/>
                <a:gdLst>
                  <a:gd name="T0" fmla="*/ 0 w 287"/>
                  <a:gd name="T1" fmla="*/ 0 h 494"/>
                  <a:gd name="T2" fmla="*/ 0 w 287"/>
                  <a:gd name="T3" fmla="*/ 0 h 494"/>
                  <a:gd name="T4" fmla="*/ 0 w 287"/>
                  <a:gd name="T5" fmla="*/ 1 h 494"/>
                  <a:gd name="T6" fmla="*/ 0 w 287"/>
                  <a:gd name="T7" fmla="*/ 1 h 494"/>
                  <a:gd name="T8" fmla="*/ 0 w 287"/>
                  <a:gd name="T9" fmla="*/ 1 h 494"/>
                  <a:gd name="T10" fmla="*/ 0 w 287"/>
                  <a:gd name="T11" fmla="*/ 1 h 494"/>
                  <a:gd name="T12" fmla="*/ 0 w 287"/>
                  <a:gd name="T13" fmla="*/ 2 h 494"/>
                  <a:gd name="T14" fmla="*/ 0 w 287"/>
                  <a:gd name="T15" fmla="*/ 2 h 494"/>
                  <a:gd name="T16" fmla="*/ 0 w 287"/>
                  <a:gd name="T17" fmla="*/ 2 h 494"/>
                  <a:gd name="T18" fmla="*/ 0 w 287"/>
                  <a:gd name="T19" fmla="*/ 3 h 494"/>
                  <a:gd name="T20" fmla="*/ 0 w 287"/>
                  <a:gd name="T21" fmla="*/ 3 h 494"/>
                  <a:gd name="T22" fmla="*/ 0 w 287"/>
                  <a:gd name="T23" fmla="*/ 3 h 494"/>
                  <a:gd name="T24" fmla="*/ 0 w 287"/>
                  <a:gd name="T25" fmla="*/ 3 h 494"/>
                  <a:gd name="T26" fmla="*/ 0 w 287"/>
                  <a:gd name="T27" fmla="*/ 4 h 494"/>
                  <a:gd name="T28" fmla="*/ 1 w 287"/>
                  <a:gd name="T29" fmla="*/ 4 h 494"/>
                  <a:gd name="T30" fmla="*/ 1 w 287"/>
                  <a:gd name="T31" fmla="*/ 4 h 494"/>
                  <a:gd name="T32" fmla="*/ 1 w 287"/>
                  <a:gd name="T33" fmla="*/ 4 h 494"/>
                  <a:gd name="T34" fmla="*/ 1 w 287"/>
                  <a:gd name="T35" fmla="*/ 5 h 494"/>
                  <a:gd name="T36" fmla="*/ 1 w 287"/>
                  <a:gd name="T37" fmla="*/ 5 h 494"/>
                  <a:gd name="T38" fmla="*/ 1 w 287"/>
                  <a:gd name="T39" fmla="*/ 5 h 494"/>
                  <a:gd name="T40" fmla="*/ 1 w 287"/>
                  <a:gd name="T41" fmla="*/ 5 h 494"/>
                  <a:gd name="T42" fmla="*/ 1 w 287"/>
                  <a:gd name="T43" fmla="*/ 5 h 494"/>
                  <a:gd name="T44" fmla="*/ 2 w 287"/>
                  <a:gd name="T45" fmla="*/ 6 h 494"/>
                  <a:gd name="T46" fmla="*/ 2 w 287"/>
                  <a:gd name="T47" fmla="*/ 6 h 494"/>
                  <a:gd name="T48" fmla="*/ 2 w 287"/>
                  <a:gd name="T49" fmla="*/ 6 h 494"/>
                  <a:gd name="T50" fmla="*/ 2 w 287"/>
                  <a:gd name="T51" fmla="*/ 6 h 494"/>
                  <a:gd name="T52" fmla="*/ 2 w 287"/>
                  <a:gd name="T53" fmla="*/ 6 h 494"/>
                  <a:gd name="T54" fmla="*/ 3 w 287"/>
                  <a:gd name="T55" fmla="*/ 7 h 494"/>
                  <a:gd name="T56" fmla="*/ 3 w 287"/>
                  <a:gd name="T57" fmla="*/ 7 h 494"/>
                  <a:gd name="T58" fmla="*/ 3 w 287"/>
                  <a:gd name="T59" fmla="*/ 7 h 494"/>
                  <a:gd name="T60" fmla="*/ 3 w 287"/>
                  <a:gd name="T61" fmla="*/ 7 h 494"/>
                  <a:gd name="T62" fmla="*/ 3 w 287"/>
                  <a:gd name="T63" fmla="*/ 7 h 494"/>
                  <a:gd name="T64" fmla="*/ 4 w 287"/>
                  <a:gd name="T65" fmla="*/ 7 h 494"/>
                  <a:gd name="T66" fmla="*/ 4 w 287"/>
                  <a:gd name="T67" fmla="*/ 7 h 494"/>
                  <a:gd name="T68" fmla="*/ 4 w 287"/>
                  <a:gd name="T69" fmla="*/ 8 h 494"/>
                  <a:gd name="T70" fmla="*/ 4 w 287"/>
                  <a:gd name="T71" fmla="*/ 8 h 494"/>
                  <a:gd name="T72" fmla="*/ 5 w 287"/>
                  <a:gd name="T73" fmla="*/ 8 h 494"/>
                  <a:gd name="T74" fmla="*/ 4 w 287"/>
                  <a:gd name="T75" fmla="*/ 7 h 494"/>
                  <a:gd name="T76" fmla="*/ 4 w 287"/>
                  <a:gd name="T77" fmla="*/ 7 h 494"/>
                  <a:gd name="T78" fmla="*/ 4 w 287"/>
                  <a:gd name="T79" fmla="*/ 6 h 494"/>
                  <a:gd name="T80" fmla="*/ 4 w 287"/>
                  <a:gd name="T81" fmla="*/ 6 h 494"/>
                  <a:gd name="T82" fmla="*/ 4 w 287"/>
                  <a:gd name="T83" fmla="*/ 6 h 494"/>
                  <a:gd name="T84" fmla="*/ 3 w 287"/>
                  <a:gd name="T85" fmla="*/ 5 h 494"/>
                  <a:gd name="T86" fmla="*/ 3 w 287"/>
                  <a:gd name="T87" fmla="*/ 5 h 494"/>
                  <a:gd name="T88" fmla="*/ 3 w 287"/>
                  <a:gd name="T89" fmla="*/ 5 h 494"/>
                  <a:gd name="T90" fmla="*/ 3 w 287"/>
                  <a:gd name="T91" fmla="*/ 5 h 494"/>
                  <a:gd name="T92" fmla="*/ 3 w 287"/>
                  <a:gd name="T93" fmla="*/ 5 h 494"/>
                  <a:gd name="T94" fmla="*/ 2 w 287"/>
                  <a:gd name="T95" fmla="*/ 4 h 494"/>
                  <a:gd name="T96" fmla="*/ 2 w 287"/>
                  <a:gd name="T97" fmla="*/ 4 h 494"/>
                  <a:gd name="T98" fmla="*/ 2 w 287"/>
                  <a:gd name="T99" fmla="*/ 4 h 494"/>
                  <a:gd name="T100" fmla="*/ 2 w 287"/>
                  <a:gd name="T101" fmla="*/ 3 h 494"/>
                  <a:gd name="T102" fmla="*/ 2 w 287"/>
                  <a:gd name="T103" fmla="*/ 3 h 494"/>
                  <a:gd name="T104" fmla="*/ 2 w 287"/>
                  <a:gd name="T105" fmla="*/ 3 h 494"/>
                  <a:gd name="T106" fmla="*/ 2 w 287"/>
                  <a:gd name="T107" fmla="*/ 3 h 494"/>
                  <a:gd name="T108" fmla="*/ 2 w 287"/>
                  <a:gd name="T109" fmla="*/ 2 h 494"/>
                  <a:gd name="T110" fmla="*/ 2 w 287"/>
                  <a:gd name="T111" fmla="*/ 2 h 494"/>
                  <a:gd name="T112" fmla="*/ 2 w 287"/>
                  <a:gd name="T113" fmla="*/ 2 h 494"/>
                  <a:gd name="T114" fmla="*/ 1 w 287"/>
                  <a:gd name="T115" fmla="*/ 1 h 494"/>
                  <a:gd name="T116" fmla="*/ 1 w 287"/>
                  <a:gd name="T117" fmla="*/ 1 h 494"/>
                  <a:gd name="T118" fmla="*/ 1 w 287"/>
                  <a:gd name="T119" fmla="*/ 0 h 494"/>
                  <a:gd name="T120" fmla="*/ 0 w 287"/>
                  <a:gd name="T121" fmla="*/ 0 h 49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7"/>
                  <a:gd name="T184" fmla="*/ 0 h 494"/>
                  <a:gd name="T185" fmla="*/ 287 w 287"/>
                  <a:gd name="T186" fmla="*/ 494 h 494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7" h="494">
                    <a:moveTo>
                      <a:pt x="5" y="0"/>
                    </a:moveTo>
                    <a:lnTo>
                      <a:pt x="3" y="17"/>
                    </a:lnTo>
                    <a:lnTo>
                      <a:pt x="1" y="35"/>
                    </a:lnTo>
                    <a:lnTo>
                      <a:pt x="0" y="52"/>
                    </a:lnTo>
                    <a:lnTo>
                      <a:pt x="0" y="70"/>
                    </a:lnTo>
                    <a:lnTo>
                      <a:pt x="0" y="88"/>
                    </a:lnTo>
                    <a:lnTo>
                      <a:pt x="1" y="105"/>
                    </a:lnTo>
                    <a:lnTo>
                      <a:pt x="3" y="123"/>
                    </a:lnTo>
                    <a:lnTo>
                      <a:pt x="5" y="141"/>
                    </a:lnTo>
                    <a:lnTo>
                      <a:pt x="8" y="157"/>
                    </a:lnTo>
                    <a:lnTo>
                      <a:pt x="12" y="174"/>
                    </a:lnTo>
                    <a:lnTo>
                      <a:pt x="17" y="191"/>
                    </a:lnTo>
                    <a:lnTo>
                      <a:pt x="22" y="208"/>
                    </a:lnTo>
                    <a:lnTo>
                      <a:pt x="27" y="224"/>
                    </a:lnTo>
                    <a:lnTo>
                      <a:pt x="33" y="240"/>
                    </a:lnTo>
                    <a:lnTo>
                      <a:pt x="40" y="255"/>
                    </a:lnTo>
                    <a:lnTo>
                      <a:pt x="47" y="270"/>
                    </a:lnTo>
                    <a:lnTo>
                      <a:pt x="54" y="286"/>
                    </a:lnTo>
                    <a:lnTo>
                      <a:pt x="63" y="300"/>
                    </a:lnTo>
                    <a:lnTo>
                      <a:pt x="71" y="315"/>
                    </a:lnTo>
                    <a:lnTo>
                      <a:pt x="80" y="328"/>
                    </a:lnTo>
                    <a:lnTo>
                      <a:pt x="90" y="342"/>
                    </a:lnTo>
                    <a:lnTo>
                      <a:pt x="101" y="355"/>
                    </a:lnTo>
                    <a:lnTo>
                      <a:pt x="112" y="369"/>
                    </a:lnTo>
                    <a:lnTo>
                      <a:pt x="123" y="381"/>
                    </a:lnTo>
                    <a:lnTo>
                      <a:pt x="134" y="393"/>
                    </a:lnTo>
                    <a:lnTo>
                      <a:pt x="146" y="404"/>
                    </a:lnTo>
                    <a:lnTo>
                      <a:pt x="158" y="415"/>
                    </a:lnTo>
                    <a:lnTo>
                      <a:pt x="172" y="426"/>
                    </a:lnTo>
                    <a:lnTo>
                      <a:pt x="185" y="436"/>
                    </a:lnTo>
                    <a:lnTo>
                      <a:pt x="198" y="446"/>
                    </a:lnTo>
                    <a:lnTo>
                      <a:pt x="212" y="456"/>
                    </a:lnTo>
                    <a:lnTo>
                      <a:pt x="226" y="464"/>
                    </a:lnTo>
                    <a:lnTo>
                      <a:pt x="241" y="472"/>
                    </a:lnTo>
                    <a:lnTo>
                      <a:pt x="257" y="480"/>
                    </a:lnTo>
                    <a:lnTo>
                      <a:pt x="272" y="487"/>
                    </a:lnTo>
                    <a:lnTo>
                      <a:pt x="287" y="494"/>
                    </a:lnTo>
                    <a:lnTo>
                      <a:pt x="279" y="462"/>
                    </a:lnTo>
                    <a:lnTo>
                      <a:pt x="270" y="431"/>
                    </a:lnTo>
                    <a:lnTo>
                      <a:pt x="260" y="400"/>
                    </a:lnTo>
                    <a:lnTo>
                      <a:pt x="249" y="370"/>
                    </a:lnTo>
                    <a:lnTo>
                      <a:pt x="232" y="358"/>
                    </a:lnTo>
                    <a:lnTo>
                      <a:pt x="217" y="345"/>
                    </a:lnTo>
                    <a:lnTo>
                      <a:pt x="203" y="332"/>
                    </a:lnTo>
                    <a:lnTo>
                      <a:pt x="189" y="318"/>
                    </a:lnTo>
                    <a:lnTo>
                      <a:pt x="176" y="303"/>
                    </a:lnTo>
                    <a:lnTo>
                      <a:pt x="163" y="288"/>
                    </a:lnTo>
                    <a:lnTo>
                      <a:pt x="152" y="270"/>
                    </a:lnTo>
                    <a:lnTo>
                      <a:pt x="141" y="254"/>
                    </a:lnTo>
                    <a:lnTo>
                      <a:pt x="132" y="236"/>
                    </a:lnTo>
                    <a:lnTo>
                      <a:pt x="123" y="219"/>
                    </a:lnTo>
                    <a:lnTo>
                      <a:pt x="116" y="200"/>
                    </a:lnTo>
                    <a:lnTo>
                      <a:pt x="109" y="180"/>
                    </a:lnTo>
                    <a:lnTo>
                      <a:pt x="103" y="161"/>
                    </a:lnTo>
                    <a:lnTo>
                      <a:pt x="99" y="141"/>
                    </a:lnTo>
                    <a:lnTo>
                      <a:pt x="96" y="121"/>
                    </a:lnTo>
                    <a:lnTo>
                      <a:pt x="93" y="100"/>
                    </a:lnTo>
                    <a:lnTo>
                      <a:pt x="72" y="74"/>
                    </a:lnTo>
                    <a:lnTo>
                      <a:pt x="51" y="50"/>
                    </a:lnTo>
                    <a:lnTo>
                      <a:pt x="29" y="2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FF0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0" name="Freeform 445"/>
              <p:cNvSpPr>
                <a:spLocks/>
              </p:cNvSpPr>
              <p:nvPr/>
            </p:nvSpPr>
            <p:spPr bwMode="auto">
              <a:xfrm>
                <a:off x="3124" y="1608"/>
                <a:ext cx="28" cy="49"/>
              </a:xfrm>
              <a:custGeom>
                <a:avLst/>
                <a:gdLst>
                  <a:gd name="T0" fmla="*/ 0 w 226"/>
                  <a:gd name="T1" fmla="*/ 0 h 391"/>
                  <a:gd name="T2" fmla="*/ 0 w 226"/>
                  <a:gd name="T3" fmla="*/ 0 h 391"/>
                  <a:gd name="T4" fmla="*/ 0 w 226"/>
                  <a:gd name="T5" fmla="*/ 0 h 391"/>
                  <a:gd name="T6" fmla="*/ 0 w 226"/>
                  <a:gd name="T7" fmla="*/ 1 h 391"/>
                  <a:gd name="T8" fmla="*/ 0 w 226"/>
                  <a:gd name="T9" fmla="*/ 1 h 391"/>
                  <a:gd name="T10" fmla="*/ 0 w 226"/>
                  <a:gd name="T11" fmla="*/ 1 h 391"/>
                  <a:gd name="T12" fmla="*/ 0 w 226"/>
                  <a:gd name="T13" fmla="*/ 1 h 391"/>
                  <a:gd name="T14" fmla="*/ 0 w 226"/>
                  <a:gd name="T15" fmla="*/ 2 h 391"/>
                  <a:gd name="T16" fmla="*/ 0 w 226"/>
                  <a:gd name="T17" fmla="*/ 2 h 391"/>
                  <a:gd name="T18" fmla="*/ 0 w 226"/>
                  <a:gd name="T19" fmla="*/ 2 h 391"/>
                  <a:gd name="T20" fmla="*/ 0 w 226"/>
                  <a:gd name="T21" fmla="*/ 2 h 391"/>
                  <a:gd name="T22" fmla="*/ 0 w 226"/>
                  <a:gd name="T23" fmla="*/ 3 h 391"/>
                  <a:gd name="T24" fmla="*/ 0 w 226"/>
                  <a:gd name="T25" fmla="*/ 3 h 391"/>
                  <a:gd name="T26" fmla="*/ 1 w 226"/>
                  <a:gd name="T27" fmla="*/ 3 h 391"/>
                  <a:gd name="T28" fmla="*/ 1 w 226"/>
                  <a:gd name="T29" fmla="*/ 4 h 391"/>
                  <a:gd name="T30" fmla="*/ 1 w 226"/>
                  <a:gd name="T31" fmla="*/ 4 h 391"/>
                  <a:gd name="T32" fmla="*/ 1 w 226"/>
                  <a:gd name="T33" fmla="*/ 5 h 391"/>
                  <a:gd name="T34" fmla="*/ 2 w 226"/>
                  <a:gd name="T35" fmla="*/ 5 h 391"/>
                  <a:gd name="T36" fmla="*/ 2 w 226"/>
                  <a:gd name="T37" fmla="*/ 5 h 391"/>
                  <a:gd name="T38" fmla="*/ 2 w 226"/>
                  <a:gd name="T39" fmla="*/ 5 h 391"/>
                  <a:gd name="T40" fmla="*/ 3 w 226"/>
                  <a:gd name="T41" fmla="*/ 6 h 391"/>
                  <a:gd name="T42" fmla="*/ 3 w 226"/>
                  <a:gd name="T43" fmla="*/ 6 h 391"/>
                  <a:gd name="T44" fmla="*/ 3 w 226"/>
                  <a:gd name="T45" fmla="*/ 6 h 391"/>
                  <a:gd name="T46" fmla="*/ 3 w 226"/>
                  <a:gd name="T47" fmla="*/ 6 h 391"/>
                  <a:gd name="T48" fmla="*/ 3 w 226"/>
                  <a:gd name="T49" fmla="*/ 5 h 391"/>
                  <a:gd name="T50" fmla="*/ 3 w 226"/>
                  <a:gd name="T51" fmla="*/ 5 h 391"/>
                  <a:gd name="T52" fmla="*/ 3 w 226"/>
                  <a:gd name="T53" fmla="*/ 5 h 391"/>
                  <a:gd name="T54" fmla="*/ 3 w 226"/>
                  <a:gd name="T55" fmla="*/ 4 h 391"/>
                  <a:gd name="T56" fmla="*/ 3 w 226"/>
                  <a:gd name="T57" fmla="*/ 4 h 391"/>
                  <a:gd name="T58" fmla="*/ 2 w 226"/>
                  <a:gd name="T59" fmla="*/ 4 h 391"/>
                  <a:gd name="T60" fmla="*/ 2 w 226"/>
                  <a:gd name="T61" fmla="*/ 3 h 391"/>
                  <a:gd name="T62" fmla="*/ 2 w 226"/>
                  <a:gd name="T63" fmla="*/ 3 h 391"/>
                  <a:gd name="T64" fmla="*/ 2 w 226"/>
                  <a:gd name="T65" fmla="*/ 3 h 391"/>
                  <a:gd name="T66" fmla="*/ 2 w 226"/>
                  <a:gd name="T67" fmla="*/ 2 h 391"/>
                  <a:gd name="T68" fmla="*/ 1 w 226"/>
                  <a:gd name="T69" fmla="*/ 2 h 391"/>
                  <a:gd name="T70" fmla="*/ 1 w 226"/>
                  <a:gd name="T71" fmla="*/ 2 h 391"/>
                  <a:gd name="T72" fmla="*/ 1 w 226"/>
                  <a:gd name="T73" fmla="*/ 1 h 391"/>
                  <a:gd name="T74" fmla="*/ 1 w 226"/>
                  <a:gd name="T75" fmla="*/ 1 h 391"/>
                  <a:gd name="T76" fmla="*/ 0 w 226"/>
                  <a:gd name="T77" fmla="*/ 1 h 391"/>
                  <a:gd name="T78" fmla="*/ 0 w 226"/>
                  <a:gd name="T79" fmla="*/ 0 h 391"/>
                  <a:gd name="T80" fmla="*/ 0 w 226"/>
                  <a:gd name="T81" fmla="*/ 0 h 39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391"/>
                  <a:gd name="T125" fmla="*/ 226 w 226"/>
                  <a:gd name="T126" fmla="*/ 391 h 39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391">
                    <a:moveTo>
                      <a:pt x="1" y="0"/>
                    </a:moveTo>
                    <a:lnTo>
                      <a:pt x="0" y="12"/>
                    </a:lnTo>
                    <a:lnTo>
                      <a:pt x="0" y="25"/>
                    </a:lnTo>
                    <a:lnTo>
                      <a:pt x="0" y="40"/>
                    </a:lnTo>
                    <a:lnTo>
                      <a:pt x="1" y="54"/>
                    </a:lnTo>
                    <a:lnTo>
                      <a:pt x="2" y="70"/>
                    </a:lnTo>
                    <a:lnTo>
                      <a:pt x="4" y="84"/>
                    </a:lnTo>
                    <a:lnTo>
                      <a:pt x="6" y="98"/>
                    </a:lnTo>
                    <a:lnTo>
                      <a:pt x="9" y="112"/>
                    </a:lnTo>
                    <a:lnTo>
                      <a:pt x="13" y="126"/>
                    </a:lnTo>
                    <a:lnTo>
                      <a:pt x="16" y="140"/>
                    </a:lnTo>
                    <a:lnTo>
                      <a:pt x="25" y="168"/>
                    </a:lnTo>
                    <a:lnTo>
                      <a:pt x="36" y="193"/>
                    </a:lnTo>
                    <a:lnTo>
                      <a:pt x="49" y="218"/>
                    </a:lnTo>
                    <a:lnTo>
                      <a:pt x="63" y="243"/>
                    </a:lnTo>
                    <a:lnTo>
                      <a:pt x="78" y="266"/>
                    </a:lnTo>
                    <a:lnTo>
                      <a:pt x="95" y="288"/>
                    </a:lnTo>
                    <a:lnTo>
                      <a:pt x="114" y="308"/>
                    </a:lnTo>
                    <a:lnTo>
                      <a:pt x="134" y="329"/>
                    </a:lnTo>
                    <a:lnTo>
                      <a:pt x="155" y="346"/>
                    </a:lnTo>
                    <a:lnTo>
                      <a:pt x="177" y="363"/>
                    </a:lnTo>
                    <a:lnTo>
                      <a:pt x="202" y="378"/>
                    </a:lnTo>
                    <a:lnTo>
                      <a:pt x="226" y="391"/>
                    </a:lnTo>
                    <a:lnTo>
                      <a:pt x="218" y="367"/>
                    </a:lnTo>
                    <a:lnTo>
                      <a:pt x="209" y="342"/>
                    </a:lnTo>
                    <a:lnTo>
                      <a:pt x="199" y="318"/>
                    </a:lnTo>
                    <a:lnTo>
                      <a:pt x="189" y="293"/>
                    </a:lnTo>
                    <a:lnTo>
                      <a:pt x="179" y="269"/>
                    </a:lnTo>
                    <a:lnTo>
                      <a:pt x="167" y="246"/>
                    </a:lnTo>
                    <a:lnTo>
                      <a:pt x="155" y="221"/>
                    </a:lnTo>
                    <a:lnTo>
                      <a:pt x="143" y="198"/>
                    </a:lnTo>
                    <a:lnTo>
                      <a:pt x="135" y="185"/>
                    </a:lnTo>
                    <a:lnTo>
                      <a:pt x="127" y="171"/>
                    </a:lnTo>
                    <a:lnTo>
                      <a:pt x="113" y="148"/>
                    </a:lnTo>
                    <a:lnTo>
                      <a:pt x="98" y="126"/>
                    </a:lnTo>
                    <a:lnTo>
                      <a:pt x="84" y="105"/>
                    </a:lnTo>
                    <a:lnTo>
                      <a:pt x="68" y="84"/>
                    </a:lnTo>
                    <a:lnTo>
                      <a:pt x="53" y="62"/>
                    </a:lnTo>
                    <a:lnTo>
                      <a:pt x="35" y="41"/>
                    </a:lnTo>
                    <a:lnTo>
                      <a:pt x="18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0F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1" name="Freeform 446"/>
              <p:cNvSpPr>
                <a:spLocks/>
              </p:cNvSpPr>
              <p:nvPr/>
            </p:nvSpPr>
            <p:spPr bwMode="auto">
              <a:xfrm>
                <a:off x="3130" y="1615"/>
                <a:ext cx="19" cy="34"/>
              </a:xfrm>
              <a:custGeom>
                <a:avLst/>
                <a:gdLst>
                  <a:gd name="T0" fmla="*/ 0 w 156"/>
                  <a:gd name="T1" fmla="*/ 0 h 270"/>
                  <a:gd name="T2" fmla="*/ 0 w 156"/>
                  <a:gd name="T3" fmla="*/ 0 h 270"/>
                  <a:gd name="T4" fmla="*/ 0 w 156"/>
                  <a:gd name="T5" fmla="*/ 1 h 270"/>
                  <a:gd name="T6" fmla="*/ 0 w 156"/>
                  <a:gd name="T7" fmla="*/ 1 h 270"/>
                  <a:gd name="T8" fmla="*/ 0 w 156"/>
                  <a:gd name="T9" fmla="*/ 1 h 270"/>
                  <a:gd name="T10" fmla="*/ 0 w 156"/>
                  <a:gd name="T11" fmla="*/ 2 h 270"/>
                  <a:gd name="T12" fmla="*/ 0 w 156"/>
                  <a:gd name="T13" fmla="*/ 2 h 270"/>
                  <a:gd name="T14" fmla="*/ 1 w 156"/>
                  <a:gd name="T15" fmla="*/ 2 h 270"/>
                  <a:gd name="T16" fmla="*/ 1 w 156"/>
                  <a:gd name="T17" fmla="*/ 2 h 270"/>
                  <a:gd name="T18" fmla="*/ 1 w 156"/>
                  <a:gd name="T19" fmla="*/ 3 h 270"/>
                  <a:gd name="T20" fmla="*/ 1 w 156"/>
                  <a:gd name="T21" fmla="*/ 3 h 270"/>
                  <a:gd name="T22" fmla="*/ 1 w 156"/>
                  <a:gd name="T23" fmla="*/ 3 h 270"/>
                  <a:gd name="T24" fmla="*/ 1 w 156"/>
                  <a:gd name="T25" fmla="*/ 3 h 270"/>
                  <a:gd name="T26" fmla="*/ 2 w 156"/>
                  <a:gd name="T27" fmla="*/ 4 h 270"/>
                  <a:gd name="T28" fmla="*/ 2 w 156"/>
                  <a:gd name="T29" fmla="*/ 4 h 270"/>
                  <a:gd name="T30" fmla="*/ 2 w 156"/>
                  <a:gd name="T31" fmla="*/ 4 h 270"/>
                  <a:gd name="T32" fmla="*/ 2 w 156"/>
                  <a:gd name="T33" fmla="*/ 4 h 270"/>
                  <a:gd name="T34" fmla="*/ 2 w 156"/>
                  <a:gd name="T35" fmla="*/ 4 h 270"/>
                  <a:gd name="T36" fmla="*/ 2 w 156"/>
                  <a:gd name="T37" fmla="*/ 3 h 270"/>
                  <a:gd name="T38" fmla="*/ 2 w 156"/>
                  <a:gd name="T39" fmla="*/ 3 h 270"/>
                  <a:gd name="T40" fmla="*/ 1 w 156"/>
                  <a:gd name="T41" fmla="*/ 2 h 270"/>
                  <a:gd name="T42" fmla="*/ 1 w 156"/>
                  <a:gd name="T43" fmla="*/ 2 h 270"/>
                  <a:gd name="T44" fmla="*/ 1 w 156"/>
                  <a:gd name="T45" fmla="*/ 1 h 270"/>
                  <a:gd name="T46" fmla="*/ 0 w 156"/>
                  <a:gd name="T47" fmla="*/ 1 h 270"/>
                  <a:gd name="T48" fmla="*/ 0 w 156"/>
                  <a:gd name="T49" fmla="*/ 0 h 27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56"/>
                  <a:gd name="T76" fmla="*/ 0 h 270"/>
                  <a:gd name="T77" fmla="*/ 156 w 156"/>
                  <a:gd name="T78" fmla="*/ 270 h 27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56" h="270">
                    <a:moveTo>
                      <a:pt x="0" y="0"/>
                    </a:moveTo>
                    <a:lnTo>
                      <a:pt x="3" y="21"/>
                    </a:lnTo>
                    <a:lnTo>
                      <a:pt x="6" y="41"/>
                    </a:lnTo>
                    <a:lnTo>
                      <a:pt x="10" y="61"/>
                    </a:lnTo>
                    <a:lnTo>
                      <a:pt x="16" y="80"/>
                    </a:lnTo>
                    <a:lnTo>
                      <a:pt x="23" y="100"/>
                    </a:lnTo>
                    <a:lnTo>
                      <a:pt x="30" y="119"/>
                    </a:lnTo>
                    <a:lnTo>
                      <a:pt x="39" y="136"/>
                    </a:lnTo>
                    <a:lnTo>
                      <a:pt x="48" y="154"/>
                    </a:lnTo>
                    <a:lnTo>
                      <a:pt x="59" y="170"/>
                    </a:lnTo>
                    <a:lnTo>
                      <a:pt x="70" y="188"/>
                    </a:lnTo>
                    <a:lnTo>
                      <a:pt x="83" y="203"/>
                    </a:lnTo>
                    <a:lnTo>
                      <a:pt x="96" y="218"/>
                    </a:lnTo>
                    <a:lnTo>
                      <a:pt x="110" y="232"/>
                    </a:lnTo>
                    <a:lnTo>
                      <a:pt x="124" y="245"/>
                    </a:lnTo>
                    <a:lnTo>
                      <a:pt x="139" y="258"/>
                    </a:lnTo>
                    <a:lnTo>
                      <a:pt x="156" y="270"/>
                    </a:lnTo>
                    <a:lnTo>
                      <a:pt x="140" y="234"/>
                    </a:lnTo>
                    <a:lnTo>
                      <a:pt x="125" y="200"/>
                    </a:lnTo>
                    <a:lnTo>
                      <a:pt x="107" y="165"/>
                    </a:lnTo>
                    <a:lnTo>
                      <a:pt x="89" y="131"/>
                    </a:lnTo>
                    <a:lnTo>
                      <a:pt x="68" y="98"/>
                    </a:lnTo>
                    <a:lnTo>
                      <a:pt x="47" y="64"/>
                    </a:lnTo>
                    <a:lnTo>
                      <a:pt x="24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2" name="Freeform 447"/>
              <p:cNvSpPr>
                <a:spLocks/>
              </p:cNvSpPr>
              <p:nvPr/>
            </p:nvSpPr>
            <p:spPr bwMode="auto">
              <a:xfrm>
                <a:off x="3140" y="1630"/>
                <a:ext cx="2" cy="3"/>
              </a:xfrm>
              <a:custGeom>
                <a:avLst/>
                <a:gdLst>
                  <a:gd name="T0" fmla="*/ 0 w 16"/>
                  <a:gd name="T1" fmla="*/ 0 h 27"/>
                  <a:gd name="T2" fmla="*/ 0 w 16"/>
                  <a:gd name="T3" fmla="*/ 0 h 27"/>
                  <a:gd name="T4" fmla="*/ 0 w 16"/>
                  <a:gd name="T5" fmla="*/ 0 h 27"/>
                  <a:gd name="T6" fmla="*/ 0 w 16"/>
                  <a:gd name="T7" fmla="*/ 0 h 27"/>
                  <a:gd name="T8" fmla="*/ 0 w 16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27"/>
                  <a:gd name="T17" fmla="*/ 16 w 1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27">
                    <a:moveTo>
                      <a:pt x="0" y="0"/>
                    </a:moveTo>
                    <a:lnTo>
                      <a:pt x="8" y="14"/>
                    </a:lnTo>
                    <a:lnTo>
                      <a:pt x="16" y="27"/>
                    </a:lnTo>
                    <a:lnTo>
                      <a:pt x="8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F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3" name="Freeform 448"/>
              <p:cNvSpPr>
                <a:spLocks/>
              </p:cNvSpPr>
              <p:nvPr/>
            </p:nvSpPr>
            <p:spPr bwMode="auto">
              <a:xfrm>
                <a:off x="2702" y="1533"/>
                <a:ext cx="455" cy="315"/>
              </a:xfrm>
              <a:custGeom>
                <a:avLst/>
                <a:gdLst>
                  <a:gd name="T0" fmla="*/ 31 w 3638"/>
                  <a:gd name="T1" fmla="*/ 0 h 2519"/>
                  <a:gd name="T2" fmla="*/ 36 w 3638"/>
                  <a:gd name="T3" fmla="*/ 1 h 2519"/>
                  <a:gd name="T4" fmla="*/ 40 w 3638"/>
                  <a:gd name="T5" fmla="*/ 2 h 2519"/>
                  <a:gd name="T6" fmla="*/ 43 w 3638"/>
                  <a:gd name="T7" fmla="*/ 3 h 2519"/>
                  <a:gd name="T8" fmla="*/ 47 w 3638"/>
                  <a:gd name="T9" fmla="*/ 5 h 2519"/>
                  <a:gd name="T10" fmla="*/ 50 w 3638"/>
                  <a:gd name="T11" fmla="*/ 7 h 2519"/>
                  <a:gd name="T12" fmla="*/ 52 w 3638"/>
                  <a:gd name="T13" fmla="*/ 9 h 2519"/>
                  <a:gd name="T14" fmla="*/ 54 w 3638"/>
                  <a:gd name="T15" fmla="*/ 11 h 2519"/>
                  <a:gd name="T16" fmla="*/ 56 w 3638"/>
                  <a:gd name="T17" fmla="*/ 14 h 2519"/>
                  <a:gd name="T18" fmla="*/ 57 w 3638"/>
                  <a:gd name="T19" fmla="*/ 17 h 2519"/>
                  <a:gd name="T20" fmla="*/ 57 w 3638"/>
                  <a:gd name="T21" fmla="*/ 20 h 2519"/>
                  <a:gd name="T22" fmla="*/ 57 w 3638"/>
                  <a:gd name="T23" fmla="*/ 23 h 2519"/>
                  <a:gd name="T24" fmla="*/ 56 w 3638"/>
                  <a:gd name="T25" fmla="*/ 26 h 2519"/>
                  <a:gd name="T26" fmla="*/ 54 w 3638"/>
                  <a:gd name="T27" fmla="*/ 28 h 2519"/>
                  <a:gd name="T28" fmla="*/ 52 w 3638"/>
                  <a:gd name="T29" fmla="*/ 31 h 2519"/>
                  <a:gd name="T30" fmla="*/ 50 w 3638"/>
                  <a:gd name="T31" fmla="*/ 33 h 2519"/>
                  <a:gd name="T32" fmla="*/ 47 w 3638"/>
                  <a:gd name="T33" fmla="*/ 35 h 2519"/>
                  <a:gd name="T34" fmla="*/ 43 w 3638"/>
                  <a:gd name="T35" fmla="*/ 37 h 2519"/>
                  <a:gd name="T36" fmla="*/ 40 w 3638"/>
                  <a:gd name="T37" fmla="*/ 38 h 2519"/>
                  <a:gd name="T38" fmla="*/ 36 w 3638"/>
                  <a:gd name="T39" fmla="*/ 39 h 2519"/>
                  <a:gd name="T40" fmla="*/ 31 w 3638"/>
                  <a:gd name="T41" fmla="*/ 39 h 2519"/>
                  <a:gd name="T42" fmla="*/ 27 w 3638"/>
                  <a:gd name="T43" fmla="*/ 39 h 2519"/>
                  <a:gd name="T44" fmla="*/ 23 w 3638"/>
                  <a:gd name="T45" fmla="*/ 39 h 2519"/>
                  <a:gd name="T46" fmla="*/ 19 w 3638"/>
                  <a:gd name="T47" fmla="*/ 38 h 2519"/>
                  <a:gd name="T48" fmla="*/ 15 w 3638"/>
                  <a:gd name="T49" fmla="*/ 37 h 2519"/>
                  <a:gd name="T50" fmla="*/ 11 w 3638"/>
                  <a:gd name="T51" fmla="*/ 36 h 2519"/>
                  <a:gd name="T52" fmla="*/ 8 w 3638"/>
                  <a:gd name="T53" fmla="*/ 34 h 2519"/>
                  <a:gd name="T54" fmla="*/ 6 w 3638"/>
                  <a:gd name="T55" fmla="*/ 32 h 2519"/>
                  <a:gd name="T56" fmla="*/ 4 w 3638"/>
                  <a:gd name="T57" fmla="*/ 29 h 2519"/>
                  <a:gd name="T58" fmla="*/ 2 w 3638"/>
                  <a:gd name="T59" fmla="*/ 27 h 2519"/>
                  <a:gd name="T60" fmla="*/ 1 w 3638"/>
                  <a:gd name="T61" fmla="*/ 24 h 2519"/>
                  <a:gd name="T62" fmla="*/ 0 w 3638"/>
                  <a:gd name="T63" fmla="*/ 21 h 2519"/>
                  <a:gd name="T64" fmla="*/ 0 w 3638"/>
                  <a:gd name="T65" fmla="*/ 18 h 2519"/>
                  <a:gd name="T66" fmla="*/ 1 w 3638"/>
                  <a:gd name="T67" fmla="*/ 15 h 2519"/>
                  <a:gd name="T68" fmla="*/ 2 w 3638"/>
                  <a:gd name="T69" fmla="*/ 12 h 2519"/>
                  <a:gd name="T70" fmla="*/ 4 w 3638"/>
                  <a:gd name="T71" fmla="*/ 10 h 2519"/>
                  <a:gd name="T72" fmla="*/ 7 w 3638"/>
                  <a:gd name="T73" fmla="*/ 7 h 2519"/>
                  <a:gd name="T74" fmla="*/ 9 w 3638"/>
                  <a:gd name="T75" fmla="*/ 5 h 2519"/>
                  <a:gd name="T76" fmla="*/ 13 w 3638"/>
                  <a:gd name="T77" fmla="*/ 3 h 2519"/>
                  <a:gd name="T78" fmla="*/ 16 w 3638"/>
                  <a:gd name="T79" fmla="*/ 2 h 2519"/>
                  <a:gd name="T80" fmla="*/ 20 w 3638"/>
                  <a:gd name="T81" fmla="*/ 1 h 2519"/>
                  <a:gd name="T82" fmla="*/ 24 w 3638"/>
                  <a:gd name="T83" fmla="*/ 0 h 2519"/>
                  <a:gd name="T84" fmla="*/ 29 w 3638"/>
                  <a:gd name="T85" fmla="*/ 0 h 251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638"/>
                  <a:gd name="T130" fmla="*/ 0 h 2519"/>
                  <a:gd name="T131" fmla="*/ 3638 w 3638"/>
                  <a:gd name="T132" fmla="*/ 2519 h 251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638" h="2519">
                    <a:moveTo>
                      <a:pt x="1820" y="0"/>
                    </a:moveTo>
                    <a:lnTo>
                      <a:pt x="1913" y="1"/>
                    </a:lnTo>
                    <a:lnTo>
                      <a:pt x="2005" y="6"/>
                    </a:lnTo>
                    <a:lnTo>
                      <a:pt x="2096" y="14"/>
                    </a:lnTo>
                    <a:lnTo>
                      <a:pt x="2185" y="25"/>
                    </a:lnTo>
                    <a:lnTo>
                      <a:pt x="2274" y="40"/>
                    </a:lnTo>
                    <a:lnTo>
                      <a:pt x="2360" y="56"/>
                    </a:lnTo>
                    <a:lnTo>
                      <a:pt x="2445" y="76"/>
                    </a:lnTo>
                    <a:lnTo>
                      <a:pt x="2527" y="98"/>
                    </a:lnTo>
                    <a:lnTo>
                      <a:pt x="2608" y="124"/>
                    </a:lnTo>
                    <a:lnTo>
                      <a:pt x="2686" y="152"/>
                    </a:lnTo>
                    <a:lnTo>
                      <a:pt x="2763" y="182"/>
                    </a:lnTo>
                    <a:lnTo>
                      <a:pt x="2836" y="215"/>
                    </a:lnTo>
                    <a:lnTo>
                      <a:pt x="2908" y="250"/>
                    </a:lnTo>
                    <a:lnTo>
                      <a:pt x="2977" y="288"/>
                    </a:lnTo>
                    <a:lnTo>
                      <a:pt x="3043" y="327"/>
                    </a:lnTo>
                    <a:lnTo>
                      <a:pt x="3105" y="369"/>
                    </a:lnTo>
                    <a:lnTo>
                      <a:pt x="3166" y="412"/>
                    </a:lnTo>
                    <a:lnTo>
                      <a:pt x="3223" y="458"/>
                    </a:lnTo>
                    <a:lnTo>
                      <a:pt x="3277" y="505"/>
                    </a:lnTo>
                    <a:lnTo>
                      <a:pt x="3327" y="555"/>
                    </a:lnTo>
                    <a:lnTo>
                      <a:pt x="3375" y="607"/>
                    </a:lnTo>
                    <a:lnTo>
                      <a:pt x="3418" y="659"/>
                    </a:lnTo>
                    <a:lnTo>
                      <a:pt x="3459" y="713"/>
                    </a:lnTo>
                    <a:lnTo>
                      <a:pt x="3495" y="769"/>
                    </a:lnTo>
                    <a:lnTo>
                      <a:pt x="3528" y="826"/>
                    </a:lnTo>
                    <a:lnTo>
                      <a:pt x="3556" y="885"/>
                    </a:lnTo>
                    <a:lnTo>
                      <a:pt x="3582" y="945"/>
                    </a:lnTo>
                    <a:lnTo>
                      <a:pt x="3602" y="1006"/>
                    </a:lnTo>
                    <a:lnTo>
                      <a:pt x="3618" y="1067"/>
                    </a:lnTo>
                    <a:lnTo>
                      <a:pt x="3629" y="1131"/>
                    </a:lnTo>
                    <a:lnTo>
                      <a:pt x="3636" y="1195"/>
                    </a:lnTo>
                    <a:lnTo>
                      <a:pt x="3638" y="1260"/>
                    </a:lnTo>
                    <a:lnTo>
                      <a:pt x="3636" y="1325"/>
                    </a:lnTo>
                    <a:lnTo>
                      <a:pt x="3629" y="1388"/>
                    </a:lnTo>
                    <a:lnTo>
                      <a:pt x="3618" y="1451"/>
                    </a:lnTo>
                    <a:lnTo>
                      <a:pt x="3602" y="1514"/>
                    </a:lnTo>
                    <a:lnTo>
                      <a:pt x="3582" y="1575"/>
                    </a:lnTo>
                    <a:lnTo>
                      <a:pt x="3556" y="1634"/>
                    </a:lnTo>
                    <a:lnTo>
                      <a:pt x="3528" y="1693"/>
                    </a:lnTo>
                    <a:lnTo>
                      <a:pt x="3495" y="1750"/>
                    </a:lnTo>
                    <a:lnTo>
                      <a:pt x="3459" y="1805"/>
                    </a:lnTo>
                    <a:lnTo>
                      <a:pt x="3420" y="1860"/>
                    </a:lnTo>
                    <a:lnTo>
                      <a:pt x="3375" y="1913"/>
                    </a:lnTo>
                    <a:lnTo>
                      <a:pt x="3328" y="1964"/>
                    </a:lnTo>
                    <a:lnTo>
                      <a:pt x="3277" y="2013"/>
                    </a:lnTo>
                    <a:lnTo>
                      <a:pt x="3223" y="2061"/>
                    </a:lnTo>
                    <a:lnTo>
                      <a:pt x="3166" y="2106"/>
                    </a:lnTo>
                    <a:lnTo>
                      <a:pt x="3105" y="2151"/>
                    </a:lnTo>
                    <a:lnTo>
                      <a:pt x="3043" y="2192"/>
                    </a:lnTo>
                    <a:lnTo>
                      <a:pt x="2977" y="2232"/>
                    </a:lnTo>
                    <a:lnTo>
                      <a:pt x="2908" y="2269"/>
                    </a:lnTo>
                    <a:lnTo>
                      <a:pt x="2837" y="2305"/>
                    </a:lnTo>
                    <a:lnTo>
                      <a:pt x="2763" y="2337"/>
                    </a:lnTo>
                    <a:lnTo>
                      <a:pt x="2687" y="2367"/>
                    </a:lnTo>
                    <a:lnTo>
                      <a:pt x="2608" y="2396"/>
                    </a:lnTo>
                    <a:lnTo>
                      <a:pt x="2528" y="2420"/>
                    </a:lnTo>
                    <a:lnTo>
                      <a:pt x="2445" y="2443"/>
                    </a:lnTo>
                    <a:lnTo>
                      <a:pt x="2361" y="2463"/>
                    </a:lnTo>
                    <a:lnTo>
                      <a:pt x="2274" y="2480"/>
                    </a:lnTo>
                    <a:lnTo>
                      <a:pt x="2185" y="2494"/>
                    </a:lnTo>
                    <a:lnTo>
                      <a:pt x="2096" y="2505"/>
                    </a:lnTo>
                    <a:lnTo>
                      <a:pt x="2005" y="2513"/>
                    </a:lnTo>
                    <a:lnTo>
                      <a:pt x="1913" y="2518"/>
                    </a:lnTo>
                    <a:lnTo>
                      <a:pt x="1820" y="2519"/>
                    </a:lnTo>
                    <a:lnTo>
                      <a:pt x="1725" y="2518"/>
                    </a:lnTo>
                    <a:lnTo>
                      <a:pt x="1633" y="2513"/>
                    </a:lnTo>
                    <a:lnTo>
                      <a:pt x="1542" y="2505"/>
                    </a:lnTo>
                    <a:lnTo>
                      <a:pt x="1453" y="2494"/>
                    </a:lnTo>
                    <a:lnTo>
                      <a:pt x="1365" y="2480"/>
                    </a:lnTo>
                    <a:lnTo>
                      <a:pt x="1279" y="2463"/>
                    </a:lnTo>
                    <a:lnTo>
                      <a:pt x="1194" y="2443"/>
                    </a:lnTo>
                    <a:lnTo>
                      <a:pt x="1112" y="2421"/>
                    </a:lnTo>
                    <a:lnTo>
                      <a:pt x="1030" y="2396"/>
                    </a:lnTo>
                    <a:lnTo>
                      <a:pt x="952" y="2367"/>
                    </a:lnTo>
                    <a:lnTo>
                      <a:pt x="875" y="2337"/>
                    </a:lnTo>
                    <a:lnTo>
                      <a:pt x="802" y="2305"/>
                    </a:lnTo>
                    <a:lnTo>
                      <a:pt x="731" y="2269"/>
                    </a:lnTo>
                    <a:lnTo>
                      <a:pt x="662" y="2232"/>
                    </a:lnTo>
                    <a:lnTo>
                      <a:pt x="596" y="2192"/>
                    </a:lnTo>
                    <a:lnTo>
                      <a:pt x="533" y="2151"/>
                    </a:lnTo>
                    <a:lnTo>
                      <a:pt x="472" y="2107"/>
                    </a:lnTo>
                    <a:lnTo>
                      <a:pt x="415" y="2062"/>
                    </a:lnTo>
                    <a:lnTo>
                      <a:pt x="362" y="2014"/>
                    </a:lnTo>
                    <a:lnTo>
                      <a:pt x="311" y="1964"/>
                    </a:lnTo>
                    <a:lnTo>
                      <a:pt x="263" y="1913"/>
                    </a:lnTo>
                    <a:lnTo>
                      <a:pt x="220" y="1860"/>
                    </a:lnTo>
                    <a:lnTo>
                      <a:pt x="179" y="1806"/>
                    </a:lnTo>
                    <a:lnTo>
                      <a:pt x="143" y="1750"/>
                    </a:lnTo>
                    <a:lnTo>
                      <a:pt x="111" y="1693"/>
                    </a:lnTo>
                    <a:lnTo>
                      <a:pt x="82" y="1634"/>
                    </a:lnTo>
                    <a:lnTo>
                      <a:pt x="57" y="1575"/>
                    </a:lnTo>
                    <a:lnTo>
                      <a:pt x="37" y="1514"/>
                    </a:lnTo>
                    <a:lnTo>
                      <a:pt x="21" y="1452"/>
                    </a:lnTo>
                    <a:lnTo>
                      <a:pt x="9" y="1388"/>
                    </a:lnTo>
                    <a:lnTo>
                      <a:pt x="2" y="1325"/>
                    </a:lnTo>
                    <a:lnTo>
                      <a:pt x="0" y="1260"/>
                    </a:lnTo>
                    <a:lnTo>
                      <a:pt x="2" y="1195"/>
                    </a:lnTo>
                    <a:lnTo>
                      <a:pt x="9" y="1131"/>
                    </a:lnTo>
                    <a:lnTo>
                      <a:pt x="21" y="1068"/>
                    </a:lnTo>
                    <a:lnTo>
                      <a:pt x="37" y="1006"/>
                    </a:lnTo>
                    <a:lnTo>
                      <a:pt x="57" y="945"/>
                    </a:lnTo>
                    <a:lnTo>
                      <a:pt x="82" y="885"/>
                    </a:lnTo>
                    <a:lnTo>
                      <a:pt x="111" y="826"/>
                    </a:lnTo>
                    <a:lnTo>
                      <a:pt x="143" y="770"/>
                    </a:lnTo>
                    <a:lnTo>
                      <a:pt x="179" y="714"/>
                    </a:lnTo>
                    <a:lnTo>
                      <a:pt x="220" y="659"/>
                    </a:lnTo>
                    <a:lnTo>
                      <a:pt x="263" y="607"/>
                    </a:lnTo>
                    <a:lnTo>
                      <a:pt x="311" y="555"/>
                    </a:lnTo>
                    <a:lnTo>
                      <a:pt x="362" y="506"/>
                    </a:lnTo>
                    <a:lnTo>
                      <a:pt x="415" y="459"/>
                    </a:lnTo>
                    <a:lnTo>
                      <a:pt x="472" y="412"/>
                    </a:lnTo>
                    <a:lnTo>
                      <a:pt x="533" y="369"/>
                    </a:lnTo>
                    <a:lnTo>
                      <a:pt x="596" y="327"/>
                    </a:lnTo>
                    <a:lnTo>
                      <a:pt x="662" y="288"/>
                    </a:lnTo>
                    <a:lnTo>
                      <a:pt x="731" y="250"/>
                    </a:lnTo>
                    <a:lnTo>
                      <a:pt x="802" y="215"/>
                    </a:lnTo>
                    <a:lnTo>
                      <a:pt x="875" y="182"/>
                    </a:lnTo>
                    <a:lnTo>
                      <a:pt x="952" y="152"/>
                    </a:lnTo>
                    <a:lnTo>
                      <a:pt x="1030" y="124"/>
                    </a:lnTo>
                    <a:lnTo>
                      <a:pt x="1112" y="98"/>
                    </a:lnTo>
                    <a:lnTo>
                      <a:pt x="1194" y="76"/>
                    </a:lnTo>
                    <a:lnTo>
                      <a:pt x="1279" y="57"/>
                    </a:lnTo>
                    <a:lnTo>
                      <a:pt x="1365" y="40"/>
                    </a:lnTo>
                    <a:lnTo>
                      <a:pt x="1453" y="25"/>
                    </a:lnTo>
                    <a:lnTo>
                      <a:pt x="1542" y="14"/>
                    </a:lnTo>
                    <a:lnTo>
                      <a:pt x="1633" y="6"/>
                    </a:lnTo>
                    <a:lnTo>
                      <a:pt x="1725" y="1"/>
                    </a:lnTo>
                    <a:lnTo>
                      <a:pt x="1820" y="0"/>
                    </a:lnTo>
                    <a:close/>
                  </a:path>
                </a:pathLst>
              </a:custGeom>
              <a:noFill/>
              <a:ln w="1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4" name="Line 449"/>
              <p:cNvSpPr>
                <a:spLocks noChangeShapeType="1"/>
              </p:cNvSpPr>
              <p:nvPr/>
            </p:nvSpPr>
            <p:spPr bwMode="auto">
              <a:xfrm>
                <a:off x="3157" y="1690"/>
                <a:ext cx="1" cy="1"/>
              </a:xfrm>
              <a:prstGeom prst="line">
                <a:avLst/>
              </a:prstGeom>
              <a:noFill/>
              <a:ln w="20">
                <a:solidFill>
                  <a:srgbClr val="E5E5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5" name="Freeform 450"/>
              <p:cNvSpPr>
                <a:spLocks/>
              </p:cNvSpPr>
              <p:nvPr/>
            </p:nvSpPr>
            <p:spPr bwMode="auto">
              <a:xfrm>
                <a:off x="2702" y="1533"/>
                <a:ext cx="455" cy="1851"/>
              </a:xfrm>
              <a:custGeom>
                <a:avLst/>
                <a:gdLst>
                  <a:gd name="T0" fmla="*/ 31 w 3639"/>
                  <a:gd name="T1" fmla="*/ 0 h 14812"/>
                  <a:gd name="T2" fmla="*/ 36 w 3639"/>
                  <a:gd name="T3" fmla="*/ 1 h 14812"/>
                  <a:gd name="T4" fmla="*/ 40 w 3639"/>
                  <a:gd name="T5" fmla="*/ 1 h 14812"/>
                  <a:gd name="T6" fmla="*/ 43 w 3639"/>
                  <a:gd name="T7" fmla="*/ 3 h 14812"/>
                  <a:gd name="T8" fmla="*/ 47 w 3639"/>
                  <a:gd name="T9" fmla="*/ 4 h 14812"/>
                  <a:gd name="T10" fmla="*/ 50 w 3639"/>
                  <a:gd name="T11" fmla="*/ 6 h 14812"/>
                  <a:gd name="T12" fmla="*/ 52 w 3639"/>
                  <a:gd name="T13" fmla="*/ 9 h 14812"/>
                  <a:gd name="T14" fmla="*/ 54 w 3639"/>
                  <a:gd name="T15" fmla="*/ 11 h 14812"/>
                  <a:gd name="T16" fmla="*/ 56 w 3639"/>
                  <a:gd name="T17" fmla="*/ 14 h 14812"/>
                  <a:gd name="T18" fmla="*/ 57 w 3639"/>
                  <a:gd name="T19" fmla="*/ 17 h 14812"/>
                  <a:gd name="T20" fmla="*/ 57 w 3639"/>
                  <a:gd name="T21" fmla="*/ 20 h 14812"/>
                  <a:gd name="T22" fmla="*/ 57 w 3639"/>
                  <a:gd name="T23" fmla="*/ 213 h 14812"/>
                  <a:gd name="T24" fmla="*/ 56 w 3639"/>
                  <a:gd name="T25" fmla="*/ 215 h 14812"/>
                  <a:gd name="T26" fmla="*/ 56 w 3639"/>
                  <a:gd name="T27" fmla="*/ 218 h 14812"/>
                  <a:gd name="T28" fmla="*/ 54 w 3639"/>
                  <a:gd name="T29" fmla="*/ 220 h 14812"/>
                  <a:gd name="T30" fmla="*/ 52 w 3639"/>
                  <a:gd name="T31" fmla="*/ 222 h 14812"/>
                  <a:gd name="T32" fmla="*/ 50 w 3639"/>
                  <a:gd name="T33" fmla="*/ 225 h 14812"/>
                  <a:gd name="T34" fmla="*/ 47 w 3639"/>
                  <a:gd name="T35" fmla="*/ 226 h 14812"/>
                  <a:gd name="T36" fmla="*/ 44 w 3639"/>
                  <a:gd name="T37" fmla="*/ 228 h 14812"/>
                  <a:gd name="T38" fmla="*/ 41 w 3639"/>
                  <a:gd name="T39" fmla="*/ 229 h 14812"/>
                  <a:gd name="T40" fmla="*/ 38 w 3639"/>
                  <a:gd name="T41" fmla="*/ 230 h 14812"/>
                  <a:gd name="T42" fmla="*/ 34 w 3639"/>
                  <a:gd name="T43" fmla="*/ 231 h 14812"/>
                  <a:gd name="T44" fmla="*/ 30 w 3639"/>
                  <a:gd name="T45" fmla="*/ 231 h 14812"/>
                  <a:gd name="T46" fmla="*/ 27 w 3639"/>
                  <a:gd name="T47" fmla="*/ 231 h 14812"/>
                  <a:gd name="T48" fmla="*/ 23 w 3639"/>
                  <a:gd name="T49" fmla="*/ 231 h 14812"/>
                  <a:gd name="T50" fmla="*/ 20 w 3639"/>
                  <a:gd name="T51" fmla="*/ 230 h 14812"/>
                  <a:gd name="T52" fmla="*/ 16 w 3639"/>
                  <a:gd name="T53" fmla="*/ 229 h 14812"/>
                  <a:gd name="T54" fmla="*/ 13 w 3639"/>
                  <a:gd name="T55" fmla="*/ 228 h 14812"/>
                  <a:gd name="T56" fmla="*/ 10 w 3639"/>
                  <a:gd name="T57" fmla="*/ 226 h 14812"/>
                  <a:gd name="T58" fmla="*/ 7 w 3639"/>
                  <a:gd name="T59" fmla="*/ 224 h 14812"/>
                  <a:gd name="T60" fmla="*/ 4 w 3639"/>
                  <a:gd name="T61" fmla="*/ 222 h 14812"/>
                  <a:gd name="T62" fmla="*/ 2 w 3639"/>
                  <a:gd name="T63" fmla="*/ 219 h 14812"/>
                  <a:gd name="T64" fmla="*/ 1 w 3639"/>
                  <a:gd name="T65" fmla="*/ 216 h 14812"/>
                  <a:gd name="T66" fmla="*/ 0 w 3639"/>
                  <a:gd name="T67" fmla="*/ 213 h 14812"/>
                  <a:gd name="T68" fmla="*/ 0 w 3639"/>
                  <a:gd name="T69" fmla="*/ 211 h 14812"/>
                  <a:gd name="T70" fmla="*/ 0 w 3639"/>
                  <a:gd name="T71" fmla="*/ 19 h 14812"/>
                  <a:gd name="T72" fmla="*/ 1 w 3639"/>
                  <a:gd name="T73" fmla="*/ 16 h 14812"/>
                  <a:gd name="T74" fmla="*/ 2 w 3639"/>
                  <a:gd name="T75" fmla="*/ 13 h 14812"/>
                  <a:gd name="T76" fmla="*/ 4 w 3639"/>
                  <a:gd name="T77" fmla="*/ 10 h 14812"/>
                  <a:gd name="T78" fmla="*/ 6 w 3639"/>
                  <a:gd name="T79" fmla="*/ 8 h 14812"/>
                  <a:gd name="T80" fmla="*/ 8 w 3639"/>
                  <a:gd name="T81" fmla="*/ 6 h 14812"/>
                  <a:gd name="T82" fmla="*/ 11 w 3639"/>
                  <a:gd name="T83" fmla="*/ 4 h 14812"/>
                  <a:gd name="T84" fmla="*/ 15 w 3639"/>
                  <a:gd name="T85" fmla="*/ 2 h 14812"/>
                  <a:gd name="T86" fmla="*/ 19 w 3639"/>
                  <a:gd name="T87" fmla="*/ 1 h 14812"/>
                  <a:gd name="T88" fmla="*/ 23 w 3639"/>
                  <a:gd name="T89" fmla="*/ 0 h 14812"/>
                  <a:gd name="T90" fmla="*/ 27 w 3639"/>
                  <a:gd name="T91" fmla="*/ 0 h 1481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639"/>
                  <a:gd name="T139" fmla="*/ 0 h 14812"/>
                  <a:gd name="T140" fmla="*/ 3639 w 3639"/>
                  <a:gd name="T141" fmla="*/ 14812 h 1481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639" h="14812">
                    <a:moveTo>
                      <a:pt x="1819" y="0"/>
                    </a:moveTo>
                    <a:lnTo>
                      <a:pt x="1913" y="1"/>
                    </a:lnTo>
                    <a:lnTo>
                      <a:pt x="2005" y="6"/>
                    </a:lnTo>
                    <a:lnTo>
                      <a:pt x="2096" y="14"/>
                    </a:lnTo>
                    <a:lnTo>
                      <a:pt x="2185" y="25"/>
                    </a:lnTo>
                    <a:lnTo>
                      <a:pt x="2274" y="40"/>
                    </a:lnTo>
                    <a:lnTo>
                      <a:pt x="2360" y="56"/>
                    </a:lnTo>
                    <a:lnTo>
                      <a:pt x="2445" y="76"/>
                    </a:lnTo>
                    <a:lnTo>
                      <a:pt x="2527" y="98"/>
                    </a:lnTo>
                    <a:lnTo>
                      <a:pt x="2608" y="124"/>
                    </a:lnTo>
                    <a:lnTo>
                      <a:pt x="2686" y="152"/>
                    </a:lnTo>
                    <a:lnTo>
                      <a:pt x="2762" y="182"/>
                    </a:lnTo>
                    <a:lnTo>
                      <a:pt x="2836" y="215"/>
                    </a:lnTo>
                    <a:lnTo>
                      <a:pt x="2908" y="250"/>
                    </a:lnTo>
                    <a:lnTo>
                      <a:pt x="2977" y="288"/>
                    </a:lnTo>
                    <a:lnTo>
                      <a:pt x="3043" y="327"/>
                    </a:lnTo>
                    <a:lnTo>
                      <a:pt x="3105" y="369"/>
                    </a:lnTo>
                    <a:lnTo>
                      <a:pt x="3166" y="412"/>
                    </a:lnTo>
                    <a:lnTo>
                      <a:pt x="3223" y="458"/>
                    </a:lnTo>
                    <a:lnTo>
                      <a:pt x="3277" y="505"/>
                    </a:lnTo>
                    <a:lnTo>
                      <a:pt x="3327" y="555"/>
                    </a:lnTo>
                    <a:lnTo>
                      <a:pt x="3375" y="606"/>
                    </a:lnTo>
                    <a:lnTo>
                      <a:pt x="3418" y="659"/>
                    </a:lnTo>
                    <a:lnTo>
                      <a:pt x="3459" y="713"/>
                    </a:lnTo>
                    <a:lnTo>
                      <a:pt x="3495" y="769"/>
                    </a:lnTo>
                    <a:lnTo>
                      <a:pt x="3528" y="826"/>
                    </a:lnTo>
                    <a:lnTo>
                      <a:pt x="3556" y="885"/>
                    </a:lnTo>
                    <a:lnTo>
                      <a:pt x="3582" y="945"/>
                    </a:lnTo>
                    <a:lnTo>
                      <a:pt x="3602" y="1006"/>
                    </a:lnTo>
                    <a:lnTo>
                      <a:pt x="3617" y="1067"/>
                    </a:lnTo>
                    <a:lnTo>
                      <a:pt x="3629" y="1131"/>
                    </a:lnTo>
                    <a:lnTo>
                      <a:pt x="3636" y="1195"/>
                    </a:lnTo>
                    <a:lnTo>
                      <a:pt x="3638" y="1260"/>
                    </a:lnTo>
                    <a:lnTo>
                      <a:pt x="3639" y="13627"/>
                    </a:lnTo>
                    <a:lnTo>
                      <a:pt x="3638" y="13650"/>
                    </a:lnTo>
                    <a:lnTo>
                      <a:pt x="3635" y="13671"/>
                    </a:lnTo>
                    <a:lnTo>
                      <a:pt x="3630" y="13693"/>
                    </a:lnTo>
                    <a:lnTo>
                      <a:pt x="3623" y="13714"/>
                    </a:lnTo>
                    <a:lnTo>
                      <a:pt x="3611" y="13772"/>
                    </a:lnTo>
                    <a:lnTo>
                      <a:pt x="3595" y="13829"/>
                    </a:lnTo>
                    <a:lnTo>
                      <a:pt x="3575" y="13885"/>
                    </a:lnTo>
                    <a:lnTo>
                      <a:pt x="3551" y="13939"/>
                    </a:lnTo>
                    <a:lnTo>
                      <a:pt x="3524" y="13993"/>
                    </a:lnTo>
                    <a:lnTo>
                      <a:pt x="3493" y="14046"/>
                    </a:lnTo>
                    <a:lnTo>
                      <a:pt x="3460" y="14097"/>
                    </a:lnTo>
                    <a:lnTo>
                      <a:pt x="3423" y="14147"/>
                    </a:lnTo>
                    <a:lnTo>
                      <a:pt x="3383" y="14196"/>
                    </a:lnTo>
                    <a:lnTo>
                      <a:pt x="3340" y="14243"/>
                    </a:lnTo>
                    <a:lnTo>
                      <a:pt x="3294" y="14290"/>
                    </a:lnTo>
                    <a:lnTo>
                      <a:pt x="3245" y="14334"/>
                    </a:lnTo>
                    <a:lnTo>
                      <a:pt x="3195" y="14377"/>
                    </a:lnTo>
                    <a:lnTo>
                      <a:pt x="3141" y="14418"/>
                    </a:lnTo>
                    <a:lnTo>
                      <a:pt x="3084" y="14458"/>
                    </a:lnTo>
                    <a:lnTo>
                      <a:pt x="3024" y="14495"/>
                    </a:lnTo>
                    <a:lnTo>
                      <a:pt x="2964" y="14532"/>
                    </a:lnTo>
                    <a:lnTo>
                      <a:pt x="2900" y="14565"/>
                    </a:lnTo>
                    <a:lnTo>
                      <a:pt x="2834" y="14597"/>
                    </a:lnTo>
                    <a:lnTo>
                      <a:pt x="2766" y="14628"/>
                    </a:lnTo>
                    <a:lnTo>
                      <a:pt x="2696" y="14656"/>
                    </a:lnTo>
                    <a:lnTo>
                      <a:pt x="2624" y="14681"/>
                    </a:lnTo>
                    <a:lnTo>
                      <a:pt x="2550" y="14706"/>
                    </a:lnTo>
                    <a:lnTo>
                      <a:pt x="2475" y="14727"/>
                    </a:lnTo>
                    <a:lnTo>
                      <a:pt x="2398" y="14746"/>
                    </a:lnTo>
                    <a:lnTo>
                      <a:pt x="2319" y="14763"/>
                    </a:lnTo>
                    <a:lnTo>
                      <a:pt x="2239" y="14778"/>
                    </a:lnTo>
                    <a:lnTo>
                      <a:pt x="2157" y="14790"/>
                    </a:lnTo>
                    <a:lnTo>
                      <a:pt x="2075" y="14799"/>
                    </a:lnTo>
                    <a:lnTo>
                      <a:pt x="1991" y="14806"/>
                    </a:lnTo>
                    <a:lnTo>
                      <a:pt x="1906" y="14810"/>
                    </a:lnTo>
                    <a:lnTo>
                      <a:pt x="1819" y="14812"/>
                    </a:lnTo>
                    <a:lnTo>
                      <a:pt x="1759" y="14811"/>
                    </a:lnTo>
                    <a:lnTo>
                      <a:pt x="1696" y="14807"/>
                    </a:lnTo>
                    <a:lnTo>
                      <a:pt x="1631" y="14802"/>
                    </a:lnTo>
                    <a:lnTo>
                      <a:pt x="1563" y="14795"/>
                    </a:lnTo>
                    <a:lnTo>
                      <a:pt x="1492" y="14785"/>
                    </a:lnTo>
                    <a:lnTo>
                      <a:pt x="1421" y="14774"/>
                    </a:lnTo>
                    <a:lnTo>
                      <a:pt x="1348" y="14759"/>
                    </a:lnTo>
                    <a:lnTo>
                      <a:pt x="1274" y="14743"/>
                    </a:lnTo>
                    <a:lnTo>
                      <a:pt x="1198" y="14724"/>
                    </a:lnTo>
                    <a:lnTo>
                      <a:pt x="1123" y="14704"/>
                    </a:lnTo>
                    <a:lnTo>
                      <a:pt x="1047" y="14680"/>
                    </a:lnTo>
                    <a:lnTo>
                      <a:pt x="971" y="14655"/>
                    </a:lnTo>
                    <a:lnTo>
                      <a:pt x="896" y="14627"/>
                    </a:lnTo>
                    <a:lnTo>
                      <a:pt x="822" y="14596"/>
                    </a:lnTo>
                    <a:lnTo>
                      <a:pt x="749" y="14564"/>
                    </a:lnTo>
                    <a:lnTo>
                      <a:pt x="677" y="14530"/>
                    </a:lnTo>
                    <a:lnTo>
                      <a:pt x="608" y="14492"/>
                    </a:lnTo>
                    <a:lnTo>
                      <a:pt x="540" y="14453"/>
                    </a:lnTo>
                    <a:lnTo>
                      <a:pt x="475" y="14410"/>
                    </a:lnTo>
                    <a:lnTo>
                      <a:pt x="412" y="14366"/>
                    </a:lnTo>
                    <a:lnTo>
                      <a:pt x="354" y="14318"/>
                    </a:lnTo>
                    <a:lnTo>
                      <a:pt x="298" y="14268"/>
                    </a:lnTo>
                    <a:lnTo>
                      <a:pt x="245" y="14216"/>
                    </a:lnTo>
                    <a:lnTo>
                      <a:pt x="198" y="14161"/>
                    </a:lnTo>
                    <a:lnTo>
                      <a:pt x="154" y="14103"/>
                    </a:lnTo>
                    <a:lnTo>
                      <a:pt x="116" y="14044"/>
                    </a:lnTo>
                    <a:lnTo>
                      <a:pt x="82" y="13981"/>
                    </a:lnTo>
                    <a:lnTo>
                      <a:pt x="54" y="13915"/>
                    </a:lnTo>
                    <a:lnTo>
                      <a:pt x="30" y="13847"/>
                    </a:lnTo>
                    <a:lnTo>
                      <a:pt x="14" y="13777"/>
                    </a:lnTo>
                    <a:lnTo>
                      <a:pt x="4" y="13703"/>
                    </a:lnTo>
                    <a:lnTo>
                      <a:pt x="1" y="13627"/>
                    </a:lnTo>
                    <a:lnTo>
                      <a:pt x="0" y="13599"/>
                    </a:lnTo>
                    <a:lnTo>
                      <a:pt x="0" y="13572"/>
                    </a:lnTo>
                    <a:lnTo>
                      <a:pt x="0" y="13543"/>
                    </a:lnTo>
                    <a:lnTo>
                      <a:pt x="1" y="13516"/>
                    </a:lnTo>
                    <a:lnTo>
                      <a:pt x="0" y="1260"/>
                    </a:lnTo>
                    <a:lnTo>
                      <a:pt x="2" y="1195"/>
                    </a:lnTo>
                    <a:lnTo>
                      <a:pt x="9" y="1131"/>
                    </a:lnTo>
                    <a:lnTo>
                      <a:pt x="21" y="1068"/>
                    </a:lnTo>
                    <a:lnTo>
                      <a:pt x="37" y="1006"/>
                    </a:lnTo>
                    <a:lnTo>
                      <a:pt x="57" y="945"/>
                    </a:lnTo>
                    <a:lnTo>
                      <a:pt x="82" y="885"/>
                    </a:lnTo>
                    <a:lnTo>
                      <a:pt x="111" y="826"/>
                    </a:lnTo>
                    <a:lnTo>
                      <a:pt x="143" y="770"/>
                    </a:lnTo>
                    <a:lnTo>
                      <a:pt x="179" y="714"/>
                    </a:lnTo>
                    <a:lnTo>
                      <a:pt x="220" y="659"/>
                    </a:lnTo>
                    <a:lnTo>
                      <a:pt x="263" y="607"/>
                    </a:lnTo>
                    <a:lnTo>
                      <a:pt x="311" y="556"/>
                    </a:lnTo>
                    <a:lnTo>
                      <a:pt x="362" y="506"/>
                    </a:lnTo>
                    <a:lnTo>
                      <a:pt x="415" y="459"/>
                    </a:lnTo>
                    <a:lnTo>
                      <a:pt x="472" y="413"/>
                    </a:lnTo>
                    <a:lnTo>
                      <a:pt x="533" y="369"/>
                    </a:lnTo>
                    <a:lnTo>
                      <a:pt x="596" y="327"/>
                    </a:lnTo>
                    <a:lnTo>
                      <a:pt x="662" y="288"/>
                    </a:lnTo>
                    <a:lnTo>
                      <a:pt x="731" y="250"/>
                    </a:lnTo>
                    <a:lnTo>
                      <a:pt x="802" y="215"/>
                    </a:lnTo>
                    <a:lnTo>
                      <a:pt x="875" y="182"/>
                    </a:lnTo>
                    <a:lnTo>
                      <a:pt x="952" y="152"/>
                    </a:lnTo>
                    <a:lnTo>
                      <a:pt x="1030" y="125"/>
                    </a:lnTo>
                    <a:lnTo>
                      <a:pt x="1112" y="99"/>
                    </a:lnTo>
                    <a:lnTo>
                      <a:pt x="1194" y="76"/>
                    </a:lnTo>
                    <a:lnTo>
                      <a:pt x="1279" y="57"/>
                    </a:lnTo>
                    <a:lnTo>
                      <a:pt x="1365" y="40"/>
                    </a:lnTo>
                    <a:lnTo>
                      <a:pt x="1453" y="25"/>
                    </a:lnTo>
                    <a:lnTo>
                      <a:pt x="1542" y="14"/>
                    </a:lnTo>
                    <a:lnTo>
                      <a:pt x="1633" y="6"/>
                    </a:lnTo>
                    <a:lnTo>
                      <a:pt x="1725" y="1"/>
                    </a:lnTo>
                    <a:lnTo>
                      <a:pt x="1819" y="0"/>
                    </a:lnTo>
                    <a:close/>
                  </a:path>
                </a:pathLst>
              </a:custGeom>
              <a:noFill/>
              <a:ln w="20">
                <a:solidFill>
                  <a:srgbClr val="E5E57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6" name="Freeform 451"/>
              <p:cNvSpPr>
                <a:spLocks/>
              </p:cNvSpPr>
              <p:nvPr/>
            </p:nvSpPr>
            <p:spPr bwMode="auto">
              <a:xfrm>
                <a:off x="2900" y="1930"/>
                <a:ext cx="120" cy="120"/>
              </a:xfrm>
              <a:custGeom>
                <a:avLst/>
                <a:gdLst>
                  <a:gd name="T0" fmla="*/ 8 w 958"/>
                  <a:gd name="T1" fmla="*/ 0 h 957"/>
                  <a:gd name="T2" fmla="*/ 9 w 958"/>
                  <a:gd name="T3" fmla="*/ 0 h 957"/>
                  <a:gd name="T4" fmla="*/ 10 w 958"/>
                  <a:gd name="T5" fmla="*/ 1 h 957"/>
                  <a:gd name="T6" fmla="*/ 11 w 958"/>
                  <a:gd name="T7" fmla="*/ 1 h 957"/>
                  <a:gd name="T8" fmla="*/ 12 w 958"/>
                  <a:gd name="T9" fmla="*/ 2 h 957"/>
                  <a:gd name="T10" fmla="*/ 13 w 958"/>
                  <a:gd name="T11" fmla="*/ 3 h 957"/>
                  <a:gd name="T12" fmla="*/ 14 w 958"/>
                  <a:gd name="T13" fmla="*/ 3 h 957"/>
                  <a:gd name="T14" fmla="*/ 14 w 958"/>
                  <a:gd name="T15" fmla="*/ 4 h 957"/>
                  <a:gd name="T16" fmla="*/ 15 w 958"/>
                  <a:gd name="T17" fmla="*/ 5 h 957"/>
                  <a:gd name="T18" fmla="*/ 15 w 958"/>
                  <a:gd name="T19" fmla="*/ 6 h 957"/>
                  <a:gd name="T20" fmla="*/ 15 w 958"/>
                  <a:gd name="T21" fmla="*/ 8 h 957"/>
                  <a:gd name="T22" fmla="*/ 15 w 958"/>
                  <a:gd name="T23" fmla="*/ 9 h 957"/>
                  <a:gd name="T24" fmla="*/ 15 w 958"/>
                  <a:gd name="T25" fmla="*/ 10 h 957"/>
                  <a:gd name="T26" fmla="*/ 14 w 958"/>
                  <a:gd name="T27" fmla="*/ 11 h 957"/>
                  <a:gd name="T28" fmla="*/ 14 w 958"/>
                  <a:gd name="T29" fmla="*/ 12 h 957"/>
                  <a:gd name="T30" fmla="*/ 13 w 958"/>
                  <a:gd name="T31" fmla="*/ 13 h 957"/>
                  <a:gd name="T32" fmla="*/ 12 w 958"/>
                  <a:gd name="T33" fmla="*/ 13 h 957"/>
                  <a:gd name="T34" fmla="*/ 11 w 958"/>
                  <a:gd name="T35" fmla="*/ 14 h 957"/>
                  <a:gd name="T36" fmla="*/ 10 w 958"/>
                  <a:gd name="T37" fmla="*/ 14 h 957"/>
                  <a:gd name="T38" fmla="*/ 9 w 958"/>
                  <a:gd name="T39" fmla="*/ 15 h 957"/>
                  <a:gd name="T40" fmla="*/ 8 w 958"/>
                  <a:gd name="T41" fmla="*/ 15 h 957"/>
                  <a:gd name="T42" fmla="*/ 7 w 958"/>
                  <a:gd name="T43" fmla="*/ 15 h 957"/>
                  <a:gd name="T44" fmla="*/ 6 w 958"/>
                  <a:gd name="T45" fmla="*/ 15 h 957"/>
                  <a:gd name="T46" fmla="*/ 5 w 958"/>
                  <a:gd name="T47" fmla="*/ 15 h 957"/>
                  <a:gd name="T48" fmla="*/ 4 w 958"/>
                  <a:gd name="T49" fmla="*/ 14 h 957"/>
                  <a:gd name="T50" fmla="*/ 3 w 958"/>
                  <a:gd name="T51" fmla="*/ 14 h 957"/>
                  <a:gd name="T52" fmla="*/ 2 w 958"/>
                  <a:gd name="T53" fmla="*/ 13 h 957"/>
                  <a:gd name="T54" fmla="*/ 2 w 958"/>
                  <a:gd name="T55" fmla="*/ 12 h 957"/>
                  <a:gd name="T56" fmla="*/ 1 w 958"/>
                  <a:gd name="T57" fmla="*/ 11 h 957"/>
                  <a:gd name="T58" fmla="*/ 1 w 958"/>
                  <a:gd name="T59" fmla="*/ 10 h 957"/>
                  <a:gd name="T60" fmla="*/ 0 w 958"/>
                  <a:gd name="T61" fmla="*/ 9 h 957"/>
                  <a:gd name="T62" fmla="*/ 0 w 958"/>
                  <a:gd name="T63" fmla="*/ 8 h 957"/>
                  <a:gd name="T64" fmla="*/ 0 w 958"/>
                  <a:gd name="T65" fmla="*/ 7 h 957"/>
                  <a:gd name="T66" fmla="*/ 0 w 958"/>
                  <a:gd name="T67" fmla="*/ 6 h 957"/>
                  <a:gd name="T68" fmla="*/ 1 w 958"/>
                  <a:gd name="T69" fmla="*/ 5 h 957"/>
                  <a:gd name="T70" fmla="*/ 1 w 958"/>
                  <a:gd name="T71" fmla="*/ 4 h 957"/>
                  <a:gd name="T72" fmla="*/ 2 w 958"/>
                  <a:gd name="T73" fmla="*/ 3 h 957"/>
                  <a:gd name="T74" fmla="*/ 3 w 958"/>
                  <a:gd name="T75" fmla="*/ 2 h 957"/>
                  <a:gd name="T76" fmla="*/ 3 w 958"/>
                  <a:gd name="T77" fmla="*/ 1 h 957"/>
                  <a:gd name="T78" fmla="*/ 4 w 958"/>
                  <a:gd name="T79" fmla="*/ 1 h 957"/>
                  <a:gd name="T80" fmla="*/ 5 w 958"/>
                  <a:gd name="T81" fmla="*/ 0 h 957"/>
                  <a:gd name="T82" fmla="*/ 6 w 958"/>
                  <a:gd name="T83" fmla="*/ 0 h 957"/>
                  <a:gd name="T84" fmla="*/ 8 w 958"/>
                  <a:gd name="T85" fmla="*/ 0 h 95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958"/>
                  <a:gd name="T130" fmla="*/ 0 h 957"/>
                  <a:gd name="T131" fmla="*/ 958 w 958"/>
                  <a:gd name="T132" fmla="*/ 957 h 95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958" h="957">
                    <a:moveTo>
                      <a:pt x="479" y="0"/>
                    </a:moveTo>
                    <a:lnTo>
                      <a:pt x="503" y="0"/>
                    </a:lnTo>
                    <a:lnTo>
                      <a:pt x="528" y="2"/>
                    </a:lnTo>
                    <a:lnTo>
                      <a:pt x="552" y="5"/>
                    </a:lnTo>
                    <a:lnTo>
                      <a:pt x="575" y="10"/>
                    </a:lnTo>
                    <a:lnTo>
                      <a:pt x="598" y="16"/>
                    </a:lnTo>
                    <a:lnTo>
                      <a:pt x="621" y="22"/>
                    </a:lnTo>
                    <a:lnTo>
                      <a:pt x="643" y="30"/>
                    </a:lnTo>
                    <a:lnTo>
                      <a:pt x="665" y="38"/>
                    </a:lnTo>
                    <a:lnTo>
                      <a:pt x="687" y="47"/>
                    </a:lnTo>
                    <a:lnTo>
                      <a:pt x="707" y="58"/>
                    </a:lnTo>
                    <a:lnTo>
                      <a:pt x="727" y="69"/>
                    </a:lnTo>
                    <a:lnTo>
                      <a:pt x="746" y="82"/>
                    </a:lnTo>
                    <a:lnTo>
                      <a:pt x="766" y="96"/>
                    </a:lnTo>
                    <a:lnTo>
                      <a:pt x="784" y="110"/>
                    </a:lnTo>
                    <a:lnTo>
                      <a:pt x="801" y="125"/>
                    </a:lnTo>
                    <a:lnTo>
                      <a:pt x="817" y="140"/>
                    </a:lnTo>
                    <a:lnTo>
                      <a:pt x="833" y="157"/>
                    </a:lnTo>
                    <a:lnTo>
                      <a:pt x="849" y="175"/>
                    </a:lnTo>
                    <a:lnTo>
                      <a:pt x="863" y="193"/>
                    </a:lnTo>
                    <a:lnTo>
                      <a:pt x="876" y="211"/>
                    </a:lnTo>
                    <a:lnTo>
                      <a:pt x="888" y="231"/>
                    </a:lnTo>
                    <a:lnTo>
                      <a:pt x="900" y="250"/>
                    </a:lnTo>
                    <a:lnTo>
                      <a:pt x="910" y="272"/>
                    </a:lnTo>
                    <a:lnTo>
                      <a:pt x="920" y="293"/>
                    </a:lnTo>
                    <a:lnTo>
                      <a:pt x="929" y="314"/>
                    </a:lnTo>
                    <a:lnTo>
                      <a:pt x="936" y="337"/>
                    </a:lnTo>
                    <a:lnTo>
                      <a:pt x="943" y="360"/>
                    </a:lnTo>
                    <a:lnTo>
                      <a:pt x="948" y="382"/>
                    </a:lnTo>
                    <a:lnTo>
                      <a:pt x="952" y="406"/>
                    </a:lnTo>
                    <a:lnTo>
                      <a:pt x="955" y="430"/>
                    </a:lnTo>
                    <a:lnTo>
                      <a:pt x="957" y="454"/>
                    </a:lnTo>
                    <a:lnTo>
                      <a:pt x="958" y="479"/>
                    </a:lnTo>
                    <a:lnTo>
                      <a:pt x="957" y="504"/>
                    </a:lnTo>
                    <a:lnTo>
                      <a:pt x="955" y="528"/>
                    </a:lnTo>
                    <a:lnTo>
                      <a:pt x="952" y="552"/>
                    </a:lnTo>
                    <a:lnTo>
                      <a:pt x="948" y="575"/>
                    </a:lnTo>
                    <a:lnTo>
                      <a:pt x="943" y="599"/>
                    </a:lnTo>
                    <a:lnTo>
                      <a:pt x="936" y="621"/>
                    </a:lnTo>
                    <a:lnTo>
                      <a:pt x="929" y="643"/>
                    </a:lnTo>
                    <a:lnTo>
                      <a:pt x="920" y="666"/>
                    </a:lnTo>
                    <a:lnTo>
                      <a:pt x="910" y="687"/>
                    </a:lnTo>
                    <a:lnTo>
                      <a:pt x="900" y="707"/>
                    </a:lnTo>
                    <a:lnTo>
                      <a:pt x="888" y="727"/>
                    </a:lnTo>
                    <a:lnTo>
                      <a:pt x="876" y="747"/>
                    </a:lnTo>
                    <a:lnTo>
                      <a:pt x="863" y="766"/>
                    </a:lnTo>
                    <a:lnTo>
                      <a:pt x="849" y="783"/>
                    </a:lnTo>
                    <a:lnTo>
                      <a:pt x="833" y="801"/>
                    </a:lnTo>
                    <a:lnTo>
                      <a:pt x="817" y="817"/>
                    </a:lnTo>
                    <a:lnTo>
                      <a:pt x="801" y="834"/>
                    </a:lnTo>
                    <a:lnTo>
                      <a:pt x="784" y="849"/>
                    </a:lnTo>
                    <a:lnTo>
                      <a:pt x="766" y="863"/>
                    </a:lnTo>
                    <a:lnTo>
                      <a:pt x="746" y="876"/>
                    </a:lnTo>
                    <a:lnTo>
                      <a:pt x="727" y="888"/>
                    </a:lnTo>
                    <a:lnTo>
                      <a:pt x="707" y="899"/>
                    </a:lnTo>
                    <a:lnTo>
                      <a:pt x="687" y="911"/>
                    </a:lnTo>
                    <a:lnTo>
                      <a:pt x="665" y="920"/>
                    </a:lnTo>
                    <a:lnTo>
                      <a:pt x="643" y="929"/>
                    </a:lnTo>
                    <a:lnTo>
                      <a:pt x="621" y="936"/>
                    </a:lnTo>
                    <a:lnTo>
                      <a:pt x="598" y="943"/>
                    </a:lnTo>
                    <a:lnTo>
                      <a:pt x="575" y="948"/>
                    </a:lnTo>
                    <a:lnTo>
                      <a:pt x="552" y="952"/>
                    </a:lnTo>
                    <a:lnTo>
                      <a:pt x="528" y="955"/>
                    </a:lnTo>
                    <a:lnTo>
                      <a:pt x="503" y="957"/>
                    </a:lnTo>
                    <a:lnTo>
                      <a:pt x="479" y="957"/>
                    </a:lnTo>
                    <a:lnTo>
                      <a:pt x="454" y="957"/>
                    </a:lnTo>
                    <a:lnTo>
                      <a:pt x="429" y="955"/>
                    </a:lnTo>
                    <a:lnTo>
                      <a:pt x="406" y="952"/>
                    </a:lnTo>
                    <a:lnTo>
                      <a:pt x="383" y="948"/>
                    </a:lnTo>
                    <a:lnTo>
                      <a:pt x="359" y="943"/>
                    </a:lnTo>
                    <a:lnTo>
                      <a:pt x="336" y="936"/>
                    </a:lnTo>
                    <a:lnTo>
                      <a:pt x="314" y="929"/>
                    </a:lnTo>
                    <a:lnTo>
                      <a:pt x="292" y="920"/>
                    </a:lnTo>
                    <a:lnTo>
                      <a:pt x="271" y="911"/>
                    </a:lnTo>
                    <a:lnTo>
                      <a:pt x="250" y="899"/>
                    </a:lnTo>
                    <a:lnTo>
                      <a:pt x="231" y="888"/>
                    </a:lnTo>
                    <a:lnTo>
                      <a:pt x="210" y="876"/>
                    </a:lnTo>
                    <a:lnTo>
                      <a:pt x="192" y="863"/>
                    </a:lnTo>
                    <a:lnTo>
                      <a:pt x="174" y="849"/>
                    </a:lnTo>
                    <a:lnTo>
                      <a:pt x="157" y="834"/>
                    </a:lnTo>
                    <a:lnTo>
                      <a:pt x="139" y="817"/>
                    </a:lnTo>
                    <a:lnTo>
                      <a:pt x="124" y="801"/>
                    </a:lnTo>
                    <a:lnTo>
                      <a:pt x="109" y="783"/>
                    </a:lnTo>
                    <a:lnTo>
                      <a:pt x="95" y="766"/>
                    </a:lnTo>
                    <a:lnTo>
                      <a:pt x="82" y="747"/>
                    </a:lnTo>
                    <a:lnTo>
                      <a:pt x="69" y="727"/>
                    </a:lnTo>
                    <a:lnTo>
                      <a:pt x="57" y="707"/>
                    </a:lnTo>
                    <a:lnTo>
                      <a:pt x="47" y="687"/>
                    </a:lnTo>
                    <a:lnTo>
                      <a:pt x="37" y="666"/>
                    </a:lnTo>
                    <a:lnTo>
                      <a:pt x="29" y="643"/>
                    </a:lnTo>
                    <a:lnTo>
                      <a:pt x="21" y="621"/>
                    </a:lnTo>
                    <a:lnTo>
                      <a:pt x="15" y="599"/>
                    </a:lnTo>
                    <a:lnTo>
                      <a:pt x="10" y="575"/>
                    </a:lnTo>
                    <a:lnTo>
                      <a:pt x="5" y="552"/>
                    </a:lnTo>
                    <a:lnTo>
                      <a:pt x="2" y="528"/>
                    </a:lnTo>
                    <a:lnTo>
                      <a:pt x="1" y="504"/>
                    </a:lnTo>
                    <a:lnTo>
                      <a:pt x="0" y="479"/>
                    </a:lnTo>
                    <a:lnTo>
                      <a:pt x="1" y="454"/>
                    </a:lnTo>
                    <a:lnTo>
                      <a:pt x="2" y="430"/>
                    </a:lnTo>
                    <a:lnTo>
                      <a:pt x="5" y="406"/>
                    </a:lnTo>
                    <a:lnTo>
                      <a:pt x="10" y="382"/>
                    </a:lnTo>
                    <a:lnTo>
                      <a:pt x="15" y="360"/>
                    </a:lnTo>
                    <a:lnTo>
                      <a:pt x="21" y="337"/>
                    </a:lnTo>
                    <a:lnTo>
                      <a:pt x="29" y="314"/>
                    </a:lnTo>
                    <a:lnTo>
                      <a:pt x="37" y="293"/>
                    </a:lnTo>
                    <a:lnTo>
                      <a:pt x="47" y="272"/>
                    </a:lnTo>
                    <a:lnTo>
                      <a:pt x="57" y="250"/>
                    </a:lnTo>
                    <a:lnTo>
                      <a:pt x="69" y="231"/>
                    </a:lnTo>
                    <a:lnTo>
                      <a:pt x="82" y="211"/>
                    </a:lnTo>
                    <a:lnTo>
                      <a:pt x="95" y="193"/>
                    </a:lnTo>
                    <a:lnTo>
                      <a:pt x="109" y="175"/>
                    </a:lnTo>
                    <a:lnTo>
                      <a:pt x="124" y="157"/>
                    </a:lnTo>
                    <a:lnTo>
                      <a:pt x="139" y="140"/>
                    </a:lnTo>
                    <a:lnTo>
                      <a:pt x="157" y="125"/>
                    </a:lnTo>
                    <a:lnTo>
                      <a:pt x="174" y="110"/>
                    </a:lnTo>
                    <a:lnTo>
                      <a:pt x="192" y="96"/>
                    </a:lnTo>
                    <a:lnTo>
                      <a:pt x="210" y="82"/>
                    </a:lnTo>
                    <a:lnTo>
                      <a:pt x="231" y="69"/>
                    </a:lnTo>
                    <a:lnTo>
                      <a:pt x="250" y="58"/>
                    </a:lnTo>
                    <a:lnTo>
                      <a:pt x="271" y="47"/>
                    </a:lnTo>
                    <a:lnTo>
                      <a:pt x="292" y="38"/>
                    </a:lnTo>
                    <a:lnTo>
                      <a:pt x="314" y="30"/>
                    </a:lnTo>
                    <a:lnTo>
                      <a:pt x="336" y="22"/>
                    </a:lnTo>
                    <a:lnTo>
                      <a:pt x="359" y="16"/>
                    </a:lnTo>
                    <a:lnTo>
                      <a:pt x="383" y="10"/>
                    </a:lnTo>
                    <a:lnTo>
                      <a:pt x="406" y="5"/>
                    </a:lnTo>
                    <a:lnTo>
                      <a:pt x="429" y="2"/>
                    </a:lnTo>
                    <a:lnTo>
                      <a:pt x="454" y="0"/>
                    </a:lnTo>
                    <a:lnTo>
                      <a:pt x="479" y="0"/>
                    </a:lnTo>
                    <a:close/>
                  </a:path>
                </a:pathLst>
              </a:custGeom>
              <a:solidFill>
                <a:srgbClr val="008D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7" name="Freeform 452"/>
              <p:cNvSpPr>
                <a:spLocks/>
              </p:cNvSpPr>
              <p:nvPr/>
            </p:nvSpPr>
            <p:spPr bwMode="auto">
              <a:xfrm>
                <a:off x="2900" y="1930"/>
                <a:ext cx="120" cy="120"/>
              </a:xfrm>
              <a:custGeom>
                <a:avLst/>
                <a:gdLst>
                  <a:gd name="T0" fmla="*/ 8 w 958"/>
                  <a:gd name="T1" fmla="*/ 0 h 957"/>
                  <a:gd name="T2" fmla="*/ 9 w 958"/>
                  <a:gd name="T3" fmla="*/ 0 h 957"/>
                  <a:gd name="T4" fmla="*/ 10 w 958"/>
                  <a:gd name="T5" fmla="*/ 1 h 957"/>
                  <a:gd name="T6" fmla="*/ 11 w 958"/>
                  <a:gd name="T7" fmla="*/ 1 h 957"/>
                  <a:gd name="T8" fmla="*/ 12 w 958"/>
                  <a:gd name="T9" fmla="*/ 2 h 957"/>
                  <a:gd name="T10" fmla="*/ 13 w 958"/>
                  <a:gd name="T11" fmla="*/ 3 h 957"/>
                  <a:gd name="T12" fmla="*/ 14 w 958"/>
                  <a:gd name="T13" fmla="*/ 3 h 957"/>
                  <a:gd name="T14" fmla="*/ 14 w 958"/>
                  <a:gd name="T15" fmla="*/ 4 h 957"/>
                  <a:gd name="T16" fmla="*/ 15 w 958"/>
                  <a:gd name="T17" fmla="*/ 5 h 957"/>
                  <a:gd name="T18" fmla="*/ 15 w 958"/>
                  <a:gd name="T19" fmla="*/ 6 h 957"/>
                  <a:gd name="T20" fmla="*/ 15 w 958"/>
                  <a:gd name="T21" fmla="*/ 8 h 957"/>
                  <a:gd name="T22" fmla="*/ 15 w 958"/>
                  <a:gd name="T23" fmla="*/ 9 h 957"/>
                  <a:gd name="T24" fmla="*/ 15 w 958"/>
                  <a:gd name="T25" fmla="*/ 10 h 957"/>
                  <a:gd name="T26" fmla="*/ 14 w 958"/>
                  <a:gd name="T27" fmla="*/ 11 h 957"/>
                  <a:gd name="T28" fmla="*/ 14 w 958"/>
                  <a:gd name="T29" fmla="*/ 12 h 957"/>
                  <a:gd name="T30" fmla="*/ 13 w 958"/>
                  <a:gd name="T31" fmla="*/ 13 h 957"/>
                  <a:gd name="T32" fmla="*/ 12 w 958"/>
                  <a:gd name="T33" fmla="*/ 13 h 957"/>
                  <a:gd name="T34" fmla="*/ 11 w 958"/>
                  <a:gd name="T35" fmla="*/ 14 h 957"/>
                  <a:gd name="T36" fmla="*/ 10 w 958"/>
                  <a:gd name="T37" fmla="*/ 14 h 957"/>
                  <a:gd name="T38" fmla="*/ 9 w 958"/>
                  <a:gd name="T39" fmla="*/ 15 h 957"/>
                  <a:gd name="T40" fmla="*/ 8 w 958"/>
                  <a:gd name="T41" fmla="*/ 15 h 957"/>
                  <a:gd name="T42" fmla="*/ 7 w 958"/>
                  <a:gd name="T43" fmla="*/ 15 h 957"/>
                  <a:gd name="T44" fmla="*/ 6 w 958"/>
                  <a:gd name="T45" fmla="*/ 15 h 957"/>
                  <a:gd name="T46" fmla="*/ 5 w 958"/>
                  <a:gd name="T47" fmla="*/ 15 h 957"/>
                  <a:gd name="T48" fmla="*/ 4 w 958"/>
                  <a:gd name="T49" fmla="*/ 14 h 957"/>
                  <a:gd name="T50" fmla="*/ 3 w 958"/>
                  <a:gd name="T51" fmla="*/ 14 h 957"/>
                  <a:gd name="T52" fmla="*/ 2 w 958"/>
                  <a:gd name="T53" fmla="*/ 13 h 957"/>
                  <a:gd name="T54" fmla="*/ 2 w 958"/>
                  <a:gd name="T55" fmla="*/ 12 h 957"/>
                  <a:gd name="T56" fmla="*/ 1 w 958"/>
                  <a:gd name="T57" fmla="*/ 11 h 957"/>
                  <a:gd name="T58" fmla="*/ 1 w 958"/>
                  <a:gd name="T59" fmla="*/ 10 h 957"/>
                  <a:gd name="T60" fmla="*/ 0 w 958"/>
                  <a:gd name="T61" fmla="*/ 9 h 957"/>
                  <a:gd name="T62" fmla="*/ 0 w 958"/>
                  <a:gd name="T63" fmla="*/ 8 h 957"/>
                  <a:gd name="T64" fmla="*/ 0 w 958"/>
                  <a:gd name="T65" fmla="*/ 7 h 957"/>
                  <a:gd name="T66" fmla="*/ 0 w 958"/>
                  <a:gd name="T67" fmla="*/ 6 h 957"/>
                  <a:gd name="T68" fmla="*/ 1 w 958"/>
                  <a:gd name="T69" fmla="*/ 5 h 957"/>
                  <a:gd name="T70" fmla="*/ 1 w 958"/>
                  <a:gd name="T71" fmla="*/ 4 h 957"/>
                  <a:gd name="T72" fmla="*/ 2 w 958"/>
                  <a:gd name="T73" fmla="*/ 3 h 957"/>
                  <a:gd name="T74" fmla="*/ 3 w 958"/>
                  <a:gd name="T75" fmla="*/ 2 h 957"/>
                  <a:gd name="T76" fmla="*/ 3 w 958"/>
                  <a:gd name="T77" fmla="*/ 1 h 957"/>
                  <a:gd name="T78" fmla="*/ 4 w 958"/>
                  <a:gd name="T79" fmla="*/ 1 h 957"/>
                  <a:gd name="T80" fmla="*/ 5 w 958"/>
                  <a:gd name="T81" fmla="*/ 0 h 957"/>
                  <a:gd name="T82" fmla="*/ 6 w 958"/>
                  <a:gd name="T83" fmla="*/ 0 h 957"/>
                  <a:gd name="T84" fmla="*/ 8 w 958"/>
                  <a:gd name="T85" fmla="*/ 0 h 95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958"/>
                  <a:gd name="T130" fmla="*/ 0 h 957"/>
                  <a:gd name="T131" fmla="*/ 958 w 958"/>
                  <a:gd name="T132" fmla="*/ 957 h 95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958" h="957">
                    <a:moveTo>
                      <a:pt x="479" y="0"/>
                    </a:moveTo>
                    <a:lnTo>
                      <a:pt x="503" y="0"/>
                    </a:lnTo>
                    <a:lnTo>
                      <a:pt x="528" y="2"/>
                    </a:lnTo>
                    <a:lnTo>
                      <a:pt x="552" y="5"/>
                    </a:lnTo>
                    <a:lnTo>
                      <a:pt x="575" y="10"/>
                    </a:lnTo>
                    <a:lnTo>
                      <a:pt x="598" y="16"/>
                    </a:lnTo>
                    <a:lnTo>
                      <a:pt x="621" y="22"/>
                    </a:lnTo>
                    <a:lnTo>
                      <a:pt x="643" y="30"/>
                    </a:lnTo>
                    <a:lnTo>
                      <a:pt x="665" y="38"/>
                    </a:lnTo>
                    <a:lnTo>
                      <a:pt x="687" y="47"/>
                    </a:lnTo>
                    <a:lnTo>
                      <a:pt x="707" y="58"/>
                    </a:lnTo>
                    <a:lnTo>
                      <a:pt x="727" y="69"/>
                    </a:lnTo>
                    <a:lnTo>
                      <a:pt x="746" y="82"/>
                    </a:lnTo>
                    <a:lnTo>
                      <a:pt x="766" y="96"/>
                    </a:lnTo>
                    <a:lnTo>
                      <a:pt x="784" y="110"/>
                    </a:lnTo>
                    <a:lnTo>
                      <a:pt x="801" y="125"/>
                    </a:lnTo>
                    <a:lnTo>
                      <a:pt x="817" y="140"/>
                    </a:lnTo>
                    <a:lnTo>
                      <a:pt x="833" y="157"/>
                    </a:lnTo>
                    <a:lnTo>
                      <a:pt x="849" y="175"/>
                    </a:lnTo>
                    <a:lnTo>
                      <a:pt x="863" y="193"/>
                    </a:lnTo>
                    <a:lnTo>
                      <a:pt x="876" y="211"/>
                    </a:lnTo>
                    <a:lnTo>
                      <a:pt x="888" y="231"/>
                    </a:lnTo>
                    <a:lnTo>
                      <a:pt x="900" y="250"/>
                    </a:lnTo>
                    <a:lnTo>
                      <a:pt x="910" y="272"/>
                    </a:lnTo>
                    <a:lnTo>
                      <a:pt x="920" y="293"/>
                    </a:lnTo>
                    <a:lnTo>
                      <a:pt x="929" y="314"/>
                    </a:lnTo>
                    <a:lnTo>
                      <a:pt x="936" y="337"/>
                    </a:lnTo>
                    <a:lnTo>
                      <a:pt x="943" y="360"/>
                    </a:lnTo>
                    <a:lnTo>
                      <a:pt x="948" y="382"/>
                    </a:lnTo>
                    <a:lnTo>
                      <a:pt x="952" y="406"/>
                    </a:lnTo>
                    <a:lnTo>
                      <a:pt x="955" y="430"/>
                    </a:lnTo>
                    <a:lnTo>
                      <a:pt x="957" y="454"/>
                    </a:lnTo>
                    <a:lnTo>
                      <a:pt x="958" y="479"/>
                    </a:lnTo>
                    <a:lnTo>
                      <a:pt x="957" y="504"/>
                    </a:lnTo>
                    <a:lnTo>
                      <a:pt x="955" y="528"/>
                    </a:lnTo>
                    <a:lnTo>
                      <a:pt x="952" y="552"/>
                    </a:lnTo>
                    <a:lnTo>
                      <a:pt x="948" y="575"/>
                    </a:lnTo>
                    <a:lnTo>
                      <a:pt x="943" y="599"/>
                    </a:lnTo>
                    <a:lnTo>
                      <a:pt x="936" y="621"/>
                    </a:lnTo>
                    <a:lnTo>
                      <a:pt x="929" y="643"/>
                    </a:lnTo>
                    <a:lnTo>
                      <a:pt x="920" y="666"/>
                    </a:lnTo>
                    <a:lnTo>
                      <a:pt x="910" y="687"/>
                    </a:lnTo>
                    <a:lnTo>
                      <a:pt x="900" y="707"/>
                    </a:lnTo>
                    <a:lnTo>
                      <a:pt x="888" y="727"/>
                    </a:lnTo>
                    <a:lnTo>
                      <a:pt x="876" y="747"/>
                    </a:lnTo>
                    <a:lnTo>
                      <a:pt x="863" y="766"/>
                    </a:lnTo>
                    <a:lnTo>
                      <a:pt x="849" y="783"/>
                    </a:lnTo>
                    <a:lnTo>
                      <a:pt x="833" y="801"/>
                    </a:lnTo>
                    <a:lnTo>
                      <a:pt x="817" y="817"/>
                    </a:lnTo>
                    <a:lnTo>
                      <a:pt x="801" y="834"/>
                    </a:lnTo>
                    <a:lnTo>
                      <a:pt x="784" y="849"/>
                    </a:lnTo>
                    <a:lnTo>
                      <a:pt x="766" y="863"/>
                    </a:lnTo>
                    <a:lnTo>
                      <a:pt x="746" y="876"/>
                    </a:lnTo>
                    <a:lnTo>
                      <a:pt x="727" y="888"/>
                    </a:lnTo>
                    <a:lnTo>
                      <a:pt x="707" y="899"/>
                    </a:lnTo>
                    <a:lnTo>
                      <a:pt x="687" y="911"/>
                    </a:lnTo>
                    <a:lnTo>
                      <a:pt x="665" y="920"/>
                    </a:lnTo>
                    <a:lnTo>
                      <a:pt x="643" y="929"/>
                    </a:lnTo>
                    <a:lnTo>
                      <a:pt x="621" y="936"/>
                    </a:lnTo>
                    <a:lnTo>
                      <a:pt x="598" y="943"/>
                    </a:lnTo>
                    <a:lnTo>
                      <a:pt x="575" y="948"/>
                    </a:lnTo>
                    <a:lnTo>
                      <a:pt x="552" y="952"/>
                    </a:lnTo>
                    <a:lnTo>
                      <a:pt x="528" y="955"/>
                    </a:lnTo>
                    <a:lnTo>
                      <a:pt x="503" y="957"/>
                    </a:lnTo>
                    <a:lnTo>
                      <a:pt x="479" y="957"/>
                    </a:lnTo>
                    <a:lnTo>
                      <a:pt x="454" y="957"/>
                    </a:lnTo>
                    <a:lnTo>
                      <a:pt x="429" y="955"/>
                    </a:lnTo>
                    <a:lnTo>
                      <a:pt x="406" y="952"/>
                    </a:lnTo>
                    <a:lnTo>
                      <a:pt x="383" y="948"/>
                    </a:lnTo>
                    <a:lnTo>
                      <a:pt x="359" y="943"/>
                    </a:lnTo>
                    <a:lnTo>
                      <a:pt x="336" y="936"/>
                    </a:lnTo>
                    <a:lnTo>
                      <a:pt x="314" y="929"/>
                    </a:lnTo>
                    <a:lnTo>
                      <a:pt x="292" y="920"/>
                    </a:lnTo>
                    <a:lnTo>
                      <a:pt x="271" y="911"/>
                    </a:lnTo>
                    <a:lnTo>
                      <a:pt x="250" y="899"/>
                    </a:lnTo>
                    <a:lnTo>
                      <a:pt x="231" y="888"/>
                    </a:lnTo>
                    <a:lnTo>
                      <a:pt x="210" y="876"/>
                    </a:lnTo>
                    <a:lnTo>
                      <a:pt x="192" y="863"/>
                    </a:lnTo>
                    <a:lnTo>
                      <a:pt x="174" y="849"/>
                    </a:lnTo>
                    <a:lnTo>
                      <a:pt x="157" y="834"/>
                    </a:lnTo>
                    <a:lnTo>
                      <a:pt x="139" y="817"/>
                    </a:lnTo>
                    <a:lnTo>
                      <a:pt x="124" y="801"/>
                    </a:lnTo>
                    <a:lnTo>
                      <a:pt x="109" y="783"/>
                    </a:lnTo>
                    <a:lnTo>
                      <a:pt x="95" y="766"/>
                    </a:lnTo>
                    <a:lnTo>
                      <a:pt x="82" y="747"/>
                    </a:lnTo>
                    <a:lnTo>
                      <a:pt x="69" y="727"/>
                    </a:lnTo>
                    <a:lnTo>
                      <a:pt x="57" y="707"/>
                    </a:lnTo>
                    <a:lnTo>
                      <a:pt x="47" y="687"/>
                    </a:lnTo>
                    <a:lnTo>
                      <a:pt x="37" y="666"/>
                    </a:lnTo>
                    <a:lnTo>
                      <a:pt x="29" y="643"/>
                    </a:lnTo>
                    <a:lnTo>
                      <a:pt x="21" y="621"/>
                    </a:lnTo>
                    <a:lnTo>
                      <a:pt x="15" y="599"/>
                    </a:lnTo>
                    <a:lnTo>
                      <a:pt x="10" y="575"/>
                    </a:lnTo>
                    <a:lnTo>
                      <a:pt x="5" y="552"/>
                    </a:lnTo>
                    <a:lnTo>
                      <a:pt x="2" y="528"/>
                    </a:lnTo>
                    <a:lnTo>
                      <a:pt x="1" y="504"/>
                    </a:lnTo>
                    <a:lnTo>
                      <a:pt x="0" y="479"/>
                    </a:lnTo>
                    <a:lnTo>
                      <a:pt x="1" y="454"/>
                    </a:lnTo>
                    <a:lnTo>
                      <a:pt x="2" y="430"/>
                    </a:lnTo>
                    <a:lnTo>
                      <a:pt x="5" y="406"/>
                    </a:lnTo>
                    <a:lnTo>
                      <a:pt x="10" y="382"/>
                    </a:lnTo>
                    <a:lnTo>
                      <a:pt x="15" y="360"/>
                    </a:lnTo>
                    <a:lnTo>
                      <a:pt x="21" y="337"/>
                    </a:lnTo>
                    <a:lnTo>
                      <a:pt x="29" y="314"/>
                    </a:lnTo>
                    <a:lnTo>
                      <a:pt x="37" y="293"/>
                    </a:lnTo>
                    <a:lnTo>
                      <a:pt x="47" y="272"/>
                    </a:lnTo>
                    <a:lnTo>
                      <a:pt x="57" y="250"/>
                    </a:lnTo>
                    <a:lnTo>
                      <a:pt x="69" y="231"/>
                    </a:lnTo>
                    <a:lnTo>
                      <a:pt x="82" y="211"/>
                    </a:lnTo>
                    <a:lnTo>
                      <a:pt x="95" y="193"/>
                    </a:lnTo>
                    <a:lnTo>
                      <a:pt x="109" y="175"/>
                    </a:lnTo>
                    <a:lnTo>
                      <a:pt x="124" y="157"/>
                    </a:lnTo>
                    <a:lnTo>
                      <a:pt x="139" y="140"/>
                    </a:lnTo>
                    <a:lnTo>
                      <a:pt x="157" y="125"/>
                    </a:lnTo>
                    <a:lnTo>
                      <a:pt x="174" y="110"/>
                    </a:lnTo>
                    <a:lnTo>
                      <a:pt x="192" y="96"/>
                    </a:lnTo>
                    <a:lnTo>
                      <a:pt x="210" y="82"/>
                    </a:lnTo>
                    <a:lnTo>
                      <a:pt x="231" y="69"/>
                    </a:lnTo>
                    <a:lnTo>
                      <a:pt x="250" y="58"/>
                    </a:lnTo>
                    <a:lnTo>
                      <a:pt x="271" y="47"/>
                    </a:lnTo>
                    <a:lnTo>
                      <a:pt x="292" y="38"/>
                    </a:lnTo>
                    <a:lnTo>
                      <a:pt x="314" y="30"/>
                    </a:lnTo>
                    <a:lnTo>
                      <a:pt x="336" y="22"/>
                    </a:lnTo>
                    <a:lnTo>
                      <a:pt x="359" y="16"/>
                    </a:lnTo>
                    <a:lnTo>
                      <a:pt x="383" y="10"/>
                    </a:lnTo>
                    <a:lnTo>
                      <a:pt x="406" y="5"/>
                    </a:lnTo>
                    <a:lnTo>
                      <a:pt x="429" y="2"/>
                    </a:lnTo>
                    <a:lnTo>
                      <a:pt x="454" y="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w="10">
                <a:solidFill>
                  <a:srgbClr val="A2D9F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8" name="Freeform 453"/>
              <p:cNvSpPr>
                <a:spLocks/>
              </p:cNvSpPr>
              <p:nvPr/>
            </p:nvSpPr>
            <p:spPr bwMode="auto">
              <a:xfrm>
                <a:off x="2300" y="1631"/>
                <a:ext cx="740" cy="1792"/>
              </a:xfrm>
              <a:custGeom>
                <a:avLst/>
                <a:gdLst>
                  <a:gd name="T0" fmla="*/ 3 w 5919"/>
                  <a:gd name="T1" fmla="*/ 1 h 14336"/>
                  <a:gd name="T2" fmla="*/ 93 w 5919"/>
                  <a:gd name="T3" fmla="*/ 224 h 14336"/>
                  <a:gd name="T4" fmla="*/ 92 w 5919"/>
                  <a:gd name="T5" fmla="*/ 224 h 14336"/>
                  <a:gd name="T6" fmla="*/ 92 w 5919"/>
                  <a:gd name="T7" fmla="*/ 224 h 14336"/>
                  <a:gd name="T8" fmla="*/ 91 w 5919"/>
                  <a:gd name="T9" fmla="*/ 224 h 14336"/>
                  <a:gd name="T10" fmla="*/ 91 w 5919"/>
                  <a:gd name="T11" fmla="*/ 224 h 14336"/>
                  <a:gd name="T12" fmla="*/ 91 w 5919"/>
                  <a:gd name="T13" fmla="*/ 224 h 14336"/>
                  <a:gd name="T14" fmla="*/ 90 w 5919"/>
                  <a:gd name="T15" fmla="*/ 224 h 14336"/>
                  <a:gd name="T16" fmla="*/ 90 w 5919"/>
                  <a:gd name="T17" fmla="*/ 224 h 14336"/>
                  <a:gd name="T18" fmla="*/ 90 w 5919"/>
                  <a:gd name="T19" fmla="*/ 224 h 14336"/>
                  <a:gd name="T20" fmla="*/ 90 w 5919"/>
                  <a:gd name="T21" fmla="*/ 224 h 14336"/>
                  <a:gd name="T22" fmla="*/ 90 w 5919"/>
                  <a:gd name="T23" fmla="*/ 224 h 14336"/>
                  <a:gd name="T24" fmla="*/ 90 w 5919"/>
                  <a:gd name="T25" fmla="*/ 224 h 14336"/>
                  <a:gd name="T26" fmla="*/ 90 w 5919"/>
                  <a:gd name="T27" fmla="*/ 223 h 14336"/>
                  <a:gd name="T28" fmla="*/ 90 w 5919"/>
                  <a:gd name="T29" fmla="*/ 223 h 14336"/>
                  <a:gd name="T30" fmla="*/ 90 w 5919"/>
                  <a:gd name="T31" fmla="*/ 223 h 14336"/>
                  <a:gd name="T32" fmla="*/ 90 w 5919"/>
                  <a:gd name="T33" fmla="*/ 222 h 14336"/>
                  <a:gd name="T34" fmla="*/ 89 w 5919"/>
                  <a:gd name="T35" fmla="*/ 222 h 14336"/>
                  <a:gd name="T36" fmla="*/ 0 w 5919"/>
                  <a:gd name="T37" fmla="*/ 0 h 14336"/>
                  <a:gd name="T38" fmla="*/ 0 w 5919"/>
                  <a:gd name="T39" fmla="*/ 0 h 14336"/>
                  <a:gd name="T40" fmla="*/ 0 w 5919"/>
                  <a:gd name="T41" fmla="*/ 0 h 14336"/>
                  <a:gd name="T42" fmla="*/ 0 w 5919"/>
                  <a:gd name="T43" fmla="*/ 0 h 14336"/>
                  <a:gd name="T44" fmla="*/ 0 w 5919"/>
                  <a:gd name="T45" fmla="*/ 1 h 14336"/>
                  <a:gd name="T46" fmla="*/ 1 w 5919"/>
                  <a:gd name="T47" fmla="*/ 1 h 14336"/>
                  <a:gd name="T48" fmla="*/ 1 w 5919"/>
                  <a:gd name="T49" fmla="*/ 1 h 14336"/>
                  <a:gd name="T50" fmla="*/ 1 w 5919"/>
                  <a:gd name="T51" fmla="*/ 1 h 14336"/>
                  <a:gd name="T52" fmla="*/ 1 w 5919"/>
                  <a:gd name="T53" fmla="*/ 1 h 14336"/>
                  <a:gd name="T54" fmla="*/ 1 w 5919"/>
                  <a:gd name="T55" fmla="*/ 1 h 14336"/>
                  <a:gd name="T56" fmla="*/ 1 w 5919"/>
                  <a:gd name="T57" fmla="*/ 1 h 14336"/>
                  <a:gd name="T58" fmla="*/ 2 w 5919"/>
                  <a:gd name="T59" fmla="*/ 1 h 14336"/>
                  <a:gd name="T60" fmla="*/ 2 w 5919"/>
                  <a:gd name="T61" fmla="*/ 1 h 14336"/>
                  <a:gd name="T62" fmla="*/ 2 w 5919"/>
                  <a:gd name="T63" fmla="*/ 1 h 14336"/>
                  <a:gd name="T64" fmla="*/ 2 w 5919"/>
                  <a:gd name="T65" fmla="*/ 1 h 14336"/>
                  <a:gd name="T66" fmla="*/ 3 w 5919"/>
                  <a:gd name="T67" fmla="*/ 1 h 14336"/>
                  <a:gd name="T68" fmla="*/ 3 w 5919"/>
                  <a:gd name="T69" fmla="*/ 1 h 143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5919"/>
                  <a:gd name="T106" fmla="*/ 0 h 14336"/>
                  <a:gd name="T107" fmla="*/ 5919 w 5919"/>
                  <a:gd name="T108" fmla="*/ 14336 h 143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5919" h="14336">
                    <a:moveTo>
                      <a:pt x="175" y="73"/>
                    </a:moveTo>
                    <a:lnTo>
                      <a:pt x="5919" y="14336"/>
                    </a:lnTo>
                    <a:lnTo>
                      <a:pt x="5886" y="14335"/>
                    </a:lnTo>
                    <a:lnTo>
                      <a:pt x="5855" y="14333"/>
                    </a:lnTo>
                    <a:lnTo>
                      <a:pt x="5829" y="14330"/>
                    </a:lnTo>
                    <a:lnTo>
                      <a:pt x="5807" y="14325"/>
                    </a:lnTo>
                    <a:lnTo>
                      <a:pt x="5797" y="14323"/>
                    </a:lnTo>
                    <a:lnTo>
                      <a:pt x="5787" y="14320"/>
                    </a:lnTo>
                    <a:lnTo>
                      <a:pt x="5780" y="14317"/>
                    </a:lnTo>
                    <a:lnTo>
                      <a:pt x="5773" y="14314"/>
                    </a:lnTo>
                    <a:lnTo>
                      <a:pt x="5768" y="14310"/>
                    </a:lnTo>
                    <a:lnTo>
                      <a:pt x="5763" y="14307"/>
                    </a:lnTo>
                    <a:lnTo>
                      <a:pt x="5760" y="14302"/>
                    </a:lnTo>
                    <a:lnTo>
                      <a:pt x="5757" y="14297"/>
                    </a:lnTo>
                    <a:lnTo>
                      <a:pt x="5745" y="14265"/>
                    </a:lnTo>
                    <a:lnTo>
                      <a:pt x="5737" y="14247"/>
                    </a:lnTo>
                    <a:lnTo>
                      <a:pt x="5730" y="14227"/>
                    </a:lnTo>
                    <a:lnTo>
                      <a:pt x="5715" y="14189"/>
                    </a:lnTo>
                    <a:lnTo>
                      <a:pt x="0" y="0"/>
                    </a:lnTo>
                    <a:lnTo>
                      <a:pt x="4" y="8"/>
                    </a:lnTo>
                    <a:lnTo>
                      <a:pt x="8" y="16"/>
                    </a:lnTo>
                    <a:lnTo>
                      <a:pt x="14" y="23"/>
                    </a:lnTo>
                    <a:lnTo>
                      <a:pt x="22" y="29"/>
                    </a:lnTo>
                    <a:lnTo>
                      <a:pt x="30" y="35"/>
                    </a:lnTo>
                    <a:lnTo>
                      <a:pt x="38" y="41"/>
                    </a:lnTo>
                    <a:lnTo>
                      <a:pt x="48" y="46"/>
                    </a:lnTo>
                    <a:lnTo>
                      <a:pt x="58" y="51"/>
                    </a:lnTo>
                    <a:lnTo>
                      <a:pt x="70" y="56"/>
                    </a:lnTo>
                    <a:lnTo>
                      <a:pt x="82" y="59"/>
                    </a:lnTo>
                    <a:lnTo>
                      <a:pt x="95" y="63"/>
                    </a:lnTo>
                    <a:lnTo>
                      <a:pt x="110" y="66"/>
                    </a:lnTo>
                    <a:lnTo>
                      <a:pt x="125" y="68"/>
                    </a:lnTo>
                    <a:lnTo>
                      <a:pt x="140" y="70"/>
                    </a:lnTo>
                    <a:lnTo>
                      <a:pt x="157" y="72"/>
                    </a:lnTo>
                    <a:lnTo>
                      <a:pt x="175" y="73"/>
                    </a:lnTo>
                    <a:close/>
                  </a:path>
                </a:pathLst>
              </a:custGeom>
              <a:solidFill>
                <a:srgbClr val="89C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89" name="Freeform 454"/>
              <p:cNvSpPr>
                <a:spLocks/>
              </p:cNvSpPr>
              <p:nvPr/>
            </p:nvSpPr>
            <p:spPr bwMode="auto">
              <a:xfrm>
                <a:off x="2311" y="1639"/>
                <a:ext cx="739" cy="1784"/>
              </a:xfrm>
              <a:custGeom>
                <a:avLst/>
                <a:gdLst>
                  <a:gd name="T0" fmla="*/ 90 w 5914"/>
                  <a:gd name="T1" fmla="*/ 223 h 14275"/>
                  <a:gd name="T2" fmla="*/ 0 w 5914"/>
                  <a:gd name="T3" fmla="*/ 0 h 14275"/>
                  <a:gd name="T4" fmla="*/ 0 w 5914"/>
                  <a:gd name="T5" fmla="*/ 0 h 14275"/>
                  <a:gd name="T6" fmla="*/ 0 w 5914"/>
                  <a:gd name="T7" fmla="*/ 0 h 14275"/>
                  <a:gd name="T8" fmla="*/ 1 w 5914"/>
                  <a:gd name="T9" fmla="*/ 0 h 14275"/>
                  <a:gd name="T10" fmla="*/ 1 w 5914"/>
                  <a:gd name="T11" fmla="*/ 0 h 14275"/>
                  <a:gd name="T12" fmla="*/ 1 w 5914"/>
                  <a:gd name="T13" fmla="*/ 0 h 14275"/>
                  <a:gd name="T14" fmla="*/ 2 w 5914"/>
                  <a:gd name="T15" fmla="*/ 0 h 14275"/>
                  <a:gd name="T16" fmla="*/ 2 w 5914"/>
                  <a:gd name="T17" fmla="*/ 0 h 14275"/>
                  <a:gd name="T18" fmla="*/ 3 w 5914"/>
                  <a:gd name="T19" fmla="*/ 0 h 14275"/>
                  <a:gd name="T20" fmla="*/ 92 w 5914"/>
                  <a:gd name="T21" fmla="*/ 223 h 14275"/>
                  <a:gd name="T22" fmla="*/ 92 w 5914"/>
                  <a:gd name="T23" fmla="*/ 223 h 14275"/>
                  <a:gd name="T24" fmla="*/ 92 w 5914"/>
                  <a:gd name="T25" fmla="*/ 223 h 14275"/>
                  <a:gd name="T26" fmla="*/ 91 w 5914"/>
                  <a:gd name="T27" fmla="*/ 223 h 14275"/>
                  <a:gd name="T28" fmla="*/ 91 w 5914"/>
                  <a:gd name="T29" fmla="*/ 223 h 14275"/>
                  <a:gd name="T30" fmla="*/ 91 w 5914"/>
                  <a:gd name="T31" fmla="*/ 223 h 14275"/>
                  <a:gd name="T32" fmla="*/ 90 w 5914"/>
                  <a:gd name="T33" fmla="*/ 223 h 14275"/>
                  <a:gd name="T34" fmla="*/ 90 w 5914"/>
                  <a:gd name="T35" fmla="*/ 223 h 14275"/>
                  <a:gd name="T36" fmla="*/ 90 w 5914"/>
                  <a:gd name="T37" fmla="*/ 223 h 1427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14"/>
                  <a:gd name="T58" fmla="*/ 0 h 14275"/>
                  <a:gd name="T59" fmla="*/ 5914 w 5914"/>
                  <a:gd name="T60" fmla="*/ 14275 h 1427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14" h="14275">
                    <a:moveTo>
                      <a:pt x="5747" y="14269"/>
                    </a:moveTo>
                    <a:lnTo>
                      <a:pt x="0" y="0"/>
                    </a:lnTo>
                    <a:lnTo>
                      <a:pt x="17" y="4"/>
                    </a:lnTo>
                    <a:lnTo>
                      <a:pt x="35" y="7"/>
                    </a:lnTo>
                    <a:lnTo>
                      <a:pt x="55" y="9"/>
                    </a:lnTo>
                    <a:lnTo>
                      <a:pt x="75" y="11"/>
                    </a:lnTo>
                    <a:lnTo>
                      <a:pt x="98" y="13"/>
                    </a:lnTo>
                    <a:lnTo>
                      <a:pt x="121" y="13"/>
                    </a:lnTo>
                    <a:lnTo>
                      <a:pt x="145" y="13"/>
                    </a:lnTo>
                    <a:lnTo>
                      <a:pt x="171" y="13"/>
                    </a:lnTo>
                    <a:lnTo>
                      <a:pt x="5914" y="14274"/>
                    </a:lnTo>
                    <a:lnTo>
                      <a:pt x="5889" y="14275"/>
                    </a:lnTo>
                    <a:lnTo>
                      <a:pt x="5865" y="14275"/>
                    </a:lnTo>
                    <a:lnTo>
                      <a:pt x="5841" y="14275"/>
                    </a:lnTo>
                    <a:lnTo>
                      <a:pt x="5820" y="14275"/>
                    </a:lnTo>
                    <a:lnTo>
                      <a:pt x="5800" y="14274"/>
                    </a:lnTo>
                    <a:lnTo>
                      <a:pt x="5780" y="14273"/>
                    </a:lnTo>
                    <a:lnTo>
                      <a:pt x="5763" y="14271"/>
                    </a:lnTo>
                    <a:lnTo>
                      <a:pt x="5747" y="14269"/>
                    </a:lnTo>
                    <a:close/>
                  </a:path>
                </a:pathLst>
              </a:custGeom>
              <a:solidFill>
                <a:srgbClr val="75B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0" name="Freeform 455"/>
              <p:cNvSpPr>
                <a:spLocks/>
              </p:cNvSpPr>
              <p:nvPr/>
            </p:nvSpPr>
            <p:spPr bwMode="auto">
              <a:xfrm>
                <a:off x="2322" y="1640"/>
                <a:ext cx="738" cy="1783"/>
              </a:xfrm>
              <a:custGeom>
                <a:avLst/>
                <a:gdLst>
                  <a:gd name="T0" fmla="*/ 90 w 5906"/>
                  <a:gd name="T1" fmla="*/ 223 h 14267"/>
                  <a:gd name="T2" fmla="*/ 0 w 5906"/>
                  <a:gd name="T3" fmla="*/ 0 h 14267"/>
                  <a:gd name="T4" fmla="*/ 0 w 5906"/>
                  <a:gd name="T5" fmla="*/ 0 h 14267"/>
                  <a:gd name="T6" fmla="*/ 0 w 5906"/>
                  <a:gd name="T7" fmla="*/ 0 h 14267"/>
                  <a:gd name="T8" fmla="*/ 1 w 5906"/>
                  <a:gd name="T9" fmla="*/ 0 h 14267"/>
                  <a:gd name="T10" fmla="*/ 1 w 5906"/>
                  <a:gd name="T11" fmla="*/ 0 h 14267"/>
                  <a:gd name="T12" fmla="*/ 1 w 5906"/>
                  <a:gd name="T13" fmla="*/ 0 h 14267"/>
                  <a:gd name="T14" fmla="*/ 2 w 5906"/>
                  <a:gd name="T15" fmla="*/ 0 h 14267"/>
                  <a:gd name="T16" fmla="*/ 2 w 5906"/>
                  <a:gd name="T17" fmla="*/ 0 h 14267"/>
                  <a:gd name="T18" fmla="*/ 2 w 5906"/>
                  <a:gd name="T19" fmla="*/ 0 h 14267"/>
                  <a:gd name="T20" fmla="*/ 92 w 5906"/>
                  <a:gd name="T21" fmla="*/ 223 h 14267"/>
                  <a:gd name="T22" fmla="*/ 92 w 5906"/>
                  <a:gd name="T23" fmla="*/ 223 h 14267"/>
                  <a:gd name="T24" fmla="*/ 92 w 5906"/>
                  <a:gd name="T25" fmla="*/ 223 h 14267"/>
                  <a:gd name="T26" fmla="*/ 91 w 5906"/>
                  <a:gd name="T27" fmla="*/ 223 h 14267"/>
                  <a:gd name="T28" fmla="*/ 91 w 5906"/>
                  <a:gd name="T29" fmla="*/ 223 h 14267"/>
                  <a:gd name="T30" fmla="*/ 91 w 5906"/>
                  <a:gd name="T31" fmla="*/ 223 h 14267"/>
                  <a:gd name="T32" fmla="*/ 90 w 5906"/>
                  <a:gd name="T33" fmla="*/ 223 h 14267"/>
                  <a:gd name="T34" fmla="*/ 90 w 5906"/>
                  <a:gd name="T35" fmla="*/ 223 h 14267"/>
                  <a:gd name="T36" fmla="*/ 90 w 5906"/>
                  <a:gd name="T37" fmla="*/ 223 h 1426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06"/>
                  <a:gd name="T58" fmla="*/ 0 h 14267"/>
                  <a:gd name="T59" fmla="*/ 5906 w 5906"/>
                  <a:gd name="T60" fmla="*/ 14267 h 1426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06" h="14267">
                    <a:moveTo>
                      <a:pt x="5744" y="14267"/>
                    </a:moveTo>
                    <a:lnTo>
                      <a:pt x="0" y="4"/>
                    </a:lnTo>
                    <a:lnTo>
                      <a:pt x="18" y="5"/>
                    </a:lnTo>
                    <a:lnTo>
                      <a:pt x="36" y="5"/>
                    </a:lnTo>
                    <a:lnTo>
                      <a:pt x="55" y="5"/>
                    </a:lnTo>
                    <a:lnTo>
                      <a:pt x="76" y="5"/>
                    </a:lnTo>
                    <a:lnTo>
                      <a:pt x="97" y="4"/>
                    </a:lnTo>
                    <a:lnTo>
                      <a:pt x="118" y="3"/>
                    </a:lnTo>
                    <a:lnTo>
                      <a:pt x="140" y="2"/>
                    </a:lnTo>
                    <a:lnTo>
                      <a:pt x="163" y="0"/>
                    </a:lnTo>
                    <a:lnTo>
                      <a:pt x="5906" y="14261"/>
                    </a:lnTo>
                    <a:lnTo>
                      <a:pt x="5884" y="14262"/>
                    </a:lnTo>
                    <a:lnTo>
                      <a:pt x="5862" y="14264"/>
                    </a:lnTo>
                    <a:lnTo>
                      <a:pt x="5839" y="14265"/>
                    </a:lnTo>
                    <a:lnTo>
                      <a:pt x="5819" y="14266"/>
                    </a:lnTo>
                    <a:lnTo>
                      <a:pt x="5799" y="14267"/>
                    </a:lnTo>
                    <a:lnTo>
                      <a:pt x="5780" y="14267"/>
                    </a:lnTo>
                    <a:lnTo>
                      <a:pt x="5761" y="14267"/>
                    </a:lnTo>
                    <a:lnTo>
                      <a:pt x="5744" y="14267"/>
                    </a:lnTo>
                    <a:close/>
                  </a:path>
                </a:pathLst>
              </a:custGeom>
              <a:solidFill>
                <a:srgbClr val="62A4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1" name="Freeform 456"/>
              <p:cNvSpPr>
                <a:spLocks/>
              </p:cNvSpPr>
              <p:nvPr/>
            </p:nvSpPr>
            <p:spPr bwMode="auto">
              <a:xfrm>
                <a:off x="2332" y="1639"/>
                <a:ext cx="738" cy="1784"/>
              </a:xfrm>
              <a:custGeom>
                <a:avLst/>
                <a:gdLst>
                  <a:gd name="T0" fmla="*/ 90 w 5903"/>
                  <a:gd name="T1" fmla="*/ 223 h 14275"/>
                  <a:gd name="T2" fmla="*/ 0 w 5903"/>
                  <a:gd name="T3" fmla="*/ 0 h 14275"/>
                  <a:gd name="T4" fmla="*/ 0 w 5903"/>
                  <a:gd name="T5" fmla="*/ 0 h 14275"/>
                  <a:gd name="T6" fmla="*/ 1 w 5903"/>
                  <a:gd name="T7" fmla="*/ 0 h 14275"/>
                  <a:gd name="T8" fmla="*/ 1 w 5903"/>
                  <a:gd name="T9" fmla="*/ 0 h 14275"/>
                  <a:gd name="T10" fmla="*/ 1 w 5903"/>
                  <a:gd name="T11" fmla="*/ 0 h 14275"/>
                  <a:gd name="T12" fmla="*/ 2 w 5903"/>
                  <a:gd name="T13" fmla="*/ 0 h 14275"/>
                  <a:gd name="T14" fmla="*/ 2 w 5903"/>
                  <a:gd name="T15" fmla="*/ 0 h 14275"/>
                  <a:gd name="T16" fmla="*/ 2 w 5903"/>
                  <a:gd name="T17" fmla="*/ 0 h 14275"/>
                  <a:gd name="T18" fmla="*/ 3 w 5903"/>
                  <a:gd name="T19" fmla="*/ 0 h 14275"/>
                  <a:gd name="T20" fmla="*/ 92 w 5903"/>
                  <a:gd name="T21" fmla="*/ 223 h 14275"/>
                  <a:gd name="T22" fmla="*/ 92 w 5903"/>
                  <a:gd name="T23" fmla="*/ 223 h 14275"/>
                  <a:gd name="T24" fmla="*/ 92 w 5903"/>
                  <a:gd name="T25" fmla="*/ 223 h 14275"/>
                  <a:gd name="T26" fmla="*/ 91 w 5903"/>
                  <a:gd name="T27" fmla="*/ 223 h 14275"/>
                  <a:gd name="T28" fmla="*/ 91 w 5903"/>
                  <a:gd name="T29" fmla="*/ 223 h 14275"/>
                  <a:gd name="T30" fmla="*/ 91 w 5903"/>
                  <a:gd name="T31" fmla="*/ 223 h 14275"/>
                  <a:gd name="T32" fmla="*/ 90 w 5903"/>
                  <a:gd name="T33" fmla="*/ 223 h 14275"/>
                  <a:gd name="T34" fmla="*/ 90 w 5903"/>
                  <a:gd name="T35" fmla="*/ 223 h 14275"/>
                  <a:gd name="T36" fmla="*/ 90 w 5903"/>
                  <a:gd name="T37" fmla="*/ 223 h 1427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03"/>
                  <a:gd name="T58" fmla="*/ 0 h 14275"/>
                  <a:gd name="T59" fmla="*/ 5903 w 5903"/>
                  <a:gd name="T60" fmla="*/ 14275 h 1427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03" h="14275">
                    <a:moveTo>
                      <a:pt x="5743" y="14275"/>
                    </a:moveTo>
                    <a:lnTo>
                      <a:pt x="0" y="14"/>
                    </a:lnTo>
                    <a:lnTo>
                      <a:pt x="18" y="13"/>
                    </a:lnTo>
                    <a:lnTo>
                      <a:pt x="36" y="12"/>
                    </a:lnTo>
                    <a:lnTo>
                      <a:pt x="55" y="11"/>
                    </a:lnTo>
                    <a:lnTo>
                      <a:pt x="76" y="9"/>
                    </a:lnTo>
                    <a:lnTo>
                      <a:pt x="96" y="7"/>
                    </a:lnTo>
                    <a:lnTo>
                      <a:pt x="116" y="5"/>
                    </a:lnTo>
                    <a:lnTo>
                      <a:pt x="137" y="3"/>
                    </a:lnTo>
                    <a:lnTo>
                      <a:pt x="159" y="0"/>
                    </a:lnTo>
                    <a:lnTo>
                      <a:pt x="5903" y="14262"/>
                    </a:lnTo>
                    <a:lnTo>
                      <a:pt x="5881" y="14264"/>
                    </a:lnTo>
                    <a:lnTo>
                      <a:pt x="5860" y="14266"/>
                    </a:lnTo>
                    <a:lnTo>
                      <a:pt x="5838" y="14268"/>
                    </a:lnTo>
                    <a:lnTo>
                      <a:pt x="5818" y="14270"/>
                    </a:lnTo>
                    <a:lnTo>
                      <a:pt x="5799" y="14272"/>
                    </a:lnTo>
                    <a:lnTo>
                      <a:pt x="5780" y="14273"/>
                    </a:lnTo>
                    <a:lnTo>
                      <a:pt x="5761" y="14274"/>
                    </a:lnTo>
                    <a:lnTo>
                      <a:pt x="5743" y="14275"/>
                    </a:lnTo>
                    <a:close/>
                  </a:path>
                </a:pathLst>
              </a:custGeom>
              <a:solidFill>
                <a:srgbClr val="4F96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2" name="Freeform 457"/>
              <p:cNvSpPr>
                <a:spLocks/>
              </p:cNvSpPr>
              <p:nvPr/>
            </p:nvSpPr>
            <p:spPr bwMode="auto">
              <a:xfrm>
                <a:off x="2342" y="1637"/>
                <a:ext cx="738" cy="1785"/>
              </a:xfrm>
              <a:custGeom>
                <a:avLst/>
                <a:gdLst>
                  <a:gd name="T0" fmla="*/ 90 w 5901"/>
                  <a:gd name="T1" fmla="*/ 223 h 14282"/>
                  <a:gd name="T2" fmla="*/ 0 w 5901"/>
                  <a:gd name="T3" fmla="*/ 0 h 14282"/>
                  <a:gd name="T4" fmla="*/ 0 w 5901"/>
                  <a:gd name="T5" fmla="*/ 0 h 14282"/>
                  <a:gd name="T6" fmla="*/ 1 w 5901"/>
                  <a:gd name="T7" fmla="*/ 0 h 14282"/>
                  <a:gd name="T8" fmla="*/ 1 w 5901"/>
                  <a:gd name="T9" fmla="*/ 0 h 14282"/>
                  <a:gd name="T10" fmla="*/ 1 w 5901"/>
                  <a:gd name="T11" fmla="*/ 0 h 14282"/>
                  <a:gd name="T12" fmla="*/ 2 w 5901"/>
                  <a:gd name="T13" fmla="*/ 0 h 14282"/>
                  <a:gd name="T14" fmla="*/ 2 w 5901"/>
                  <a:gd name="T15" fmla="*/ 0 h 14282"/>
                  <a:gd name="T16" fmla="*/ 2 w 5901"/>
                  <a:gd name="T17" fmla="*/ 0 h 14282"/>
                  <a:gd name="T18" fmla="*/ 3 w 5901"/>
                  <a:gd name="T19" fmla="*/ 0 h 14282"/>
                  <a:gd name="T20" fmla="*/ 92 w 5901"/>
                  <a:gd name="T21" fmla="*/ 223 h 14282"/>
                  <a:gd name="T22" fmla="*/ 92 w 5901"/>
                  <a:gd name="T23" fmla="*/ 223 h 14282"/>
                  <a:gd name="T24" fmla="*/ 92 w 5901"/>
                  <a:gd name="T25" fmla="*/ 223 h 14282"/>
                  <a:gd name="T26" fmla="*/ 91 w 5901"/>
                  <a:gd name="T27" fmla="*/ 223 h 14282"/>
                  <a:gd name="T28" fmla="*/ 91 w 5901"/>
                  <a:gd name="T29" fmla="*/ 223 h 14282"/>
                  <a:gd name="T30" fmla="*/ 91 w 5901"/>
                  <a:gd name="T31" fmla="*/ 223 h 14282"/>
                  <a:gd name="T32" fmla="*/ 90 w 5901"/>
                  <a:gd name="T33" fmla="*/ 223 h 14282"/>
                  <a:gd name="T34" fmla="*/ 90 w 5901"/>
                  <a:gd name="T35" fmla="*/ 223 h 14282"/>
                  <a:gd name="T36" fmla="*/ 90 w 5901"/>
                  <a:gd name="T37" fmla="*/ 223 h 1428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01"/>
                  <a:gd name="T58" fmla="*/ 0 h 14282"/>
                  <a:gd name="T59" fmla="*/ 5901 w 5901"/>
                  <a:gd name="T60" fmla="*/ 14282 h 1428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01" h="14282">
                    <a:moveTo>
                      <a:pt x="5743" y="14282"/>
                    </a:moveTo>
                    <a:lnTo>
                      <a:pt x="0" y="21"/>
                    </a:lnTo>
                    <a:lnTo>
                      <a:pt x="18" y="19"/>
                    </a:lnTo>
                    <a:lnTo>
                      <a:pt x="37" y="17"/>
                    </a:lnTo>
                    <a:lnTo>
                      <a:pt x="56" y="15"/>
                    </a:lnTo>
                    <a:lnTo>
                      <a:pt x="76" y="13"/>
                    </a:lnTo>
                    <a:lnTo>
                      <a:pt x="95" y="10"/>
                    </a:lnTo>
                    <a:lnTo>
                      <a:pt x="115" y="7"/>
                    </a:lnTo>
                    <a:lnTo>
                      <a:pt x="136" y="4"/>
                    </a:lnTo>
                    <a:lnTo>
                      <a:pt x="157" y="0"/>
                    </a:lnTo>
                    <a:lnTo>
                      <a:pt x="5901" y="14264"/>
                    </a:lnTo>
                    <a:lnTo>
                      <a:pt x="5880" y="14267"/>
                    </a:lnTo>
                    <a:lnTo>
                      <a:pt x="5860" y="14270"/>
                    </a:lnTo>
                    <a:lnTo>
                      <a:pt x="5840" y="14272"/>
                    </a:lnTo>
                    <a:lnTo>
                      <a:pt x="5819" y="14274"/>
                    </a:lnTo>
                    <a:lnTo>
                      <a:pt x="5800" y="14276"/>
                    </a:lnTo>
                    <a:lnTo>
                      <a:pt x="5781" y="14278"/>
                    </a:lnTo>
                    <a:lnTo>
                      <a:pt x="5762" y="14280"/>
                    </a:lnTo>
                    <a:lnTo>
                      <a:pt x="5743" y="14282"/>
                    </a:lnTo>
                    <a:close/>
                  </a:path>
                </a:pathLst>
              </a:custGeom>
              <a:solidFill>
                <a:srgbClr val="3E89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3" name="Freeform 458"/>
              <p:cNvSpPr>
                <a:spLocks/>
              </p:cNvSpPr>
              <p:nvPr/>
            </p:nvSpPr>
            <p:spPr bwMode="auto">
              <a:xfrm>
                <a:off x="2352" y="1636"/>
                <a:ext cx="738" cy="1785"/>
              </a:xfrm>
              <a:custGeom>
                <a:avLst/>
                <a:gdLst>
                  <a:gd name="T0" fmla="*/ 90 w 5900"/>
                  <a:gd name="T1" fmla="*/ 223 h 14288"/>
                  <a:gd name="T2" fmla="*/ 0 w 5900"/>
                  <a:gd name="T3" fmla="*/ 0 h 14288"/>
                  <a:gd name="T4" fmla="*/ 0 w 5900"/>
                  <a:gd name="T5" fmla="*/ 0 h 14288"/>
                  <a:gd name="T6" fmla="*/ 1 w 5900"/>
                  <a:gd name="T7" fmla="*/ 0 h 14288"/>
                  <a:gd name="T8" fmla="*/ 1 w 5900"/>
                  <a:gd name="T9" fmla="*/ 0 h 14288"/>
                  <a:gd name="T10" fmla="*/ 1 w 5900"/>
                  <a:gd name="T11" fmla="*/ 0 h 14288"/>
                  <a:gd name="T12" fmla="*/ 2 w 5900"/>
                  <a:gd name="T13" fmla="*/ 0 h 14288"/>
                  <a:gd name="T14" fmla="*/ 2 w 5900"/>
                  <a:gd name="T15" fmla="*/ 0 h 14288"/>
                  <a:gd name="T16" fmla="*/ 2 w 5900"/>
                  <a:gd name="T17" fmla="*/ 0 h 14288"/>
                  <a:gd name="T18" fmla="*/ 2 w 5900"/>
                  <a:gd name="T19" fmla="*/ 0 h 14288"/>
                  <a:gd name="T20" fmla="*/ 92 w 5900"/>
                  <a:gd name="T21" fmla="*/ 223 h 14288"/>
                  <a:gd name="T22" fmla="*/ 92 w 5900"/>
                  <a:gd name="T23" fmla="*/ 223 h 14288"/>
                  <a:gd name="T24" fmla="*/ 92 w 5900"/>
                  <a:gd name="T25" fmla="*/ 223 h 14288"/>
                  <a:gd name="T26" fmla="*/ 91 w 5900"/>
                  <a:gd name="T27" fmla="*/ 223 h 14288"/>
                  <a:gd name="T28" fmla="*/ 91 w 5900"/>
                  <a:gd name="T29" fmla="*/ 223 h 14288"/>
                  <a:gd name="T30" fmla="*/ 91 w 5900"/>
                  <a:gd name="T31" fmla="*/ 223 h 14288"/>
                  <a:gd name="T32" fmla="*/ 90 w 5900"/>
                  <a:gd name="T33" fmla="*/ 223 h 14288"/>
                  <a:gd name="T34" fmla="*/ 90 w 5900"/>
                  <a:gd name="T35" fmla="*/ 223 h 14288"/>
                  <a:gd name="T36" fmla="*/ 90 w 5900"/>
                  <a:gd name="T37" fmla="*/ 223 h 142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00"/>
                  <a:gd name="T58" fmla="*/ 0 h 14288"/>
                  <a:gd name="T59" fmla="*/ 5900 w 5900"/>
                  <a:gd name="T60" fmla="*/ 14288 h 142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00" h="14288">
                    <a:moveTo>
                      <a:pt x="5744" y="14288"/>
                    </a:moveTo>
                    <a:lnTo>
                      <a:pt x="0" y="26"/>
                    </a:lnTo>
                    <a:lnTo>
                      <a:pt x="18" y="24"/>
                    </a:lnTo>
                    <a:lnTo>
                      <a:pt x="37" y="21"/>
                    </a:lnTo>
                    <a:lnTo>
                      <a:pt x="55" y="18"/>
                    </a:lnTo>
                    <a:lnTo>
                      <a:pt x="75" y="14"/>
                    </a:lnTo>
                    <a:lnTo>
                      <a:pt x="95" y="11"/>
                    </a:lnTo>
                    <a:lnTo>
                      <a:pt x="114" y="8"/>
                    </a:lnTo>
                    <a:lnTo>
                      <a:pt x="134" y="4"/>
                    </a:lnTo>
                    <a:lnTo>
                      <a:pt x="155" y="0"/>
                    </a:lnTo>
                    <a:lnTo>
                      <a:pt x="5900" y="14266"/>
                    </a:lnTo>
                    <a:lnTo>
                      <a:pt x="5880" y="14269"/>
                    </a:lnTo>
                    <a:lnTo>
                      <a:pt x="5860" y="14273"/>
                    </a:lnTo>
                    <a:lnTo>
                      <a:pt x="5840" y="14276"/>
                    </a:lnTo>
                    <a:lnTo>
                      <a:pt x="5819" y="14279"/>
                    </a:lnTo>
                    <a:lnTo>
                      <a:pt x="5800" y="14281"/>
                    </a:lnTo>
                    <a:lnTo>
                      <a:pt x="5781" y="14284"/>
                    </a:lnTo>
                    <a:lnTo>
                      <a:pt x="5763" y="14286"/>
                    </a:lnTo>
                    <a:lnTo>
                      <a:pt x="5744" y="14288"/>
                    </a:lnTo>
                    <a:close/>
                  </a:path>
                </a:pathLst>
              </a:custGeom>
              <a:solidFill>
                <a:srgbClr val="297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4" name="Freeform 459"/>
              <p:cNvSpPr>
                <a:spLocks/>
              </p:cNvSpPr>
              <p:nvPr/>
            </p:nvSpPr>
            <p:spPr bwMode="auto">
              <a:xfrm>
                <a:off x="2362" y="1634"/>
                <a:ext cx="737" cy="1786"/>
              </a:xfrm>
              <a:custGeom>
                <a:avLst/>
                <a:gdLst>
                  <a:gd name="T0" fmla="*/ 90 w 5899"/>
                  <a:gd name="T1" fmla="*/ 223 h 14293"/>
                  <a:gd name="T2" fmla="*/ 0 w 5899"/>
                  <a:gd name="T3" fmla="*/ 0 h 14293"/>
                  <a:gd name="T4" fmla="*/ 0 w 5899"/>
                  <a:gd name="T5" fmla="*/ 0 h 14293"/>
                  <a:gd name="T6" fmla="*/ 1 w 5899"/>
                  <a:gd name="T7" fmla="*/ 0 h 14293"/>
                  <a:gd name="T8" fmla="*/ 1 w 5899"/>
                  <a:gd name="T9" fmla="*/ 0 h 14293"/>
                  <a:gd name="T10" fmla="*/ 1 w 5899"/>
                  <a:gd name="T11" fmla="*/ 0 h 14293"/>
                  <a:gd name="T12" fmla="*/ 1 w 5899"/>
                  <a:gd name="T13" fmla="*/ 0 h 14293"/>
                  <a:gd name="T14" fmla="*/ 2 w 5899"/>
                  <a:gd name="T15" fmla="*/ 0 h 14293"/>
                  <a:gd name="T16" fmla="*/ 2 w 5899"/>
                  <a:gd name="T17" fmla="*/ 0 h 14293"/>
                  <a:gd name="T18" fmla="*/ 2 w 5899"/>
                  <a:gd name="T19" fmla="*/ 0 h 14293"/>
                  <a:gd name="T20" fmla="*/ 92 w 5899"/>
                  <a:gd name="T21" fmla="*/ 223 h 14293"/>
                  <a:gd name="T22" fmla="*/ 92 w 5899"/>
                  <a:gd name="T23" fmla="*/ 223 h 14293"/>
                  <a:gd name="T24" fmla="*/ 91 w 5899"/>
                  <a:gd name="T25" fmla="*/ 223 h 14293"/>
                  <a:gd name="T26" fmla="*/ 91 w 5899"/>
                  <a:gd name="T27" fmla="*/ 223 h 14293"/>
                  <a:gd name="T28" fmla="*/ 91 w 5899"/>
                  <a:gd name="T29" fmla="*/ 223 h 14293"/>
                  <a:gd name="T30" fmla="*/ 91 w 5899"/>
                  <a:gd name="T31" fmla="*/ 223 h 14293"/>
                  <a:gd name="T32" fmla="*/ 90 w 5899"/>
                  <a:gd name="T33" fmla="*/ 223 h 14293"/>
                  <a:gd name="T34" fmla="*/ 90 w 5899"/>
                  <a:gd name="T35" fmla="*/ 223 h 14293"/>
                  <a:gd name="T36" fmla="*/ 90 w 5899"/>
                  <a:gd name="T37" fmla="*/ 223 h 1429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899"/>
                  <a:gd name="T58" fmla="*/ 0 h 14293"/>
                  <a:gd name="T59" fmla="*/ 5899 w 5899"/>
                  <a:gd name="T60" fmla="*/ 14293 h 1429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899" h="14293">
                    <a:moveTo>
                      <a:pt x="5744" y="14293"/>
                    </a:moveTo>
                    <a:lnTo>
                      <a:pt x="0" y="29"/>
                    </a:lnTo>
                    <a:lnTo>
                      <a:pt x="18" y="26"/>
                    </a:lnTo>
                    <a:lnTo>
                      <a:pt x="37" y="23"/>
                    </a:lnTo>
                    <a:lnTo>
                      <a:pt x="55" y="19"/>
                    </a:lnTo>
                    <a:lnTo>
                      <a:pt x="75" y="16"/>
                    </a:lnTo>
                    <a:lnTo>
                      <a:pt x="94" y="12"/>
                    </a:lnTo>
                    <a:lnTo>
                      <a:pt x="113" y="8"/>
                    </a:lnTo>
                    <a:lnTo>
                      <a:pt x="133" y="4"/>
                    </a:lnTo>
                    <a:lnTo>
                      <a:pt x="154" y="0"/>
                    </a:lnTo>
                    <a:lnTo>
                      <a:pt x="5899" y="14268"/>
                    </a:lnTo>
                    <a:lnTo>
                      <a:pt x="5879" y="14272"/>
                    </a:lnTo>
                    <a:lnTo>
                      <a:pt x="5860" y="14275"/>
                    </a:lnTo>
                    <a:lnTo>
                      <a:pt x="5840" y="14278"/>
                    </a:lnTo>
                    <a:lnTo>
                      <a:pt x="5820" y="14281"/>
                    </a:lnTo>
                    <a:lnTo>
                      <a:pt x="5801" y="14284"/>
                    </a:lnTo>
                    <a:lnTo>
                      <a:pt x="5782" y="14288"/>
                    </a:lnTo>
                    <a:lnTo>
                      <a:pt x="5763" y="14291"/>
                    </a:lnTo>
                    <a:lnTo>
                      <a:pt x="5744" y="14293"/>
                    </a:lnTo>
                    <a:close/>
                  </a:path>
                </a:pathLst>
              </a:custGeom>
              <a:solidFill>
                <a:srgbClr val="2A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5" name="Freeform 460"/>
              <p:cNvSpPr>
                <a:spLocks/>
              </p:cNvSpPr>
              <p:nvPr/>
            </p:nvSpPr>
            <p:spPr bwMode="auto">
              <a:xfrm>
                <a:off x="2372" y="1632"/>
                <a:ext cx="737" cy="1787"/>
              </a:xfrm>
              <a:custGeom>
                <a:avLst/>
                <a:gdLst>
                  <a:gd name="T0" fmla="*/ 90 w 5899"/>
                  <a:gd name="T1" fmla="*/ 223 h 14297"/>
                  <a:gd name="T2" fmla="*/ 0 w 5899"/>
                  <a:gd name="T3" fmla="*/ 0 h 14297"/>
                  <a:gd name="T4" fmla="*/ 0 w 5899"/>
                  <a:gd name="T5" fmla="*/ 0 h 14297"/>
                  <a:gd name="T6" fmla="*/ 1 w 5899"/>
                  <a:gd name="T7" fmla="*/ 0 h 14297"/>
                  <a:gd name="T8" fmla="*/ 1 w 5899"/>
                  <a:gd name="T9" fmla="*/ 0 h 14297"/>
                  <a:gd name="T10" fmla="*/ 1 w 5899"/>
                  <a:gd name="T11" fmla="*/ 0 h 14297"/>
                  <a:gd name="T12" fmla="*/ 1 w 5899"/>
                  <a:gd name="T13" fmla="*/ 0 h 14297"/>
                  <a:gd name="T14" fmla="*/ 2 w 5899"/>
                  <a:gd name="T15" fmla="*/ 0 h 14297"/>
                  <a:gd name="T16" fmla="*/ 2 w 5899"/>
                  <a:gd name="T17" fmla="*/ 0 h 14297"/>
                  <a:gd name="T18" fmla="*/ 2 w 5899"/>
                  <a:gd name="T19" fmla="*/ 0 h 14297"/>
                  <a:gd name="T20" fmla="*/ 92 w 5899"/>
                  <a:gd name="T21" fmla="*/ 223 h 14297"/>
                  <a:gd name="T22" fmla="*/ 92 w 5899"/>
                  <a:gd name="T23" fmla="*/ 223 h 14297"/>
                  <a:gd name="T24" fmla="*/ 91 w 5899"/>
                  <a:gd name="T25" fmla="*/ 223 h 14297"/>
                  <a:gd name="T26" fmla="*/ 91 w 5899"/>
                  <a:gd name="T27" fmla="*/ 223 h 14297"/>
                  <a:gd name="T28" fmla="*/ 91 w 5899"/>
                  <a:gd name="T29" fmla="*/ 223 h 14297"/>
                  <a:gd name="T30" fmla="*/ 91 w 5899"/>
                  <a:gd name="T31" fmla="*/ 223 h 14297"/>
                  <a:gd name="T32" fmla="*/ 90 w 5899"/>
                  <a:gd name="T33" fmla="*/ 223 h 14297"/>
                  <a:gd name="T34" fmla="*/ 90 w 5899"/>
                  <a:gd name="T35" fmla="*/ 223 h 14297"/>
                  <a:gd name="T36" fmla="*/ 90 w 5899"/>
                  <a:gd name="T37" fmla="*/ 223 h 1429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899"/>
                  <a:gd name="T58" fmla="*/ 0 h 14297"/>
                  <a:gd name="T59" fmla="*/ 5899 w 5899"/>
                  <a:gd name="T60" fmla="*/ 14297 h 1429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899" h="14297">
                    <a:moveTo>
                      <a:pt x="5745" y="14297"/>
                    </a:moveTo>
                    <a:lnTo>
                      <a:pt x="0" y="31"/>
                    </a:lnTo>
                    <a:lnTo>
                      <a:pt x="18" y="28"/>
                    </a:lnTo>
                    <a:lnTo>
                      <a:pt x="37" y="24"/>
                    </a:lnTo>
                    <a:lnTo>
                      <a:pt x="55" y="20"/>
                    </a:lnTo>
                    <a:lnTo>
                      <a:pt x="75" y="17"/>
                    </a:lnTo>
                    <a:lnTo>
                      <a:pt x="94" y="13"/>
                    </a:lnTo>
                    <a:lnTo>
                      <a:pt x="113" y="8"/>
                    </a:lnTo>
                    <a:lnTo>
                      <a:pt x="132" y="4"/>
                    </a:lnTo>
                    <a:lnTo>
                      <a:pt x="152" y="0"/>
                    </a:lnTo>
                    <a:lnTo>
                      <a:pt x="5899" y="14270"/>
                    </a:lnTo>
                    <a:lnTo>
                      <a:pt x="5880" y="14274"/>
                    </a:lnTo>
                    <a:lnTo>
                      <a:pt x="5860" y="14278"/>
                    </a:lnTo>
                    <a:lnTo>
                      <a:pt x="5841" y="14281"/>
                    </a:lnTo>
                    <a:lnTo>
                      <a:pt x="5820" y="14285"/>
                    </a:lnTo>
                    <a:lnTo>
                      <a:pt x="5802" y="14288"/>
                    </a:lnTo>
                    <a:lnTo>
                      <a:pt x="5783" y="14291"/>
                    </a:lnTo>
                    <a:lnTo>
                      <a:pt x="5764" y="14294"/>
                    </a:lnTo>
                    <a:lnTo>
                      <a:pt x="5745" y="14297"/>
                    </a:lnTo>
                    <a:close/>
                  </a:path>
                </a:pathLst>
              </a:custGeom>
              <a:solidFill>
                <a:srgbClr val="2B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6" name="Freeform 461"/>
              <p:cNvSpPr>
                <a:spLocks/>
              </p:cNvSpPr>
              <p:nvPr/>
            </p:nvSpPr>
            <p:spPr bwMode="auto">
              <a:xfrm>
                <a:off x="2381" y="1629"/>
                <a:ext cx="738" cy="1788"/>
              </a:xfrm>
              <a:custGeom>
                <a:avLst/>
                <a:gdLst>
                  <a:gd name="T0" fmla="*/ 90 w 5899"/>
                  <a:gd name="T1" fmla="*/ 224 h 14302"/>
                  <a:gd name="T2" fmla="*/ 0 w 5899"/>
                  <a:gd name="T3" fmla="*/ 1 h 14302"/>
                  <a:gd name="T4" fmla="*/ 0 w 5899"/>
                  <a:gd name="T5" fmla="*/ 1 h 14302"/>
                  <a:gd name="T6" fmla="*/ 1 w 5899"/>
                  <a:gd name="T7" fmla="*/ 0 h 14302"/>
                  <a:gd name="T8" fmla="*/ 1 w 5899"/>
                  <a:gd name="T9" fmla="*/ 0 h 14302"/>
                  <a:gd name="T10" fmla="*/ 1 w 5899"/>
                  <a:gd name="T11" fmla="*/ 0 h 14302"/>
                  <a:gd name="T12" fmla="*/ 2 w 5899"/>
                  <a:gd name="T13" fmla="*/ 0 h 14302"/>
                  <a:gd name="T14" fmla="*/ 2 w 5899"/>
                  <a:gd name="T15" fmla="*/ 0 h 14302"/>
                  <a:gd name="T16" fmla="*/ 2 w 5899"/>
                  <a:gd name="T17" fmla="*/ 0 h 14302"/>
                  <a:gd name="T18" fmla="*/ 2 w 5899"/>
                  <a:gd name="T19" fmla="*/ 0 h 14302"/>
                  <a:gd name="T20" fmla="*/ 92 w 5899"/>
                  <a:gd name="T21" fmla="*/ 223 h 14302"/>
                  <a:gd name="T22" fmla="*/ 92 w 5899"/>
                  <a:gd name="T23" fmla="*/ 223 h 14302"/>
                  <a:gd name="T24" fmla="*/ 92 w 5899"/>
                  <a:gd name="T25" fmla="*/ 223 h 14302"/>
                  <a:gd name="T26" fmla="*/ 91 w 5899"/>
                  <a:gd name="T27" fmla="*/ 223 h 14302"/>
                  <a:gd name="T28" fmla="*/ 91 w 5899"/>
                  <a:gd name="T29" fmla="*/ 223 h 14302"/>
                  <a:gd name="T30" fmla="*/ 91 w 5899"/>
                  <a:gd name="T31" fmla="*/ 223 h 14302"/>
                  <a:gd name="T32" fmla="*/ 90 w 5899"/>
                  <a:gd name="T33" fmla="*/ 223 h 14302"/>
                  <a:gd name="T34" fmla="*/ 90 w 5899"/>
                  <a:gd name="T35" fmla="*/ 224 h 14302"/>
                  <a:gd name="T36" fmla="*/ 90 w 5899"/>
                  <a:gd name="T37" fmla="*/ 224 h 1430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899"/>
                  <a:gd name="T58" fmla="*/ 0 h 14302"/>
                  <a:gd name="T59" fmla="*/ 5899 w 5899"/>
                  <a:gd name="T60" fmla="*/ 14302 h 1430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899" h="14302">
                    <a:moveTo>
                      <a:pt x="5745" y="14302"/>
                    </a:moveTo>
                    <a:lnTo>
                      <a:pt x="0" y="34"/>
                    </a:lnTo>
                    <a:lnTo>
                      <a:pt x="18" y="30"/>
                    </a:lnTo>
                    <a:lnTo>
                      <a:pt x="36" y="26"/>
                    </a:lnTo>
                    <a:lnTo>
                      <a:pt x="54" y="22"/>
                    </a:lnTo>
                    <a:lnTo>
                      <a:pt x="74" y="18"/>
                    </a:lnTo>
                    <a:lnTo>
                      <a:pt x="93" y="14"/>
                    </a:lnTo>
                    <a:lnTo>
                      <a:pt x="111" y="9"/>
                    </a:lnTo>
                    <a:lnTo>
                      <a:pt x="131" y="5"/>
                    </a:lnTo>
                    <a:lnTo>
                      <a:pt x="151" y="0"/>
                    </a:lnTo>
                    <a:lnTo>
                      <a:pt x="5899" y="14273"/>
                    </a:lnTo>
                    <a:lnTo>
                      <a:pt x="5879" y="14277"/>
                    </a:lnTo>
                    <a:lnTo>
                      <a:pt x="5860" y="14281"/>
                    </a:lnTo>
                    <a:lnTo>
                      <a:pt x="5841" y="14285"/>
                    </a:lnTo>
                    <a:lnTo>
                      <a:pt x="5821" y="14289"/>
                    </a:lnTo>
                    <a:lnTo>
                      <a:pt x="5802" y="14292"/>
                    </a:lnTo>
                    <a:lnTo>
                      <a:pt x="5783" y="14296"/>
                    </a:lnTo>
                    <a:lnTo>
                      <a:pt x="5765" y="14299"/>
                    </a:lnTo>
                    <a:lnTo>
                      <a:pt x="5745" y="14302"/>
                    </a:lnTo>
                    <a:close/>
                  </a:path>
                </a:pathLst>
              </a:custGeom>
              <a:solidFill>
                <a:srgbClr val="2E86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7" name="Freeform 462"/>
              <p:cNvSpPr>
                <a:spLocks/>
              </p:cNvSpPr>
              <p:nvPr/>
            </p:nvSpPr>
            <p:spPr bwMode="auto">
              <a:xfrm>
                <a:off x="2391" y="1627"/>
                <a:ext cx="737" cy="1788"/>
              </a:xfrm>
              <a:custGeom>
                <a:avLst/>
                <a:gdLst>
                  <a:gd name="T0" fmla="*/ 90 w 5900"/>
                  <a:gd name="T1" fmla="*/ 223 h 14308"/>
                  <a:gd name="T2" fmla="*/ 0 w 5900"/>
                  <a:gd name="T3" fmla="*/ 1 h 14308"/>
                  <a:gd name="T4" fmla="*/ 1 w 5900"/>
                  <a:gd name="T5" fmla="*/ 0 h 14308"/>
                  <a:gd name="T6" fmla="*/ 1 w 5900"/>
                  <a:gd name="T7" fmla="*/ 0 h 14308"/>
                  <a:gd name="T8" fmla="*/ 2 w 5900"/>
                  <a:gd name="T9" fmla="*/ 0 h 14308"/>
                  <a:gd name="T10" fmla="*/ 2 w 5900"/>
                  <a:gd name="T11" fmla="*/ 0 h 14308"/>
                  <a:gd name="T12" fmla="*/ 92 w 5900"/>
                  <a:gd name="T13" fmla="*/ 223 h 14308"/>
                  <a:gd name="T14" fmla="*/ 92 w 5900"/>
                  <a:gd name="T15" fmla="*/ 223 h 14308"/>
                  <a:gd name="T16" fmla="*/ 91 w 5900"/>
                  <a:gd name="T17" fmla="*/ 223 h 14308"/>
                  <a:gd name="T18" fmla="*/ 91 w 5900"/>
                  <a:gd name="T19" fmla="*/ 223 h 14308"/>
                  <a:gd name="T20" fmla="*/ 91 w 5900"/>
                  <a:gd name="T21" fmla="*/ 223 h 14308"/>
                  <a:gd name="T22" fmla="*/ 91 w 5900"/>
                  <a:gd name="T23" fmla="*/ 223 h 14308"/>
                  <a:gd name="T24" fmla="*/ 90 w 5900"/>
                  <a:gd name="T25" fmla="*/ 223 h 14308"/>
                  <a:gd name="T26" fmla="*/ 90 w 5900"/>
                  <a:gd name="T27" fmla="*/ 223 h 14308"/>
                  <a:gd name="T28" fmla="*/ 90 w 5900"/>
                  <a:gd name="T29" fmla="*/ 223 h 143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900"/>
                  <a:gd name="T46" fmla="*/ 0 h 14308"/>
                  <a:gd name="T47" fmla="*/ 5900 w 5900"/>
                  <a:gd name="T48" fmla="*/ 14308 h 143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900" h="14308">
                    <a:moveTo>
                      <a:pt x="5747" y="14308"/>
                    </a:moveTo>
                    <a:lnTo>
                      <a:pt x="0" y="38"/>
                    </a:lnTo>
                    <a:lnTo>
                      <a:pt x="37" y="29"/>
                    </a:lnTo>
                    <a:lnTo>
                      <a:pt x="74" y="20"/>
                    </a:lnTo>
                    <a:lnTo>
                      <a:pt x="112" y="11"/>
                    </a:lnTo>
                    <a:lnTo>
                      <a:pt x="151" y="0"/>
                    </a:lnTo>
                    <a:lnTo>
                      <a:pt x="5900" y="14277"/>
                    </a:lnTo>
                    <a:lnTo>
                      <a:pt x="5880" y="14281"/>
                    </a:lnTo>
                    <a:lnTo>
                      <a:pt x="5861" y="14285"/>
                    </a:lnTo>
                    <a:lnTo>
                      <a:pt x="5842" y="14290"/>
                    </a:lnTo>
                    <a:lnTo>
                      <a:pt x="5822" y="14294"/>
                    </a:lnTo>
                    <a:lnTo>
                      <a:pt x="5803" y="14297"/>
                    </a:lnTo>
                    <a:lnTo>
                      <a:pt x="5785" y="14301"/>
                    </a:lnTo>
                    <a:lnTo>
                      <a:pt x="5767" y="14305"/>
                    </a:lnTo>
                    <a:lnTo>
                      <a:pt x="5747" y="14308"/>
                    </a:lnTo>
                    <a:close/>
                  </a:path>
                </a:pathLst>
              </a:custGeom>
              <a:solidFill>
                <a:srgbClr val="2F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8" name="Freeform 463"/>
              <p:cNvSpPr>
                <a:spLocks/>
              </p:cNvSpPr>
              <p:nvPr/>
            </p:nvSpPr>
            <p:spPr bwMode="auto">
              <a:xfrm>
                <a:off x="2400" y="1624"/>
                <a:ext cx="738" cy="1789"/>
              </a:xfrm>
              <a:custGeom>
                <a:avLst/>
                <a:gdLst>
                  <a:gd name="T0" fmla="*/ 90 w 5899"/>
                  <a:gd name="T1" fmla="*/ 224 h 14313"/>
                  <a:gd name="T2" fmla="*/ 0 w 5899"/>
                  <a:gd name="T3" fmla="*/ 1 h 14313"/>
                  <a:gd name="T4" fmla="*/ 1 w 5899"/>
                  <a:gd name="T5" fmla="*/ 0 h 14313"/>
                  <a:gd name="T6" fmla="*/ 1 w 5899"/>
                  <a:gd name="T7" fmla="*/ 0 h 14313"/>
                  <a:gd name="T8" fmla="*/ 2 w 5899"/>
                  <a:gd name="T9" fmla="*/ 0 h 14313"/>
                  <a:gd name="T10" fmla="*/ 2 w 5899"/>
                  <a:gd name="T11" fmla="*/ 0 h 14313"/>
                  <a:gd name="T12" fmla="*/ 92 w 5899"/>
                  <a:gd name="T13" fmla="*/ 223 h 14313"/>
                  <a:gd name="T14" fmla="*/ 92 w 5899"/>
                  <a:gd name="T15" fmla="*/ 223 h 14313"/>
                  <a:gd name="T16" fmla="*/ 92 w 5899"/>
                  <a:gd name="T17" fmla="*/ 223 h 14313"/>
                  <a:gd name="T18" fmla="*/ 91 w 5899"/>
                  <a:gd name="T19" fmla="*/ 223 h 14313"/>
                  <a:gd name="T20" fmla="*/ 91 w 5899"/>
                  <a:gd name="T21" fmla="*/ 223 h 14313"/>
                  <a:gd name="T22" fmla="*/ 91 w 5899"/>
                  <a:gd name="T23" fmla="*/ 223 h 14313"/>
                  <a:gd name="T24" fmla="*/ 91 w 5899"/>
                  <a:gd name="T25" fmla="*/ 223 h 14313"/>
                  <a:gd name="T26" fmla="*/ 90 w 5899"/>
                  <a:gd name="T27" fmla="*/ 224 h 14313"/>
                  <a:gd name="T28" fmla="*/ 90 w 5899"/>
                  <a:gd name="T29" fmla="*/ 224 h 143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99"/>
                  <a:gd name="T46" fmla="*/ 0 h 14313"/>
                  <a:gd name="T47" fmla="*/ 5899 w 5899"/>
                  <a:gd name="T48" fmla="*/ 14313 h 143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99" h="14313">
                    <a:moveTo>
                      <a:pt x="5748" y="14313"/>
                    </a:moveTo>
                    <a:lnTo>
                      <a:pt x="0" y="40"/>
                    </a:lnTo>
                    <a:lnTo>
                      <a:pt x="36" y="31"/>
                    </a:lnTo>
                    <a:lnTo>
                      <a:pt x="73" y="20"/>
                    </a:lnTo>
                    <a:lnTo>
                      <a:pt x="111" y="10"/>
                    </a:lnTo>
                    <a:lnTo>
                      <a:pt x="149" y="0"/>
                    </a:lnTo>
                    <a:lnTo>
                      <a:pt x="5899" y="14280"/>
                    </a:lnTo>
                    <a:lnTo>
                      <a:pt x="5880" y="14284"/>
                    </a:lnTo>
                    <a:lnTo>
                      <a:pt x="5861" y="14289"/>
                    </a:lnTo>
                    <a:lnTo>
                      <a:pt x="5842" y="14293"/>
                    </a:lnTo>
                    <a:lnTo>
                      <a:pt x="5822" y="14297"/>
                    </a:lnTo>
                    <a:lnTo>
                      <a:pt x="5804" y="14301"/>
                    </a:lnTo>
                    <a:lnTo>
                      <a:pt x="5785" y="14305"/>
                    </a:lnTo>
                    <a:lnTo>
                      <a:pt x="5767" y="14309"/>
                    </a:lnTo>
                    <a:lnTo>
                      <a:pt x="5748" y="14313"/>
                    </a:lnTo>
                    <a:close/>
                  </a:path>
                </a:pathLst>
              </a:custGeom>
              <a:solidFill>
                <a:srgbClr val="30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9" name="Freeform 464"/>
              <p:cNvSpPr>
                <a:spLocks/>
              </p:cNvSpPr>
              <p:nvPr/>
            </p:nvSpPr>
            <p:spPr bwMode="auto">
              <a:xfrm>
                <a:off x="2409" y="1622"/>
                <a:ext cx="738" cy="1789"/>
              </a:xfrm>
              <a:custGeom>
                <a:avLst/>
                <a:gdLst>
                  <a:gd name="T0" fmla="*/ 90 w 5899"/>
                  <a:gd name="T1" fmla="*/ 224 h 14318"/>
                  <a:gd name="T2" fmla="*/ 0 w 5899"/>
                  <a:gd name="T3" fmla="*/ 1 h 14318"/>
                  <a:gd name="T4" fmla="*/ 1 w 5899"/>
                  <a:gd name="T5" fmla="*/ 0 h 14318"/>
                  <a:gd name="T6" fmla="*/ 1 w 5899"/>
                  <a:gd name="T7" fmla="*/ 0 h 14318"/>
                  <a:gd name="T8" fmla="*/ 2 w 5899"/>
                  <a:gd name="T9" fmla="*/ 0 h 14318"/>
                  <a:gd name="T10" fmla="*/ 2 w 5899"/>
                  <a:gd name="T11" fmla="*/ 0 h 14318"/>
                  <a:gd name="T12" fmla="*/ 92 w 5899"/>
                  <a:gd name="T13" fmla="*/ 223 h 14318"/>
                  <a:gd name="T14" fmla="*/ 92 w 5899"/>
                  <a:gd name="T15" fmla="*/ 223 h 14318"/>
                  <a:gd name="T16" fmla="*/ 92 w 5899"/>
                  <a:gd name="T17" fmla="*/ 223 h 14318"/>
                  <a:gd name="T18" fmla="*/ 91 w 5899"/>
                  <a:gd name="T19" fmla="*/ 223 h 14318"/>
                  <a:gd name="T20" fmla="*/ 91 w 5899"/>
                  <a:gd name="T21" fmla="*/ 223 h 14318"/>
                  <a:gd name="T22" fmla="*/ 91 w 5899"/>
                  <a:gd name="T23" fmla="*/ 223 h 14318"/>
                  <a:gd name="T24" fmla="*/ 91 w 5899"/>
                  <a:gd name="T25" fmla="*/ 223 h 14318"/>
                  <a:gd name="T26" fmla="*/ 90 w 5899"/>
                  <a:gd name="T27" fmla="*/ 224 h 14318"/>
                  <a:gd name="T28" fmla="*/ 90 w 5899"/>
                  <a:gd name="T29" fmla="*/ 224 h 143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99"/>
                  <a:gd name="T46" fmla="*/ 0 h 14318"/>
                  <a:gd name="T47" fmla="*/ 5899 w 5899"/>
                  <a:gd name="T48" fmla="*/ 14318 h 1431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99" h="14318">
                    <a:moveTo>
                      <a:pt x="5749" y="14318"/>
                    </a:moveTo>
                    <a:lnTo>
                      <a:pt x="0" y="41"/>
                    </a:lnTo>
                    <a:lnTo>
                      <a:pt x="36" y="31"/>
                    </a:lnTo>
                    <a:lnTo>
                      <a:pt x="73" y="21"/>
                    </a:lnTo>
                    <a:lnTo>
                      <a:pt x="110" y="11"/>
                    </a:lnTo>
                    <a:lnTo>
                      <a:pt x="148" y="0"/>
                    </a:lnTo>
                    <a:lnTo>
                      <a:pt x="5899" y="14282"/>
                    </a:lnTo>
                    <a:lnTo>
                      <a:pt x="5880" y="14286"/>
                    </a:lnTo>
                    <a:lnTo>
                      <a:pt x="5861" y="14291"/>
                    </a:lnTo>
                    <a:lnTo>
                      <a:pt x="5843" y="14296"/>
                    </a:lnTo>
                    <a:lnTo>
                      <a:pt x="5823" y="14301"/>
                    </a:lnTo>
                    <a:lnTo>
                      <a:pt x="5804" y="14305"/>
                    </a:lnTo>
                    <a:lnTo>
                      <a:pt x="5786" y="14310"/>
                    </a:lnTo>
                    <a:lnTo>
                      <a:pt x="5768" y="14314"/>
                    </a:lnTo>
                    <a:lnTo>
                      <a:pt x="5749" y="14318"/>
                    </a:lnTo>
                    <a:close/>
                  </a:path>
                </a:pathLst>
              </a:custGeom>
              <a:solidFill>
                <a:srgbClr val="2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0" name="Freeform 465"/>
              <p:cNvSpPr>
                <a:spLocks/>
              </p:cNvSpPr>
              <p:nvPr/>
            </p:nvSpPr>
            <p:spPr bwMode="auto">
              <a:xfrm>
                <a:off x="2419" y="1619"/>
                <a:ext cx="737" cy="1790"/>
              </a:xfrm>
              <a:custGeom>
                <a:avLst/>
                <a:gdLst>
                  <a:gd name="T0" fmla="*/ 90 w 5900"/>
                  <a:gd name="T1" fmla="*/ 224 h 14322"/>
                  <a:gd name="T2" fmla="*/ 0 w 5900"/>
                  <a:gd name="T3" fmla="*/ 1 h 14322"/>
                  <a:gd name="T4" fmla="*/ 0 w 5900"/>
                  <a:gd name="T5" fmla="*/ 0 h 14322"/>
                  <a:gd name="T6" fmla="*/ 1 w 5900"/>
                  <a:gd name="T7" fmla="*/ 0 h 14322"/>
                  <a:gd name="T8" fmla="*/ 2 w 5900"/>
                  <a:gd name="T9" fmla="*/ 0 h 14322"/>
                  <a:gd name="T10" fmla="*/ 2 w 5900"/>
                  <a:gd name="T11" fmla="*/ 0 h 14322"/>
                  <a:gd name="T12" fmla="*/ 92 w 5900"/>
                  <a:gd name="T13" fmla="*/ 223 h 14322"/>
                  <a:gd name="T14" fmla="*/ 91 w 5900"/>
                  <a:gd name="T15" fmla="*/ 223 h 14322"/>
                  <a:gd name="T16" fmla="*/ 91 w 5900"/>
                  <a:gd name="T17" fmla="*/ 223 h 14322"/>
                  <a:gd name="T18" fmla="*/ 90 w 5900"/>
                  <a:gd name="T19" fmla="*/ 224 h 14322"/>
                  <a:gd name="T20" fmla="*/ 90 w 5900"/>
                  <a:gd name="T21" fmla="*/ 224 h 1432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0"/>
                  <a:gd name="T34" fmla="*/ 0 h 14322"/>
                  <a:gd name="T35" fmla="*/ 5900 w 5900"/>
                  <a:gd name="T36" fmla="*/ 14322 h 1432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0" h="14322">
                    <a:moveTo>
                      <a:pt x="5750" y="14322"/>
                    </a:moveTo>
                    <a:lnTo>
                      <a:pt x="0" y="42"/>
                    </a:lnTo>
                    <a:lnTo>
                      <a:pt x="36" y="32"/>
                    </a:lnTo>
                    <a:lnTo>
                      <a:pt x="73" y="22"/>
                    </a:lnTo>
                    <a:lnTo>
                      <a:pt x="110" y="11"/>
                    </a:lnTo>
                    <a:lnTo>
                      <a:pt x="147" y="0"/>
                    </a:lnTo>
                    <a:lnTo>
                      <a:pt x="5900" y="14284"/>
                    </a:lnTo>
                    <a:lnTo>
                      <a:pt x="5862" y="14293"/>
                    </a:lnTo>
                    <a:lnTo>
                      <a:pt x="5824" y="14303"/>
                    </a:lnTo>
                    <a:lnTo>
                      <a:pt x="5787" y="14312"/>
                    </a:lnTo>
                    <a:lnTo>
                      <a:pt x="5750" y="14322"/>
                    </a:lnTo>
                    <a:close/>
                  </a:path>
                </a:pathLst>
              </a:custGeom>
              <a:solidFill>
                <a:srgbClr val="3392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1" name="Freeform 466"/>
              <p:cNvSpPr>
                <a:spLocks/>
              </p:cNvSpPr>
              <p:nvPr/>
            </p:nvSpPr>
            <p:spPr bwMode="auto">
              <a:xfrm>
                <a:off x="2428" y="1616"/>
                <a:ext cx="738" cy="1791"/>
              </a:xfrm>
              <a:custGeom>
                <a:avLst/>
                <a:gdLst>
                  <a:gd name="T0" fmla="*/ 90 w 5901"/>
                  <a:gd name="T1" fmla="*/ 224 h 14326"/>
                  <a:gd name="T2" fmla="*/ 0 w 5901"/>
                  <a:gd name="T3" fmla="*/ 1 h 14326"/>
                  <a:gd name="T4" fmla="*/ 1 w 5901"/>
                  <a:gd name="T5" fmla="*/ 1 h 14326"/>
                  <a:gd name="T6" fmla="*/ 1 w 5901"/>
                  <a:gd name="T7" fmla="*/ 0 h 14326"/>
                  <a:gd name="T8" fmla="*/ 2 w 5901"/>
                  <a:gd name="T9" fmla="*/ 0 h 14326"/>
                  <a:gd name="T10" fmla="*/ 2 w 5901"/>
                  <a:gd name="T11" fmla="*/ 0 h 14326"/>
                  <a:gd name="T12" fmla="*/ 92 w 5901"/>
                  <a:gd name="T13" fmla="*/ 223 h 14326"/>
                  <a:gd name="T14" fmla="*/ 92 w 5901"/>
                  <a:gd name="T15" fmla="*/ 223 h 14326"/>
                  <a:gd name="T16" fmla="*/ 91 w 5901"/>
                  <a:gd name="T17" fmla="*/ 224 h 14326"/>
                  <a:gd name="T18" fmla="*/ 91 w 5901"/>
                  <a:gd name="T19" fmla="*/ 224 h 14326"/>
                  <a:gd name="T20" fmla="*/ 90 w 5901"/>
                  <a:gd name="T21" fmla="*/ 224 h 143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1"/>
                  <a:gd name="T34" fmla="*/ 0 h 14326"/>
                  <a:gd name="T35" fmla="*/ 5901 w 5901"/>
                  <a:gd name="T36" fmla="*/ 14326 h 1432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1" h="14326">
                    <a:moveTo>
                      <a:pt x="5751" y="14326"/>
                    </a:moveTo>
                    <a:lnTo>
                      <a:pt x="0" y="44"/>
                    </a:lnTo>
                    <a:lnTo>
                      <a:pt x="36" y="34"/>
                    </a:lnTo>
                    <a:lnTo>
                      <a:pt x="72" y="23"/>
                    </a:lnTo>
                    <a:lnTo>
                      <a:pt x="110" y="12"/>
                    </a:lnTo>
                    <a:lnTo>
                      <a:pt x="147" y="0"/>
                    </a:lnTo>
                    <a:lnTo>
                      <a:pt x="5901" y="14287"/>
                    </a:lnTo>
                    <a:lnTo>
                      <a:pt x="5863" y="14297"/>
                    </a:lnTo>
                    <a:lnTo>
                      <a:pt x="5825" y="14307"/>
                    </a:lnTo>
                    <a:lnTo>
                      <a:pt x="5789" y="14316"/>
                    </a:lnTo>
                    <a:lnTo>
                      <a:pt x="5751" y="14326"/>
                    </a:lnTo>
                    <a:close/>
                  </a:path>
                </a:pathLst>
              </a:custGeom>
              <a:solidFill>
                <a:srgbClr val="35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2" name="Freeform 467"/>
              <p:cNvSpPr>
                <a:spLocks/>
              </p:cNvSpPr>
              <p:nvPr/>
            </p:nvSpPr>
            <p:spPr bwMode="auto">
              <a:xfrm>
                <a:off x="2437" y="1613"/>
                <a:ext cx="738" cy="1792"/>
              </a:xfrm>
              <a:custGeom>
                <a:avLst/>
                <a:gdLst>
                  <a:gd name="T0" fmla="*/ 90 w 5902"/>
                  <a:gd name="T1" fmla="*/ 224 h 14330"/>
                  <a:gd name="T2" fmla="*/ 0 w 5902"/>
                  <a:gd name="T3" fmla="*/ 1 h 14330"/>
                  <a:gd name="T4" fmla="*/ 1 w 5902"/>
                  <a:gd name="T5" fmla="*/ 1 h 14330"/>
                  <a:gd name="T6" fmla="*/ 1 w 5902"/>
                  <a:gd name="T7" fmla="*/ 0 h 14330"/>
                  <a:gd name="T8" fmla="*/ 2 w 5902"/>
                  <a:gd name="T9" fmla="*/ 0 h 14330"/>
                  <a:gd name="T10" fmla="*/ 2 w 5902"/>
                  <a:gd name="T11" fmla="*/ 0 h 14330"/>
                  <a:gd name="T12" fmla="*/ 92 w 5902"/>
                  <a:gd name="T13" fmla="*/ 223 h 14330"/>
                  <a:gd name="T14" fmla="*/ 92 w 5902"/>
                  <a:gd name="T15" fmla="*/ 224 h 14330"/>
                  <a:gd name="T16" fmla="*/ 91 w 5902"/>
                  <a:gd name="T17" fmla="*/ 224 h 14330"/>
                  <a:gd name="T18" fmla="*/ 91 w 5902"/>
                  <a:gd name="T19" fmla="*/ 224 h 14330"/>
                  <a:gd name="T20" fmla="*/ 90 w 5902"/>
                  <a:gd name="T21" fmla="*/ 224 h 1433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2"/>
                  <a:gd name="T34" fmla="*/ 0 h 14330"/>
                  <a:gd name="T35" fmla="*/ 5902 w 5902"/>
                  <a:gd name="T36" fmla="*/ 14330 h 1433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2" h="14330">
                    <a:moveTo>
                      <a:pt x="5753" y="14330"/>
                    </a:moveTo>
                    <a:lnTo>
                      <a:pt x="0" y="46"/>
                    </a:lnTo>
                    <a:lnTo>
                      <a:pt x="37" y="35"/>
                    </a:lnTo>
                    <a:lnTo>
                      <a:pt x="73" y="23"/>
                    </a:lnTo>
                    <a:lnTo>
                      <a:pt x="110" y="11"/>
                    </a:lnTo>
                    <a:lnTo>
                      <a:pt x="147" y="0"/>
                    </a:lnTo>
                    <a:lnTo>
                      <a:pt x="5902" y="14289"/>
                    </a:lnTo>
                    <a:lnTo>
                      <a:pt x="5864" y="14299"/>
                    </a:lnTo>
                    <a:lnTo>
                      <a:pt x="5827" y="14310"/>
                    </a:lnTo>
                    <a:lnTo>
                      <a:pt x="5790" y="14320"/>
                    </a:lnTo>
                    <a:lnTo>
                      <a:pt x="5753" y="14330"/>
                    </a:lnTo>
                    <a:close/>
                  </a:path>
                </a:pathLst>
              </a:custGeom>
              <a:solidFill>
                <a:srgbClr val="3799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3" name="Freeform 468"/>
              <p:cNvSpPr>
                <a:spLocks/>
              </p:cNvSpPr>
              <p:nvPr/>
            </p:nvSpPr>
            <p:spPr bwMode="auto">
              <a:xfrm>
                <a:off x="2446" y="1610"/>
                <a:ext cx="738" cy="1792"/>
              </a:xfrm>
              <a:custGeom>
                <a:avLst/>
                <a:gdLst>
                  <a:gd name="T0" fmla="*/ 90 w 5901"/>
                  <a:gd name="T1" fmla="*/ 224 h 14334"/>
                  <a:gd name="T2" fmla="*/ 0 w 5901"/>
                  <a:gd name="T3" fmla="*/ 1 h 14334"/>
                  <a:gd name="T4" fmla="*/ 1 w 5901"/>
                  <a:gd name="T5" fmla="*/ 1 h 14334"/>
                  <a:gd name="T6" fmla="*/ 1 w 5901"/>
                  <a:gd name="T7" fmla="*/ 0 h 14334"/>
                  <a:gd name="T8" fmla="*/ 2 w 5901"/>
                  <a:gd name="T9" fmla="*/ 0 h 14334"/>
                  <a:gd name="T10" fmla="*/ 2 w 5901"/>
                  <a:gd name="T11" fmla="*/ 0 h 14334"/>
                  <a:gd name="T12" fmla="*/ 92 w 5901"/>
                  <a:gd name="T13" fmla="*/ 223 h 14334"/>
                  <a:gd name="T14" fmla="*/ 92 w 5901"/>
                  <a:gd name="T15" fmla="*/ 224 h 14334"/>
                  <a:gd name="T16" fmla="*/ 91 w 5901"/>
                  <a:gd name="T17" fmla="*/ 224 h 14334"/>
                  <a:gd name="T18" fmla="*/ 91 w 5901"/>
                  <a:gd name="T19" fmla="*/ 224 h 14334"/>
                  <a:gd name="T20" fmla="*/ 90 w 5901"/>
                  <a:gd name="T21" fmla="*/ 224 h 143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1"/>
                  <a:gd name="T34" fmla="*/ 0 h 14334"/>
                  <a:gd name="T35" fmla="*/ 5901 w 5901"/>
                  <a:gd name="T36" fmla="*/ 14334 h 1433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1" h="14334">
                    <a:moveTo>
                      <a:pt x="5754" y="14334"/>
                    </a:moveTo>
                    <a:lnTo>
                      <a:pt x="0" y="47"/>
                    </a:lnTo>
                    <a:lnTo>
                      <a:pt x="36" y="35"/>
                    </a:lnTo>
                    <a:lnTo>
                      <a:pt x="72" y="24"/>
                    </a:lnTo>
                    <a:lnTo>
                      <a:pt x="109" y="12"/>
                    </a:lnTo>
                    <a:lnTo>
                      <a:pt x="146" y="0"/>
                    </a:lnTo>
                    <a:lnTo>
                      <a:pt x="5901" y="14290"/>
                    </a:lnTo>
                    <a:lnTo>
                      <a:pt x="5864" y="14301"/>
                    </a:lnTo>
                    <a:lnTo>
                      <a:pt x="5827" y="14313"/>
                    </a:lnTo>
                    <a:lnTo>
                      <a:pt x="5791" y="14323"/>
                    </a:lnTo>
                    <a:lnTo>
                      <a:pt x="5754" y="14334"/>
                    </a:lnTo>
                    <a:close/>
                  </a:path>
                </a:pathLst>
              </a:custGeom>
              <a:solidFill>
                <a:srgbClr val="389C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4" name="Freeform 469"/>
              <p:cNvSpPr>
                <a:spLocks/>
              </p:cNvSpPr>
              <p:nvPr/>
            </p:nvSpPr>
            <p:spPr bwMode="auto">
              <a:xfrm>
                <a:off x="2456" y="1607"/>
                <a:ext cx="737" cy="1792"/>
              </a:xfrm>
              <a:custGeom>
                <a:avLst/>
                <a:gdLst>
                  <a:gd name="T0" fmla="*/ 90 w 5902"/>
                  <a:gd name="T1" fmla="*/ 224 h 14337"/>
                  <a:gd name="T2" fmla="*/ 0 w 5902"/>
                  <a:gd name="T3" fmla="*/ 1 h 14337"/>
                  <a:gd name="T4" fmla="*/ 0 w 5902"/>
                  <a:gd name="T5" fmla="*/ 0 h 14337"/>
                  <a:gd name="T6" fmla="*/ 1 w 5902"/>
                  <a:gd name="T7" fmla="*/ 0 h 14337"/>
                  <a:gd name="T8" fmla="*/ 2 w 5902"/>
                  <a:gd name="T9" fmla="*/ 0 h 14337"/>
                  <a:gd name="T10" fmla="*/ 2 w 5902"/>
                  <a:gd name="T11" fmla="*/ 0 h 14337"/>
                  <a:gd name="T12" fmla="*/ 92 w 5902"/>
                  <a:gd name="T13" fmla="*/ 223 h 14337"/>
                  <a:gd name="T14" fmla="*/ 91 w 5902"/>
                  <a:gd name="T15" fmla="*/ 223 h 14337"/>
                  <a:gd name="T16" fmla="*/ 91 w 5902"/>
                  <a:gd name="T17" fmla="*/ 224 h 14337"/>
                  <a:gd name="T18" fmla="*/ 90 w 5902"/>
                  <a:gd name="T19" fmla="*/ 224 h 14337"/>
                  <a:gd name="T20" fmla="*/ 90 w 5902"/>
                  <a:gd name="T21" fmla="*/ 224 h 1433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2"/>
                  <a:gd name="T34" fmla="*/ 0 h 14337"/>
                  <a:gd name="T35" fmla="*/ 5902 w 5902"/>
                  <a:gd name="T36" fmla="*/ 14337 h 1433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2" h="14337">
                    <a:moveTo>
                      <a:pt x="5755" y="14337"/>
                    </a:moveTo>
                    <a:lnTo>
                      <a:pt x="0" y="48"/>
                    </a:lnTo>
                    <a:lnTo>
                      <a:pt x="36" y="36"/>
                    </a:lnTo>
                    <a:lnTo>
                      <a:pt x="72" y="24"/>
                    </a:lnTo>
                    <a:lnTo>
                      <a:pt x="109" y="12"/>
                    </a:lnTo>
                    <a:lnTo>
                      <a:pt x="145" y="0"/>
                    </a:lnTo>
                    <a:lnTo>
                      <a:pt x="5902" y="14291"/>
                    </a:lnTo>
                    <a:lnTo>
                      <a:pt x="5865" y="14303"/>
                    </a:lnTo>
                    <a:lnTo>
                      <a:pt x="5828" y="14314"/>
                    </a:lnTo>
                    <a:lnTo>
                      <a:pt x="5791" y="14325"/>
                    </a:lnTo>
                    <a:lnTo>
                      <a:pt x="5755" y="14337"/>
                    </a:lnTo>
                    <a:close/>
                  </a:path>
                </a:pathLst>
              </a:custGeom>
              <a:solidFill>
                <a:srgbClr val="38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5" name="Freeform 470"/>
              <p:cNvSpPr>
                <a:spLocks/>
              </p:cNvSpPr>
              <p:nvPr/>
            </p:nvSpPr>
            <p:spPr bwMode="auto">
              <a:xfrm>
                <a:off x="2465" y="1604"/>
                <a:ext cx="737" cy="1793"/>
              </a:xfrm>
              <a:custGeom>
                <a:avLst/>
                <a:gdLst>
                  <a:gd name="T0" fmla="*/ 90 w 5902"/>
                  <a:gd name="T1" fmla="*/ 224 h 14340"/>
                  <a:gd name="T2" fmla="*/ 0 w 5902"/>
                  <a:gd name="T3" fmla="*/ 1 h 14340"/>
                  <a:gd name="T4" fmla="*/ 0 w 5902"/>
                  <a:gd name="T5" fmla="*/ 1 h 14340"/>
                  <a:gd name="T6" fmla="*/ 1 w 5902"/>
                  <a:gd name="T7" fmla="*/ 0 h 14340"/>
                  <a:gd name="T8" fmla="*/ 2 w 5902"/>
                  <a:gd name="T9" fmla="*/ 0 h 14340"/>
                  <a:gd name="T10" fmla="*/ 2 w 5902"/>
                  <a:gd name="T11" fmla="*/ 0 h 14340"/>
                  <a:gd name="T12" fmla="*/ 92 w 5902"/>
                  <a:gd name="T13" fmla="*/ 223 h 14340"/>
                  <a:gd name="T14" fmla="*/ 91 w 5902"/>
                  <a:gd name="T15" fmla="*/ 224 h 14340"/>
                  <a:gd name="T16" fmla="*/ 91 w 5902"/>
                  <a:gd name="T17" fmla="*/ 224 h 14340"/>
                  <a:gd name="T18" fmla="*/ 90 w 5902"/>
                  <a:gd name="T19" fmla="*/ 224 h 14340"/>
                  <a:gd name="T20" fmla="*/ 90 w 5902"/>
                  <a:gd name="T21" fmla="*/ 224 h 143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2"/>
                  <a:gd name="T34" fmla="*/ 0 h 14340"/>
                  <a:gd name="T35" fmla="*/ 5902 w 5902"/>
                  <a:gd name="T36" fmla="*/ 14340 h 1434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2" h="14340">
                    <a:moveTo>
                      <a:pt x="5755" y="14340"/>
                    </a:moveTo>
                    <a:lnTo>
                      <a:pt x="0" y="50"/>
                    </a:lnTo>
                    <a:lnTo>
                      <a:pt x="36" y="38"/>
                    </a:lnTo>
                    <a:lnTo>
                      <a:pt x="72" y="26"/>
                    </a:lnTo>
                    <a:lnTo>
                      <a:pt x="109" y="12"/>
                    </a:lnTo>
                    <a:lnTo>
                      <a:pt x="145" y="0"/>
                    </a:lnTo>
                    <a:lnTo>
                      <a:pt x="5902" y="14294"/>
                    </a:lnTo>
                    <a:lnTo>
                      <a:pt x="5865" y="14306"/>
                    </a:lnTo>
                    <a:lnTo>
                      <a:pt x="5828" y="14317"/>
                    </a:lnTo>
                    <a:lnTo>
                      <a:pt x="5792" y="14329"/>
                    </a:lnTo>
                    <a:lnTo>
                      <a:pt x="5755" y="14340"/>
                    </a:lnTo>
                    <a:close/>
                  </a:path>
                </a:pathLst>
              </a:custGeom>
              <a:solidFill>
                <a:srgbClr val="3BA3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6" name="Freeform 471"/>
              <p:cNvSpPr>
                <a:spLocks/>
              </p:cNvSpPr>
              <p:nvPr/>
            </p:nvSpPr>
            <p:spPr bwMode="auto">
              <a:xfrm>
                <a:off x="2474" y="1601"/>
                <a:ext cx="737" cy="1793"/>
              </a:xfrm>
              <a:custGeom>
                <a:avLst/>
                <a:gdLst>
                  <a:gd name="T0" fmla="*/ 90 w 5902"/>
                  <a:gd name="T1" fmla="*/ 224 h 14343"/>
                  <a:gd name="T2" fmla="*/ 0 w 5902"/>
                  <a:gd name="T3" fmla="*/ 1 h 14343"/>
                  <a:gd name="T4" fmla="*/ 1 w 5902"/>
                  <a:gd name="T5" fmla="*/ 1 h 14343"/>
                  <a:gd name="T6" fmla="*/ 1 w 5902"/>
                  <a:gd name="T7" fmla="*/ 0 h 14343"/>
                  <a:gd name="T8" fmla="*/ 2 w 5902"/>
                  <a:gd name="T9" fmla="*/ 0 h 14343"/>
                  <a:gd name="T10" fmla="*/ 2 w 5902"/>
                  <a:gd name="T11" fmla="*/ 0 h 14343"/>
                  <a:gd name="T12" fmla="*/ 92 w 5902"/>
                  <a:gd name="T13" fmla="*/ 223 h 14343"/>
                  <a:gd name="T14" fmla="*/ 92 w 5902"/>
                  <a:gd name="T15" fmla="*/ 224 h 14343"/>
                  <a:gd name="T16" fmla="*/ 91 w 5902"/>
                  <a:gd name="T17" fmla="*/ 224 h 14343"/>
                  <a:gd name="T18" fmla="*/ 90 w 5902"/>
                  <a:gd name="T19" fmla="*/ 224 h 14343"/>
                  <a:gd name="T20" fmla="*/ 90 w 5902"/>
                  <a:gd name="T21" fmla="*/ 224 h 143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2"/>
                  <a:gd name="T34" fmla="*/ 0 h 14343"/>
                  <a:gd name="T35" fmla="*/ 5902 w 5902"/>
                  <a:gd name="T36" fmla="*/ 14343 h 1434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2" h="14343">
                    <a:moveTo>
                      <a:pt x="5757" y="14343"/>
                    </a:moveTo>
                    <a:lnTo>
                      <a:pt x="0" y="52"/>
                    </a:lnTo>
                    <a:lnTo>
                      <a:pt x="37" y="38"/>
                    </a:lnTo>
                    <a:lnTo>
                      <a:pt x="72" y="26"/>
                    </a:lnTo>
                    <a:lnTo>
                      <a:pt x="109" y="13"/>
                    </a:lnTo>
                    <a:lnTo>
                      <a:pt x="145" y="0"/>
                    </a:lnTo>
                    <a:lnTo>
                      <a:pt x="5902" y="14294"/>
                    </a:lnTo>
                    <a:lnTo>
                      <a:pt x="5866" y="14308"/>
                    </a:lnTo>
                    <a:lnTo>
                      <a:pt x="5829" y="14320"/>
                    </a:lnTo>
                    <a:lnTo>
                      <a:pt x="5793" y="14332"/>
                    </a:lnTo>
                    <a:lnTo>
                      <a:pt x="5757" y="14343"/>
                    </a:lnTo>
                    <a:close/>
                  </a:path>
                </a:pathLst>
              </a:custGeom>
              <a:solidFill>
                <a:srgbClr val="3CA6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7" name="Freeform 472"/>
              <p:cNvSpPr>
                <a:spLocks/>
              </p:cNvSpPr>
              <p:nvPr/>
            </p:nvSpPr>
            <p:spPr bwMode="auto">
              <a:xfrm>
                <a:off x="2483" y="1598"/>
                <a:ext cx="737" cy="1793"/>
              </a:xfrm>
              <a:custGeom>
                <a:avLst/>
                <a:gdLst>
                  <a:gd name="T0" fmla="*/ 90 w 5902"/>
                  <a:gd name="T1" fmla="*/ 224 h 14346"/>
                  <a:gd name="T2" fmla="*/ 0 w 5902"/>
                  <a:gd name="T3" fmla="*/ 1 h 14346"/>
                  <a:gd name="T4" fmla="*/ 0 w 5902"/>
                  <a:gd name="T5" fmla="*/ 1 h 14346"/>
                  <a:gd name="T6" fmla="*/ 1 w 5902"/>
                  <a:gd name="T7" fmla="*/ 0 h 14346"/>
                  <a:gd name="T8" fmla="*/ 2 w 5902"/>
                  <a:gd name="T9" fmla="*/ 0 h 14346"/>
                  <a:gd name="T10" fmla="*/ 2 w 5902"/>
                  <a:gd name="T11" fmla="*/ 0 h 14346"/>
                  <a:gd name="T12" fmla="*/ 92 w 5902"/>
                  <a:gd name="T13" fmla="*/ 223 h 14346"/>
                  <a:gd name="T14" fmla="*/ 91 w 5902"/>
                  <a:gd name="T15" fmla="*/ 223 h 14346"/>
                  <a:gd name="T16" fmla="*/ 91 w 5902"/>
                  <a:gd name="T17" fmla="*/ 224 h 14346"/>
                  <a:gd name="T18" fmla="*/ 90 w 5902"/>
                  <a:gd name="T19" fmla="*/ 224 h 14346"/>
                  <a:gd name="T20" fmla="*/ 90 w 5902"/>
                  <a:gd name="T21" fmla="*/ 224 h 143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2"/>
                  <a:gd name="T34" fmla="*/ 0 h 14346"/>
                  <a:gd name="T35" fmla="*/ 5902 w 5902"/>
                  <a:gd name="T36" fmla="*/ 14346 h 143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2" h="14346">
                    <a:moveTo>
                      <a:pt x="5757" y="14346"/>
                    </a:moveTo>
                    <a:lnTo>
                      <a:pt x="0" y="52"/>
                    </a:lnTo>
                    <a:lnTo>
                      <a:pt x="36" y="39"/>
                    </a:lnTo>
                    <a:lnTo>
                      <a:pt x="72" y="26"/>
                    </a:lnTo>
                    <a:lnTo>
                      <a:pt x="108" y="13"/>
                    </a:lnTo>
                    <a:lnTo>
                      <a:pt x="144" y="0"/>
                    </a:lnTo>
                    <a:lnTo>
                      <a:pt x="5902" y="14295"/>
                    </a:lnTo>
                    <a:lnTo>
                      <a:pt x="5865" y="14308"/>
                    </a:lnTo>
                    <a:lnTo>
                      <a:pt x="5829" y="14321"/>
                    </a:lnTo>
                    <a:lnTo>
                      <a:pt x="5793" y="14334"/>
                    </a:lnTo>
                    <a:lnTo>
                      <a:pt x="5757" y="14346"/>
                    </a:lnTo>
                    <a:close/>
                  </a:path>
                </a:pathLst>
              </a:custGeom>
              <a:solidFill>
                <a:srgbClr val="3FAA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8" name="Freeform 473"/>
              <p:cNvSpPr>
                <a:spLocks/>
              </p:cNvSpPr>
              <p:nvPr/>
            </p:nvSpPr>
            <p:spPr bwMode="auto">
              <a:xfrm>
                <a:off x="2492" y="1594"/>
                <a:ext cx="737" cy="1794"/>
              </a:xfrm>
              <a:custGeom>
                <a:avLst/>
                <a:gdLst>
                  <a:gd name="T0" fmla="*/ 90 w 5902"/>
                  <a:gd name="T1" fmla="*/ 224 h 14348"/>
                  <a:gd name="T2" fmla="*/ 0 w 5902"/>
                  <a:gd name="T3" fmla="*/ 1 h 14348"/>
                  <a:gd name="T4" fmla="*/ 0 w 5902"/>
                  <a:gd name="T5" fmla="*/ 1 h 14348"/>
                  <a:gd name="T6" fmla="*/ 1 w 5902"/>
                  <a:gd name="T7" fmla="*/ 1 h 14348"/>
                  <a:gd name="T8" fmla="*/ 2 w 5902"/>
                  <a:gd name="T9" fmla="*/ 0 h 14348"/>
                  <a:gd name="T10" fmla="*/ 2 w 5902"/>
                  <a:gd name="T11" fmla="*/ 0 h 14348"/>
                  <a:gd name="T12" fmla="*/ 92 w 5902"/>
                  <a:gd name="T13" fmla="*/ 224 h 14348"/>
                  <a:gd name="T14" fmla="*/ 91 w 5902"/>
                  <a:gd name="T15" fmla="*/ 224 h 14348"/>
                  <a:gd name="T16" fmla="*/ 91 w 5902"/>
                  <a:gd name="T17" fmla="*/ 224 h 14348"/>
                  <a:gd name="T18" fmla="*/ 90 w 5902"/>
                  <a:gd name="T19" fmla="*/ 224 h 14348"/>
                  <a:gd name="T20" fmla="*/ 90 w 5902"/>
                  <a:gd name="T21" fmla="*/ 224 h 143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2"/>
                  <a:gd name="T34" fmla="*/ 0 h 14348"/>
                  <a:gd name="T35" fmla="*/ 5902 w 5902"/>
                  <a:gd name="T36" fmla="*/ 14348 h 143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2" h="14348">
                    <a:moveTo>
                      <a:pt x="5757" y="14348"/>
                    </a:moveTo>
                    <a:lnTo>
                      <a:pt x="0" y="54"/>
                    </a:lnTo>
                    <a:lnTo>
                      <a:pt x="36" y="41"/>
                    </a:lnTo>
                    <a:lnTo>
                      <a:pt x="71" y="28"/>
                    </a:lnTo>
                    <a:lnTo>
                      <a:pt x="108" y="13"/>
                    </a:lnTo>
                    <a:lnTo>
                      <a:pt x="144" y="0"/>
                    </a:lnTo>
                    <a:lnTo>
                      <a:pt x="5902" y="14297"/>
                    </a:lnTo>
                    <a:lnTo>
                      <a:pt x="5865" y="14310"/>
                    </a:lnTo>
                    <a:lnTo>
                      <a:pt x="5829" y="14323"/>
                    </a:lnTo>
                    <a:lnTo>
                      <a:pt x="5793" y="14336"/>
                    </a:lnTo>
                    <a:lnTo>
                      <a:pt x="5757" y="14348"/>
                    </a:lnTo>
                    <a:close/>
                  </a:path>
                </a:pathLst>
              </a:custGeom>
              <a:solidFill>
                <a:srgbClr val="40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9" name="Freeform 474"/>
              <p:cNvSpPr>
                <a:spLocks/>
              </p:cNvSpPr>
              <p:nvPr/>
            </p:nvSpPr>
            <p:spPr bwMode="auto">
              <a:xfrm>
                <a:off x="2501" y="1591"/>
                <a:ext cx="737" cy="1794"/>
              </a:xfrm>
              <a:custGeom>
                <a:avLst/>
                <a:gdLst>
                  <a:gd name="T0" fmla="*/ 90 w 5901"/>
                  <a:gd name="T1" fmla="*/ 224 h 14351"/>
                  <a:gd name="T2" fmla="*/ 0 w 5901"/>
                  <a:gd name="T3" fmla="*/ 1 h 14351"/>
                  <a:gd name="T4" fmla="*/ 0 w 5901"/>
                  <a:gd name="T5" fmla="*/ 1 h 14351"/>
                  <a:gd name="T6" fmla="*/ 1 w 5901"/>
                  <a:gd name="T7" fmla="*/ 1 h 14351"/>
                  <a:gd name="T8" fmla="*/ 2 w 5901"/>
                  <a:gd name="T9" fmla="*/ 0 h 14351"/>
                  <a:gd name="T10" fmla="*/ 2 w 5901"/>
                  <a:gd name="T11" fmla="*/ 0 h 14351"/>
                  <a:gd name="T12" fmla="*/ 92 w 5901"/>
                  <a:gd name="T13" fmla="*/ 223 h 14351"/>
                  <a:gd name="T14" fmla="*/ 92 w 5901"/>
                  <a:gd name="T15" fmla="*/ 224 h 14351"/>
                  <a:gd name="T16" fmla="*/ 91 w 5901"/>
                  <a:gd name="T17" fmla="*/ 224 h 14351"/>
                  <a:gd name="T18" fmla="*/ 90 w 5901"/>
                  <a:gd name="T19" fmla="*/ 224 h 14351"/>
                  <a:gd name="T20" fmla="*/ 90 w 5901"/>
                  <a:gd name="T21" fmla="*/ 224 h 143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1"/>
                  <a:gd name="T34" fmla="*/ 0 h 14351"/>
                  <a:gd name="T35" fmla="*/ 5901 w 5901"/>
                  <a:gd name="T36" fmla="*/ 14351 h 1435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1" h="14351">
                    <a:moveTo>
                      <a:pt x="5758" y="14351"/>
                    </a:moveTo>
                    <a:lnTo>
                      <a:pt x="0" y="56"/>
                    </a:lnTo>
                    <a:lnTo>
                      <a:pt x="36" y="41"/>
                    </a:lnTo>
                    <a:lnTo>
                      <a:pt x="71" y="28"/>
                    </a:lnTo>
                    <a:lnTo>
                      <a:pt x="108" y="14"/>
                    </a:lnTo>
                    <a:lnTo>
                      <a:pt x="143" y="0"/>
                    </a:lnTo>
                    <a:lnTo>
                      <a:pt x="5901" y="14297"/>
                    </a:lnTo>
                    <a:lnTo>
                      <a:pt x="5865" y="14312"/>
                    </a:lnTo>
                    <a:lnTo>
                      <a:pt x="5829" y="14325"/>
                    </a:lnTo>
                    <a:lnTo>
                      <a:pt x="5793" y="14338"/>
                    </a:lnTo>
                    <a:lnTo>
                      <a:pt x="5758" y="14351"/>
                    </a:lnTo>
                    <a:close/>
                  </a:path>
                </a:pathLst>
              </a:custGeom>
              <a:solidFill>
                <a:srgbClr val="43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0" name="Freeform 475"/>
              <p:cNvSpPr>
                <a:spLocks/>
              </p:cNvSpPr>
              <p:nvPr/>
            </p:nvSpPr>
            <p:spPr bwMode="auto">
              <a:xfrm>
                <a:off x="2510" y="1587"/>
                <a:ext cx="737" cy="1794"/>
              </a:xfrm>
              <a:custGeom>
                <a:avLst/>
                <a:gdLst>
                  <a:gd name="T0" fmla="*/ 90 w 5901"/>
                  <a:gd name="T1" fmla="*/ 224 h 14352"/>
                  <a:gd name="T2" fmla="*/ 0 w 5901"/>
                  <a:gd name="T3" fmla="*/ 1 h 14352"/>
                  <a:gd name="T4" fmla="*/ 0 w 5901"/>
                  <a:gd name="T5" fmla="*/ 1 h 14352"/>
                  <a:gd name="T6" fmla="*/ 1 w 5901"/>
                  <a:gd name="T7" fmla="*/ 1 h 14352"/>
                  <a:gd name="T8" fmla="*/ 2 w 5901"/>
                  <a:gd name="T9" fmla="*/ 0 h 14352"/>
                  <a:gd name="T10" fmla="*/ 2 w 5901"/>
                  <a:gd name="T11" fmla="*/ 0 h 14352"/>
                  <a:gd name="T12" fmla="*/ 2 w 5901"/>
                  <a:gd name="T13" fmla="*/ 0 h 14352"/>
                  <a:gd name="T14" fmla="*/ 92 w 5901"/>
                  <a:gd name="T15" fmla="*/ 223 h 14352"/>
                  <a:gd name="T16" fmla="*/ 92 w 5901"/>
                  <a:gd name="T17" fmla="*/ 223 h 14352"/>
                  <a:gd name="T18" fmla="*/ 91 w 5901"/>
                  <a:gd name="T19" fmla="*/ 224 h 14352"/>
                  <a:gd name="T20" fmla="*/ 91 w 5901"/>
                  <a:gd name="T21" fmla="*/ 224 h 14352"/>
                  <a:gd name="T22" fmla="*/ 90 w 5901"/>
                  <a:gd name="T23" fmla="*/ 224 h 14352"/>
                  <a:gd name="T24" fmla="*/ 90 w 5901"/>
                  <a:gd name="T25" fmla="*/ 224 h 143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901"/>
                  <a:gd name="T40" fmla="*/ 0 h 14352"/>
                  <a:gd name="T41" fmla="*/ 5901 w 5901"/>
                  <a:gd name="T42" fmla="*/ 14352 h 143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901" h="14352">
                    <a:moveTo>
                      <a:pt x="5758" y="14352"/>
                    </a:moveTo>
                    <a:lnTo>
                      <a:pt x="0" y="55"/>
                    </a:lnTo>
                    <a:lnTo>
                      <a:pt x="36" y="41"/>
                    </a:lnTo>
                    <a:lnTo>
                      <a:pt x="71" y="28"/>
                    </a:lnTo>
                    <a:lnTo>
                      <a:pt x="106" y="14"/>
                    </a:lnTo>
                    <a:lnTo>
                      <a:pt x="142" y="0"/>
                    </a:lnTo>
                    <a:lnTo>
                      <a:pt x="5901" y="14296"/>
                    </a:lnTo>
                    <a:lnTo>
                      <a:pt x="5900" y="14297"/>
                    </a:lnTo>
                    <a:lnTo>
                      <a:pt x="5864" y="14311"/>
                    </a:lnTo>
                    <a:lnTo>
                      <a:pt x="5829" y="14325"/>
                    </a:lnTo>
                    <a:lnTo>
                      <a:pt x="5793" y="14339"/>
                    </a:lnTo>
                    <a:lnTo>
                      <a:pt x="5758" y="14352"/>
                    </a:lnTo>
                    <a:close/>
                  </a:path>
                </a:pathLst>
              </a:custGeom>
              <a:solidFill>
                <a:srgbClr val="44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1" name="Freeform 476"/>
              <p:cNvSpPr>
                <a:spLocks/>
              </p:cNvSpPr>
              <p:nvPr/>
            </p:nvSpPr>
            <p:spPr bwMode="auto">
              <a:xfrm>
                <a:off x="2519" y="1584"/>
                <a:ext cx="737" cy="1794"/>
              </a:xfrm>
              <a:custGeom>
                <a:avLst/>
                <a:gdLst>
                  <a:gd name="T0" fmla="*/ 90 w 5901"/>
                  <a:gd name="T1" fmla="*/ 224 h 14354"/>
                  <a:gd name="T2" fmla="*/ 0 w 5901"/>
                  <a:gd name="T3" fmla="*/ 1 h 14354"/>
                  <a:gd name="T4" fmla="*/ 1 w 5901"/>
                  <a:gd name="T5" fmla="*/ 0 h 14354"/>
                  <a:gd name="T6" fmla="*/ 1 w 5901"/>
                  <a:gd name="T7" fmla="*/ 0 h 14354"/>
                  <a:gd name="T8" fmla="*/ 2 w 5901"/>
                  <a:gd name="T9" fmla="*/ 0 h 14354"/>
                  <a:gd name="T10" fmla="*/ 2 w 5901"/>
                  <a:gd name="T11" fmla="*/ 0 h 14354"/>
                  <a:gd name="T12" fmla="*/ 2 w 5901"/>
                  <a:gd name="T13" fmla="*/ 0 h 14354"/>
                  <a:gd name="T14" fmla="*/ 92 w 5901"/>
                  <a:gd name="T15" fmla="*/ 223 h 14354"/>
                  <a:gd name="T16" fmla="*/ 92 w 5901"/>
                  <a:gd name="T17" fmla="*/ 223 h 14354"/>
                  <a:gd name="T18" fmla="*/ 91 w 5901"/>
                  <a:gd name="T19" fmla="*/ 224 h 14354"/>
                  <a:gd name="T20" fmla="*/ 91 w 5901"/>
                  <a:gd name="T21" fmla="*/ 224 h 14354"/>
                  <a:gd name="T22" fmla="*/ 91 w 5901"/>
                  <a:gd name="T23" fmla="*/ 224 h 14354"/>
                  <a:gd name="T24" fmla="*/ 91 w 5901"/>
                  <a:gd name="T25" fmla="*/ 224 h 14354"/>
                  <a:gd name="T26" fmla="*/ 90 w 5901"/>
                  <a:gd name="T27" fmla="*/ 224 h 14354"/>
                  <a:gd name="T28" fmla="*/ 90 w 5901"/>
                  <a:gd name="T29" fmla="*/ 224 h 14354"/>
                  <a:gd name="T30" fmla="*/ 90 w 5901"/>
                  <a:gd name="T31" fmla="*/ 224 h 1435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901"/>
                  <a:gd name="T49" fmla="*/ 0 h 14354"/>
                  <a:gd name="T50" fmla="*/ 5901 w 5901"/>
                  <a:gd name="T51" fmla="*/ 14354 h 1435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901" h="14354">
                    <a:moveTo>
                      <a:pt x="5758" y="14354"/>
                    </a:moveTo>
                    <a:lnTo>
                      <a:pt x="0" y="57"/>
                    </a:lnTo>
                    <a:lnTo>
                      <a:pt x="71" y="30"/>
                    </a:lnTo>
                    <a:lnTo>
                      <a:pt x="89" y="21"/>
                    </a:lnTo>
                    <a:lnTo>
                      <a:pt x="106" y="14"/>
                    </a:lnTo>
                    <a:lnTo>
                      <a:pt x="125" y="7"/>
                    </a:lnTo>
                    <a:lnTo>
                      <a:pt x="142" y="0"/>
                    </a:lnTo>
                    <a:lnTo>
                      <a:pt x="5901" y="14298"/>
                    </a:lnTo>
                    <a:lnTo>
                      <a:pt x="5882" y="14305"/>
                    </a:lnTo>
                    <a:lnTo>
                      <a:pt x="5864" y="14312"/>
                    </a:lnTo>
                    <a:lnTo>
                      <a:pt x="5847" y="14320"/>
                    </a:lnTo>
                    <a:lnTo>
                      <a:pt x="5829" y="14327"/>
                    </a:lnTo>
                    <a:lnTo>
                      <a:pt x="5810" y="14334"/>
                    </a:lnTo>
                    <a:lnTo>
                      <a:pt x="5793" y="14341"/>
                    </a:lnTo>
                    <a:lnTo>
                      <a:pt x="5776" y="14347"/>
                    </a:lnTo>
                    <a:lnTo>
                      <a:pt x="5758" y="14354"/>
                    </a:lnTo>
                    <a:close/>
                  </a:path>
                </a:pathLst>
              </a:custGeom>
              <a:solidFill>
                <a:srgbClr val="47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2" name="Freeform 477"/>
              <p:cNvSpPr>
                <a:spLocks/>
              </p:cNvSpPr>
              <p:nvPr/>
            </p:nvSpPr>
            <p:spPr bwMode="auto">
              <a:xfrm>
                <a:off x="2527" y="1580"/>
                <a:ext cx="738" cy="1794"/>
              </a:xfrm>
              <a:custGeom>
                <a:avLst/>
                <a:gdLst>
                  <a:gd name="T0" fmla="*/ 90 w 5900"/>
                  <a:gd name="T1" fmla="*/ 224 h 14355"/>
                  <a:gd name="T2" fmla="*/ 0 w 5900"/>
                  <a:gd name="T3" fmla="*/ 1 h 14355"/>
                  <a:gd name="T4" fmla="*/ 1 w 5900"/>
                  <a:gd name="T5" fmla="*/ 1 h 14355"/>
                  <a:gd name="T6" fmla="*/ 1 w 5900"/>
                  <a:gd name="T7" fmla="*/ 0 h 14355"/>
                  <a:gd name="T8" fmla="*/ 2 w 5900"/>
                  <a:gd name="T9" fmla="*/ 0 h 14355"/>
                  <a:gd name="T10" fmla="*/ 2 w 5900"/>
                  <a:gd name="T11" fmla="*/ 0 h 14355"/>
                  <a:gd name="T12" fmla="*/ 92 w 5900"/>
                  <a:gd name="T13" fmla="*/ 223 h 14355"/>
                  <a:gd name="T14" fmla="*/ 92 w 5900"/>
                  <a:gd name="T15" fmla="*/ 224 h 14355"/>
                  <a:gd name="T16" fmla="*/ 91 w 5900"/>
                  <a:gd name="T17" fmla="*/ 224 h 14355"/>
                  <a:gd name="T18" fmla="*/ 91 w 5900"/>
                  <a:gd name="T19" fmla="*/ 224 h 14355"/>
                  <a:gd name="T20" fmla="*/ 90 w 5900"/>
                  <a:gd name="T21" fmla="*/ 224 h 1435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00"/>
                  <a:gd name="T34" fmla="*/ 0 h 14355"/>
                  <a:gd name="T35" fmla="*/ 5900 w 5900"/>
                  <a:gd name="T36" fmla="*/ 14355 h 1435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00" h="14355">
                    <a:moveTo>
                      <a:pt x="5759" y="14355"/>
                    </a:moveTo>
                    <a:lnTo>
                      <a:pt x="0" y="59"/>
                    </a:lnTo>
                    <a:lnTo>
                      <a:pt x="36" y="43"/>
                    </a:lnTo>
                    <a:lnTo>
                      <a:pt x="72" y="29"/>
                    </a:lnTo>
                    <a:lnTo>
                      <a:pt x="107" y="14"/>
                    </a:lnTo>
                    <a:lnTo>
                      <a:pt x="142" y="0"/>
                    </a:lnTo>
                    <a:lnTo>
                      <a:pt x="5900" y="14296"/>
                    </a:lnTo>
                    <a:lnTo>
                      <a:pt x="5865" y="14312"/>
                    </a:lnTo>
                    <a:lnTo>
                      <a:pt x="5830" y="14327"/>
                    </a:lnTo>
                    <a:lnTo>
                      <a:pt x="5794" y="14341"/>
                    </a:lnTo>
                    <a:lnTo>
                      <a:pt x="5759" y="14355"/>
                    </a:lnTo>
                    <a:close/>
                  </a:path>
                </a:pathLst>
              </a:custGeom>
              <a:solidFill>
                <a:srgbClr val="4E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3" name="Freeform 478"/>
              <p:cNvSpPr>
                <a:spLocks/>
              </p:cNvSpPr>
              <p:nvPr/>
            </p:nvSpPr>
            <p:spPr bwMode="auto">
              <a:xfrm>
                <a:off x="2536" y="1576"/>
                <a:ext cx="738" cy="1795"/>
              </a:xfrm>
              <a:custGeom>
                <a:avLst/>
                <a:gdLst>
                  <a:gd name="T0" fmla="*/ 90 w 5898"/>
                  <a:gd name="T1" fmla="*/ 224 h 14359"/>
                  <a:gd name="T2" fmla="*/ 0 w 5898"/>
                  <a:gd name="T3" fmla="*/ 1 h 14359"/>
                  <a:gd name="T4" fmla="*/ 1 w 5898"/>
                  <a:gd name="T5" fmla="*/ 1 h 14359"/>
                  <a:gd name="T6" fmla="*/ 1 w 5898"/>
                  <a:gd name="T7" fmla="*/ 1 h 14359"/>
                  <a:gd name="T8" fmla="*/ 2 w 5898"/>
                  <a:gd name="T9" fmla="*/ 0 h 14359"/>
                  <a:gd name="T10" fmla="*/ 2 w 5898"/>
                  <a:gd name="T11" fmla="*/ 0 h 14359"/>
                  <a:gd name="T12" fmla="*/ 92 w 5898"/>
                  <a:gd name="T13" fmla="*/ 223 h 14359"/>
                  <a:gd name="T14" fmla="*/ 92 w 5898"/>
                  <a:gd name="T15" fmla="*/ 224 h 14359"/>
                  <a:gd name="T16" fmla="*/ 91 w 5898"/>
                  <a:gd name="T17" fmla="*/ 224 h 14359"/>
                  <a:gd name="T18" fmla="*/ 91 w 5898"/>
                  <a:gd name="T19" fmla="*/ 224 h 14359"/>
                  <a:gd name="T20" fmla="*/ 90 w 5898"/>
                  <a:gd name="T21" fmla="*/ 224 h 143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8"/>
                  <a:gd name="T34" fmla="*/ 0 h 14359"/>
                  <a:gd name="T35" fmla="*/ 5898 w 5898"/>
                  <a:gd name="T36" fmla="*/ 14359 h 143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8" h="14359">
                    <a:moveTo>
                      <a:pt x="5759" y="14359"/>
                    </a:moveTo>
                    <a:lnTo>
                      <a:pt x="0" y="61"/>
                    </a:lnTo>
                    <a:lnTo>
                      <a:pt x="36" y="46"/>
                    </a:lnTo>
                    <a:lnTo>
                      <a:pt x="72" y="31"/>
                    </a:lnTo>
                    <a:lnTo>
                      <a:pt x="106" y="16"/>
                    </a:lnTo>
                    <a:lnTo>
                      <a:pt x="141" y="0"/>
                    </a:lnTo>
                    <a:lnTo>
                      <a:pt x="5898" y="14298"/>
                    </a:lnTo>
                    <a:lnTo>
                      <a:pt x="5864" y="14313"/>
                    </a:lnTo>
                    <a:lnTo>
                      <a:pt x="5830" y="14328"/>
                    </a:lnTo>
                    <a:lnTo>
                      <a:pt x="5794" y="14344"/>
                    </a:lnTo>
                    <a:lnTo>
                      <a:pt x="5759" y="14359"/>
                    </a:lnTo>
                    <a:close/>
                  </a:path>
                </a:pathLst>
              </a:custGeom>
              <a:solidFill>
                <a:srgbClr val="52BC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4" name="Freeform 479"/>
              <p:cNvSpPr>
                <a:spLocks/>
              </p:cNvSpPr>
              <p:nvPr/>
            </p:nvSpPr>
            <p:spPr bwMode="auto">
              <a:xfrm>
                <a:off x="2545" y="1572"/>
                <a:ext cx="737" cy="1795"/>
              </a:xfrm>
              <a:custGeom>
                <a:avLst/>
                <a:gdLst>
                  <a:gd name="T0" fmla="*/ 90 w 5897"/>
                  <a:gd name="T1" fmla="*/ 224 h 14359"/>
                  <a:gd name="T2" fmla="*/ 0 w 5897"/>
                  <a:gd name="T3" fmla="*/ 1 h 14359"/>
                  <a:gd name="T4" fmla="*/ 0 w 5897"/>
                  <a:gd name="T5" fmla="*/ 1 h 14359"/>
                  <a:gd name="T6" fmla="*/ 1 w 5897"/>
                  <a:gd name="T7" fmla="*/ 1 h 14359"/>
                  <a:gd name="T8" fmla="*/ 2 w 5897"/>
                  <a:gd name="T9" fmla="*/ 0 h 14359"/>
                  <a:gd name="T10" fmla="*/ 2 w 5897"/>
                  <a:gd name="T11" fmla="*/ 0 h 14359"/>
                  <a:gd name="T12" fmla="*/ 92 w 5897"/>
                  <a:gd name="T13" fmla="*/ 223 h 14359"/>
                  <a:gd name="T14" fmla="*/ 92 w 5897"/>
                  <a:gd name="T15" fmla="*/ 224 h 14359"/>
                  <a:gd name="T16" fmla="*/ 91 w 5897"/>
                  <a:gd name="T17" fmla="*/ 224 h 14359"/>
                  <a:gd name="T18" fmla="*/ 90 w 5897"/>
                  <a:gd name="T19" fmla="*/ 224 h 14359"/>
                  <a:gd name="T20" fmla="*/ 90 w 5897"/>
                  <a:gd name="T21" fmla="*/ 224 h 143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7"/>
                  <a:gd name="T34" fmla="*/ 0 h 14359"/>
                  <a:gd name="T35" fmla="*/ 5897 w 5897"/>
                  <a:gd name="T36" fmla="*/ 14359 h 143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7" h="14359">
                    <a:moveTo>
                      <a:pt x="5758" y="14359"/>
                    </a:moveTo>
                    <a:lnTo>
                      <a:pt x="0" y="63"/>
                    </a:lnTo>
                    <a:lnTo>
                      <a:pt x="35" y="47"/>
                    </a:lnTo>
                    <a:lnTo>
                      <a:pt x="71" y="31"/>
                    </a:lnTo>
                    <a:lnTo>
                      <a:pt x="105" y="16"/>
                    </a:lnTo>
                    <a:lnTo>
                      <a:pt x="140" y="0"/>
                    </a:lnTo>
                    <a:lnTo>
                      <a:pt x="5897" y="14298"/>
                    </a:lnTo>
                    <a:lnTo>
                      <a:pt x="5863" y="14313"/>
                    </a:lnTo>
                    <a:lnTo>
                      <a:pt x="5828" y="14329"/>
                    </a:lnTo>
                    <a:lnTo>
                      <a:pt x="5793" y="14344"/>
                    </a:lnTo>
                    <a:lnTo>
                      <a:pt x="5758" y="14359"/>
                    </a:lnTo>
                    <a:close/>
                  </a:path>
                </a:pathLst>
              </a:custGeom>
              <a:solidFill>
                <a:srgbClr val="58BE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5" name="Freeform 480"/>
              <p:cNvSpPr>
                <a:spLocks/>
              </p:cNvSpPr>
              <p:nvPr/>
            </p:nvSpPr>
            <p:spPr bwMode="auto">
              <a:xfrm>
                <a:off x="2554" y="1568"/>
                <a:ext cx="737" cy="1795"/>
              </a:xfrm>
              <a:custGeom>
                <a:avLst/>
                <a:gdLst>
                  <a:gd name="T0" fmla="*/ 90 w 5897"/>
                  <a:gd name="T1" fmla="*/ 224 h 14360"/>
                  <a:gd name="T2" fmla="*/ 0 w 5897"/>
                  <a:gd name="T3" fmla="*/ 1 h 14360"/>
                  <a:gd name="T4" fmla="*/ 0 w 5897"/>
                  <a:gd name="T5" fmla="*/ 1 h 14360"/>
                  <a:gd name="T6" fmla="*/ 1 w 5897"/>
                  <a:gd name="T7" fmla="*/ 1 h 14360"/>
                  <a:gd name="T8" fmla="*/ 2 w 5897"/>
                  <a:gd name="T9" fmla="*/ 0 h 14360"/>
                  <a:gd name="T10" fmla="*/ 2 w 5897"/>
                  <a:gd name="T11" fmla="*/ 0 h 14360"/>
                  <a:gd name="T12" fmla="*/ 92 w 5897"/>
                  <a:gd name="T13" fmla="*/ 223 h 14360"/>
                  <a:gd name="T14" fmla="*/ 92 w 5897"/>
                  <a:gd name="T15" fmla="*/ 224 h 14360"/>
                  <a:gd name="T16" fmla="*/ 91 w 5897"/>
                  <a:gd name="T17" fmla="*/ 224 h 14360"/>
                  <a:gd name="T18" fmla="*/ 90 w 5897"/>
                  <a:gd name="T19" fmla="*/ 224 h 14360"/>
                  <a:gd name="T20" fmla="*/ 90 w 5897"/>
                  <a:gd name="T21" fmla="*/ 224 h 1436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7"/>
                  <a:gd name="T34" fmla="*/ 0 h 14360"/>
                  <a:gd name="T35" fmla="*/ 5897 w 5897"/>
                  <a:gd name="T36" fmla="*/ 14360 h 1436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7" h="14360">
                    <a:moveTo>
                      <a:pt x="5757" y="14360"/>
                    </a:moveTo>
                    <a:lnTo>
                      <a:pt x="0" y="62"/>
                    </a:lnTo>
                    <a:lnTo>
                      <a:pt x="35" y="47"/>
                    </a:lnTo>
                    <a:lnTo>
                      <a:pt x="71" y="31"/>
                    </a:lnTo>
                    <a:lnTo>
                      <a:pt x="105" y="15"/>
                    </a:lnTo>
                    <a:lnTo>
                      <a:pt x="139" y="0"/>
                    </a:lnTo>
                    <a:lnTo>
                      <a:pt x="5897" y="14295"/>
                    </a:lnTo>
                    <a:lnTo>
                      <a:pt x="5863" y="14311"/>
                    </a:lnTo>
                    <a:lnTo>
                      <a:pt x="5828" y="14328"/>
                    </a:lnTo>
                    <a:lnTo>
                      <a:pt x="5793" y="14344"/>
                    </a:lnTo>
                    <a:lnTo>
                      <a:pt x="5757" y="14360"/>
                    </a:lnTo>
                    <a:close/>
                  </a:path>
                </a:pathLst>
              </a:custGeom>
              <a:solidFill>
                <a:srgbClr val="5D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6" name="Freeform 481"/>
              <p:cNvSpPr>
                <a:spLocks/>
              </p:cNvSpPr>
              <p:nvPr/>
            </p:nvSpPr>
            <p:spPr bwMode="auto">
              <a:xfrm>
                <a:off x="2563" y="1564"/>
                <a:ext cx="737" cy="1795"/>
              </a:xfrm>
              <a:custGeom>
                <a:avLst/>
                <a:gdLst>
                  <a:gd name="T0" fmla="*/ 90 w 5896"/>
                  <a:gd name="T1" fmla="*/ 224 h 14363"/>
                  <a:gd name="T2" fmla="*/ 0 w 5896"/>
                  <a:gd name="T3" fmla="*/ 1 h 14363"/>
                  <a:gd name="T4" fmla="*/ 1 w 5896"/>
                  <a:gd name="T5" fmla="*/ 1 h 14363"/>
                  <a:gd name="T6" fmla="*/ 1 w 5896"/>
                  <a:gd name="T7" fmla="*/ 0 h 14363"/>
                  <a:gd name="T8" fmla="*/ 2 w 5896"/>
                  <a:gd name="T9" fmla="*/ 0 h 14363"/>
                  <a:gd name="T10" fmla="*/ 2 w 5896"/>
                  <a:gd name="T11" fmla="*/ 0 h 14363"/>
                  <a:gd name="T12" fmla="*/ 92 w 5896"/>
                  <a:gd name="T13" fmla="*/ 223 h 14363"/>
                  <a:gd name="T14" fmla="*/ 92 w 5896"/>
                  <a:gd name="T15" fmla="*/ 224 h 14363"/>
                  <a:gd name="T16" fmla="*/ 91 w 5896"/>
                  <a:gd name="T17" fmla="*/ 224 h 14363"/>
                  <a:gd name="T18" fmla="*/ 91 w 5896"/>
                  <a:gd name="T19" fmla="*/ 224 h 14363"/>
                  <a:gd name="T20" fmla="*/ 90 w 5896"/>
                  <a:gd name="T21" fmla="*/ 224 h 143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6"/>
                  <a:gd name="T34" fmla="*/ 0 h 14363"/>
                  <a:gd name="T35" fmla="*/ 5896 w 5896"/>
                  <a:gd name="T36" fmla="*/ 14363 h 1436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6" h="14363">
                    <a:moveTo>
                      <a:pt x="5757" y="14363"/>
                    </a:moveTo>
                    <a:lnTo>
                      <a:pt x="0" y="65"/>
                    </a:lnTo>
                    <a:lnTo>
                      <a:pt x="35" y="49"/>
                    </a:lnTo>
                    <a:lnTo>
                      <a:pt x="70" y="33"/>
                    </a:lnTo>
                    <a:lnTo>
                      <a:pt x="105" y="16"/>
                    </a:lnTo>
                    <a:lnTo>
                      <a:pt x="138" y="0"/>
                    </a:lnTo>
                    <a:lnTo>
                      <a:pt x="5896" y="14297"/>
                    </a:lnTo>
                    <a:lnTo>
                      <a:pt x="5862" y="14313"/>
                    </a:lnTo>
                    <a:lnTo>
                      <a:pt x="5827" y="14329"/>
                    </a:lnTo>
                    <a:lnTo>
                      <a:pt x="5793" y="14345"/>
                    </a:lnTo>
                    <a:lnTo>
                      <a:pt x="5757" y="14363"/>
                    </a:lnTo>
                    <a:close/>
                  </a:path>
                </a:pathLst>
              </a:custGeom>
              <a:solidFill>
                <a:srgbClr val="62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7" name="Freeform 482"/>
              <p:cNvSpPr>
                <a:spLocks/>
              </p:cNvSpPr>
              <p:nvPr/>
            </p:nvSpPr>
            <p:spPr bwMode="auto">
              <a:xfrm>
                <a:off x="2571" y="1560"/>
                <a:ext cx="737" cy="1795"/>
              </a:xfrm>
              <a:custGeom>
                <a:avLst/>
                <a:gdLst>
                  <a:gd name="T0" fmla="*/ 90 w 5896"/>
                  <a:gd name="T1" fmla="*/ 224 h 14363"/>
                  <a:gd name="T2" fmla="*/ 0 w 5896"/>
                  <a:gd name="T3" fmla="*/ 1 h 14363"/>
                  <a:gd name="T4" fmla="*/ 1 w 5896"/>
                  <a:gd name="T5" fmla="*/ 1 h 14363"/>
                  <a:gd name="T6" fmla="*/ 1 w 5896"/>
                  <a:gd name="T7" fmla="*/ 0 h 14363"/>
                  <a:gd name="T8" fmla="*/ 2 w 5896"/>
                  <a:gd name="T9" fmla="*/ 0 h 14363"/>
                  <a:gd name="T10" fmla="*/ 2 w 5896"/>
                  <a:gd name="T11" fmla="*/ 0 h 14363"/>
                  <a:gd name="T12" fmla="*/ 92 w 5896"/>
                  <a:gd name="T13" fmla="*/ 223 h 14363"/>
                  <a:gd name="T14" fmla="*/ 92 w 5896"/>
                  <a:gd name="T15" fmla="*/ 224 h 14363"/>
                  <a:gd name="T16" fmla="*/ 91 w 5896"/>
                  <a:gd name="T17" fmla="*/ 224 h 14363"/>
                  <a:gd name="T18" fmla="*/ 91 w 5896"/>
                  <a:gd name="T19" fmla="*/ 224 h 14363"/>
                  <a:gd name="T20" fmla="*/ 90 w 5896"/>
                  <a:gd name="T21" fmla="*/ 224 h 143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6"/>
                  <a:gd name="T34" fmla="*/ 0 h 14363"/>
                  <a:gd name="T35" fmla="*/ 5896 w 5896"/>
                  <a:gd name="T36" fmla="*/ 14363 h 1436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6" h="14363">
                    <a:moveTo>
                      <a:pt x="5758" y="14363"/>
                    </a:moveTo>
                    <a:lnTo>
                      <a:pt x="0" y="68"/>
                    </a:lnTo>
                    <a:lnTo>
                      <a:pt x="36" y="50"/>
                    </a:lnTo>
                    <a:lnTo>
                      <a:pt x="70" y="34"/>
                    </a:lnTo>
                    <a:lnTo>
                      <a:pt x="105" y="17"/>
                    </a:lnTo>
                    <a:lnTo>
                      <a:pt x="138" y="0"/>
                    </a:lnTo>
                    <a:lnTo>
                      <a:pt x="5896" y="14296"/>
                    </a:lnTo>
                    <a:lnTo>
                      <a:pt x="5862" y="14313"/>
                    </a:lnTo>
                    <a:lnTo>
                      <a:pt x="5828" y="14330"/>
                    </a:lnTo>
                    <a:lnTo>
                      <a:pt x="5793" y="14347"/>
                    </a:lnTo>
                    <a:lnTo>
                      <a:pt x="5758" y="14363"/>
                    </a:lnTo>
                    <a:close/>
                  </a:path>
                </a:pathLst>
              </a:custGeom>
              <a:solidFill>
                <a:srgbClr val="66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8" name="Freeform 483"/>
              <p:cNvSpPr>
                <a:spLocks/>
              </p:cNvSpPr>
              <p:nvPr/>
            </p:nvSpPr>
            <p:spPr bwMode="auto">
              <a:xfrm>
                <a:off x="2580" y="1555"/>
                <a:ext cx="737" cy="1796"/>
              </a:xfrm>
              <a:custGeom>
                <a:avLst/>
                <a:gdLst>
                  <a:gd name="T0" fmla="*/ 90 w 5895"/>
                  <a:gd name="T1" fmla="*/ 225 h 14366"/>
                  <a:gd name="T2" fmla="*/ 0 w 5895"/>
                  <a:gd name="T3" fmla="*/ 1 h 14366"/>
                  <a:gd name="T4" fmla="*/ 1 w 5895"/>
                  <a:gd name="T5" fmla="*/ 1 h 14366"/>
                  <a:gd name="T6" fmla="*/ 1 w 5895"/>
                  <a:gd name="T7" fmla="*/ 1 h 14366"/>
                  <a:gd name="T8" fmla="*/ 2 w 5895"/>
                  <a:gd name="T9" fmla="*/ 0 h 14366"/>
                  <a:gd name="T10" fmla="*/ 2 w 5895"/>
                  <a:gd name="T11" fmla="*/ 0 h 14366"/>
                  <a:gd name="T12" fmla="*/ 92 w 5895"/>
                  <a:gd name="T13" fmla="*/ 223 h 14366"/>
                  <a:gd name="T14" fmla="*/ 92 w 5895"/>
                  <a:gd name="T15" fmla="*/ 224 h 14366"/>
                  <a:gd name="T16" fmla="*/ 91 w 5895"/>
                  <a:gd name="T17" fmla="*/ 224 h 14366"/>
                  <a:gd name="T18" fmla="*/ 91 w 5895"/>
                  <a:gd name="T19" fmla="*/ 224 h 14366"/>
                  <a:gd name="T20" fmla="*/ 90 w 5895"/>
                  <a:gd name="T21" fmla="*/ 225 h 143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5"/>
                  <a:gd name="T34" fmla="*/ 0 h 14366"/>
                  <a:gd name="T35" fmla="*/ 5895 w 5895"/>
                  <a:gd name="T36" fmla="*/ 14366 h 1436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5" h="14366">
                    <a:moveTo>
                      <a:pt x="5758" y="14366"/>
                    </a:moveTo>
                    <a:lnTo>
                      <a:pt x="0" y="69"/>
                    </a:lnTo>
                    <a:lnTo>
                      <a:pt x="36" y="52"/>
                    </a:lnTo>
                    <a:lnTo>
                      <a:pt x="70" y="35"/>
                    </a:lnTo>
                    <a:lnTo>
                      <a:pt x="105" y="18"/>
                    </a:lnTo>
                    <a:lnTo>
                      <a:pt x="138" y="0"/>
                    </a:lnTo>
                    <a:lnTo>
                      <a:pt x="5895" y="14296"/>
                    </a:lnTo>
                    <a:lnTo>
                      <a:pt x="5862" y="14313"/>
                    </a:lnTo>
                    <a:lnTo>
                      <a:pt x="5828" y="14330"/>
                    </a:lnTo>
                    <a:lnTo>
                      <a:pt x="5793" y="14348"/>
                    </a:lnTo>
                    <a:lnTo>
                      <a:pt x="5758" y="14366"/>
                    </a:lnTo>
                    <a:close/>
                  </a:path>
                </a:pathLst>
              </a:custGeom>
              <a:solidFill>
                <a:srgbClr val="6BC3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9" name="Freeform 484"/>
              <p:cNvSpPr>
                <a:spLocks/>
              </p:cNvSpPr>
              <p:nvPr/>
            </p:nvSpPr>
            <p:spPr bwMode="auto">
              <a:xfrm>
                <a:off x="2589" y="1551"/>
                <a:ext cx="736" cy="1796"/>
              </a:xfrm>
              <a:custGeom>
                <a:avLst/>
                <a:gdLst>
                  <a:gd name="T0" fmla="*/ 90 w 5895"/>
                  <a:gd name="T1" fmla="*/ 225 h 14366"/>
                  <a:gd name="T2" fmla="*/ 0 w 5895"/>
                  <a:gd name="T3" fmla="*/ 1 h 14366"/>
                  <a:gd name="T4" fmla="*/ 0 w 5895"/>
                  <a:gd name="T5" fmla="*/ 1 h 14366"/>
                  <a:gd name="T6" fmla="*/ 1 w 5895"/>
                  <a:gd name="T7" fmla="*/ 1 h 14366"/>
                  <a:gd name="T8" fmla="*/ 2 w 5895"/>
                  <a:gd name="T9" fmla="*/ 0 h 14366"/>
                  <a:gd name="T10" fmla="*/ 2 w 5895"/>
                  <a:gd name="T11" fmla="*/ 0 h 14366"/>
                  <a:gd name="T12" fmla="*/ 92 w 5895"/>
                  <a:gd name="T13" fmla="*/ 223 h 14366"/>
                  <a:gd name="T14" fmla="*/ 91 w 5895"/>
                  <a:gd name="T15" fmla="*/ 224 h 14366"/>
                  <a:gd name="T16" fmla="*/ 91 w 5895"/>
                  <a:gd name="T17" fmla="*/ 224 h 14366"/>
                  <a:gd name="T18" fmla="*/ 90 w 5895"/>
                  <a:gd name="T19" fmla="*/ 224 h 14366"/>
                  <a:gd name="T20" fmla="*/ 90 w 5895"/>
                  <a:gd name="T21" fmla="*/ 225 h 143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5"/>
                  <a:gd name="T34" fmla="*/ 0 h 14366"/>
                  <a:gd name="T35" fmla="*/ 5895 w 5895"/>
                  <a:gd name="T36" fmla="*/ 14366 h 1436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5" h="14366">
                    <a:moveTo>
                      <a:pt x="5758" y="14366"/>
                    </a:moveTo>
                    <a:lnTo>
                      <a:pt x="0" y="70"/>
                    </a:lnTo>
                    <a:lnTo>
                      <a:pt x="36" y="53"/>
                    </a:lnTo>
                    <a:lnTo>
                      <a:pt x="70" y="35"/>
                    </a:lnTo>
                    <a:lnTo>
                      <a:pt x="104" y="17"/>
                    </a:lnTo>
                    <a:lnTo>
                      <a:pt x="137" y="0"/>
                    </a:lnTo>
                    <a:lnTo>
                      <a:pt x="5895" y="14294"/>
                    </a:lnTo>
                    <a:lnTo>
                      <a:pt x="5860" y="14313"/>
                    </a:lnTo>
                    <a:lnTo>
                      <a:pt x="5827" y="14331"/>
                    </a:lnTo>
                    <a:lnTo>
                      <a:pt x="5793" y="14348"/>
                    </a:lnTo>
                    <a:lnTo>
                      <a:pt x="5758" y="14366"/>
                    </a:lnTo>
                    <a:close/>
                  </a:path>
                </a:pathLst>
              </a:custGeom>
              <a:solidFill>
                <a:srgbClr val="6FC4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0" name="Freeform 485"/>
              <p:cNvSpPr>
                <a:spLocks/>
              </p:cNvSpPr>
              <p:nvPr/>
            </p:nvSpPr>
            <p:spPr bwMode="auto">
              <a:xfrm>
                <a:off x="2597" y="1546"/>
                <a:ext cx="737" cy="1796"/>
              </a:xfrm>
              <a:custGeom>
                <a:avLst/>
                <a:gdLst>
                  <a:gd name="T0" fmla="*/ 90 w 5893"/>
                  <a:gd name="T1" fmla="*/ 225 h 14367"/>
                  <a:gd name="T2" fmla="*/ 0 w 5893"/>
                  <a:gd name="T3" fmla="*/ 1 h 14367"/>
                  <a:gd name="T4" fmla="*/ 1 w 5893"/>
                  <a:gd name="T5" fmla="*/ 1 h 14367"/>
                  <a:gd name="T6" fmla="*/ 1 w 5893"/>
                  <a:gd name="T7" fmla="*/ 1 h 14367"/>
                  <a:gd name="T8" fmla="*/ 2 w 5893"/>
                  <a:gd name="T9" fmla="*/ 0 h 14367"/>
                  <a:gd name="T10" fmla="*/ 2 w 5893"/>
                  <a:gd name="T11" fmla="*/ 0 h 14367"/>
                  <a:gd name="T12" fmla="*/ 92 w 5893"/>
                  <a:gd name="T13" fmla="*/ 223 h 14367"/>
                  <a:gd name="T14" fmla="*/ 92 w 5893"/>
                  <a:gd name="T15" fmla="*/ 224 h 14367"/>
                  <a:gd name="T16" fmla="*/ 91 w 5893"/>
                  <a:gd name="T17" fmla="*/ 224 h 14367"/>
                  <a:gd name="T18" fmla="*/ 91 w 5893"/>
                  <a:gd name="T19" fmla="*/ 224 h 14367"/>
                  <a:gd name="T20" fmla="*/ 90 w 5893"/>
                  <a:gd name="T21" fmla="*/ 225 h 143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3"/>
                  <a:gd name="T34" fmla="*/ 0 h 14367"/>
                  <a:gd name="T35" fmla="*/ 5893 w 5893"/>
                  <a:gd name="T36" fmla="*/ 14367 h 143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3" h="14367">
                    <a:moveTo>
                      <a:pt x="5757" y="14367"/>
                    </a:moveTo>
                    <a:lnTo>
                      <a:pt x="0" y="71"/>
                    </a:lnTo>
                    <a:lnTo>
                      <a:pt x="35" y="53"/>
                    </a:lnTo>
                    <a:lnTo>
                      <a:pt x="69" y="35"/>
                    </a:lnTo>
                    <a:lnTo>
                      <a:pt x="102" y="17"/>
                    </a:lnTo>
                    <a:lnTo>
                      <a:pt x="136" y="0"/>
                    </a:lnTo>
                    <a:lnTo>
                      <a:pt x="5893" y="14294"/>
                    </a:lnTo>
                    <a:lnTo>
                      <a:pt x="5860" y="14312"/>
                    </a:lnTo>
                    <a:lnTo>
                      <a:pt x="5826" y="14330"/>
                    </a:lnTo>
                    <a:lnTo>
                      <a:pt x="5792" y="14349"/>
                    </a:lnTo>
                    <a:lnTo>
                      <a:pt x="5757" y="14367"/>
                    </a:lnTo>
                    <a:close/>
                  </a:path>
                </a:pathLst>
              </a:custGeom>
              <a:solidFill>
                <a:srgbClr val="73C5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1" name="Freeform 486"/>
              <p:cNvSpPr>
                <a:spLocks/>
              </p:cNvSpPr>
              <p:nvPr/>
            </p:nvSpPr>
            <p:spPr bwMode="auto">
              <a:xfrm>
                <a:off x="2606" y="1542"/>
                <a:ext cx="736" cy="1796"/>
              </a:xfrm>
              <a:custGeom>
                <a:avLst/>
                <a:gdLst>
                  <a:gd name="T0" fmla="*/ 90 w 5893"/>
                  <a:gd name="T1" fmla="*/ 225 h 14368"/>
                  <a:gd name="T2" fmla="*/ 0 w 5893"/>
                  <a:gd name="T3" fmla="*/ 1 h 14368"/>
                  <a:gd name="T4" fmla="*/ 0 w 5893"/>
                  <a:gd name="T5" fmla="*/ 1 h 14368"/>
                  <a:gd name="T6" fmla="*/ 1 w 5893"/>
                  <a:gd name="T7" fmla="*/ 1 h 14368"/>
                  <a:gd name="T8" fmla="*/ 2 w 5893"/>
                  <a:gd name="T9" fmla="*/ 0 h 14368"/>
                  <a:gd name="T10" fmla="*/ 2 w 5893"/>
                  <a:gd name="T11" fmla="*/ 0 h 14368"/>
                  <a:gd name="T12" fmla="*/ 92 w 5893"/>
                  <a:gd name="T13" fmla="*/ 223 h 14368"/>
                  <a:gd name="T14" fmla="*/ 91 w 5893"/>
                  <a:gd name="T15" fmla="*/ 224 h 14368"/>
                  <a:gd name="T16" fmla="*/ 91 w 5893"/>
                  <a:gd name="T17" fmla="*/ 224 h 14368"/>
                  <a:gd name="T18" fmla="*/ 90 w 5893"/>
                  <a:gd name="T19" fmla="*/ 224 h 14368"/>
                  <a:gd name="T20" fmla="*/ 90 w 5893"/>
                  <a:gd name="T21" fmla="*/ 225 h 1436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3"/>
                  <a:gd name="T34" fmla="*/ 0 h 14368"/>
                  <a:gd name="T35" fmla="*/ 5893 w 5893"/>
                  <a:gd name="T36" fmla="*/ 14368 h 1436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3" h="14368">
                    <a:moveTo>
                      <a:pt x="5758" y="14368"/>
                    </a:moveTo>
                    <a:lnTo>
                      <a:pt x="0" y="74"/>
                    </a:lnTo>
                    <a:lnTo>
                      <a:pt x="34" y="55"/>
                    </a:lnTo>
                    <a:lnTo>
                      <a:pt x="69" y="36"/>
                    </a:lnTo>
                    <a:lnTo>
                      <a:pt x="102" y="18"/>
                    </a:lnTo>
                    <a:lnTo>
                      <a:pt x="136" y="0"/>
                    </a:lnTo>
                    <a:lnTo>
                      <a:pt x="5893" y="14295"/>
                    </a:lnTo>
                    <a:lnTo>
                      <a:pt x="5859" y="14313"/>
                    </a:lnTo>
                    <a:lnTo>
                      <a:pt x="5826" y="14332"/>
                    </a:lnTo>
                    <a:lnTo>
                      <a:pt x="5792" y="14350"/>
                    </a:lnTo>
                    <a:lnTo>
                      <a:pt x="5758" y="14368"/>
                    </a:lnTo>
                    <a:close/>
                  </a:path>
                </a:pathLst>
              </a:custGeom>
              <a:solidFill>
                <a:srgbClr val="7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2" name="Freeform 487"/>
              <p:cNvSpPr>
                <a:spLocks/>
              </p:cNvSpPr>
              <p:nvPr/>
            </p:nvSpPr>
            <p:spPr bwMode="auto">
              <a:xfrm>
                <a:off x="2614" y="1537"/>
                <a:ext cx="737" cy="1796"/>
              </a:xfrm>
              <a:custGeom>
                <a:avLst/>
                <a:gdLst>
                  <a:gd name="T0" fmla="*/ 90 w 5891"/>
                  <a:gd name="T1" fmla="*/ 224 h 14371"/>
                  <a:gd name="T2" fmla="*/ 0 w 5891"/>
                  <a:gd name="T3" fmla="*/ 1 h 14371"/>
                  <a:gd name="T4" fmla="*/ 1 w 5891"/>
                  <a:gd name="T5" fmla="*/ 1 h 14371"/>
                  <a:gd name="T6" fmla="*/ 1 w 5891"/>
                  <a:gd name="T7" fmla="*/ 1 h 14371"/>
                  <a:gd name="T8" fmla="*/ 2 w 5891"/>
                  <a:gd name="T9" fmla="*/ 0 h 14371"/>
                  <a:gd name="T10" fmla="*/ 2 w 5891"/>
                  <a:gd name="T11" fmla="*/ 0 h 14371"/>
                  <a:gd name="T12" fmla="*/ 92 w 5891"/>
                  <a:gd name="T13" fmla="*/ 223 h 14371"/>
                  <a:gd name="T14" fmla="*/ 92 w 5891"/>
                  <a:gd name="T15" fmla="*/ 224 h 14371"/>
                  <a:gd name="T16" fmla="*/ 91 w 5891"/>
                  <a:gd name="T17" fmla="*/ 224 h 14371"/>
                  <a:gd name="T18" fmla="*/ 91 w 5891"/>
                  <a:gd name="T19" fmla="*/ 224 h 14371"/>
                  <a:gd name="T20" fmla="*/ 90 w 5891"/>
                  <a:gd name="T21" fmla="*/ 224 h 143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91"/>
                  <a:gd name="T34" fmla="*/ 0 h 14371"/>
                  <a:gd name="T35" fmla="*/ 5891 w 5891"/>
                  <a:gd name="T36" fmla="*/ 14371 h 1437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91" h="14371">
                    <a:moveTo>
                      <a:pt x="5757" y="14371"/>
                    </a:moveTo>
                    <a:lnTo>
                      <a:pt x="0" y="77"/>
                    </a:lnTo>
                    <a:lnTo>
                      <a:pt x="34" y="57"/>
                    </a:lnTo>
                    <a:lnTo>
                      <a:pt x="69" y="38"/>
                    </a:lnTo>
                    <a:lnTo>
                      <a:pt x="101" y="19"/>
                    </a:lnTo>
                    <a:lnTo>
                      <a:pt x="135" y="0"/>
                    </a:lnTo>
                    <a:lnTo>
                      <a:pt x="5891" y="14294"/>
                    </a:lnTo>
                    <a:lnTo>
                      <a:pt x="5859" y="14313"/>
                    </a:lnTo>
                    <a:lnTo>
                      <a:pt x="5826" y="14333"/>
                    </a:lnTo>
                    <a:lnTo>
                      <a:pt x="5791" y="14352"/>
                    </a:lnTo>
                    <a:lnTo>
                      <a:pt x="5757" y="14371"/>
                    </a:lnTo>
                    <a:close/>
                  </a:path>
                </a:pathLst>
              </a:custGeom>
              <a:solidFill>
                <a:srgbClr val="7B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3" name="Freeform 488"/>
              <p:cNvSpPr>
                <a:spLocks/>
              </p:cNvSpPr>
              <p:nvPr/>
            </p:nvSpPr>
            <p:spPr bwMode="auto">
              <a:xfrm>
                <a:off x="2623" y="1532"/>
                <a:ext cx="736" cy="1796"/>
              </a:xfrm>
              <a:custGeom>
                <a:avLst/>
                <a:gdLst>
                  <a:gd name="T0" fmla="*/ 90 w 5889"/>
                  <a:gd name="T1" fmla="*/ 224 h 14374"/>
                  <a:gd name="T2" fmla="*/ 0 w 5889"/>
                  <a:gd name="T3" fmla="*/ 1 h 14374"/>
                  <a:gd name="T4" fmla="*/ 0 w 5889"/>
                  <a:gd name="T5" fmla="*/ 1 h 14374"/>
                  <a:gd name="T6" fmla="*/ 1 w 5889"/>
                  <a:gd name="T7" fmla="*/ 1 h 14374"/>
                  <a:gd name="T8" fmla="*/ 1 w 5889"/>
                  <a:gd name="T9" fmla="*/ 0 h 14374"/>
                  <a:gd name="T10" fmla="*/ 2 w 5889"/>
                  <a:gd name="T11" fmla="*/ 0 h 14374"/>
                  <a:gd name="T12" fmla="*/ 92 w 5889"/>
                  <a:gd name="T13" fmla="*/ 223 h 14374"/>
                  <a:gd name="T14" fmla="*/ 91 w 5889"/>
                  <a:gd name="T15" fmla="*/ 224 h 14374"/>
                  <a:gd name="T16" fmla="*/ 91 w 5889"/>
                  <a:gd name="T17" fmla="*/ 224 h 14374"/>
                  <a:gd name="T18" fmla="*/ 90 w 5889"/>
                  <a:gd name="T19" fmla="*/ 224 h 14374"/>
                  <a:gd name="T20" fmla="*/ 90 w 5889"/>
                  <a:gd name="T21" fmla="*/ 224 h 143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9"/>
                  <a:gd name="T34" fmla="*/ 0 h 14374"/>
                  <a:gd name="T35" fmla="*/ 5889 w 5889"/>
                  <a:gd name="T36" fmla="*/ 14374 h 1437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9" h="14374">
                    <a:moveTo>
                      <a:pt x="5757" y="14374"/>
                    </a:moveTo>
                    <a:lnTo>
                      <a:pt x="0" y="79"/>
                    </a:lnTo>
                    <a:lnTo>
                      <a:pt x="34" y="59"/>
                    </a:lnTo>
                    <a:lnTo>
                      <a:pt x="68" y="40"/>
                    </a:lnTo>
                    <a:lnTo>
                      <a:pt x="100" y="20"/>
                    </a:lnTo>
                    <a:lnTo>
                      <a:pt x="133" y="0"/>
                    </a:lnTo>
                    <a:lnTo>
                      <a:pt x="5889" y="14295"/>
                    </a:lnTo>
                    <a:lnTo>
                      <a:pt x="5857" y="14314"/>
                    </a:lnTo>
                    <a:lnTo>
                      <a:pt x="5824" y="14334"/>
                    </a:lnTo>
                    <a:lnTo>
                      <a:pt x="5791" y="14353"/>
                    </a:lnTo>
                    <a:lnTo>
                      <a:pt x="5757" y="14374"/>
                    </a:lnTo>
                    <a:close/>
                  </a:path>
                </a:pathLst>
              </a:custGeom>
              <a:solidFill>
                <a:srgbClr val="7FC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4" name="Freeform 489"/>
              <p:cNvSpPr>
                <a:spLocks/>
              </p:cNvSpPr>
              <p:nvPr/>
            </p:nvSpPr>
            <p:spPr bwMode="auto">
              <a:xfrm>
                <a:off x="2631" y="1527"/>
                <a:ext cx="736" cy="1797"/>
              </a:xfrm>
              <a:custGeom>
                <a:avLst/>
                <a:gdLst>
                  <a:gd name="T0" fmla="*/ 90 w 5889"/>
                  <a:gd name="T1" fmla="*/ 225 h 14374"/>
                  <a:gd name="T2" fmla="*/ 0 w 5889"/>
                  <a:gd name="T3" fmla="*/ 1 h 14374"/>
                  <a:gd name="T4" fmla="*/ 0 w 5889"/>
                  <a:gd name="T5" fmla="*/ 1 h 14374"/>
                  <a:gd name="T6" fmla="*/ 1 w 5889"/>
                  <a:gd name="T7" fmla="*/ 1 h 14374"/>
                  <a:gd name="T8" fmla="*/ 1 w 5889"/>
                  <a:gd name="T9" fmla="*/ 0 h 14374"/>
                  <a:gd name="T10" fmla="*/ 2 w 5889"/>
                  <a:gd name="T11" fmla="*/ 0 h 14374"/>
                  <a:gd name="T12" fmla="*/ 92 w 5889"/>
                  <a:gd name="T13" fmla="*/ 223 h 14374"/>
                  <a:gd name="T14" fmla="*/ 91 w 5889"/>
                  <a:gd name="T15" fmla="*/ 224 h 14374"/>
                  <a:gd name="T16" fmla="*/ 91 w 5889"/>
                  <a:gd name="T17" fmla="*/ 224 h 14374"/>
                  <a:gd name="T18" fmla="*/ 90 w 5889"/>
                  <a:gd name="T19" fmla="*/ 224 h 14374"/>
                  <a:gd name="T20" fmla="*/ 90 w 5889"/>
                  <a:gd name="T21" fmla="*/ 225 h 143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9"/>
                  <a:gd name="T34" fmla="*/ 0 h 14374"/>
                  <a:gd name="T35" fmla="*/ 5889 w 5889"/>
                  <a:gd name="T36" fmla="*/ 14374 h 1437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9" h="14374">
                    <a:moveTo>
                      <a:pt x="5756" y="14374"/>
                    </a:moveTo>
                    <a:lnTo>
                      <a:pt x="0" y="80"/>
                    </a:lnTo>
                    <a:lnTo>
                      <a:pt x="34" y="59"/>
                    </a:lnTo>
                    <a:lnTo>
                      <a:pt x="68" y="40"/>
                    </a:lnTo>
                    <a:lnTo>
                      <a:pt x="100" y="20"/>
                    </a:lnTo>
                    <a:lnTo>
                      <a:pt x="132" y="0"/>
                    </a:lnTo>
                    <a:lnTo>
                      <a:pt x="5889" y="14294"/>
                    </a:lnTo>
                    <a:lnTo>
                      <a:pt x="5857" y="14314"/>
                    </a:lnTo>
                    <a:lnTo>
                      <a:pt x="5824" y="14334"/>
                    </a:lnTo>
                    <a:lnTo>
                      <a:pt x="5791" y="14354"/>
                    </a:lnTo>
                    <a:lnTo>
                      <a:pt x="5756" y="14374"/>
                    </a:lnTo>
                    <a:close/>
                  </a:path>
                </a:pathLst>
              </a:custGeom>
              <a:solidFill>
                <a:srgbClr val="83CA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5" name="Freeform 490"/>
              <p:cNvSpPr>
                <a:spLocks/>
              </p:cNvSpPr>
              <p:nvPr/>
            </p:nvSpPr>
            <p:spPr bwMode="auto">
              <a:xfrm>
                <a:off x="2639" y="1522"/>
                <a:ext cx="737" cy="1797"/>
              </a:xfrm>
              <a:custGeom>
                <a:avLst/>
                <a:gdLst>
                  <a:gd name="T0" fmla="*/ 90 w 5889"/>
                  <a:gd name="T1" fmla="*/ 225 h 14377"/>
                  <a:gd name="T2" fmla="*/ 0 w 5889"/>
                  <a:gd name="T3" fmla="*/ 1 h 14377"/>
                  <a:gd name="T4" fmla="*/ 1 w 5889"/>
                  <a:gd name="T5" fmla="*/ 1 h 14377"/>
                  <a:gd name="T6" fmla="*/ 1 w 5889"/>
                  <a:gd name="T7" fmla="*/ 1 h 14377"/>
                  <a:gd name="T8" fmla="*/ 2 w 5889"/>
                  <a:gd name="T9" fmla="*/ 0 h 14377"/>
                  <a:gd name="T10" fmla="*/ 2 w 5889"/>
                  <a:gd name="T11" fmla="*/ 0 h 14377"/>
                  <a:gd name="T12" fmla="*/ 92 w 5889"/>
                  <a:gd name="T13" fmla="*/ 223 h 14377"/>
                  <a:gd name="T14" fmla="*/ 92 w 5889"/>
                  <a:gd name="T15" fmla="*/ 224 h 14377"/>
                  <a:gd name="T16" fmla="*/ 91 w 5889"/>
                  <a:gd name="T17" fmla="*/ 224 h 14377"/>
                  <a:gd name="T18" fmla="*/ 91 w 5889"/>
                  <a:gd name="T19" fmla="*/ 224 h 14377"/>
                  <a:gd name="T20" fmla="*/ 90 w 5889"/>
                  <a:gd name="T21" fmla="*/ 225 h 143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9"/>
                  <a:gd name="T34" fmla="*/ 0 h 14377"/>
                  <a:gd name="T35" fmla="*/ 5889 w 5889"/>
                  <a:gd name="T36" fmla="*/ 14377 h 1437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9" h="14377">
                    <a:moveTo>
                      <a:pt x="5756" y="14377"/>
                    </a:moveTo>
                    <a:lnTo>
                      <a:pt x="0" y="82"/>
                    </a:lnTo>
                    <a:lnTo>
                      <a:pt x="34" y="62"/>
                    </a:lnTo>
                    <a:lnTo>
                      <a:pt x="67" y="41"/>
                    </a:lnTo>
                    <a:lnTo>
                      <a:pt x="100" y="20"/>
                    </a:lnTo>
                    <a:lnTo>
                      <a:pt x="132" y="0"/>
                    </a:lnTo>
                    <a:lnTo>
                      <a:pt x="5889" y="14294"/>
                    </a:lnTo>
                    <a:lnTo>
                      <a:pt x="5857" y="14315"/>
                    </a:lnTo>
                    <a:lnTo>
                      <a:pt x="5824" y="14335"/>
                    </a:lnTo>
                    <a:lnTo>
                      <a:pt x="5791" y="14355"/>
                    </a:lnTo>
                    <a:lnTo>
                      <a:pt x="5756" y="14377"/>
                    </a:lnTo>
                    <a:close/>
                  </a:path>
                </a:pathLst>
              </a:custGeom>
              <a:solidFill>
                <a:srgbClr val="86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6" name="Freeform 491"/>
              <p:cNvSpPr>
                <a:spLocks/>
              </p:cNvSpPr>
              <p:nvPr/>
            </p:nvSpPr>
            <p:spPr bwMode="auto">
              <a:xfrm>
                <a:off x="2648" y="1516"/>
                <a:ext cx="736" cy="1798"/>
              </a:xfrm>
              <a:custGeom>
                <a:avLst/>
                <a:gdLst>
                  <a:gd name="T0" fmla="*/ 90 w 5888"/>
                  <a:gd name="T1" fmla="*/ 225 h 14378"/>
                  <a:gd name="T2" fmla="*/ 0 w 5888"/>
                  <a:gd name="T3" fmla="*/ 1 h 14378"/>
                  <a:gd name="T4" fmla="*/ 1 w 5888"/>
                  <a:gd name="T5" fmla="*/ 1 h 14378"/>
                  <a:gd name="T6" fmla="*/ 1 w 5888"/>
                  <a:gd name="T7" fmla="*/ 1 h 14378"/>
                  <a:gd name="T8" fmla="*/ 1 w 5888"/>
                  <a:gd name="T9" fmla="*/ 0 h 14378"/>
                  <a:gd name="T10" fmla="*/ 2 w 5888"/>
                  <a:gd name="T11" fmla="*/ 0 h 14378"/>
                  <a:gd name="T12" fmla="*/ 92 w 5888"/>
                  <a:gd name="T13" fmla="*/ 223 h 14378"/>
                  <a:gd name="T14" fmla="*/ 92 w 5888"/>
                  <a:gd name="T15" fmla="*/ 224 h 14378"/>
                  <a:gd name="T16" fmla="*/ 91 w 5888"/>
                  <a:gd name="T17" fmla="*/ 224 h 14378"/>
                  <a:gd name="T18" fmla="*/ 91 w 5888"/>
                  <a:gd name="T19" fmla="*/ 224 h 14378"/>
                  <a:gd name="T20" fmla="*/ 90 w 5888"/>
                  <a:gd name="T21" fmla="*/ 225 h 1437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8"/>
                  <a:gd name="T34" fmla="*/ 0 h 14378"/>
                  <a:gd name="T35" fmla="*/ 5888 w 5888"/>
                  <a:gd name="T36" fmla="*/ 14378 h 1437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8" h="14378">
                    <a:moveTo>
                      <a:pt x="5757" y="14378"/>
                    </a:moveTo>
                    <a:lnTo>
                      <a:pt x="0" y="84"/>
                    </a:lnTo>
                    <a:lnTo>
                      <a:pt x="34" y="62"/>
                    </a:lnTo>
                    <a:lnTo>
                      <a:pt x="67" y="41"/>
                    </a:lnTo>
                    <a:lnTo>
                      <a:pt x="100" y="20"/>
                    </a:lnTo>
                    <a:lnTo>
                      <a:pt x="131" y="0"/>
                    </a:lnTo>
                    <a:lnTo>
                      <a:pt x="5888" y="14293"/>
                    </a:lnTo>
                    <a:lnTo>
                      <a:pt x="5856" y="14314"/>
                    </a:lnTo>
                    <a:lnTo>
                      <a:pt x="5824" y="14335"/>
                    </a:lnTo>
                    <a:lnTo>
                      <a:pt x="5791" y="14357"/>
                    </a:lnTo>
                    <a:lnTo>
                      <a:pt x="5757" y="14378"/>
                    </a:lnTo>
                    <a:close/>
                  </a:path>
                </a:pathLst>
              </a:custGeom>
              <a:solidFill>
                <a:srgbClr val="8ACD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7" name="Freeform 492"/>
              <p:cNvSpPr>
                <a:spLocks/>
              </p:cNvSpPr>
              <p:nvPr/>
            </p:nvSpPr>
            <p:spPr bwMode="auto">
              <a:xfrm>
                <a:off x="2656" y="1511"/>
                <a:ext cx="736" cy="1797"/>
              </a:xfrm>
              <a:custGeom>
                <a:avLst/>
                <a:gdLst>
                  <a:gd name="T0" fmla="*/ 90 w 5887"/>
                  <a:gd name="T1" fmla="*/ 225 h 14381"/>
                  <a:gd name="T2" fmla="*/ 0 w 5887"/>
                  <a:gd name="T3" fmla="*/ 1 h 14381"/>
                  <a:gd name="T4" fmla="*/ 1 w 5887"/>
                  <a:gd name="T5" fmla="*/ 1 h 14381"/>
                  <a:gd name="T6" fmla="*/ 1 w 5887"/>
                  <a:gd name="T7" fmla="*/ 1 h 14381"/>
                  <a:gd name="T8" fmla="*/ 2 w 5887"/>
                  <a:gd name="T9" fmla="*/ 0 h 14381"/>
                  <a:gd name="T10" fmla="*/ 2 w 5887"/>
                  <a:gd name="T11" fmla="*/ 0 h 14381"/>
                  <a:gd name="T12" fmla="*/ 92 w 5887"/>
                  <a:gd name="T13" fmla="*/ 223 h 14381"/>
                  <a:gd name="T14" fmla="*/ 92 w 5887"/>
                  <a:gd name="T15" fmla="*/ 224 h 14381"/>
                  <a:gd name="T16" fmla="*/ 91 w 5887"/>
                  <a:gd name="T17" fmla="*/ 224 h 14381"/>
                  <a:gd name="T18" fmla="*/ 91 w 5887"/>
                  <a:gd name="T19" fmla="*/ 224 h 14381"/>
                  <a:gd name="T20" fmla="*/ 90 w 5887"/>
                  <a:gd name="T21" fmla="*/ 225 h 143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7"/>
                  <a:gd name="T34" fmla="*/ 0 h 14381"/>
                  <a:gd name="T35" fmla="*/ 5887 w 5887"/>
                  <a:gd name="T36" fmla="*/ 14381 h 1438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7" h="14381">
                    <a:moveTo>
                      <a:pt x="5757" y="14381"/>
                    </a:moveTo>
                    <a:lnTo>
                      <a:pt x="0" y="87"/>
                    </a:lnTo>
                    <a:lnTo>
                      <a:pt x="34" y="65"/>
                    </a:lnTo>
                    <a:lnTo>
                      <a:pt x="67" y="44"/>
                    </a:lnTo>
                    <a:lnTo>
                      <a:pt x="99" y="21"/>
                    </a:lnTo>
                    <a:lnTo>
                      <a:pt x="130" y="0"/>
                    </a:lnTo>
                    <a:lnTo>
                      <a:pt x="5887" y="14293"/>
                    </a:lnTo>
                    <a:lnTo>
                      <a:pt x="5855" y="14315"/>
                    </a:lnTo>
                    <a:lnTo>
                      <a:pt x="5824" y="14337"/>
                    </a:lnTo>
                    <a:lnTo>
                      <a:pt x="5790" y="14359"/>
                    </a:lnTo>
                    <a:lnTo>
                      <a:pt x="5757" y="14381"/>
                    </a:lnTo>
                    <a:close/>
                  </a:path>
                </a:pathLst>
              </a:custGeom>
              <a:solidFill>
                <a:srgbClr val="8DCE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8" name="Freeform 493"/>
              <p:cNvSpPr>
                <a:spLocks/>
              </p:cNvSpPr>
              <p:nvPr/>
            </p:nvSpPr>
            <p:spPr bwMode="auto">
              <a:xfrm>
                <a:off x="2664" y="1505"/>
                <a:ext cx="736" cy="1798"/>
              </a:xfrm>
              <a:custGeom>
                <a:avLst/>
                <a:gdLst>
                  <a:gd name="T0" fmla="*/ 90 w 5886"/>
                  <a:gd name="T1" fmla="*/ 225 h 14384"/>
                  <a:gd name="T2" fmla="*/ 0 w 5886"/>
                  <a:gd name="T3" fmla="*/ 1 h 14384"/>
                  <a:gd name="T4" fmla="*/ 1 w 5886"/>
                  <a:gd name="T5" fmla="*/ 1 h 14384"/>
                  <a:gd name="T6" fmla="*/ 1 w 5886"/>
                  <a:gd name="T7" fmla="*/ 1 h 14384"/>
                  <a:gd name="T8" fmla="*/ 2 w 5886"/>
                  <a:gd name="T9" fmla="*/ 0 h 14384"/>
                  <a:gd name="T10" fmla="*/ 2 w 5886"/>
                  <a:gd name="T11" fmla="*/ 0 h 14384"/>
                  <a:gd name="T12" fmla="*/ 92 w 5886"/>
                  <a:gd name="T13" fmla="*/ 223 h 14384"/>
                  <a:gd name="T14" fmla="*/ 92 w 5886"/>
                  <a:gd name="T15" fmla="*/ 224 h 14384"/>
                  <a:gd name="T16" fmla="*/ 91 w 5886"/>
                  <a:gd name="T17" fmla="*/ 224 h 14384"/>
                  <a:gd name="T18" fmla="*/ 91 w 5886"/>
                  <a:gd name="T19" fmla="*/ 224 h 14384"/>
                  <a:gd name="T20" fmla="*/ 90 w 5886"/>
                  <a:gd name="T21" fmla="*/ 225 h 1438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6"/>
                  <a:gd name="T34" fmla="*/ 0 h 14384"/>
                  <a:gd name="T35" fmla="*/ 5886 w 5886"/>
                  <a:gd name="T36" fmla="*/ 14384 h 1438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6" h="14384">
                    <a:moveTo>
                      <a:pt x="5757" y="14384"/>
                    </a:moveTo>
                    <a:lnTo>
                      <a:pt x="0" y="91"/>
                    </a:lnTo>
                    <a:lnTo>
                      <a:pt x="34" y="67"/>
                    </a:lnTo>
                    <a:lnTo>
                      <a:pt x="67" y="45"/>
                    </a:lnTo>
                    <a:lnTo>
                      <a:pt x="98" y="23"/>
                    </a:lnTo>
                    <a:lnTo>
                      <a:pt x="130" y="0"/>
                    </a:lnTo>
                    <a:lnTo>
                      <a:pt x="5886" y="14294"/>
                    </a:lnTo>
                    <a:lnTo>
                      <a:pt x="5855" y="14316"/>
                    </a:lnTo>
                    <a:lnTo>
                      <a:pt x="5824" y="14338"/>
                    </a:lnTo>
                    <a:lnTo>
                      <a:pt x="5790" y="14361"/>
                    </a:lnTo>
                    <a:lnTo>
                      <a:pt x="5757" y="14384"/>
                    </a:lnTo>
                    <a:close/>
                  </a:path>
                </a:pathLst>
              </a:custGeom>
              <a:solidFill>
                <a:srgbClr val="91C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9" name="Freeform 494"/>
              <p:cNvSpPr>
                <a:spLocks/>
              </p:cNvSpPr>
              <p:nvPr/>
            </p:nvSpPr>
            <p:spPr bwMode="auto">
              <a:xfrm>
                <a:off x="2672" y="1499"/>
                <a:ext cx="736" cy="1798"/>
              </a:xfrm>
              <a:custGeom>
                <a:avLst/>
                <a:gdLst>
                  <a:gd name="T0" fmla="*/ 90 w 5884"/>
                  <a:gd name="T1" fmla="*/ 225 h 14385"/>
                  <a:gd name="T2" fmla="*/ 0 w 5884"/>
                  <a:gd name="T3" fmla="*/ 1 h 14385"/>
                  <a:gd name="T4" fmla="*/ 1 w 5884"/>
                  <a:gd name="T5" fmla="*/ 1 h 14385"/>
                  <a:gd name="T6" fmla="*/ 1 w 5884"/>
                  <a:gd name="T7" fmla="*/ 1 h 14385"/>
                  <a:gd name="T8" fmla="*/ 2 w 5884"/>
                  <a:gd name="T9" fmla="*/ 0 h 14385"/>
                  <a:gd name="T10" fmla="*/ 2 w 5884"/>
                  <a:gd name="T11" fmla="*/ 0 h 14385"/>
                  <a:gd name="T12" fmla="*/ 92 w 5884"/>
                  <a:gd name="T13" fmla="*/ 223 h 14385"/>
                  <a:gd name="T14" fmla="*/ 92 w 5884"/>
                  <a:gd name="T15" fmla="*/ 224 h 14385"/>
                  <a:gd name="T16" fmla="*/ 91 w 5884"/>
                  <a:gd name="T17" fmla="*/ 224 h 14385"/>
                  <a:gd name="T18" fmla="*/ 91 w 5884"/>
                  <a:gd name="T19" fmla="*/ 224 h 14385"/>
                  <a:gd name="T20" fmla="*/ 90 w 5884"/>
                  <a:gd name="T21" fmla="*/ 225 h 143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4"/>
                  <a:gd name="T34" fmla="*/ 0 h 14385"/>
                  <a:gd name="T35" fmla="*/ 5884 w 5884"/>
                  <a:gd name="T36" fmla="*/ 14385 h 143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4" h="14385">
                    <a:moveTo>
                      <a:pt x="5757" y="14385"/>
                    </a:moveTo>
                    <a:lnTo>
                      <a:pt x="0" y="92"/>
                    </a:lnTo>
                    <a:lnTo>
                      <a:pt x="33" y="69"/>
                    </a:lnTo>
                    <a:lnTo>
                      <a:pt x="66" y="45"/>
                    </a:lnTo>
                    <a:lnTo>
                      <a:pt x="98" y="23"/>
                    </a:lnTo>
                    <a:lnTo>
                      <a:pt x="128" y="0"/>
                    </a:lnTo>
                    <a:lnTo>
                      <a:pt x="5884" y="14292"/>
                    </a:lnTo>
                    <a:lnTo>
                      <a:pt x="5854" y="14315"/>
                    </a:lnTo>
                    <a:lnTo>
                      <a:pt x="5823" y="14338"/>
                    </a:lnTo>
                    <a:lnTo>
                      <a:pt x="5790" y="14361"/>
                    </a:lnTo>
                    <a:lnTo>
                      <a:pt x="5757" y="14385"/>
                    </a:lnTo>
                    <a:close/>
                  </a:path>
                </a:pathLst>
              </a:custGeom>
              <a:solidFill>
                <a:srgbClr val="94D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0" name="Freeform 495"/>
              <p:cNvSpPr>
                <a:spLocks/>
              </p:cNvSpPr>
              <p:nvPr/>
            </p:nvSpPr>
            <p:spPr bwMode="auto">
              <a:xfrm>
                <a:off x="2680" y="1493"/>
                <a:ext cx="736" cy="1799"/>
              </a:xfrm>
              <a:custGeom>
                <a:avLst/>
                <a:gdLst>
                  <a:gd name="T0" fmla="*/ 90 w 5882"/>
                  <a:gd name="T1" fmla="*/ 225 h 14388"/>
                  <a:gd name="T2" fmla="*/ 0 w 5882"/>
                  <a:gd name="T3" fmla="*/ 2 h 14388"/>
                  <a:gd name="T4" fmla="*/ 1 w 5882"/>
                  <a:gd name="T5" fmla="*/ 1 h 14388"/>
                  <a:gd name="T6" fmla="*/ 1 w 5882"/>
                  <a:gd name="T7" fmla="*/ 1 h 14388"/>
                  <a:gd name="T8" fmla="*/ 2 w 5882"/>
                  <a:gd name="T9" fmla="*/ 0 h 14388"/>
                  <a:gd name="T10" fmla="*/ 2 w 5882"/>
                  <a:gd name="T11" fmla="*/ 0 h 14388"/>
                  <a:gd name="T12" fmla="*/ 92 w 5882"/>
                  <a:gd name="T13" fmla="*/ 223 h 14388"/>
                  <a:gd name="T14" fmla="*/ 92 w 5882"/>
                  <a:gd name="T15" fmla="*/ 224 h 14388"/>
                  <a:gd name="T16" fmla="*/ 91 w 5882"/>
                  <a:gd name="T17" fmla="*/ 224 h 14388"/>
                  <a:gd name="T18" fmla="*/ 91 w 5882"/>
                  <a:gd name="T19" fmla="*/ 225 h 14388"/>
                  <a:gd name="T20" fmla="*/ 90 w 5882"/>
                  <a:gd name="T21" fmla="*/ 225 h 143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2"/>
                  <a:gd name="T34" fmla="*/ 0 h 14388"/>
                  <a:gd name="T35" fmla="*/ 5882 w 5882"/>
                  <a:gd name="T36" fmla="*/ 14388 h 143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2" h="14388">
                    <a:moveTo>
                      <a:pt x="5756" y="14388"/>
                    </a:moveTo>
                    <a:lnTo>
                      <a:pt x="0" y="94"/>
                    </a:lnTo>
                    <a:lnTo>
                      <a:pt x="33" y="70"/>
                    </a:lnTo>
                    <a:lnTo>
                      <a:pt x="66" y="47"/>
                    </a:lnTo>
                    <a:lnTo>
                      <a:pt x="96" y="23"/>
                    </a:lnTo>
                    <a:lnTo>
                      <a:pt x="126" y="0"/>
                    </a:lnTo>
                    <a:lnTo>
                      <a:pt x="5882" y="14291"/>
                    </a:lnTo>
                    <a:lnTo>
                      <a:pt x="5853" y="14314"/>
                    </a:lnTo>
                    <a:lnTo>
                      <a:pt x="5822" y="14338"/>
                    </a:lnTo>
                    <a:lnTo>
                      <a:pt x="5790" y="14363"/>
                    </a:lnTo>
                    <a:lnTo>
                      <a:pt x="5756" y="14388"/>
                    </a:lnTo>
                    <a:close/>
                  </a:path>
                </a:pathLst>
              </a:custGeom>
              <a:solidFill>
                <a:srgbClr val="97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1" name="Freeform 496"/>
              <p:cNvSpPr>
                <a:spLocks/>
              </p:cNvSpPr>
              <p:nvPr/>
            </p:nvSpPr>
            <p:spPr bwMode="auto">
              <a:xfrm>
                <a:off x="2688" y="1487"/>
                <a:ext cx="735" cy="1799"/>
              </a:xfrm>
              <a:custGeom>
                <a:avLst/>
                <a:gdLst>
                  <a:gd name="T0" fmla="*/ 90 w 5880"/>
                  <a:gd name="T1" fmla="*/ 225 h 14389"/>
                  <a:gd name="T2" fmla="*/ 0 w 5880"/>
                  <a:gd name="T3" fmla="*/ 2 h 14389"/>
                  <a:gd name="T4" fmla="*/ 1 w 5880"/>
                  <a:gd name="T5" fmla="*/ 1 h 14389"/>
                  <a:gd name="T6" fmla="*/ 1 w 5880"/>
                  <a:gd name="T7" fmla="*/ 1 h 14389"/>
                  <a:gd name="T8" fmla="*/ 1 w 5880"/>
                  <a:gd name="T9" fmla="*/ 0 h 14389"/>
                  <a:gd name="T10" fmla="*/ 2 w 5880"/>
                  <a:gd name="T11" fmla="*/ 0 h 14389"/>
                  <a:gd name="T12" fmla="*/ 92 w 5880"/>
                  <a:gd name="T13" fmla="*/ 223 h 14389"/>
                  <a:gd name="T14" fmla="*/ 92 w 5880"/>
                  <a:gd name="T15" fmla="*/ 224 h 14389"/>
                  <a:gd name="T16" fmla="*/ 91 w 5880"/>
                  <a:gd name="T17" fmla="*/ 224 h 14389"/>
                  <a:gd name="T18" fmla="*/ 91 w 5880"/>
                  <a:gd name="T19" fmla="*/ 225 h 14389"/>
                  <a:gd name="T20" fmla="*/ 90 w 5880"/>
                  <a:gd name="T21" fmla="*/ 225 h 143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80"/>
                  <a:gd name="T34" fmla="*/ 0 h 14389"/>
                  <a:gd name="T35" fmla="*/ 5880 w 5880"/>
                  <a:gd name="T36" fmla="*/ 14389 h 143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80" h="14389">
                    <a:moveTo>
                      <a:pt x="5756" y="14389"/>
                    </a:moveTo>
                    <a:lnTo>
                      <a:pt x="0" y="97"/>
                    </a:lnTo>
                    <a:lnTo>
                      <a:pt x="34" y="72"/>
                    </a:lnTo>
                    <a:lnTo>
                      <a:pt x="65" y="47"/>
                    </a:lnTo>
                    <a:lnTo>
                      <a:pt x="97" y="23"/>
                    </a:lnTo>
                    <a:lnTo>
                      <a:pt x="125" y="0"/>
                    </a:lnTo>
                    <a:lnTo>
                      <a:pt x="5880" y="14288"/>
                    </a:lnTo>
                    <a:lnTo>
                      <a:pt x="5853" y="14312"/>
                    </a:lnTo>
                    <a:lnTo>
                      <a:pt x="5822" y="14337"/>
                    </a:lnTo>
                    <a:lnTo>
                      <a:pt x="5791" y="14363"/>
                    </a:lnTo>
                    <a:lnTo>
                      <a:pt x="5756" y="14389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2" name="Freeform 497"/>
              <p:cNvSpPr>
                <a:spLocks/>
              </p:cNvSpPr>
              <p:nvPr/>
            </p:nvSpPr>
            <p:spPr bwMode="auto">
              <a:xfrm>
                <a:off x="2696" y="1480"/>
                <a:ext cx="735" cy="1799"/>
              </a:xfrm>
              <a:custGeom>
                <a:avLst/>
                <a:gdLst>
                  <a:gd name="T0" fmla="*/ 90 w 5878"/>
                  <a:gd name="T1" fmla="*/ 225 h 14393"/>
                  <a:gd name="T2" fmla="*/ 0 w 5878"/>
                  <a:gd name="T3" fmla="*/ 2 h 14393"/>
                  <a:gd name="T4" fmla="*/ 1 w 5878"/>
                  <a:gd name="T5" fmla="*/ 1 h 14393"/>
                  <a:gd name="T6" fmla="*/ 1 w 5878"/>
                  <a:gd name="T7" fmla="*/ 1 h 14393"/>
                  <a:gd name="T8" fmla="*/ 2 w 5878"/>
                  <a:gd name="T9" fmla="*/ 0 h 14393"/>
                  <a:gd name="T10" fmla="*/ 2 w 5878"/>
                  <a:gd name="T11" fmla="*/ 0 h 14393"/>
                  <a:gd name="T12" fmla="*/ 92 w 5878"/>
                  <a:gd name="T13" fmla="*/ 223 h 14393"/>
                  <a:gd name="T14" fmla="*/ 92 w 5878"/>
                  <a:gd name="T15" fmla="*/ 224 h 14393"/>
                  <a:gd name="T16" fmla="*/ 91 w 5878"/>
                  <a:gd name="T17" fmla="*/ 224 h 14393"/>
                  <a:gd name="T18" fmla="*/ 91 w 5878"/>
                  <a:gd name="T19" fmla="*/ 224 h 14393"/>
                  <a:gd name="T20" fmla="*/ 90 w 5878"/>
                  <a:gd name="T21" fmla="*/ 225 h 143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78"/>
                  <a:gd name="T34" fmla="*/ 0 h 14393"/>
                  <a:gd name="T35" fmla="*/ 5878 w 5878"/>
                  <a:gd name="T36" fmla="*/ 14393 h 1439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78" h="14393">
                    <a:moveTo>
                      <a:pt x="5756" y="14393"/>
                    </a:moveTo>
                    <a:lnTo>
                      <a:pt x="0" y="102"/>
                    </a:lnTo>
                    <a:lnTo>
                      <a:pt x="34" y="76"/>
                    </a:lnTo>
                    <a:lnTo>
                      <a:pt x="65" y="50"/>
                    </a:lnTo>
                    <a:lnTo>
                      <a:pt x="96" y="24"/>
                    </a:lnTo>
                    <a:lnTo>
                      <a:pt x="124" y="0"/>
                    </a:lnTo>
                    <a:lnTo>
                      <a:pt x="5878" y="14285"/>
                    </a:lnTo>
                    <a:lnTo>
                      <a:pt x="5851" y="14310"/>
                    </a:lnTo>
                    <a:lnTo>
                      <a:pt x="5822" y="14336"/>
                    </a:lnTo>
                    <a:lnTo>
                      <a:pt x="5791" y="14364"/>
                    </a:lnTo>
                    <a:lnTo>
                      <a:pt x="5756" y="14393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3" name="Freeform 498"/>
              <p:cNvSpPr>
                <a:spLocks/>
              </p:cNvSpPr>
              <p:nvPr/>
            </p:nvSpPr>
            <p:spPr bwMode="auto">
              <a:xfrm>
                <a:off x="2704" y="1474"/>
                <a:ext cx="734" cy="1799"/>
              </a:xfrm>
              <a:custGeom>
                <a:avLst/>
                <a:gdLst>
                  <a:gd name="T0" fmla="*/ 90 w 5873"/>
                  <a:gd name="T1" fmla="*/ 225 h 14395"/>
                  <a:gd name="T2" fmla="*/ 0 w 5873"/>
                  <a:gd name="T3" fmla="*/ 2 h 14395"/>
                  <a:gd name="T4" fmla="*/ 0 w 5873"/>
                  <a:gd name="T5" fmla="*/ 1 h 14395"/>
                  <a:gd name="T6" fmla="*/ 1 w 5873"/>
                  <a:gd name="T7" fmla="*/ 1 h 14395"/>
                  <a:gd name="T8" fmla="*/ 1 w 5873"/>
                  <a:gd name="T9" fmla="*/ 0 h 14395"/>
                  <a:gd name="T10" fmla="*/ 2 w 5873"/>
                  <a:gd name="T11" fmla="*/ 0 h 14395"/>
                  <a:gd name="T12" fmla="*/ 92 w 5873"/>
                  <a:gd name="T13" fmla="*/ 223 h 14395"/>
                  <a:gd name="T14" fmla="*/ 92 w 5873"/>
                  <a:gd name="T15" fmla="*/ 223 h 14395"/>
                  <a:gd name="T16" fmla="*/ 91 w 5873"/>
                  <a:gd name="T17" fmla="*/ 223 h 14395"/>
                  <a:gd name="T18" fmla="*/ 91 w 5873"/>
                  <a:gd name="T19" fmla="*/ 224 h 14395"/>
                  <a:gd name="T20" fmla="*/ 91 w 5873"/>
                  <a:gd name="T21" fmla="*/ 224 h 14395"/>
                  <a:gd name="T22" fmla="*/ 90 w 5873"/>
                  <a:gd name="T23" fmla="*/ 224 h 14395"/>
                  <a:gd name="T24" fmla="*/ 90 w 5873"/>
                  <a:gd name="T25" fmla="*/ 225 h 1439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873"/>
                  <a:gd name="T40" fmla="*/ 0 h 14395"/>
                  <a:gd name="T41" fmla="*/ 5873 w 5873"/>
                  <a:gd name="T42" fmla="*/ 14395 h 1439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873" h="14395">
                    <a:moveTo>
                      <a:pt x="5755" y="14395"/>
                    </a:moveTo>
                    <a:lnTo>
                      <a:pt x="0" y="107"/>
                    </a:lnTo>
                    <a:lnTo>
                      <a:pt x="35" y="78"/>
                    </a:lnTo>
                    <a:lnTo>
                      <a:pt x="66" y="51"/>
                    </a:lnTo>
                    <a:lnTo>
                      <a:pt x="95" y="26"/>
                    </a:lnTo>
                    <a:lnTo>
                      <a:pt x="123" y="0"/>
                    </a:lnTo>
                    <a:lnTo>
                      <a:pt x="5873" y="14276"/>
                    </a:lnTo>
                    <a:lnTo>
                      <a:pt x="5862" y="14289"/>
                    </a:lnTo>
                    <a:lnTo>
                      <a:pt x="5851" y="14302"/>
                    </a:lnTo>
                    <a:lnTo>
                      <a:pt x="5838" y="14316"/>
                    </a:lnTo>
                    <a:lnTo>
                      <a:pt x="5824" y="14330"/>
                    </a:lnTo>
                    <a:lnTo>
                      <a:pt x="5792" y="14362"/>
                    </a:lnTo>
                    <a:lnTo>
                      <a:pt x="5755" y="14395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4" name="Freeform 499"/>
              <p:cNvSpPr>
                <a:spLocks/>
              </p:cNvSpPr>
              <p:nvPr/>
            </p:nvSpPr>
            <p:spPr bwMode="auto">
              <a:xfrm>
                <a:off x="2712" y="1467"/>
                <a:ext cx="730" cy="1799"/>
              </a:xfrm>
              <a:custGeom>
                <a:avLst/>
                <a:gdLst>
                  <a:gd name="T0" fmla="*/ 90 w 5844"/>
                  <a:gd name="T1" fmla="*/ 225 h 14395"/>
                  <a:gd name="T2" fmla="*/ 0 w 5844"/>
                  <a:gd name="T3" fmla="*/ 2 h 14395"/>
                  <a:gd name="T4" fmla="*/ 0 w 5844"/>
                  <a:gd name="T5" fmla="*/ 1 h 14395"/>
                  <a:gd name="T6" fmla="*/ 1 w 5844"/>
                  <a:gd name="T7" fmla="*/ 1 h 14395"/>
                  <a:gd name="T8" fmla="*/ 1 w 5844"/>
                  <a:gd name="T9" fmla="*/ 0 h 14395"/>
                  <a:gd name="T10" fmla="*/ 2 w 5844"/>
                  <a:gd name="T11" fmla="*/ 0 h 14395"/>
                  <a:gd name="T12" fmla="*/ 58 w 5844"/>
                  <a:gd name="T13" fmla="*/ 140 h 14395"/>
                  <a:gd name="T14" fmla="*/ 60 w 5844"/>
                  <a:gd name="T15" fmla="*/ 145 h 14395"/>
                  <a:gd name="T16" fmla="*/ 63 w 5844"/>
                  <a:gd name="T17" fmla="*/ 151 h 14395"/>
                  <a:gd name="T18" fmla="*/ 65 w 5844"/>
                  <a:gd name="T19" fmla="*/ 157 h 14395"/>
                  <a:gd name="T20" fmla="*/ 67 w 5844"/>
                  <a:gd name="T21" fmla="*/ 162 h 14395"/>
                  <a:gd name="T22" fmla="*/ 69 w 5844"/>
                  <a:gd name="T23" fmla="*/ 168 h 14395"/>
                  <a:gd name="T24" fmla="*/ 71 w 5844"/>
                  <a:gd name="T25" fmla="*/ 173 h 14395"/>
                  <a:gd name="T26" fmla="*/ 74 w 5844"/>
                  <a:gd name="T27" fmla="*/ 179 h 14395"/>
                  <a:gd name="T28" fmla="*/ 76 w 5844"/>
                  <a:gd name="T29" fmla="*/ 184 h 14395"/>
                  <a:gd name="T30" fmla="*/ 78 w 5844"/>
                  <a:gd name="T31" fmla="*/ 189 h 14395"/>
                  <a:gd name="T32" fmla="*/ 80 w 5844"/>
                  <a:gd name="T33" fmla="*/ 194 h 14395"/>
                  <a:gd name="T34" fmla="*/ 82 w 5844"/>
                  <a:gd name="T35" fmla="*/ 199 h 14395"/>
                  <a:gd name="T36" fmla="*/ 84 w 5844"/>
                  <a:gd name="T37" fmla="*/ 204 h 14395"/>
                  <a:gd name="T38" fmla="*/ 85 w 5844"/>
                  <a:gd name="T39" fmla="*/ 208 h 14395"/>
                  <a:gd name="T40" fmla="*/ 87 w 5844"/>
                  <a:gd name="T41" fmla="*/ 213 h 14395"/>
                  <a:gd name="T42" fmla="*/ 89 w 5844"/>
                  <a:gd name="T43" fmla="*/ 217 h 14395"/>
                  <a:gd name="T44" fmla="*/ 90 w 5844"/>
                  <a:gd name="T45" fmla="*/ 221 h 14395"/>
                  <a:gd name="T46" fmla="*/ 91 w 5844"/>
                  <a:gd name="T47" fmla="*/ 221 h 14395"/>
                  <a:gd name="T48" fmla="*/ 91 w 5844"/>
                  <a:gd name="T49" fmla="*/ 222 h 14395"/>
                  <a:gd name="T50" fmla="*/ 91 w 5844"/>
                  <a:gd name="T51" fmla="*/ 222 h 14395"/>
                  <a:gd name="T52" fmla="*/ 91 w 5844"/>
                  <a:gd name="T53" fmla="*/ 222 h 14395"/>
                  <a:gd name="T54" fmla="*/ 91 w 5844"/>
                  <a:gd name="T55" fmla="*/ 222 h 14395"/>
                  <a:gd name="T56" fmla="*/ 91 w 5844"/>
                  <a:gd name="T57" fmla="*/ 222 h 14395"/>
                  <a:gd name="T58" fmla="*/ 91 w 5844"/>
                  <a:gd name="T59" fmla="*/ 222 h 14395"/>
                  <a:gd name="T60" fmla="*/ 91 w 5844"/>
                  <a:gd name="T61" fmla="*/ 223 h 14395"/>
                  <a:gd name="T62" fmla="*/ 91 w 5844"/>
                  <a:gd name="T63" fmla="*/ 223 h 14395"/>
                  <a:gd name="T64" fmla="*/ 91 w 5844"/>
                  <a:gd name="T65" fmla="*/ 223 h 14395"/>
                  <a:gd name="T66" fmla="*/ 91 w 5844"/>
                  <a:gd name="T67" fmla="*/ 223 h 14395"/>
                  <a:gd name="T68" fmla="*/ 91 w 5844"/>
                  <a:gd name="T69" fmla="*/ 223 h 14395"/>
                  <a:gd name="T70" fmla="*/ 91 w 5844"/>
                  <a:gd name="T71" fmla="*/ 223 h 14395"/>
                  <a:gd name="T72" fmla="*/ 91 w 5844"/>
                  <a:gd name="T73" fmla="*/ 223 h 14395"/>
                  <a:gd name="T74" fmla="*/ 91 w 5844"/>
                  <a:gd name="T75" fmla="*/ 223 h 14395"/>
                  <a:gd name="T76" fmla="*/ 91 w 5844"/>
                  <a:gd name="T77" fmla="*/ 223 h 14395"/>
                  <a:gd name="T78" fmla="*/ 91 w 5844"/>
                  <a:gd name="T79" fmla="*/ 224 h 14395"/>
                  <a:gd name="T80" fmla="*/ 90 w 5844"/>
                  <a:gd name="T81" fmla="*/ 224 h 14395"/>
                  <a:gd name="T82" fmla="*/ 90 w 5844"/>
                  <a:gd name="T83" fmla="*/ 224 h 14395"/>
                  <a:gd name="T84" fmla="*/ 90 w 5844"/>
                  <a:gd name="T85" fmla="*/ 225 h 14395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5844"/>
                  <a:gd name="T130" fmla="*/ 0 h 14395"/>
                  <a:gd name="T131" fmla="*/ 5844 w 5844"/>
                  <a:gd name="T132" fmla="*/ 14395 h 14395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5844" h="14395">
                    <a:moveTo>
                      <a:pt x="5754" y="14395"/>
                    </a:moveTo>
                    <a:lnTo>
                      <a:pt x="0" y="110"/>
                    </a:lnTo>
                    <a:lnTo>
                      <a:pt x="34" y="81"/>
                    </a:lnTo>
                    <a:lnTo>
                      <a:pt x="67" y="51"/>
                    </a:lnTo>
                    <a:lnTo>
                      <a:pt x="95" y="25"/>
                    </a:lnTo>
                    <a:lnTo>
                      <a:pt x="121" y="0"/>
                    </a:lnTo>
                    <a:lnTo>
                      <a:pt x="3724" y="8947"/>
                    </a:lnTo>
                    <a:lnTo>
                      <a:pt x="3870" y="9315"/>
                    </a:lnTo>
                    <a:lnTo>
                      <a:pt x="4015" y="9679"/>
                    </a:lnTo>
                    <a:lnTo>
                      <a:pt x="4159" y="10041"/>
                    </a:lnTo>
                    <a:lnTo>
                      <a:pt x="4301" y="10399"/>
                    </a:lnTo>
                    <a:lnTo>
                      <a:pt x="4442" y="10752"/>
                    </a:lnTo>
                    <a:lnTo>
                      <a:pt x="4581" y="11101"/>
                    </a:lnTo>
                    <a:lnTo>
                      <a:pt x="4716" y="11443"/>
                    </a:lnTo>
                    <a:lnTo>
                      <a:pt x="4850" y="11779"/>
                    </a:lnTo>
                    <a:lnTo>
                      <a:pt x="4982" y="12107"/>
                    </a:lnTo>
                    <a:lnTo>
                      <a:pt x="5109" y="12428"/>
                    </a:lnTo>
                    <a:lnTo>
                      <a:pt x="5234" y="12740"/>
                    </a:lnTo>
                    <a:lnTo>
                      <a:pt x="5356" y="13044"/>
                    </a:lnTo>
                    <a:lnTo>
                      <a:pt x="5473" y="13336"/>
                    </a:lnTo>
                    <a:lnTo>
                      <a:pt x="5586" y="13619"/>
                    </a:lnTo>
                    <a:lnTo>
                      <a:pt x="5695" y="13889"/>
                    </a:lnTo>
                    <a:lnTo>
                      <a:pt x="5799" y="14148"/>
                    </a:lnTo>
                    <a:lnTo>
                      <a:pt x="5807" y="14171"/>
                    </a:lnTo>
                    <a:lnTo>
                      <a:pt x="5815" y="14186"/>
                    </a:lnTo>
                    <a:lnTo>
                      <a:pt x="5819" y="14197"/>
                    </a:lnTo>
                    <a:lnTo>
                      <a:pt x="5822" y="14206"/>
                    </a:lnTo>
                    <a:lnTo>
                      <a:pt x="5825" y="14214"/>
                    </a:lnTo>
                    <a:lnTo>
                      <a:pt x="5829" y="14224"/>
                    </a:lnTo>
                    <a:lnTo>
                      <a:pt x="5835" y="14237"/>
                    </a:lnTo>
                    <a:lnTo>
                      <a:pt x="5842" y="14257"/>
                    </a:lnTo>
                    <a:lnTo>
                      <a:pt x="5843" y="14262"/>
                    </a:lnTo>
                    <a:lnTo>
                      <a:pt x="5844" y="14267"/>
                    </a:lnTo>
                    <a:lnTo>
                      <a:pt x="5843" y="14273"/>
                    </a:lnTo>
                    <a:lnTo>
                      <a:pt x="5842" y="14279"/>
                    </a:lnTo>
                    <a:lnTo>
                      <a:pt x="5839" y="14286"/>
                    </a:lnTo>
                    <a:lnTo>
                      <a:pt x="5836" y="14294"/>
                    </a:lnTo>
                    <a:lnTo>
                      <a:pt x="5832" y="14301"/>
                    </a:lnTo>
                    <a:lnTo>
                      <a:pt x="5826" y="14310"/>
                    </a:lnTo>
                    <a:lnTo>
                      <a:pt x="5814" y="14329"/>
                    </a:lnTo>
                    <a:lnTo>
                      <a:pt x="5796" y="14349"/>
                    </a:lnTo>
                    <a:lnTo>
                      <a:pt x="5777" y="14371"/>
                    </a:lnTo>
                    <a:lnTo>
                      <a:pt x="5754" y="14395"/>
                    </a:lnTo>
                    <a:close/>
                  </a:path>
                </a:pathLst>
              </a:custGeom>
              <a:solidFill>
                <a:srgbClr val="9A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" name="Freeform 500"/>
              <p:cNvSpPr>
                <a:spLocks/>
              </p:cNvSpPr>
              <p:nvPr/>
            </p:nvSpPr>
            <p:spPr bwMode="auto">
              <a:xfrm>
                <a:off x="2719" y="1461"/>
                <a:ext cx="723" cy="1797"/>
              </a:xfrm>
              <a:custGeom>
                <a:avLst/>
                <a:gdLst>
                  <a:gd name="T0" fmla="*/ 90 w 5783"/>
                  <a:gd name="T1" fmla="*/ 225 h 14376"/>
                  <a:gd name="T2" fmla="*/ 0 w 5783"/>
                  <a:gd name="T3" fmla="*/ 2 h 14376"/>
                  <a:gd name="T4" fmla="*/ 1 w 5783"/>
                  <a:gd name="T5" fmla="*/ 1 h 14376"/>
                  <a:gd name="T6" fmla="*/ 1 w 5783"/>
                  <a:gd name="T7" fmla="*/ 1 h 14376"/>
                  <a:gd name="T8" fmla="*/ 1 w 5783"/>
                  <a:gd name="T9" fmla="*/ 0 h 14376"/>
                  <a:gd name="T10" fmla="*/ 2 w 5783"/>
                  <a:gd name="T11" fmla="*/ 0 h 14376"/>
                  <a:gd name="T12" fmla="*/ 3 w 5783"/>
                  <a:gd name="T13" fmla="*/ 4 h 14376"/>
                  <a:gd name="T14" fmla="*/ 6 w 5783"/>
                  <a:gd name="T15" fmla="*/ 10 h 14376"/>
                  <a:gd name="T16" fmla="*/ 9 w 5783"/>
                  <a:gd name="T17" fmla="*/ 20 h 14376"/>
                  <a:gd name="T18" fmla="*/ 14 w 5783"/>
                  <a:gd name="T19" fmla="*/ 31 h 14376"/>
                  <a:gd name="T20" fmla="*/ 19 w 5783"/>
                  <a:gd name="T21" fmla="*/ 44 h 14376"/>
                  <a:gd name="T22" fmla="*/ 25 w 5783"/>
                  <a:gd name="T23" fmla="*/ 58 h 14376"/>
                  <a:gd name="T24" fmla="*/ 31 w 5783"/>
                  <a:gd name="T25" fmla="*/ 74 h 14376"/>
                  <a:gd name="T26" fmla="*/ 38 w 5783"/>
                  <a:gd name="T27" fmla="*/ 91 h 14376"/>
                  <a:gd name="T28" fmla="*/ 45 w 5783"/>
                  <a:gd name="T29" fmla="*/ 109 h 14376"/>
                  <a:gd name="T30" fmla="*/ 52 w 5783"/>
                  <a:gd name="T31" fmla="*/ 126 h 14376"/>
                  <a:gd name="T32" fmla="*/ 59 w 5783"/>
                  <a:gd name="T33" fmla="*/ 144 h 14376"/>
                  <a:gd name="T34" fmla="*/ 66 w 5783"/>
                  <a:gd name="T35" fmla="*/ 162 h 14376"/>
                  <a:gd name="T36" fmla="*/ 72 w 5783"/>
                  <a:gd name="T37" fmla="*/ 178 h 14376"/>
                  <a:gd name="T38" fmla="*/ 79 w 5783"/>
                  <a:gd name="T39" fmla="*/ 194 h 14376"/>
                  <a:gd name="T40" fmla="*/ 84 w 5783"/>
                  <a:gd name="T41" fmla="*/ 209 h 14376"/>
                  <a:gd name="T42" fmla="*/ 90 w 5783"/>
                  <a:gd name="T43" fmla="*/ 222 h 14376"/>
                  <a:gd name="T44" fmla="*/ 90 w 5783"/>
                  <a:gd name="T45" fmla="*/ 222 h 14376"/>
                  <a:gd name="T46" fmla="*/ 90 w 5783"/>
                  <a:gd name="T47" fmla="*/ 222 h 14376"/>
                  <a:gd name="T48" fmla="*/ 90 w 5783"/>
                  <a:gd name="T49" fmla="*/ 223 h 14376"/>
                  <a:gd name="T50" fmla="*/ 90 w 5783"/>
                  <a:gd name="T51" fmla="*/ 223 h 14376"/>
                  <a:gd name="T52" fmla="*/ 90 w 5783"/>
                  <a:gd name="T53" fmla="*/ 223 h 14376"/>
                  <a:gd name="T54" fmla="*/ 90 w 5783"/>
                  <a:gd name="T55" fmla="*/ 223 h 14376"/>
                  <a:gd name="T56" fmla="*/ 90 w 5783"/>
                  <a:gd name="T57" fmla="*/ 223 h 14376"/>
                  <a:gd name="T58" fmla="*/ 90 w 5783"/>
                  <a:gd name="T59" fmla="*/ 224 h 14376"/>
                  <a:gd name="T60" fmla="*/ 90 w 5783"/>
                  <a:gd name="T61" fmla="*/ 224 h 14376"/>
                  <a:gd name="T62" fmla="*/ 90 w 5783"/>
                  <a:gd name="T63" fmla="*/ 224 h 14376"/>
                  <a:gd name="T64" fmla="*/ 90 w 5783"/>
                  <a:gd name="T65" fmla="*/ 224 h 14376"/>
                  <a:gd name="T66" fmla="*/ 90 w 5783"/>
                  <a:gd name="T67" fmla="*/ 224 h 14376"/>
                  <a:gd name="T68" fmla="*/ 90 w 5783"/>
                  <a:gd name="T69" fmla="*/ 224 h 14376"/>
                  <a:gd name="T70" fmla="*/ 90 w 5783"/>
                  <a:gd name="T71" fmla="*/ 224 h 14376"/>
                  <a:gd name="T72" fmla="*/ 90 w 5783"/>
                  <a:gd name="T73" fmla="*/ 224 h 14376"/>
                  <a:gd name="T74" fmla="*/ 90 w 5783"/>
                  <a:gd name="T75" fmla="*/ 225 h 1437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5783"/>
                  <a:gd name="T115" fmla="*/ 0 h 14376"/>
                  <a:gd name="T116" fmla="*/ 5783 w 5783"/>
                  <a:gd name="T117" fmla="*/ 14376 h 1437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5783" h="14376">
                    <a:moveTo>
                      <a:pt x="5750" y="14376"/>
                    </a:moveTo>
                    <a:lnTo>
                      <a:pt x="0" y="100"/>
                    </a:lnTo>
                    <a:lnTo>
                      <a:pt x="30" y="72"/>
                    </a:lnTo>
                    <a:lnTo>
                      <a:pt x="58" y="46"/>
                    </a:lnTo>
                    <a:lnTo>
                      <a:pt x="82" y="22"/>
                    </a:lnTo>
                    <a:lnTo>
                      <a:pt x="102" y="0"/>
                    </a:lnTo>
                    <a:lnTo>
                      <a:pt x="199" y="243"/>
                    </a:lnTo>
                    <a:lnTo>
                      <a:pt x="368" y="665"/>
                    </a:lnTo>
                    <a:lnTo>
                      <a:pt x="598" y="1246"/>
                    </a:lnTo>
                    <a:lnTo>
                      <a:pt x="882" y="1966"/>
                    </a:lnTo>
                    <a:lnTo>
                      <a:pt x="1214" y="2806"/>
                    </a:lnTo>
                    <a:lnTo>
                      <a:pt x="1584" y="3743"/>
                    </a:lnTo>
                    <a:lnTo>
                      <a:pt x="1988" y="4761"/>
                    </a:lnTo>
                    <a:lnTo>
                      <a:pt x="2413" y="5837"/>
                    </a:lnTo>
                    <a:lnTo>
                      <a:pt x="2855" y="6953"/>
                    </a:lnTo>
                    <a:lnTo>
                      <a:pt x="3306" y="8089"/>
                    </a:lnTo>
                    <a:lnTo>
                      <a:pt x="3756" y="9224"/>
                    </a:lnTo>
                    <a:lnTo>
                      <a:pt x="4198" y="10338"/>
                    </a:lnTo>
                    <a:lnTo>
                      <a:pt x="4626" y="11412"/>
                    </a:lnTo>
                    <a:lnTo>
                      <a:pt x="5030" y="12425"/>
                    </a:lnTo>
                    <a:lnTo>
                      <a:pt x="5403" y="13359"/>
                    </a:lnTo>
                    <a:lnTo>
                      <a:pt x="5738" y="14192"/>
                    </a:lnTo>
                    <a:lnTo>
                      <a:pt x="5746" y="14215"/>
                    </a:lnTo>
                    <a:lnTo>
                      <a:pt x="5754" y="14230"/>
                    </a:lnTo>
                    <a:lnTo>
                      <a:pt x="5758" y="14241"/>
                    </a:lnTo>
                    <a:lnTo>
                      <a:pt x="5761" y="14250"/>
                    </a:lnTo>
                    <a:lnTo>
                      <a:pt x="5764" y="14258"/>
                    </a:lnTo>
                    <a:lnTo>
                      <a:pt x="5768" y="14268"/>
                    </a:lnTo>
                    <a:lnTo>
                      <a:pt x="5774" y="14281"/>
                    </a:lnTo>
                    <a:lnTo>
                      <a:pt x="5781" y="14301"/>
                    </a:lnTo>
                    <a:lnTo>
                      <a:pt x="5783" y="14308"/>
                    </a:lnTo>
                    <a:lnTo>
                      <a:pt x="5782" y="14315"/>
                    </a:lnTo>
                    <a:lnTo>
                      <a:pt x="5781" y="14323"/>
                    </a:lnTo>
                    <a:lnTo>
                      <a:pt x="5778" y="14331"/>
                    </a:lnTo>
                    <a:lnTo>
                      <a:pt x="5773" y="14341"/>
                    </a:lnTo>
                    <a:lnTo>
                      <a:pt x="5767" y="14352"/>
                    </a:lnTo>
                    <a:lnTo>
                      <a:pt x="5759" y="14363"/>
                    </a:lnTo>
                    <a:lnTo>
                      <a:pt x="5750" y="14376"/>
                    </a:lnTo>
                    <a:close/>
                  </a:path>
                </a:pathLst>
              </a:custGeom>
              <a:solidFill>
                <a:srgbClr val="9A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6" name="Freeform 501"/>
              <p:cNvSpPr>
                <a:spLocks/>
              </p:cNvSpPr>
              <p:nvPr/>
            </p:nvSpPr>
            <p:spPr bwMode="auto">
              <a:xfrm>
                <a:off x="2727" y="1461"/>
                <a:ext cx="450" cy="1124"/>
              </a:xfrm>
              <a:custGeom>
                <a:avLst/>
                <a:gdLst>
                  <a:gd name="T0" fmla="*/ 56 w 3603"/>
                  <a:gd name="T1" fmla="*/ 141 h 8991"/>
                  <a:gd name="T2" fmla="*/ 0 w 3603"/>
                  <a:gd name="T3" fmla="*/ 1 h 8991"/>
                  <a:gd name="T4" fmla="*/ 0 w 3603"/>
                  <a:gd name="T5" fmla="*/ 1 h 8991"/>
                  <a:gd name="T6" fmla="*/ 0 w 3603"/>
                  <a:gd name="T7" fmla="*/ 0 h 8991"/>
                  <a:gd name="T8" fmla="*/ 0 w 3603"/>
                  <a:gd name="T9" fmla="*/ 0 h 8991"/>
                  <a:gd name="T10" fmla="*/ 1 w 3603"/>
                  <a:gd name="T11" fmla="*/ 0 h 8991"/>
                  <a:gd name="T12" fmla="*/ 1 w 3603"/>
                  <a:gd name="T13" fmla="*/ 2 h 8991"/>
                  <a:gd name="T14" fmla="*/ 3 w 3603"/>
                  <a:gd name="T15" fmla="*/ 6 h 8991"/>
                  <a:gd name="T16" fmla="*/ 5 w 3603"/>
                  <a:gd name="T17" fmla="*/ 11 h 8991"/>
                  <a:gd name="T18" fmla="*/ 7 w 3603"/>
                  <a:gd name="T19" fmla="*/ 17 h 8991"/>
                  <a:gd name="T20" fmla="*/ 10 w 3603"/>
                  <a:gd name="T21" fmla="*/ 24 h 8991"/>
                  <a:gd name="T22" fmla="*/ 13 w 3603"/>
                  <a:gd name="T23" fmla="*/ 31 h 8991"/>
                  <a:gd name="T24" fmla="*/ 16 w 3603"/>
                  <a:gd name="T25" fmla="*/ 40 h 8991"/>
                  <a:gd name="T26" fmla="*/ 20 w 3603"/>
                  <a:gd name="T27" fmla="*/ 50 h 8991"/>
                  <a:gd name="T28" fmla="*/ 24 w 3603"/>
                  <a:gd name="T29" fmla="*/ 60 h 8991"/>
                  <a:gd name="T30" fmla="*/ 28 w 3603"/>
                  <a:gd name="T31" fmla="*/ 70 h 8991"/>
                  <a:gd name="T32" fmla="*/ 33 w 3603"/>
                  <a:gd name="T33" fmla="*/ 81 h 8991"/>
                  <a:gd name="T34" fmla="*/ 37 w 3603"/>
                  <a:gd name="T35" fmla="*/ 93 h 8991"/>
                  <a:gd name="T36" fmla="*/ 42 w 3603"/>
                  <a:gd name="T37" fmla="*/ 105 h 8991"/>
                  <a:gd name="T38" fmla="*/ 47 w 3603"/>
                  <a:gd name="T39" fmla="*/ 117 h 8991"/>
                  <a:gd name="T40" fmla="*/ 51 w 3603"/>
                  <a:gd name="T41" fmla="*/ 129 h 8991"/>
                  <a:gd name="T42" fmla="*/ 56 w 3603"/>
                  <a:gd name="T43" fmla="*/ 141 h 89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3603"/>
                  <a:gd name="T67" fmla="*/ 0 h 8991"/>
                  <a:gd name="T68" fmla="*/ 3603 w 3603"/>
                  <a:gd name="T69" fmla="*/ 8991 h 89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3603" h="8991">
                    <a:moveTo>
                      <a:pt x="3603" y="8991"/>
                    </a:moveTo>
                    <a:lnTo>
                      <a:pt x="0" y="44"/>
                    </a:lnTo>
                    <a:lnTo>
                      <a:pt x="12" y="32"/>
                    </a:lnTo>
                    <a:lnTo>
                      <a:pt x="23" y="20"/>
                    </a:lnTo>
                    <a:lnTo>
                      <a:pt x="33" y="10"/>
                    </a:lnTo>
                    <a:lnTo>
                      <a:pt x="42" y="0"/>
                    </a:lnTo>
                    <a:lnTo>
                      <a:pt x="100" y="144"/>
                    </a:lnTo>
                    <a:lnTo>
                      <a:pt x="190" y="372"/>
                    </a:lnTo>
                    <a:lnTo>
                      <a:pt x="312" y="677"/>
                    </a:lnTo>
                    <a:lnTo>
                      <a:pt x="462" y="1056"/>
                    </a:lnTo>
                    <a:lnTo>
                      <a:pt x="638" y="1500"/>
                    </a:lnTo>
                    <a:lnTo>
                      <a:pt x="836" y="2004"/>
                    </a:lnTo>
                    <a:lnTo>
                      <a:pt x="1057" y="2562"/>
                    </a:lnTo>
                    <a:lnTo>
                      <a:pt x="1297" y="3167"/>
                    </a:lnTo>
                    <a:lnTo>
                      <a:pt x="1553" y="3814"/>
                    </a:lnTo>
                    <a:lnTo>
                      <a:pt x="1823" y="4497"/>
                    </a:lnTo>
                    <a:lnTo>
                      <a:pt x="2105" y="5208"/>
                    </a:lnTo>
                    <a:lnTo>
                      <a:pt x="2396" y="5943"/>
                    </a:lnTo>
                    <a:lnTo>
                      <a:pt x="2693" y="6695"/>
                    </a:lnTo>
                    <a:lnTo>
                      <a:pt x="2996" y="7458"/>
                    </a:lnTo>
                    <a:lnTo>
                      <a:pt x="3299" y="8226"/>
                    </a:lnTo>
                    <a:lnTo>
                      <a:pt x="3603" y="8991"/>
                    </a:lnTo>
                    <a:close/>
                  </a:path>
                </a:pathLst>
              </a:custGeom>
              <a:solidFill>
                <a:srgbClr val="9C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7" name="Freeform 502"/>
              <p:cNvSpPr>
                <a:spLocks/>
              </p:cNvSpPr>
              <p:nvPr/>
            </p:nvSpPr>
            <p:spPr bwMode="auto">
              <a:xfrm>
                <a:off x="2300" y="1461"/>
                <a:ext cx="1142" cy="1962"/>
              </a:xfrm>
              <a:custGeom>
                <a:avLst/>
                <a:gdLst>
                  <a:gd name="T0" fmla="*/ 142 w 9135"/>
                  <a:gd name="T1" fmla="*/ 222 h 15697"/>
                  <a:gd name="T2" fmla="*/ 143 w 9135"/>
                  <a:gd name="T3" fmla="*/ 223 h 15697"/>
                  <a:gd name="T4" fmla="*/ 143 w 9135"/>
                  <a:gd name="T5" fmla="*/ 223 h 15697"/>
                  <a:gd name="T6" fmla="*/ 143 w 9135"/>
                  <a:gd name="T7" fmla="*/ 224 h 15697"/>
                  <a:gd name="T8" fmla="*/ 142 w 9135"/>
                  <a:gd name="T9" fmla="*/ 225 h 15697"/>
                  <a:gd name="T10" fmla="*/ 141 w 9135"/>
                  <a:gd name="T11" fmla="*/ 226 h 15697"/>
                  <a:gd name="T12" fmla="*/ 139 w 9135"/>
                  <a:gd name="T13" fmla="*/ 227 h 15697"/>
                  <a:gd name="T14" fmla="*/ 137 w 9135"/>
                  <a:gd name="T15" fmla="*/ 229 h 15697"/>
                  <a:gd name="T16" fmla="*/ 135 w 9135"/>
                  <a:gd name="T17" fmla="*/ 231 h 15697"/>
                  <a:gd name="T18" fmla="*/ 132 w 9135"/>
                  <a:gd name="T19" fmla="*/ 233 h 15697"/>
                  <a:gd name="T20" fmla="*/ 128 w 9135"/>
                  <a:gd name="T21" fmla="*/ 234 h 15697"/>
                  <a:gd name="T22" fmla="*/ 125 w 9135"/>
                  <a:gd name="T23" fmla="*/ 236 h 15697"/>
                  <a:gd name="T24" fmla="*/ 121 w 9135"/>
                  <a:gd name="T25" fmla="*/ 238 h 15697"/>
                  <a:gd name="T26" fmla="*/ 117 w 9135"/>
                  <a:gd name="T27" fmla="*/ 240 h 15697"/>
                  <a:gd name="T28" fmla="*/ 113 w 9135"/>
                  <a:gd name="T29" fmla="*/ 241 h 15697"/>
                  <a:gd name="T30" fmla="*/ 109 w 9135"/>
                  <a:gd name="T31" fmla="*/ 242 h 15697"/>
                  <a:gd name="T32" fmla="*/ 106 w 9135"/>
                  <a:gd name="T33" fmla="*/ 243 h 15697"/>
                  <a:gd name="T34" fmla="*/ 102 w 9135"/>
                  <a:gd name="T35" fmla="*/ 244 h 15697"/>
                  <a:gd name="T36" fmla="*/ 99 w 9135"/>
                  <a:gd name="T37" fmla="*/ 245 h 15697"/>
                  <a:gd name="T38" fmla="*/ 96 w 9135"/>
                  <a:gd name="T39" fmla="*/ 245 h 15697"/>
                  <a:gd name="T40" fmla="*/ 94 w 9135"/>
                  <a:gd name="T41" fmla="*/ 245 h 15697"/>
                  <a:gd name="T42" fmla="*/ 92 w 9135"/>
                  <a:gd name="T43" fmla="*/ 245 h 15697"/>
                  <a:gd name="T44" fmla="*/ 91 w 9135"/>
                  <a:gd name="T45" fmla="*/ 245 h 15697"/>
                  <a:gd name="T46" fmla="*/ 90 w 9135"/>
                  <a:gd name="T47" fmla="*/ 245 h 15697"/>
                  <a:gd name="T48" fmla="*/ 90 w 9135"/>
                  <a:gd name="T49" fmla="*/ 244 h 15697"/>
                  <a:gd name="T50" fmla="*/ 0 w 9135"/>
                  <a:gd name="T51" fmla="*/ 21 h 15697"/>
                  <a:gd name="T52" fmla="*/ 1 w 9135"/>
                  <a:gd name="T53" fmla="*/ 22 h 15697"/>
                  <a:gd name="T54" fmla="*/ 2 w 9135"/>
                  <a:gd name="T55" fmla="*/ 22 h 15697"/>
                  <a:gd name="T56" fmla="*/ 4 w 9135"/>
                  <a:gd name="T57" fmla="*/ 22 h 15697"/>
                  <a:gd name="T58" fmla="*/ 6 w 9135"/>
                  <a:gd name="T59" fmla="*/ 22 h 15697"/>
                  <a:gd name="T60" fmla="*/ 8 w 9135"/>
                  <a:gd name="T61" fmla="*/ 22 h 15697"/>
                  <a:gd name="T62" fmla="*/ 11 w 9135"/>
                  <a:gd name="T63" fmla="*/ 21 h 15697"/>
                  <a:gd name="T64" fmla="*/ 15 w 9135"/>
                  <a:gd name="T65" fmla="*/ 20 h 15697"/>
                  <a:gd name="T66" fmla="*/ 18 w 9135"/>
                  <a:gd name="T67" fmla="*/ 19 h 15697"/>
                  <a:gd name="T68" fmla="*/ 22 w 9135"/>
                  <a:gd name="T69" fmla="*/ 18 h 15697"/>
                  <a:gd name="T70" fmla="*/ 26 w 9135"/>
                  <a:gd name="T71" fmla="*/ 17 h 15697"/>
                  <a:gd name="T72" fmla="*/ 30 w 9135"/>
                  <a:gd name="T73" fmla="*/ 15 h 15697"/>
                  <a:gd name="T74" fmla="*/ 34 w 9135"/>
                  <a:gd name="T75" fmla="*/ 13 h 15697"/>
                  <a:gd name="T76" fmla="*/ 37 w 9135"/>
                  <a:gd name="T77" fmla="*/ 12 h 15697"/>
                  <a:gd name="T78" fmla="*/ 40 w 9135"/>
                  <a:gd name="T79" fmla="*/ 10 h 15697"/>
                  <a:gd name="T80" fmla="*/ 43 w 9135"/>
                  <a:gd name="T81" fmla="*/ 8 h 15697"/>
                  <a:gd name="T82" fmla="*/ 46 w 9135"/>
                  <a:gd name="T83" fmla="*/ 7 h 15697"/>
                  <a:gd name="T84" fmla="*/ 48 w 9135"/>
                  <a:gd name="T85" fmla="*/ 5 h 15697"/>
                  <a:gd name="T86" fmla="*/ 50 w 9135"/>
                  <a:gd name="T87" fmla="*/ 4 h 15697"/>
                  <a:gd name="T88" fmla="*/ 51 w 9135"/>
                  <a:gd name="T89" fmla="*/ 2 h 15697"/>
                  <a:gd name="T90" fmla="*/ 53 w 9135"/>
                  <a:gd name="T91" fmla="*/ 1 h 15697"/>
                  <a:gd name="T92" fmla="*/ 54 w 9135"/>
                  <a:gd name="T93" fmla="*/ 0 h 15697"/>
                  <a:gd name="T94" fmla="*/ 58 w 9135"/>
                  <a:gd name="T95" fmla="*/ 10 h 15697"/>
                  <a:gd name="T96" fmla="*/ 71 w 9135"/>
                  <a:gd name="T97" fmla="*/ 44 h 15697"/>
                  <a:gd name="T98" fmla="*/ 90 w 9135"/>
                  <a:gd name="T99" fmla="*/ 91 h 15697"/>
                  <a:gd name="T100" fmla="*/ 111 w 9135"/>
                  <a:gd name="T101" fmla="*/ 144 h 15697"/>
                  <a:gd name="T102" fmla="*/ 131 w 9135"/>
                  <a:gd name="T103" fmla="*/ 194 h 15697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135"/>
                  <a:gd name="T157" fmla="*/ 0 h 15697"/>
                  <a:gd name="T158" fmla="*/ 9135 w 9135"/>
                  <a:gd name="T159" fmla="*/ 15697 h 15697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135" h="15697">
                    <a:moveTo>
                      <a:pt x="9090" y="14192"/>
                    </a:moveTo>
                    <a:lnTo>
                      <a:pt x="9098" y="14215"/>
                    </a:lnTo>
                    <a:lnTo>
                      <a:pt x="9106" y="14230"/>
                    </a:lnTo>
                    <a:lnTo>
                      <a:pt x="9110" y="14241"/>
                    </a:lnTo>
                    <a:lnTo>
                      <a:pt x="9113" y="14250"/>
                    </a:lnTo>
                    <a:lnTo>
                      <a:pt x="9116" y="14258"/>
                    </a:lnTo>
                    <a:lnTo>
                      <a:pt x="9120" y="14268"/>
                    </a:lnTo>
                    <a:lnTo>
                      <a:pt x="9126" y="14281"/>
                    </a:lnTo>
                    <a:lnTo>
                      <a:pt x="9133" y="14301"/>
                    </a:lnTo>
                    <a:lnTo>
                      <a:pt x="9135" y="14312"/>
                    </a:lnTo>
                    <a:lnTo>
                      <a:pt x="9132" y="14324"/>
                    </a:lnTo>
                    <a:lnTo>
                      <a:pt x="9126" y="14339"/>
                    </a:lnTo>
                    <a:lnTo>
                      <a:pt x="9116" y="14356"/>
                    </a:lnTo>
                    <a:lnTo>
                      <a:pt x="9102" y="14377"/>
                    </a:lnTo>
                    <a:lnTo>
                      <a:pt x="9083" y="14398"/>
                    </a:lnTo>
                    <a:lnTo>
                      <a:pt x="9062" y="14421"/>
                    </a:lnTo>
                    <a:lnTo>
                      <a:pt x="9038" y="14446"/>
                    </a:lnTo>
                    <a:lnTo>
                      <a:pt x="9009" y="14473"/>
                    </a:lnTo>
                    <a:lnTo>
                      <a:pt x="8977" y="14501"/>
                    </a:lnTo>
                    <a:lnTo>
                      <a:pt x="8941" y="14531"/>
                    </a:lnTo>
                    <a:lnTo>
                      <a:pt x="8903" y="14563"/>
                    </a:lnTo>
                    <a:lnTo>
                      <a:pt x="8861" y="14595"/>
                    </a:lnTo>
                    <a:lnTo>
                      <a:pt x="8817" y="14629"/>
                    </a:lnTo>
                    <a:lnTo>
                      <a:pt x="8769" y="14663"/>
                    </a:lnTo>
                    <a:lnTo>
                      <a:pt x="8719" y="14700"/>
                    </a:lnTo>
                    <a:lnTo>
                      <a:pt x="8666" y="14736"/>
                    </a:lnTo>
                    <a:lnTo>
                      <a:pt x="8609" y="14772"/>
                    </a:lnTo>
                    <a:lnTo>
                      <a:pt x="8550" y="14811"/>
                    </a:lnTo>
                    <a:lnTo>
                      <a:pt x="8489" y="14848"/>
                    </a:lnTo>
                    <a:lnTo>
                      <a:pt x="8425" y="14887"/>
                    </a:lnTo>
                    <a:lnTo>
                      <a:pt x="8358" y="14926"/>
                    </a:lnTo>
                    <a:lnTo>
                      <a:pt x="8289" y="14965"/>
                    </a:lnTo>
                    <a:lnTo>
                      <a:pt x="8218" y="15004"/>
                    </a:lnTo>
                    <a:lnTo>
                      <a:pt x="8145" y="15044"/>
                    </a:lnTo>
                    <a:lnTo>
                      <a:pt x="8069" y="15082"/>
                    </a:lnTo>
                    <a:lnTo>
                      <a:pt x="7992" y="15121"/>
                    </a:lnTo>
                    <a:lnTo>
                      <a:pt x="7912" y="15159"/>
                    </a:lnTo>
                    <a:lnTo>
                      <a:pt x="7831" y="15197"/>
                    </a:lnTo>
                    <a:lnTo>
                      <a:pt x="7748" y="15234"/>
                    </a:lnTo>
                    <a:lnTo>
                      <a:pt x="7663" y="15271"/>
                    </a:lnTo>
                    <a:lnTo>
                      <a:pt x="7577" y="15306"/>
                    </a:lnTo>
                    <a:lnTo>
                      <a:pt x="7490" y="15340"/>
                    </a:lnTo>
                    <a:lnTo>
                      <a:pt x="7403" y="15373"/>
                    </a:lnTo>
                    <a:lnTo>
                      <a:pt x="7317" y="15403"/>
                    </a:lnTo>
                    <a:lnTo>
                      <a:pt x="7232" y="15433"/>
                    </a:lnTo>
                    <a:lnTo>
                      <a:pt x="7148" y="15460"/>
                    </a:lnTo>
                    <a:lnTo>
                      <a:pt x="7066" y="15486"/>
                    </a:lnTo>
                    <a:lnTo>
                      <a:pt x="6985" y="15510"/>
                    </a:lnTo>
                    <a:lnTo>
                      <a:pt x="6905" y="15533"/>
                    </a:lnTo>
                    <a:lnTo>
                      <a:pt x="6826" y="15554"/>
                    </a:lnTo>
                    <a:lnTo>
                      <a:pt x="6750" y="15573"/>
                    </a:lnTo>
                    <a:lnTo>
                      <a:pt x="6675" y="15592"/>
                    </a:lnTo>
                    <a:lnTo>
                      <a:pt x="6602" y="15608"/>
                    </a:lnTo>
                    <a:lnTo>
                      <a:pt x="6531" y="15623"/>
                    </a:lnTo>
                    <a:lnTo>
                      <a:pt x="6462" y="15636"/>
                    </a:lnTo>
                    <a:lnTo>
                      <a:pt x="6396" y="15648"/>
                    </a:lnTo>
                    <a:lnTo>
                      <a:pt x="6333" y="15659"/>
                    </a:lnTo>
                    <a:lnTo>
                      <a:pt x="6271" y="15669"/>
                    </a:lnTo>
                    <a:lnTo>
                      <a:pt x="6213" y="15677"/>
                    </a:lnTo>
                    <a:lnTo>
                      <a:pt x="6157" y="15683"/>
                    </a:lnTo>
                    <a:lnTo>
                      <a:pt x="6105" y="15689"/>
                    </a:lnTo>
                    <a:lnTo>
                      <a:pt x="6055" y="15693"/>
                    </a:lnTo>
                    <a:lnTo>
                      <a:pt x="6009" y="15695"/>
                    </a:lnTo>
                    <a:lnTo>
                      <a:pt x="5967" y="15697"/>
                    </a:lnTo>
                    <a:lnTo>
                      <a:pt x="5927" y="15697"/>
                    </a:lnTo>
                    <a:lnTo>
                      <a:pt x="5892" y="15696"/>
                    </a:lnTo>
                    <a:lnTo>
                      <a:pt x="5860" y="15694"/>
                    </a:lnTo>
                    <a:lnTo>
                      <a:pt x="5832" y="15691"/>
                    </a:lnTo>
                    <a:lnTo>
                      <a:pt x="5809" y="15687"/>
                    </a:lnTo>
                    <a:lnTo>
                      <a:pt x="5789" y="15682"/>
                    </a:lnTo>
                    <a:lnTo>
                      <a:pt x="5774" y="15675"/>
                    </a:lnTo>
                    <a:lnTo>
                      <a:pt x="5763" y="15668"/>
                    </a:lnTo>
                    <a:lnTo>
                      <a:pt x="5757" y="15658"/>
                    </a:lnTo>
                    <a:lnTo>
                      <a:pt x="5745" y="15626"/>
                    </a:lnTo>
                    <a:lnTo>
                      <a:pt x="5737" y="15608"/>
                    </a:lnTo>
                    <a:lnTo>
                      <a:pt x="5730" y="15588"/>
                    </a:lnTo>
                    <a:lnTo>
                      <a:pt x="5715" y="15550"/>
                    </a:lnTo>
                    <a:lnTo>
                      <a:pt x="0" y="1361"/>
                    </a:lnTo>
                    <a:lnTo>
                      <a:pt x="9" y="1377"/>
                    </a:lnTo>
                    <a:lnTo>
                      <a:pt x="23" y="1391"/>
                    </a:lnTo>
                    <a:lnTo>
                      <a:pt x="40" y="1403"/>
                    </a:lnTo>
                    <a:lnTo>
                      <a:pt x="61" y="1414"/>
                    </a:lnTo>
                    <a:lnTo>
                      <a:pt x="86" y="1422"/>
                    </a:lnTo>
                    <a:lnTo>
                      <a:pt x="116" y="1428"/>
                    </a:lnTo>
                    <a:lnTo>
                      <a:pt x="148" y="1432"/>
                    </a:lnTo>
                    <a:lnTo>
                      <a:pt x="185" y="1435"/>
                    </a:lnTo>
                    <a:lnTo>
                      <a:pt x="224" y="1436"/>
                    </a:lnTo>
                    <a:lnTo>
                      <a:pt x="267" y="1435"/>
                    </a:lnTo>
                    <a:lnTo>
                      <a:pt x="313" y="1432"/>
                    </a:lnTo>
                    <a:lnTo>
                      <a:pt x="362" y="1428"/>
                    </a:lnTo>
                    <a:lnTo>
                      <a:pt x="415" y="1421"/>
                    </a:lnTo>
                    <a:lnTo>
                      <a:pt x="469" y="1414"/>
                    </a:lnTo>
                    <a:lnTo>
                      <a:pt x="527" y="1403"/>
                    </a:lnTo>
                    <a:lnTo>
                      <a:pt x="588" y="1392"/>
                    </a:lnTo>
                    <a:lnTo>
                      <a:pt x="651" y="1380"/>
                    </a:lnTo>
                    <a:lnTo>
                      <a:pt x="717" y="1365"/>
                    </a:lnTo>
                    <a:lnTo>
                      <a:pt x="783" y="1350"/>
                    </a:lnTo>
                    <a:lnTo>
                      <a:pt x="853" y="1332"/>
                    </a:lnTo>
                    <a:lnTo>
                      <a:pt x="925" y="1313"/>
                    </a:lnTo>
                    <a:lnTo>
                      <a:pt x="999" y="1292"/>
                    </a:lnTo>
                    <a:lnTo>
                      <a:pt x="1075" y="1270"/>
                    </a:lnTo>
                    <a:lnTo>
                      <a:pt x="1152" y="1246"/>
                    </a:lnTo>
                    <a:lnTo>
                      <a:pt x="1231" y="1221"/>
                    </a:lnTo>
                    <a:lnTo>
                      <a:pt x="1311" y="1195"/>
                    </a:lnTo>
                    <a:lnTo>
                      <a:pt x="1393" y="1168"/>
                    </a:lnTo>
                    <a:lnTo>
                      <a:pt x="1476" y="1138"/>
                    </a:lnTo>
                    <a:lnTo>
                      <a:pt x="1561" y="1108"/>
                    </a:lnTo>
                    <a:lnTo>
                      <a:pt x="1646" y="1075"/>
                    </a:lnTo>
                    <a:lnTo>
                      <a:pt x="1732" y="1043"/>
                    </a:lnTo>
                    <a:lnTo>
                      <a:pt x="1819" y="1009"/>
                    </a:lnTo>
                    <a:lnTo>
                      <a:pt x="1905" y="973"/>
                    </a:lnTo>
                    <a:lnTo>
                      <a:pt x="1989" y="937"/>
                    </a:lnTo>
                    <a:lnTo>
                      <a:pt x="2070" y="901"/>
                    </a:lnTo>
                    <a:lnTo>
                      <a:pt x="2150" y="865"/>
                    </a:lnTo>
                    <a:lnTo>
                      <a:pt x="2226" y="828"/>
                    </a:lnTo>
                    <a:lnTo>
                      <a:pt x="2301" y="792"/>
                    </a:lnTo>
                    <a:lnTo>
                      <a:pt x="2373" y="755"/>
                    </a:lnTo>
                    <a:lnTo>
                      <a:pt x="2443" y="719"/>
                    </a:lnTo>
                    <a:lnTo>
                      <a:pt x="2511" y="683"/>
                    </a:lnTo>
                    <a:lnTo>
                      <a:pt x="2577" y="646"/>
                    </a:lnTo>
                    <a:lnTo>
                      <a:pt x="2640" y="610"/>
                    </a:lnTo>
                    <a:lnTo>
                      <a:pt x="2700" y="573"/>
                    </a:lnTo>
                    <a:lnTo>
                      <a:pt x="2759" y="538"/>
                    </a:lnTo>
                    <a:lnTo>
                      <a:pt x="2816" y="502"/>
                    </a:lnTo>
                    <a:lnTo>
                      <a:pt x="2871" y="468"/>
                    </a:lnTo>
                    <a:lnTo>
                      <a:pt x="2922" y="433"/>
                    </a:lnTo>
                    <a:lnTo>
                      <a:pt x="2972" y="399"/>
                    </a:lnTo>
                    <a:lnTo>
                      <a:pt x="3019" y="366"/>
                    </a:lnTo>
                    <a:lnTo>
                      <a:pt x="3064" y="333"/>
                    </a:lnTo>
                    <a:lnTo>
                      <a:pt x="3108" y="302"/>
                    </a:lnTo>
                    <a:lnTo>
                      <a:pt x="3148" y="270"/>
                    </a:lnTo>
                    <a:lnTo>
                      <a:pt x="3188" y="240"/>
                    </a:lnTo>
                    <a:lnTo>
                      <a:pt x="3224" y="211"/>
                    </a:lnTo>
                    <a:lnTo>
                      <a:pt x="3258" y="183"/>
                    </a:lnTo>
                    <a:lnTo>
                      <a:pt x="3290" y="156"/>
                    </a:lnTo>
                    <a:lnTo>
                      <a:pt x="3320" y="130"/>
                    </a:lnTo>
                    <a:lnTo>
                      <a:pt x="3348" y="104"/>
                    </a:lnTo>
                    <a:lnTo>
                      <a:pt x="3373" y="81"/>
                    </a:lnTo>
                    <a:lnTo>
                      <a:pt x="3397" y="59"/>
                    </a:lnTo>
                    <a:lnTo>
                      <a:pt x="3419" y="38"/>
                    </a:lnTo>
                    <a:lnTo>
                      <a:pt x="3438" y="18"/>
                    </a:lnTo>
                    <a:lnTo>
                      <a:pt x="3454" y="0"/>
                    </a:lnTo>
                    <a:lnTo>
                      <a:pt x="3551" y="243"/>
                    </a:lnTo>
                    <a:lnTo>
                      <a:pt x="3720" y="665"/>
                    </a:lnTo>
                    <a:lnTo>
                      <a:pt x="3950" y="1246"/>
                    </a:lnTo>
                    <a:lnTo>
                      <a:pt x="4234" y="1966"/>
                    </a:lnTo>
                    <a:lnTo>
                      <a:pt x="4566" y="2806"/>
                    </a:lnTo>
                    <a:lnTo>
                      <a:pt x="4936" y="3743"/>
                    </a:lnTo>
                    <a:lnTo>
                      <a:pt x="5340" y="4761"/>
                    </a:lnTo>
                    <a:lnTo>
                      <a:pt x="5765" y="5837"/>
                    </a:lnTo>
                    <a:lnTo>
                      <a:pt x="6207" y="6953"/>
                    </a:lnTo>
                    <a:lnTo>
                      <a:pt x="6658" y="8089"/>
                    </a:lnTo>
                    <a:lnTo>
                      <a:pt x="7108" y="9224"/>
                    </a:lnTo>
                    <a:lnTo>
                      <a:pt x="7550" y="10338"/>
                    </a:lnTo>
                    <a:lnTo>
                      <a:pt x="7978" y="11412"/>
                    </a:lnTo>
                    <a:lnTo>
                      <a:pt x="8382" y="12425"/>
                    </a:lnTo>
                    <a:lnTo>
                      <a:pt x="8755" y="13359"/>
                    </a:lnTo>
                    <a:lnTo>
                      <a:pt x="9090" y="14192"/>
                    </a:lnTo>
                    <a:close/>
                  </a:path>
                </a:pathLst>
              </a:custGeom>
              <a:noFill/>
              <a:ln w="2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8" name="Freeform 503"/>
              <p:cNvSpPr>
                <a:spLocks/>
              </p:cNvSpPr>
              <p:nvPr/>
            </p:nvSpPr>
            <p:spPr bwMode="auto">
              <a:xfrm>
                <a:off x="2300" y="1612"/>
                <a:ext cx="21" cy="28"/>
              </a:xfrm>
              <a:custGeom>
                <a:avLst/>
                <a:gdLst>
                  <a:gd name="T0" fmla="*/ 3 w 171"/>
                  <a:gd name="T1" fmla="*/ 3 h 229"/>
                  <a:gd name="T2" fmla="*/ 2 w 171"/>
                  <a:gd name="T3" fmla="*/ 3 h 229"/>
                  <a:gd name="T4" fmla="*/ 2 w 171"/>
                  <a:gd name="T5" fmla="*/ 3 h 229"/>
                  <a:gd name="T6" fmla="*/ 2 w 171"/>
                  <a:gd name="T7" fmla="*/ 3 h 229"/>
                  <a:gd name="T8" fmla="*/ 2 w 171"/>
                  <a:gd name="T9" fmla="*/ 3 h 229"/>
                  <a:gd name="T10" fmla="*/ 1 w 171"/>
                  <a:gd name="T11" fmla="*/ 3 h 229"/>
                  <a:gd name="T12" fmla="*/ 1 w 171"/>
                  <a:gd name="T13" fmla="*/ 3 h 229"/>
                  <a:gd name="T14" fmla="*/ 1 w 171"/>
                  <a:gd name="T15" fmla="*/ 3 h 229"/>
                  <a:gd name="T16" fmla="*/ 1 w 171"/>
                  <a:gd name="T17" fmla="*/ 3 h 229"/>
                  <a:gd name="T18" fmla="*/ 1 w 171"/>
                  <a:gd name="T19" fmla="*/ 3 h 229"/>
                  <a:gd name="T20" fmla="*/ 1 w 171"/>
                  <a:gd name="T21" fmla="*/ 3 h 229"/>
                  <a:gd name="T22" fmla="*/ 0 w 171"/>
                  <a:gd name="T23" fmla="*/ 3 h 229"/>
                  <a:gd name="T24" fmla="*/ 0 w 171"/>
                  <a:gd name="T25" fmla="*/ 3 h 229"/>
                  <a:gd name="T26" fmla="*/ 0 w 171"/>
                  <a:gd name="T27" fmla="*/ 3 h 229"/>
                  <a:gd name="T28" fmla="*/ 0 w 171"/>
                  <a:gd name="T29" fmla="*/ 3 h 229"/>
                  <a:gd name="T30" fmla="*/ 0 w 171"/>
                  <a:gd name="T31" fmla="*/ 2 h 229"/>
                  <a:gd name="T32" fmla="*/ 0 w 171"/>
                  <a:gd name="T33" fmla="*/ 2 h 229"/>
                  <a:gd name="T34" fmla="*/ 0 w 171"/>
                  <a:gd name="T35" fmla="*/ 2 h 229"/>
                  <a:gd name="T36" fmla="*/ 0 w 171"/>
                  <a:gd name="T37" fmla="*/ 2 h 229"/>
                  <a:gd name="T38" fmla="*/ 0 w 171"/>
                  <a:gd name="T39" fmla="*/ 2 h 229"/>
                  <a:gd name="T40" fmla="*/ 0 w 171"/>
                  <a:gd name="T41" fmla="*/ 2 h 229"/>
                  <a:gd name="T42" fmla="*/ 0 w 171"/>
                  <a:gd name="T43" fmla="*/ 2 h 229"/>
                  <a:gd name="T44" fmla="*/ 0 w 171"/>
                  <a:gd name="T45" fmla="*/ 2 h 229"/>
                  <a:gd name="T46" fmla="*/ 0 w 171"/>
                  <a:gd name="T47" fmla="*/ 1 h 229"/>
                  <a:gd name="T48" fmla="*/ 0 w 171"/>
                  <a:gd name="T49" fmla="*/ 1 h 229"/>
                  <a:gd name="T50" fmla="*/ 0 w 171"/>
                  <a:gd name="T51" fmla="*/ 1 h 229"/>
                  <a:gd name="T52" fmla="*/ 0 w 171"/>
                  <a:gd name="T53" fmla="*/ 1 h 229"/>
                  <a:gd name="T54" fmla="*/ 0 w 171"/>
                  <a:gd name="T55" fmla="*/ 1 h 229"/>
                  <a:gd name="T56" fmla="*/ 0 w 171"/>
                  <a:gd name="T57" fmla="*/ 1 h 229"/>
                  <a:gd name="T58" fmla="*/ 1 w 171"/>
                  <a:gd name="T59" fmla="*/ 0 h 229"/>
                  <a:gd name="T60" fmla="*/ 1 w 171"/>
                  <a:gd name="T61" fmla="*/ 0 h 229"/>
                  <a:gd name="T62" fmla="*/ 1 w 171"/>
                  <a:gd name="T63" fmla="*/ 0 h 229"/>
                  <a:gd name="T64" fmla="*/ 1 w 171"/>
                  <a:gd name="T65" fmla="*/ 1 h 229"/>
                  <a:gd name="T66" fmla="*/ 2 w 171"/>
                  <a:gd name="T67" fmla="*/ 1 h 229"/>
                  <a:gd name="T68" fmla="*/ 2 w 171"/>
                  <a:gd name="T69" fmla="*/ 2 h 229"/>
                  <a:gd name="T70" fmla="*/ 2 w 171"/>
                  <a:gd name="T71" fmla="*/ 2 h 229"/>
                  <a:gd name="T72" fmla="*/ 2 w 171"/>
                  <a:gd name="T73" fmla="*/ 3 h 229"/>
                  <a:gd name="T74" fmla="*/ 2 w 171"/>
                  <a:gd name="T75" fmla="*/ 3 h 229"/>
                  <a:gd name="T76" fmla="*/ 3 w 171"/>
                  <a:gd name="T77" fmla="*/ 3 h 22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71"/>
                  <a:gd name="T118" fmla="*/ 0 h 229"/>
                  <a:gd name="T119" fmla="*/ 171 w 171"/>
                  <a:gd name="T120" fmla="*/ 229 h 22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71" h="229">
                    <a:moveTo>
                      <a:pt x="171" y="229"/>
                    </a:moveTo>
                    <a:lnTo>
                      <a:pt x="155" y="227"/>
                    </a:lnTo>
                    <a:lnTo>
                      <a:pt x="139" y="225"/>
                    </a:lnTo>
                    <a:lnTo>
                      <a:pt x="124" y="223"/>
                    </a:lnTo>
                    <a:lnTo>
                      <a:pt x="110" y="221"/>
                    </a:lnTo>
                    <a:lnTo>
                      <a:pt x="96" y="218"/>
                    </a:lnTo>
                    <a:lnTo>
                      <a:pt x="83" y="214"/>
                    </a:lnTo>
                    <a:lnTo>
                      <a:pt x="71" y="210"/>
                    </a:lnTo>
                    <a:lnTo>
                      <a:pt x="61" y="206"/>
                    </a:lnTo>
                    <a:lnTo>
                      <a:pt x="51" y="200"/>
                    </a:lnTo>
                    <a:lnTo>
                      <a:pt x="41" y="195"/>
                    </a:lnTo>
                    <a:lnTo>
                      <a:pt x="33" y="190"/>
                    </a:lnTo>
                    <a:lnTo>
                      <a:pt x="26" y="184"/>
                    </a:lnTo>
                    <a:lnTo>
                      <a:pt x="19" y="178"/>
                    </a:lnTo>
                    <a:lnTo>
                      <a:pt x="13" y="171"/>
                    </a:lnTo>
                    <a:lnTo>
                      <a:pt x="8" y="164"/>
                    </a:lnTo>
                    <a:lnTo>
                      <a:pt x="5" y="156"/>
                    </a:lnTo>
                    <a:lnTo>
                      <a:pt x="2" y="149"/>
                    </a:lnTo>
                    <a:lnTo>
                      <a:pt x="1" y="141"/>
                    </a:lnTo>
                    <a:lnTo>
                      <a:pt x="0" y="133"/>
                    </a:lnTo>
                    <a:lnTo>
                      <a:pt x="0" y="123"/>
                    </a:lnTo>
                    <a:lnTo>
                      <a:pt x="1" y="114"/>
                    </a:lnTo>
                    <a:lnTo>
                      <a:pt x="2" y="105"/>
                    </a:lnTo>
                    <a:lnTo>
                      <a:pt x="5" y="96"/>
                    </a:lnTo>
                    <a:lnTo>
                      <a:pt x="8" y="87"/>
                    </a:lnTo>
                    <a:lnTo>
                      <a:pt x="13" y="77"/>
                    </a:lnTo>
                    <a:lnTo>
                      <a:pt x="17" y="67"/>
                    </a:lnTo>
                    <a:lnTo>
                      <a:pt x="23" y="56"/>
                    </a:lnTo>
                    <a:lnTo>
                      <a:pt x="31" y="46"/>
                    </a:lnTo>
                    <a:lnTo>
                      <a:pt x="46" y="23"/>
                    </a:lnTo>
                    <a:lnTo>
                      <a:pt x="65" y="0"/>
                    </a:lnTo>
                    <a:lnTo>
                      <a:pt x="77" y="29"/>
                    </a:lnTo>
                    <a:lnTo>
                      <a:pt x="90" y="58"/>
                    </a:lnTo>
                    <a:lnTo>
                      <a:pt x="103" y="87"/>
                    </a:lnTo>
                    <a:lnTo>
                      <a:pt x="116" y="115"/>
                    </a:lnTo>
                    <a:lnTo>
                      <a:pt x="130" y="144"/>
                    </a:lnTo>
                    <a:lnTo>
                      <a:pt x="143" y="172"/>
                    </a:lnTo>
                    <a:lnTo>
                      <a:pt x="157" y="200"/>
                    </a:lnTo>
                    <a:lnTo>
                      <a:pt x="171" y="229"/>
                    </a:lnTo>
                    <a:close/>
                  </a:path>
                </a:pathLst>
              </a:custGeom>
              <a:solidFill>
                <a:srgbClr val="358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9" name="Freeform 504"/>
              <p:cNvSpPr>
                <a:spLocks/>
              </p:cNvSpPr>
              <p:nvPr/>
            </p:nvSpPr>
            <p:spPr bwMode="auto">
              <a:xfrm>
                <a:off x="2301" y="1604"/>
                <a:ext cx="31" cy="36"/>
              </a:xfrm>
              <a:custGeom>
                <a:avLst/>
                <a:gdLst>
                  <a:gd name="T0" fmla="*/ 0 w 247"/>
                  <a:gd name="T1" fmla="*/ 2 h 291"/>
                  <a:gd name="T2" fmla="*/ 0 w 247"/>
                  <a:gd name="T3" fmla="*/ 3 h 291"/>
                  <a:gd name="T4" fmla="*/ 1 w 247"/>
                  <a:gd name="T5" fmla="*/ 3 h 291"/>
                  <a:gd name="T6" fmla="*/ 1 w 247"/>
                  <a:gd name="T7" fmla="*/ 4 h 291"/>
                  <a:gd name="T8" fmla="*/ 1 w 247"/>
                  <a:gd name="T9" fmla="*/ 4 h 291"/>
                  <a:gd name="T10" fmla="*/ 1 w 247"/>
                  <a:gd name="T11" fmla="*/ 4 h 291"/>
                  <a:gd name="T12" fmla="*/ 2 w 247"/>
                  <a:gd name="T13" fmla="*/ 4 h 291"/>
                  <a:gd name="T14" fmla="*/ 2 w 247"/>
                  <a:gd name="T15" fmla="*/ 4 h 291"/>
                  <a:gd name="T16" fmla="*/ 2 w 247"/>
                  <a:gd name="T17" fmla="*/ 4 h 291"/>
                  <a:gd name="T18" fmla="*/ 3 w 247"/>
                  <a:gd name="T19" fmla="*/ 4 h 291"/>
                  <a:gd name="T20" fmla="*/ 3 w 247"/>
                  <a:gd name="T21" fmla="*/ 4 h 291"/>
                  <a:gd name="T22" fmla="*/ 3 w 247"/>
                  <a:gd name="T23" fmla="*/ 4 h 291"/>
                  <a:gd name="T24" fmla="*/ 4 w 247"/>
                  <a:gd name="T25" fmla="*/ 4 h 291"/>
                  <a:gd name="T26" fmla="*/ 4 w 247"/>
                  <a:gd name="T27" fmla="*/ 4 h 291"/>
                  <a:gd name="T28" fmla="*/ 3 w 247"/>
                  <a:gd name="T29" fmla="*/ 3 h 291"/>
                  <a:gd name="T30" fmla="*/ 3 w 247"/>
                  <a:gd name="T31" fmla="*/ 3 h 291"/>
                  <a:gd name="T32" fmla="*/ 3 w 247"/>
                  <a:gd name="T33" fmla="*/ 2 h 291"/>
                  <a:gd name="T34" fmla="*/ 3 w 247"/>
                  <a:gd name="T35" fmla="*/ 2 h 291"/>
                  <a:gd name="T36" fmla="*/ 2 w 247"/>
                  <a:gd name="T37" fmla="*/ 1 h 291"/>
                  <a:gd name="T38" fmla="*/ 2 w 247"/>
                  <a:gd name="T39" fmla="*/ 1 h 291"/>
                  <a:gd name="T40" fmla="*/ 2 w 247"/>
                  <a:gd name="T41" fmla="*/ 0 h 291"/>
                  <a:gd name="T42" fmla="*/ 1 w 247"/>
                  <a:gd name="T43" fmla="*/ 0 h 291"/>
                  <a:gd name="T44" fmla="*/ 1 w 247"/>
                  <a:gd name="T45" fmla="*/ 1 h 291"/>
                  <a:gd name="T46" fmla="*/ 1 w 247"/>
                  <a:gd name="T47" fmla="*/ 1 h 291"/>
                  <a:gd name="T48" fmla="*/ 1 w 247"/>
                  <a:gd name="T49" fmla="*/ 1 h 291"/>
                  <a:gd name="T50" fmla="*/ 1 w 247"/>
                  <a:gd name="T51" fmla="*/ 1 h 291"/>
                  <a:gd name="T52" fmla="*/ 0 w 247"/>
                  <a:gd name="T53" fmla="*/ 2 h 291"/>
                  <a:gd name="T54" fmla="*/ 0 w 247"/>
                  <a:gd name="T55" fmla="*/ 2 h 291"/>
                  <a:gd name="T56" fmla="*/ 0 w 247"/>
                  <a:gd name="T57" fmla="*/ 2 h 291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47"/>
                  <a:gd name="T88" fmla="*/ 0 h 291"/>
                  <a:gd name="T89" fmla="*/ 247 w 247"/>
                  <a:gd name="T90" fmla="*/ 291 h 291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47" h="291">
                    <a:moveTo>
                      <a:pt x="0" y="137"/>
                    </a:moveTo>
                    <a:lnTo>
                      <a:pt x="16" y="171"/>
                    </a:lnTo>
                    <a:lnTo>
                      <a:pt x="31" y="205"/>
                    </a:lnTo>
                    <a:lnTo>
                      <a:pt x="47" y="239"/>
                    </a:lnTo>
                    <a:lnTo>
                      <a:pt x="63" y="273"/>
                    </a:lnTo>
                    <a:lnTo>
                      <a:pt x="80" y="278"/>
                    </a:lnTo>
                    <a:lnTo>
                      <a:pt x="100" y="282"/>
                    </a:lnTo>
                    <a:lnTo>
                      <a:pt x="120" y="286"/>
                    </a:lnTo>
                    <a:lnTo>
                      <a:pt x="142" y="288"/>
                    </a:lnTo>
                    <a:lnTo>
                      <a:pt x="167" y="290"/>
                    </a:lnTo>
                    <a:lnTo>
                      <a:pt x="192" y="291"/>
                    </a:lnTo>
                    <a:lnTo>
                      <a:pt x="218" y="291"/>
                    </a:lnTo>
                    <a:lnTo>
                      <a:pt x="247" y="291"/>
                    </a:lnTo>
                    <a:lnTo>
                      <a:pt x="228" y="255"/>
                    </a:lnTo>
                    <a:lnTo>
                      <a:pt x="210" y="220"/>
                    </a:lnTo>
                    <a:lnTo>
                      <a:pt x="193" y="183"/>
                    </a:lnTo>
                    <a:lnTo>
                      <a:pt x="176" y="147"/>
                    </a:lnTo>
                    <a:lnTo>
                      <a:pt x="158" y="111"/>
                    </a:lnTo>
                    <a:lnTo>
                      <a:pt x="142" y="74"/>
                    </a:lnTo>
                    <a:lnTo>
                      <a:pt x="126" y="38"/>
                    </a:lnTo>
                    <a:lnTo>
                      <a:pt x="110" y="0"/>
                    </a:lnTo>
                    <a:lnTo>
                      <a:pt x="91" y="19"/>
                    </a:lnTo>
                    <a:lnTo>
                      <a:pt x="73" y="38"/>
                    </a:lnTo>
                    <a:lnTo>
                      <a:pt x="56" y="56"/>
                    </a:lnTo>
                    <a:lnTo>
                      <a:pt x="42" y="73"/>
                    </a:lnTo>
                    <a:lnTo>
                      <a:pt x="29" y="89"/>
                    </a:lnTo>
                    <a:lnTo>
                      <a:pt x="18" y="106"/>
                    </a:lnTo>
                    <a:lnTo>
                      <a:pt x="8" y="12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rgbClr val="368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0" name="Freeform 505"/>
              <p:cNvSpPr>
                <a:spLocks/>
              </p:cNvSpPr>
              <p:nvPr/>
            </p:nvSpPr>
            <p:spPr bwMode="auto">
              <a:xfrm>
                <a:off x="2308" y="1597"/>
                <a:ext cx="35" cy="44"/>
              </a:xfrm>
              <a:custGeom>
                <a:avLst/>
                <a:gdLst>
                  <a:gd name="T0" fmla="*/ 0 w 280"/>
                  <a:gd name="T1" fmla="*/ 2 h 345"/>
                  <a:gd name="T2" fmla="*/ 0 w 280"/>
                  <a:gd name="T3" fmla="*/ 2 h 345"/>
                  <a:gd name="T4" fmla="*/ 0 w 280"/>
                  <a:gd name="T5" fmla="*/ 3 h 345"/>
                  <a:gd name="T6" fmla="*/ 1 w 280"/>
                  <a:gd name="T7" fmla="*/ 3 h 345"/>
                  <a:gd name="T8" fmla="*/ 1 w 280"/>
                  <a:gd name="T9" fmla="*/ 4 h 345"/>
                  <a:gd name="T10" fmla="*/ 1 w 280"/>
                  <a:gd name="T11" fmla="*/ 4 h 345"/>
                  <a:gd name="T12" fmla="*/ 1 w 280"/>
                  <a:gd name="T13" fmla="*/ 5 h 345"/>
                  <a:gd name="T14" fmla="*/ 1 w 280"/>
                  <a:gd name="T15" fmla="*/ 5 h 345"/>
                  <a:gd name="T16" fmla="*/ 2 w 280"/>
                  <a:gd name="T17" fmla="*/ 6 h 345"/>
                  <a:gd name="T18" fmla="*/ 2 w 280"/>
                  <a:gd name="T19" fmla="*/ 6 h 345"/>
                  <a:gd name="T20" fmla="*/ 2 w 280"/>
                  <a:gd name="T21" fmla="*/ 6 h 345"/>
                  <a:gd name="T22" fmla="*/ 3 w 280"/>
                  <a:gd name="T23" fmla="*/ 6 h 345"/>
                  <a:gd name="T24" fmla="*/ 3 w 280"/>
                  <a:gd name="T25" fmla="*/ 6 h 345"/>
                  <a:gd name="T26" fmla="*/ 3 w 280"/>
                  <a:gd name="T27" fmla="*/ 6 h 345"/>
                  <a:gd name="T28" fmla="*/ 4 w 280"/>
                  <a:gd name="T29" fmla="*/ 6 h 345"/>
                  <a:gd name="T30" fmla="*/ 4 w 280"/>
                  <a:gd name="T31" fmla="*/ 5 h 345"/>
                  <a:gd name="T32" fmla="*/ 4 w 280"/>
                  <a:gd name="T33" fmla="*/ 5 h 345"/>
                  <a:gd name="T34" fmla="*/ 4 w 280"/>
                  <a:gd name="T35" fmla="*/ 5 h 345"/>
                  <a:gd name="T36" fmla="*/ 4 w 280"/>
                  <a:gd name="T37" fmla="*/ 4 h 345"/>
                  <a:gd name="T38" fmla="*/ 3 w 280"/>
                  <a:gd name="T39" fmla="*/ 3 h 345"/>
                  <a:gd name="T40" fmla="*/ 3 w 280"/>
                  <a:gd name="T41" fmla="*/ 3 h 345"/>
                  <a:gd name="T42" fmla="*/ 3 w 280"/>
                  <a:gd name="T43" fmla="*/ 2 h 345"/>
                  <a:gd name="T44" fmla="*/ 2 w 280"/>
                  <a:gd name="T45" fmla="*/ 1 h 345"/>
                  <a:gd name="T46" fmla="*/ 2 w 280"/>
                  <a:gd name="T47" fmla="*/ 1 h 345"/>
                  <a:gd name="T48" fmla="*/ 2 w 280"/>
                  <a:gd name="T49" fmla="*/ 0 h 345"/>
                  <a:gd name="T50" fmla="*/ 1 w 280"/>
                  <a:gd name="T51" fmla="*/ 1 h 345"/>
                  <a:gd name="T52" fmla="*/ 1 w 280"/>
                  <a:gd name="T53" fmla="*/ 1 h 345"/>
                  <a:gd name="T54" fmla="*/ 0 w 280"/>
                  <a:gd name="T55" fmla="*/ 1 h 345"/>
                  <a:gd name="T56" fmla="*/ 0 w 280"/>
                  <a:gd name="T57" fmla="*/ 2 h 34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80"/>
                  <a:gd name="T88" fmla="*/ 0 h 345"/>
                  <a:gd name="T89" fmla="*/ 280 w 280"/>
                  <a:gd name="T90" fmla="*/ 345 h 34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80" h="345">
                    <a:moveTo>
                      <a:pt x="0" y="114"/>
                    </a:moveTo>
                    <a:lnTo>
                      <a:pt x="12" y="143"/>
                    </a:lnTo>
                    <a:lnTo>
                      <a:pt x="25" y="172"/>
                    </a:lnTo>
                    <a:lnTo>
                      <a:pt x="38" y="201"/>
                    </a:lnTo>
                    <a:lnTo>
                      <a:pt x="51" y="229"/>
                    </a:lnTo>
                    <a:lnTo>
                      <a:pt x="65" y="258"/>
                    </a:lnTo>
                    <a:lnTo>
                      <a:pt x="78" y="286"/>
                    </a:lnTo>
                    <a:lnTo>
                      <a:pt x="92" y="314"/>
                    </a:lnTo>
                    <a:lnTo>
                      <a:pt x="106" y="343"/>
                    </a:lnTo>
                    <a:lnTo>
                      <a:pt x="125" y="344"/>
                    </a:lnTo>
                    <a:lnTo>
                      <a:pt x="145" y="344"/>
                    </a:lnTo>
                    <a:lnTo>
                      <a:pt x="165" y="345"/>
                    </a:lnTo>
                    <a:lnTo>
                      <a:pt x="186" y="344"/>
                    </a:lnTo>
                    <a:lnTo>
                      <a:pt x="209" y="344"/>
                    </a:lnTo>
                    <a:lnTo>
                      <a:pt x="231" y="342"/>
                    </a:lnTo>
                    <a:lnTo>
                      <a:pt x="255" y="341"/>
                    </a:lnTo>
                    <a:lnTo>
                      <a:pt x="280" y="339"/>
                    </a:lnTo>
                    <a:lnTo>
                      <a:pt x="257" y="297"/>
                    </a:lnTo>
                    <a:lnTo>
                      <a:pt x="236" y="256"/>
                    </a:lnTo>
                    <a:lnTo>
                      <a:pt x="216" y="214"/>
                    </a:lnTo>
                    <a:lnTo>
                      <a:pt x="196" y="172"/>
                    </a:lnTo>
                    <a:lnTo>
                      <a:pt x="175" y="129"/>
                    </a:lnTo>
                    <a:lnTo>
                      <a:pt x="156" y="87"/>
                    </a:lnTo>
                    <a:lnTo>
                      <a:pt x="138" y="43"/>
                    </a:lnTo>
                    <a:lnTo>
                      <a:pt x="120" y="0"/>
                    </a:lnTo>
                    <a:lnTo>
                      <a:pt x="84" y="30"/>
                    </a:lnTo>
                    <a:lnTo>
                      <a:pt x="53" y="59"/>
                    </a:lnTo>
                    <a:lnTo>
                      <a:pt x="24" y="87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398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1" name="Freeform 506"/>
              <p:cNvSpPr>
                <a:spLocks/>
              </p:cNvSpPr>
              <p:nvPr/>
            </p:nvSpPr>
            <p:spPr bwMode="auto">
              <a:xfrm>
                <a:off x="2315" y="1591"/>
                <a:ext cx="38" cy="49"/>
              </a:xfrm>
              <a:custGeom>
                <a:avLst/>
                <a:gdLst>
                  <a:gd name="T0" fmla="*/ 0 w 305"/>
                  <a:gd name="T1" fmla="*/ 2 h 394"/>
                  <a:gd name="T2" fmla="*/ 0 w 305"/>
                  <a:gd name="T3" fmla="*/ 2 h 394"/>
                  <a:gd name="T4" fmla="*/ 0 w 305"/>
                  <a:gd name="T5" fmla="*/ 3 h 394"/>
                  <a:gd name="T6" fmla="*/ 1 w 305"/>
                  <a:gd name="T7" fmla="*/ 3 h 394"/>
                  <a:gd name="T8" fmla="*/ 1 w 305"/>
                  <a:gd name="T9" fmla="*/ 4 h 394"/>
                  <a:gd name="T10" fmla="*/ 1 w 305"/>
                  <a:gd name="T11" fmla="*/ 4 h 394"/>
                  <a:gd name="T12" fmla="*/ 1 w 305"/>
                  <a:gd name="T13" fmla="*/ 5 h 394"/>
                  <a:gd name="T14" fmla="*/ 2 w 305"/>
                  <a:gd name="T15" fmla="*/ 6 h 394"/>
                  <a:gd name="T16" fmla="*/ 2 w 305"/>
                  <a:gd name="T17" fmla="*/ 6 h 394"/>
                  <a:gd name="T18" fmla="*/ 2 w 305"/>
                  <a:gd name="T19" fmla="*/ 6 h 394"/>
                  <a:gd name="T20" fmla="*/ 3 w 305"/>
                  <a:gd name="T21" fmla="*/ 6 h 394"/>
                  <a:gd name="T22" fmla="*/ 3 w 305"/>
                  <a:gd name="T23" fmla="*/ 6 h 394"/>
                  <a:gd name="T24" fmla="*/ 3 w 305"/>
                  <a:gd name="T25" fmla="*/ 6 h 394"/>
                  <a:gd name="T26" fmla="*/ 4 w 305"/>
                  <a:gd name="T27" fmla="*/ 6 h 394"/>
                  <a:gd name="T28" fmla="*/ 4 w 305"/>
                  <a:gd name="T29" fmla="*/ 6 h 394"/>
                  <a:gd name="T30" fmla="*/ 4 w 305"/>
                  <a:gd name="T31" fmla="*/ 6 h 394"/>
                  <a:gd name="T32" fmla="*/ 5 w 305"/>
                  <a:gd name="T33" fmla="*/ 6 h 394"/>
                  <a:gd name="T34" fmla="*/ 4 w 305"/>
                  <a:gd name="T35" fmla="*/ 5 h 394"/>
                  <a:gd name="T36" fmla="*/ 4 w 305"/>
                  <a:gd name="T37" fmla="*/ 4 h 394"/>
                  <a:gd name="T38" fmla="*/ 4 w 305"/>
                  <a:gd name="T39" fmla="*/ 4 h 394"/>
                  <a:gd name="T40" fmla="*/ 3 w 305"/>
                  <a:gd name="T41" fmla="*/ 3 h 394"/>
                  <a:gd name="T42" fmla="*/ 3 w 305"/>
                  <a:gd name="T43" fmla="*/ 2 h 394"/>
                  <a:gd name="T44" fmla="*/ 3 w 305"/>
                  <a:gd name="T45" fmla="*/ 1 h 394"/>
                  <a:gd name="T46" fmla="*/ 2 w 305"/>
                  <a:gd name="T47" fmla="*/ 1 h 394"/>
                  <a:gd name="T48" fmla="*/ 2 w 305"/>
                  <a:gd name="T49" fmla="*/ 0 h 394"/>
                  <a:gd name="T50" fmla="*/ 1 w 305"/>
                  <a:gd name="T51" fmla="*/ 0 h 394"/>
                  <a:gd name="T52" fmla="*/ 1 w 305"/>
                  <a:gd name="T53" fmla="*/ 1 h 394"/>
                  <a:gd name="T54" fmla="*/ 0 w 305"/>
                  <a:gd name="T55" fmla="*/ 1 h 394"/>
                  <a:gd name="T56" fmla="*/ 0 w 305"/>
                  <a:gd name="T57" fmla="*/ 2 h 39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05"/>
                  <a:gd name="T88" fmla="*/ 0 h 394"/>
                  <a:gd name="T89" fmla="*/ 305 w 305"/>
                  <a:gd name="T90" fmla="*/ 394 h 39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05" h="394">
                    <a:moveTo>
                      <a:pt x="0" y="103"/>
                    </a:moveTo>
                    <a:lnTo>
                      <a:pt x="16" y="141"/>
                    </a:lnTo>
                    <a:lnTo>
                      <a:pt x="32" y="177"/>
                    </a:lnTo>
                    <a:lnTo>
                      <a:pt x="48" y="214"/>
                    </a:lnTo>
                    <a:lnTo>
                      <a:pt x="66" y="250"/>
                    </a:lnTo>
                    <a:lnTo>
                      <a:pt x="83" y="286"/>
                    </a:lnTo>
                    <a:lnTo>
                      <a:pt x="100" y="323"/>
                    </a:lnTo>
                    <a:lnTo>
                      <a:pt x="118" y="358"/>
                    </a:lnTo>
                    <a:lnTo>
                      <a:pt x="137" y="394"/>
                    </a:lnTo>
                    <a:lnTo>
                      <a:pt x="156" y="393"/>
                    </a:lnTo>
                    <a:lnTo>
                      <a:pt x="175" y="392"/>
                    </a:lnTo>
                    <a:lnTo>
                      <a:pt x="195" y="391"/>
                    </a:lnTo>
                    <a:lnTo>
                      <a:pt x="216" y="389"/>
                    </a:lnTo>
                    <a:lnTo>
                      <a:pt x="237" y="387"/>
                    </a:lnTo>
                    <a:lnTo>
                      <a:pt x="259" y="385"/>
                    </a:lnTo>
                    <a:lnTo>
                      <a:pt x="281" y="382"/>
                    </a:lnTo>
                    <a:lnTo>
                      <a:pt x="305" y="379"/>
                    </a:lnTo>
                    <a:lnTo>
                      <a:pt x="279" y="333"/>
                    </a:lnTo>
                    <a:lnTo>
                      <a:pt x="255" y="286"/>
                    </a:lnTo>
                    <a:lnTo>
                      <a:pt x="232" y="240"/>
                    </a:lnTo>
                    <a:lnTo>
                      <a:pt x="210" y="192"/>
                    </a:lnTo>
                    <a:lnTo>
                      <a:pt x="187" y="145"/>
                    </a:lnTo>
                    <a:lnTo>
                      <a:pt x="166" y="97"/>
                    </a:lnTo>
                    <a:lnTo>
                      <a:pt x="146" y="49"/>
                    </a:lnTo>
                    <a:lnTo>
                      <a:pt x="125" y="0"/>
                    </a:lnTo>
                    <a:lnTo>
                      <a:pt x="90" y="27"/>
                    </a:lnTo>
                    <a:lnTo>
                      <a:pt x="58" y="54"/>
                    </a:lnTo>
                    <a:lnTo>
                      <a:pt x="28" y="79"/>
                    </a:lnTo>
                    <a:lnTo>
                      <a:pt x="0" y="103"/>
                    </a:lnTo>
                    <a:close/>
                  </a:path>
                </a:pathLst>
              </a:custGeom>
              <a:solidFill>
                <a:srgbClr val="3C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2" name="Freeform 507"/>
              <p:cNvSpPr>
                <a:spLocks/>
              </p:cNvSpPr>
              <p:nvPr/>
            </p:nvSpPr>
            <p:spPr bwMode="auto">
              <a:xfrm>
                <a:off x="2323" y="1585"/>
                <a:ext cx="40" cy="55"/>
              </a:xfrm>
              <a:custGeom>
                <a:avLst/>
                <a:gdLst>
                  <a:gd name="T0" fmla="*/ 0 w 324"/>
                  <a:gd name="T1" fmla="*/ 2 h 436"/>
                  <a:gd name="T2" fmla="*/ 0 w 324"/>
                  <a:gd name="T3" fmla="*/ 2 h 436"/>
                  <a:gd name="T4" fmla="*/ 0 w 324"/>
                  <a:gd name="T5" fmla="*/ 3 h 436"/>
                  <a:gd name="T6" fmla="*/ 1 w 324"/>
                  <a:gd name="T7" fmla="*/ 4 h 436"/>
                  <a:gd name="T8" fmla="*/ 1 w 324"/>
                  <a:gd name="T9" fmla="*/ 4 h 436"/>
                  <a:gd name="T10" fmla="*/ 1 w 324"/>
                  <a:gd name="T11" fmla="*/ 5 h 436"/>
                  <a:gd name="T12" fmla="*/ 2 w 324"/>
                  <a:gd name="T13" fmla="*/ 6 h 436"/>
                  <a:gd name="T14" fmla="*/ 2 w 324"/>
                  <a:gd name="T15" fmla="*/ 6 h 436"/>
                  <a:gd name="T16" fmla="*/ 2 w 324"/>
                  <a:gd name="T17" fmla="*/ 7 h 436"/>
                  <a:gd name="T18" fmla="*/ 3 w 324"/>
                  <a:gd name="T19" fmla="*/ 7 h 436"/>
                  <a:gd name="T20" fmla="*/ 3 w 324"/>
                  <a:gd name="T21" fmla="*/ 7 h 436"/>
                  <a:gd name="T22" fmla="*/ 3 w 324"/>
                  <a:gd name="T23" fmla="*/ 7 h 436"/>
                  <a:gd name="T24" fmla="*/ 4 w 324"/>
                  <a:gd name="T25" fmla="*/ 7 h 436"/>
                  <a:gd name="T26" fmla="*/ 4 w 324"/>
                  <a:gd name="T27" fmla="*/ 7 h 436"/>
                  <a:gd name="T28" fmla="*/ 4 w 324"/>
                  <a:gd name="T29" fmla="*/ 7 h 436"/>
                  <a:gd name="T30" fmla="*/ 5 w 324"/>
                  <a:gd name="T31" fmla="*/ 7 h 436"/>
                  <a:gd name="T32" fmla="*/ 5 w 324"/>
                  <a:gd name="T33" fmla="*/ 7 h 436"/>
                  <a:gd name="T34" fmla="*/ 5 w 324"/>
                  <a:gd name="T35" fmla="*/ 6 h 436"/>
                  <a:gd name="T36" fmla="*/ 4 w 324"/>
                  <a:gd name="T37" fmla="*/ 5 h 436"/>
                  <a:gd name="T38" fmla="*/ 4 w 324"/>
                  <a:gd name="T39" fmla="*/ 4 h 436"/>
                  <a:gd name="T40" fmla="*/ 3 w 324"/>
                  <a:gd name="T41" fmla="*/ 3 h 436"/>
                  <a:gd name="T42" fmla="*/ 3 w 324"/>
                  <a:gd name="T43" fmla="*/ 3 h 436"/>
                  <a:gd name="T44" fmla="*/ 3 w 324"/>
                  <a:gd name="T45" fmla="*/ 2 h 436"/>
                  <a:gd name="T46" fmla="*/ 2 w 324"/>
                  <a:gd name="T47" fmla="*/ 1 h 436"/>
                  <a:gd name="T48" fmla="*/ 2 w 324"/>
                  <a:gd name="T49" fmla="*/ 0 h 436"/>
                  <a:gd name="T50" fmla="*/ 1 w 324"/>
                  <a:gd name="T51" fmla="*/ 0 h 436"/>
                  <a:gd name="T52" fmla="*/ 1 w 324"/>
                  <a:gd name="T53" fmla="*/ 1 h 436"/>
                  <a:gd name="T54" fmla="*/ 0 w 324"/>
                  <a:gd name="T55" fmla="*/ 1 h 436"/>
                  <a:gd name="T56" fmla="*/ 0 w 324"/>
                  <a:gd name="T57" fmla="*/ 2 h 4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24"/>
                  <a:gd name="T88" fmla="*/ 0 h 436"/>
                  <a:gd name="T89" fmla="*/ 324 w 324"/>
                  <a:gd name="T90" fmla="*/ 436 h 4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24" h="436">
                    <a:moveTo>
                      <a:pt x="0" y="97"/>
                    </a:moveTo>
                    <a:lnTo>
                      <a:pt x="18" y="140"/>
                    </a:lnTo>
                    <a:lnTo>
                      <a:pt x="36" y="184"/>
                    </a:lnTo>
                    <a:lnTo>
                      <a:pt x="55" y="226"/>
                    </a:lnTo>
                    <a:lnTo>
                      <a:pt x="76" y="269"/>
                    </a:lnTo>
                    <a:lnTo>
                      <a:pt x="96" y="311"/>
                    </a:lnTo>
                    <a:lnTo>
                      <a:pt x="116" y="353"/>
                    </a:lnTo>
                    <a:lnTo>
                      <a:pt x="137" y="394"/>
                    </a:lnTo>
                    <a:lnTo>
                      <a:pt x="160" y="436"/>
                    </a:lnTo>
                    <a:lnTo>
                      <a:pt x="179" y="434"/>
                    </a:lnTo>
                    <a:lnTo>
                      <a:pt x="198" y="432"/>
                    </a:lnTo>
                    <a:lnTo>
                      <a:pt x="218" y="430"/>
                    </a:lnTo>
                    <a:lnTo>
                      <a:pt x="239" y="427"/>
                    </a:lnTo>
                    <a:lnTo>
                      <a:pt x="259" y="424"/>
                    </a:lnTo>
                    <a:lnTo>
                      <a:pt x="280" y="421"/>
                    </a:lnTo>
                    <a:lnTo>
                      <a:pt x="303" y="418"/>
                    </a:lnTo>
                    <a:lnTo>
                      <a:pt x="324" y="413"/>
                    </a:lnTo>
                    <a:lnTo>
                      <a:pt x="296" y="364"/>
                    </a:lnTo>
                    <a:lnTo>
                      <a:pt x="270" y="313"/>
                    </a:lnTo>
                    <a:lnTo>
                      <a:pt x="245" y="263"/>
                    </a:lnTo>
                    <a:lnTo>
                      <a:pt x="219" y="211"/>
                    </a:lnTo>
                    <a:lnTo>
                      <a:pt x="195" y="159"/>
                    </a:lnTo>
                    <a:lnTo>
                      <a:pt x="172" y="107"/>
                    </a:lnTo>
                    <a:lnTo>
                      <a:pt x="150" y="54"/>
                    </a:lnTo>
                    <a:lnTo>
                      <a:pt x="128" y="0"/>
                    </a:lnTo>
                    <a:lnTo>
                      <a:pt x="93" y="25"/>
                    </a:lnTo>
                    <a:lnTo>
                      <a:pt x="60" y="49"/>
                    </a:lnTo>
                    <a:lnTo>
                      <a:pt x="29" y="73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3F8D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3" name="Freeform 508"/>
              <p:cNvSpPr>
                <a:spLocks/>
              </p:cNvSpPr>
              <p:nvPr/>
            </p:nvSpPr>
            <p:spPr bwMode="auto">
              <a:xfrm>
                <a:off x="2331" y="1580"/>
                <a:ext cx="42" cy="59"/>
              </a:xfrm>
              <a:custGeom>
                <a:avLst/>
                <a:gdLst>
                  <a:gd name="T0" fmla="*/ 0 w 342"/>
                  <a:gd name="T1" fmla="*/ 1 h 470"/>
                  <a:gd name="T2" fmla="*/ 0 w 342"/>
                  <a:gd name="T3" fmla="*/ 2 h 470"/>
                  <a:gd name="T4" fmla="*/ 1 w 342"/>
                  <a:gd name="T5" fmla="*/ 3 h 470"/>
                  <a:gd name="T6" fmla="*/ 1 w 342"/>
                  <a:gd name="T7" fmla="*/ 4 h 470"/>
                  <a:gd name="T8" fmla="*/ 1 w 342"/>
                  <a:gd name="T9" fmla="*/ 5 h 470"/>
                  <a:gd name="T10" fmla="*/ 2 w 342"/>
                  <a:gd name="T11" fmla="*/ 5 h 470"/>
                  <a:gd name="T12" fmla="*/ 2 w 342"/>
                  <a:gd name="T13" fmla="*/ 6 h 470"/>
                  <a:gd name="T14" fmla="*/ 2 w 342"/>
                  <a:gd name="T15" fmla="*/ 7 h 470"/>
                  <a:gd name="T16" fmla="*/ 3 w 342"/>
                  <a:gd name="T17" fmla="*/ 7 h 470"/>
                  <a:gd name="T18" fmla="*/ 3 w 342"/>
                  <a:gd name="T19" fmla="*/ 7 h 470"/>
                  <a:gd name="T20" fmla="*/ 3 w 342"/>
                  <a:gd name="T21" fmla="*/ 7 h 470"/>
                  <a:gd name="T22" fmla="*/ 4 w 342"/>
                  <a:gd name="T23" fmla="*/ 7 h 470"/>
                  <a:gd name="T24" fmla="*/ 4 w 342"/>
                  <a:gd name="T25" fmla="*/ 7 h 470"/>
                  <a:gd name="T26" fmla="*/ 4 w 342"/>
                  <a:gd name="T27" fmla="*/ 7 h 470"/>
                  <a:gd name="T28" fmla="*/ 5 w 342"/>
                  <a:gd name="T29" fmla="*/ 7 h 470"/>
                  <a:gd name="T30" fmla="*/ 5 w 342"/>
                  <a:gd name="T31" fmla="*/ 7 h 470"/>
                  <a:gd name="T32" fmla="*/ 5 w 342"/>
                  <a:gd name="T33" fmla="*/ 7 h 470"/>
                  <a:gd name="T34" fmla="*/ 5 w 342"/>
                  <a:gd name="T35" fmla="*/ 6 h 470"/>
                  <a:gd name="T36" fmla="*/ 4 w 342"/>
                  <a:gd name="T37" fmla="*/ 5 h 470"/>
                  <a:gd name="T38" fmla="*/ 4 w 342"/>
                  <a:gd name="T39" fmla="*/ 4 h 470"/>
                  <a:gd name="T40" fmla="*/ 3 w 342"/>
                  <a:gd name="T41" fmla="*/ 4 h 470"/>
                  <a:gd name="T42" fmla="*/ 3 w 342"/>
                  <a:gd name="T43" fmla="*/ 3 h 470"/>
                  <a:gd name="T44" fmla="*/ 3 w 342"/>
                  <a:gd name="T45" fmla="*/ 2 h 470"/>
                  <a:gd name="T46" fmla="*/ 2 w 342"/>
                  <a:gd name="T47" fmla="*/ 1 h 470"/>
                  <a:gd name="T48" fmla="*/ 2 w 342"/>
                  <a:gd name="T49" fmla="*/ 0 h 470"/>
                  <a:gd name="T50" fmla="*/ 1 w 342"/>
                  <a:gd name="T51" fmla="*/ 0 h 470"/>
                  <a:gd name="T52" fmla="*/ 1 w 342"/>
                  <a:gd name="T53" fmla="*/ 1 h 470"/>
                  <a:gd name="T54" fmla="*/ 0 w 342"/>
                  <a:gd name="T55" fmla="*/ 1 h 470"/>
                  <a:gd name="T56" fmla="*/ 0 w 342"/>
                  <a:gd name="T57" fmla="*/ 1 h 47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42"/>
                  <a:gd name="T88" fmla="*/ 0 h 470"/>
                  <a:gd name="T89" fmla="*/ 342 w 342"/>
                  <a:gd name="T90" fmla="*/ 470 h 47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42" h="470">
                    <a:moveTo>
                      <a:pt x="0" y="91"/>
                    </a:moveTo>
                    <a:lnTo>
                      <a:pt x="21" y="140"/>
                    </a:lnTo>
                    <a:lnTo>
                      <a:pt x="41" y="188"/>
                    </a:lnTo>
                    <a:lnTo>
                      <a:pt x="62" y="236"/>
                    </a:lnTo>
                    <a:lnTo>
                      <a:pt x="85" y="283"/>
                    </a:lnTo>
                    <a:lnTo>
                      <a:pt x="107" y="331"/>
                    </a:lnTo>
                    <a:lnTo>
                      <a:pt x="130" y="377"/>
                    </a:lnTo>
                    <a:lnTo>
                      <a:pt x="154" y="424"/>
                    </a:lnTo>
                    <a:lnTo>
                      <a:pt x="180" y="470"/>
                    </a:lnTo>
                    <a:lnTo>
                      <a:pt x="198" y="468"/>
                    </a:lnTo>
                    <a:lnTo>
                      <a:pt x="218" y="465"/>
                    </a:lnTo>
                    <a:lnTo>
                      <a:pt x="237" y="462"/>
                    </a:lnTo>
                    <a:lnTo>
                      <a:pt x="258" y="458"/>
                    </a:lnTo>
                    <a:lnTo>
                      <a:pt x="278" y="454"/>
                    </a:lnTo>
                    <a:lnTo>
                      <a:pt x="299" y="451"/>
                    </a:lnTo>
                    <a:lnTo>
                      <a:pt x="321" y="447"/>
                    </a:lnTo>
                    <a:lnTo>
                      <a:pt x="342" y="443"/>
                    </a:lnTo>
                    <a:lnTo>
                      <a:pt x="312" y="390"/>
                    </a:lnTo>
                    <a:lnTo>
                      <a:pt x="283" y="336"/>
                    </a:lnTo>
                    <a:lnTo>
                      <a:pt x="256" y="281"/>
                    </a:lnTo>
                    <a:lnTo>
                      <a:pt x="228" y="226"/>
                    </a:lnTo>
                    <a:lnTo>
                      <a:pt x="203" y="170"/>
                    </a:lnTo>
                    <a:lnTo>
                      <a:pt x="178" y="114"/>
                    </a:lnTo>
                    <a:lnTo>
                      <a:pt x="153" y="57"/>
                    </a:lnTo>
                    <a:lnTo>
                      <a:pt x="131" y="0"/>
                    </a:lnTo>
                    <a:lnTo>
                      <a:pt x="96" y="23"/>
                    </a:lnTo>
                    <a:lnTo>
                      <a:pt x="62" y="46"/>
                    </a:lnTo>
                    <a:lnTo>
                      <a:pt x="31" y="69"/>
                    </a:lnTo>
                    <a:lnTo>
                      <a:pt x="0" y="91"/>
                    </a:lnTo>
                    <a:close/>
                  </a:path>
                </a:pathLst>
              </a:custGeom>
              <a:solidFill>
                <a:srgbClr val="408E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4" name="Freeform 509"/>
              <p:cNvSpPr>
                <a:spLocks/>
              </p:cNvSpPr>
              <p:nvPr/>
            </p:nvSpPr>
            <p:spPr bwMode="auto">
              <a:xfrm>
                <a:off x="2339" y="1574"/>
                <a:ext cx="44" cy="63"/>
              </a:xfrm>
              <a:custGeom>
                <a:avLst/>
                <a:gdLst>
                  <a:gd name="T0" fmla="*/ 0 w 357"/>
                  <a:gd name="T1" fmla="*/ 1 h 501"/>
                  <a:gd name="T2" fmla="*/ 0 w 357"/>
                  <a:gd name="T3" fmla="*/ 2 h 501"/>
                  <a:gd name="T4" fmla="*/ 1 w 357"/>
                  <a:gd name="T5" fmla="*/ 3 h 501"/>
                  <a:gd name="T6" fmla="*/ 1 w 357"/>
                  <a:gd name="T7" fmla="*/ 4 h 501"/>
                  <a:gd name="T8" fmla="*/ 1 w 357"/>
                  <a:gd name="T9" fmla="*/ 5 h 501"/>
                  <a:gd name="T10" fmla="*/ 2 w 357"/>
                  <a:gd name="T11" fmla="*/ 6 h 501"/>
                  <a:gd name="T12" fmla="*/ 2 w 357"/>
                  <a:gd name="T13" fmla="*/ 6 h 501"/>
                  <a:gd name="T14" fmla="*/ 3 w 357"/>
                  <a:gd name="T15" fmla="*/ 7 h 501"/>
                  <a:gd name="T16" fmla="*/ 3 w 357"/>
                  <a:gd name="T17" fmla="*/ 8 h 501"/>
                  <a:gd name="T18" fmla="*/ 3 w 357"/>
                  <a:gd name="T19" fmla="*/ 8 h 501"/>
                  <a:gd name="T20" fmla="*/ 4 w 357"/>
                  <a:gd name="T21" fmla="*/ 8 h 501"/>
                  <a:gd name="T22" fmla="*/ 4 w 357"/>
                  <a:gd name="T23" fmla="*/ 8 h 501"/>
                  <a:gd name="T24" fmla="*/ 4 w 357"/>
                  <a:gd name="T25" fmla="*/ 8 h 501"/>
                  <a:gd name="T26" fmla="*/ 4 w 357"/>
                  <a:gd name="T27" fmla="*/ 8 h 501"/>
                  <a:gd name="T28" fmla="*/ 5 w 357"/>
                  <a:gd name="T29" fmla="*/ 8 h 501"/>
                  <a:gd name="T30" fmla="*/ 5 w 357"/>
                  <a:gd name="T31" fmla="*/ 8 h 501"/>
                  <a:gd name="T32" fmla="*/ 5 w 357"/>
                  <a:gd name="T33" fmla="*/ 7 h 501"/>
                  <a:gd name="T34" fmla="*/ 5 w 357"/>
                  <a:gd name="T35" fmla="*/ 7 h 501"/>
                  <a:gd name="T36" fmla="*/ 4 w 357"/>
                  <a:gd name="T37" fmla="*/ 6 h 501"/>
                  <a:gd name="T38" fmla="*/ 4 w 357"/>
                  <a:gd name="T39" fmla="*/ 5 h 501"/>
                  <a:gd name="T40" fmla="*/ 4 w 357"/>
                  <a:gd name="T41" fmla="*/ 4 h 501"/>
                  <a:gd name="T42" fmla="*/ 3 w 357"/>
                  <a:gd name="T43" fmla="*/ 3 h 501"/>
                  <a:gd name="T44" fmla="*/ 3 w 357"/>
                  <a:gd name="T45" fmla="*/ 2 h 501"/>
                  <a:gd name="T46" fmla="*/ 2 w 357"/>
                  <a:gd name="T47" fmla="*/ 1 h 501"/>
                  <a:gd name="T48" fmla="*/ 2 w 357"/>
                  <a:gd name="T49" fmla="*/ 0 h 501"/>
                  <a:gd name="T50" fmla="*/ 1 w 357"/>
                  <a:gd name="T51" fmla="*/ 0 h 501"/>
                  <a:gd name="T52" fmla="*/ 1 w 357"/>
                  <a:gd name="T53" fmla="*/ 1 h 501"/>
                  <a:gd name="T54" fmla="*/ 0 w 357"/>
                  <a:gd name="T55" fmla="*/ 1 h 501"/>
                  <a:gd name="T56" fmla="*/ 0 w 357"/>
                  <a:gd name="T57" fmla="*/ 1 h 501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57"/>
                  <a:gd name="T88" fmla="*/ 0 h 501"/>
                  <a:gd name="T89" fmla="*/ 357 w 357"/>
                  <a:gd name="T90" fmla="*/ 501 h 501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57" h="501">
                    <a:moveTo>
                      <a:pt x="0" y="88"/>
                    </a:moveTo>
                    <a:lnTo>
                      <a:pt x="22" y="142"/>
                    </a:lnTo>
                    <a:lnTo>
                      <a:pt x="44" y="195"/>
                    </a:lnTo>
                    <a:lnTo>
                      <a:pt x="67" y="247"/>
                    </a:lnTo>
                    <a:lnTo>
                      <a:pt x="91" y="299"/>
                    </a:lnTo>
                    <a:lnTo>
                      <a:pt x="117" y="351"/>
                    </a:lnTo>
                    <a:lnTo>
                      <a:pt x="142" y="401"/>
                    </a:lnTo>
                    <a:lnTo>
                      <a:pt x="168" y="452"/>
                    </a:lnTo>
                    <a:lnTo>
                      <a:pt x="196" y="501"/>
                    </a:lnTo>
                    <a:lnTo>
                      <a:pt x="215" y="498"/>
                    </a:lnTo>
                    <a:lnTo>
                      <a:pt x="234" y="495"/>
                    </a:lnTo>
                    <a:lnTo>
                      <a:pt x="255" y="491"/>
                    </a:lnTo>
                    <a:lnTo>
                      <a:pt x="274" y="487"/>
                    </a:lnTo>
                    <a:lnTo>
                      <a:pt x="294" y="483"/>
                    </a:lnTo>
                    <a:lnTo>
                      <a:pt x="315" y="479"/>
                    </a:lnTo>
                    <a:lnTo>
                      <a:pt x="336" y="475"/>
                    </a:lnTo>
                    <a:lnTo>
                      <a:pt x="357" y="471"/>
                    </a:lnTo>
                    <a:lnTo>
                      <a:pt x="324" y="414"/>
                    </a:lnTo>
                    <a:lnTo>
                      <a:pt x="294" y="358"/>
                    </a:lnTo>
                    <a:lnTo>
                      <a:pt x="264" y="299"/>
                    </a:lnTo>
                    <a:lnTo>
                      <a:pt x="235" y="241"/>
                    </a:lnTo>
                    <a:lnTo>
                      <a:pt x="208" y="182"/>
                    </a:lnTo>
                    <a:lnTo>
                      <a:pt x="182" y="122"/>
                    </a:lnTo>
                    <a:lnTo>
                      <a:pt x="156" y="62"/>
                    </a:lnTo>
                    <a:lnTo>
                      <a:pt x="133" y="0"/>
                    </a:lnTo>
                    <a:lnTo>
                      <a:pt x="98" y="23"/>
                    </a:lnTo>
                    <a:lnTo>
                      <a:pt x="64" y="45"/>
                    </a:lnTo>
                    <a:lnTo>
                      <a:pt x="32" y="67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428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" name="Freeform 510"/>
              <p:cNvSpPr>
                <a:spLocks/>
              </p:cNvSpPr>
              <p:nvPr/>
            </p:nvSpPr>
            <p:spPr bwMode="auto">
              <a:xfrm>
                <a:off x="2347" y="1569"/>
                <a:ext cx="46" cy="66"/>
              </a:xfrm>
              <a:custGeom>
                <a:avLst/>
                <a:gdLst>
                  <a:gd name="T0" fmla="*/ 0 w 370"/>
                  <a:gd name="T1" fmla="*/ 1 h 527"/>
                  <a:gd name="T2" fmla="*/ 0 w 370"/>
                  <a:gd name="T3" fmla="*/ 2 h 527"/>
                  <a:gd name="T4" fmla="*/ 1 w 370"/>
                  <a:gd name="T5" fmla="*/ 3 h 527"/>
                  <a:gd name="T6" fmla="*/ 1 w 370"/>
                  <a:gd name="T7" fmla="*/ 4 h 527"/>
                  <a:gd name="T8" fmla="*/ 1 w 370"/>
                  <a:gd name="T9" fmla="*/ 5 h 527"/>
                  <a:gd name="T10" fmla="*/ 2 w 370"/>
                  <a:gd name="T11" fmla="*/ 6 h 527"/>
                  <a:gd name="T12" fmla="*/ 2 w 370"/>
                  <a:gd name="T13" fmla="*/ 7 h 527"/>
                  <a:gd name="T14" fmla="*/ 3 w 370"/>
                  <a:gd name="T15" fmla="*/ 7 h 527"/>
                  <a:gd name="T16" fmla="*/ 3 w 370"/>
                  <a:gd name="T17" fmla="*/ 8 h 527"/>
                  <a:gd name="T18" fmla="*/ 4 w 370"/>
                  <a:gd name="T19" fmla="*/ 8 h 527"/>
                  <a:gd name="T20" fmla="*/ 4 w 370"/>
                  <a:gd name="T21" fmla="*/ 8 h 527"/>
                  <a:gd name="T22" fmla="*/ 4 w 370"/>
                  <a:gd name="T23" fmla="*/ 8 h 527"/>
                  <a:gd name="T24" fmla="*/ 4 w 370"/>
                  <a:gd name="T25" fmla="*/ 8 h 527"/>
                  <a:gd name="T26" fmla="*/ 5 w 370"/>
                  <a:gd name="T27" fmla="*/ 8 h 527"/>
                  <a:gd name="T28" fmla="*/ 5 w 370"/>
                  <a:gd name="T29" fmla="*/ 8 h 527"/>
                  <a:gd name="T30" fmla="*/ 5 w 370"/>
                  <a:gd name="T31" fmla="*/ 8 h 527"/>
                  <a:gd name="T32" fmla="*/ 6 w 370"/>
                  <a:gd name="T33" fmla="*/ 8 h 527"/>
                  <a:gd name="T34" fmla="*/ 5 w 370"/>
                  <a:gd name="T35" fmla="*/ 7 h 527"/>
                  <a:gd name="T36" fmla="*/ 5 w 370"/>
                  <a:gd name="T37" fmla="*/ 6 h 527"/>
                  <a:gd name="T38" fmla="*/ 4 w 370"/>
                  <a:gd name="T39" fmla="*/ 5 h 527"/>
                  <a:gd name="T40" fmla="*/ 4 w 370"/>
                  <a:gd name="T41" fmla="*/ 4 h 527"/>
                  <a:gd name="T42" fmla="*/ 3 w 370"/>
                  <a:gd name="T43" fmla="*/ 3 h 527"/>
                  <a:gd name="T44" fmla="*/ 3 w 370"/>
                  <a:gd name="T45" fmla="*/ 2 h 527"/>
                  <a:gd name="T46" fmla="*/ 2 w 370"/>
                  <a:gd name="T47" fmla="*/ 1 h 527"/>
                  <a:gd name="T48" fmla="*/ 2 w 370"/>
                  <a:gd name="T49" fmla="*/ 0 h 527"/>
                  <a:gd name="T50" fmla="*/ 1 w 370"/>
                  <a:gd name="T51" fmla="*/ 0 h 527"/>
                  <a:gd name="T52" fmla="*/ 1 w 370"/>
                  <a:gd name="T53" fmla="*/ 1 h 527"/>
                  <a:gd name="T54" fmla="*/ 0 w 370"/>
                  <a:gd name="T55" fmla="*/ 1 h 527"/>
                  <a:gd name="T56" fmla="*/ 0 w 370"/>
                  <a:gd name="T57" fmla="*/ 1 h 52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70"/>
                  <a:gd name="T88" fmla="*/ 0 h 527"/>
                  <a:gd name="T89" fmla="*/ 370 w 370"/>
                  <a:gd name="T90" fmla="*/ 527 h 52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70" h="527">
                    <a:moveTo>
                      <a:pt x="0" y="84"/>
                    </a:moveTo>
                    <a:lnTo>
                      <a:pt x="22" y="141"/>
                    </a:lnTo>
                    <a:lnTo>
                      <a:pt x="47" y="198"/>
                    </a:lnTo>
                    <a:lnTo>
                      <a:pt x="72" y="254"/>
                    </a:lnTo>
                    <a:lnTo>
                      <a:pt x="97" y="310"/>
                    </a:lnTo>
                    <a:lnTo>
                      <a:pt x="125" y="365"/>
                    </a:lnTo>
                    <a:lnTo>
                      <a:pt x="152" y="420"/>
                    </a:lnTo>
                    <a:lnTo>
                      <a:pt x="181" y="474"/>
                    </a:lnTo>
                    <a:lnTo>
                      <a:pt x="211" y="527"/>
                    </a:lnTo>
                    <a:lnTo>
                      <a:pt x="230" y="523"/>
                    </a:lnTo>
                    <a:lnTo>
                      <a:pt x="249" y="519"/>
                    </a:lnTo>
                    <a:lnTo>
                      <a:pt x="269" y="515"/>
                    </a:lnTo>
                    <a:lnTo>
                      <a:pt x="289" y="511"/>
                    </a:lnTo>
                    <a:lnTo>
                      <a:pt x="309" y="507"/>
                    </a:lnTo>
                    <a:lnTo>
                      <a:pt x="329" y="502"/>
                    </a:lnTo>
                    <a:lnTo>
                      <a:pt x="350" y="498"/>
                    </a:lnTo>
                    <a:lnTo>
                      <a:pt x="370" y="493"/>
                    </a:lnTo>
                    <a:lnTo>
                      <a:pt x="336" y="434"/>
                    </a:lnTo>
                    <a:lnTo>
                      <a:pt x="303" y="374"/>
                    </a:lnTo>
                    <a:lnTo>
                      <a:pt x="272" y="314"/>
                    </a:lnTo>
                    <a:lnTo>
                      <a:pt x="241" y="252"/>
                    </a:lnTo>
                    <a:lnTo>
                      <a:pt x="213" y="190"/>
                    </a:lnTo>
                    <a:lnTo>
                      <a:pt x="186" y="127"/>
                    </a:lnTo>
                    <a:lnTo>
                      <a:pt x="159" y="64"/>
                    </a:lnTo>
                    <a:lnTo>
                      <a:pt x="134" y="0"/>
                    </a:lnTo>
                    <a:lnTo>
                      <a:pt x="98" y="21"/>
                    </a:lnTo>
                    <a:lnTo>
                      <a:pt x="65" y="42"/>
                    </a:lnTo>
                    <a:lnTo>
                      <a:pt x="32" y="63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4591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6" name="Freeform 511"/>
              <p:cNvSpPr>
                <a:spLocks/>
              </p:cNvSpPr>
              <p:nvPr/>
            </p:nvSpPr>
            <p:spPr bwMode="auto">
              <a:xfrm>
                <a:off x="2355" y="1564"/>
                <a:ext cx="48" cy="69"/>
              </a:xfrm>
              <a:custGeom>
                <a:avLst/>
                <a:gdLst>
                  <a:gd name="T0" fmla="*/ 0 w 382"/>
                  <a:gd name="T1" fmla="*/ 1 h 552"/>
                  <a:gd name="T2" fmla="*/ 0 w 382"/>
                  <a:gd name="T3" fmla="*/ 2 h 552"/>
                  <a:gd name="T4" fmla="*/ 1 w 382"/>
                  <a:gd name="T5" fmla="*/ 3 h 552"/>
                  <a:gd name="T6" fmla="*/ 1 w 382"/>
                  <a:gd name="T7" fmla="*/ 4 h 552"/>
                  <a:gd name="T8" fmla="*/ 2 w 382"/>
                  <a:gd name="T9" fmla="*/ 5 h 552"/>
                  <a:gd name="T10" fmla="*/ 2 w 382"/>
                  <a:gd name="T11" fmla="*/ 6 h 552"/>
                  <a:gd name="T12" fmla="*/ 3 w 382"/>
                  <a:gd name="T13" fmla="*/ 7 h 552"/>
                  <a:gd name="T14" fmla="*/ 3 w 382"/>
                  <a:gd name="T15" fmla="*/ 8 h 552"/>
                  <a:gd name="T16" fmla="*/ 4 w 382"/>
                  <a:gd name="T17" fmla="*/ 9 h 552"/>
                  <a:gd name="T18" fmla="*/ 4 w 382"/>
                  <a:gd name="T19" fmla="*/ 9 h 552"/>
                  <a:gd name="T20" fmla="*/ 4 w 382"/>
                  <a:gd name="T21" fmla="*/ 9 h 552"/>
                  <a:gd name="T22" fmla="*/ 4 w 382"/>
                  <a:gd name="T23" fmla="*/ 8 h 552"/>
                  <a:gd name="T24" fmla="*/ 5 w 382"/>
                  <a:gd name="T25" fmla="*/ 8 h 552"/>
                  <a:gd name="T26" fmla="*/ 5 w 382"/>
                  <a:gd name="T27" fmla="*/ 8 h 552"/>
                  <a:gd name="T28" fmla="*/ 5 w 382"/>
                  <a:gd name="T29" fmla="*/ 8 h 552"/>
                  <a:gd name="T30" fmla="*/ 6 w 382"/>
                  <a:gd name="T31" fmla="*/ 8 h 552"/>
                  <a:gd name="T32" fmla="*/ 6 w 382"/>
                  <a:gd name="T33" fmla="*/ 8 h 552"/>
                  <a:gd name="T34" fmla="*/ 5 w 382"/>
                  <a:gd name="T35" fmla="*/ 7 h 552"/>
                  <a:gd name="T36" fmla="*/ 5 w 382"/>
                  <a:gd name="T37" fmla="*/ 6 h 552"/>
                  <a:gd name="T38" fmla="*/ 4 w 382"/>
                  <a:gd name="T39" fmla="*/ 5 h 552"/>
                  <a:gd name="T40" fmla="*/ 4 w 382"/>
                  <a:gd name="T41" fmla="*/ 4 h 552"/>
                  <a:gd name="T42" fmla="*/ 3 w 382"/>
                  <a:gd name="T43" fmla="*/ 3 h 552"/>
                  <a:gd name="T44" fmla="*/ 3 w 382"/>
                  <a:gd name="T45" fmla="*/ 2 h 552"/>
                  <a:gd name="T46" fmla="*/ 3 w 382"/>
                  <a:gd name="T47" fmla="*/ 1 h 552"/>
                  <a:gd name="T48" fmla="*/ 2 w 382"/>
                  <a:gd name="T49" fmla="*/ 0 h 552"/>
                  <a:gd name="T50" fmla="*/ 2 w 382"/>
                  <a:gd name="T51" fmla="*/ 0 h 552"/>
                  <a:gd name="T52" fmla="*/ 1 w 382"/>
                  <a:gd name="T53" fmla="*/ 1 h 552"/>
                  <a:gd name="T54" fmla="*/ 1 w 382"/>
                  <a:gd name="T55" fmla="*/ 1 h 552"/>
                  <a:gd name="T56" fmla="*/ 0 w 382"/>
                  <a:gd name="T57" fmla="*/ 1 h 55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82"/>
                  <a:gd name="T88" fmla="*/ 0 h 552"/>
                  <a:gd name="T89" fmla="*/ 382 w 382"/>
                  <a:gd name="T90" fmla="*/ 552 h 552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82" h="552">
                    <a:moveTo>
                      <a:pt x="0" y="81"/>
                    </a:moveTo>
                    <a:lnTo>
                      <a:pt x="23" y="143"/>
                    </a:lnTo>
                    <a:lnTo>
                      <a:pt x="49" y="203"/>
                    </a:lnTo>
                    <a:lnTo>
                      <a:pt x="75" y="263"/>
                    </a:lnTo>
                    <a:lnTo>
                      <a:pt x="102" y="322"/>
                    </a:lnTo>
                    <a:lnTo>
                      <a:pt x="131" y="380"/>
                    </a:lnTo>
                    <a:lnTo>
                      <a:pt x="161" y="439"/>
                    </a:lnTo>
                    <a:lnTo>
                      <a:pt x="191" y="495"/>
                    </a:lnTo>
                    <a:lnTo>
                      <a:pt x="224" y="552"/>
                    </a:lnTo>
                    <a:lnTo>
                      <a:pt x="243" y="548"/>
                    </a:lnTo>
                    <a:lnTo>
                      <a:pt x="262" y="543"/>
                    </a:lnTo>
                    <a:lnTo>
                      <a:pt x="282" y="539"/>
                    </a:lnTo>
                    <a:lnTo>
                      <a:pt x="301" y="534"/>
                    </a:lnTo>
                    <a:lnTo>
                      <a:pt x="321" y="530"/>
                    </a:lnTo>
                    <a:lnTo>
                      <a:pt x="341" y="525"/>
                    </a:lnTo>
                    <a:lnTo>
                      <a:pt x="362" y="520"/>
                    </a:lnTo>
                    <a:lnTo>
                      <a:pt x="382" y="515"/>
                    </a:lnTo>
                    <a:lnTo>
                      <a:pt x="346" y="453"/>
                    </a:lnTo>
                    <a:lnTo>
                      <a:pt x="311" y="391"/>
                    </a:lnTo>
                    <a:lnTo>
                      <a:pt x="279" y="328"/>
                    </a:lnTo>
                    <a:lnTo>
                      <a:pt x="247" y="265"/>
                    </a:lnTo>
                    <a:lnTo>
                      <a:pt x="217" y="200"/>
                    </a:lnTo>
                    <a:lnTo>
                      <a:pt x="187" y="134"/>
                    </a:lnTo>
                    <a:lnTo>
                      <a:pt x="160" y="67"/>
                    </a:lnTo>
                    <a:lnTo>
                      <a:pt x="135" y="0"/>
                    </a:lnTo>
                    <a:lnTo>
                      <a:pt x="99" y="21"/>
                    </a:lnTo>
                    <a:lnTo>
                      <a:pt x="65" y="42"/>
                    </a:lnTo>
                    <a:lnTo>
                      <a:pt x="32" y="62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47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7" name="Freeform 512"/>
              <p:cNvSpPr>
                <a:spLocks/>
              </p:cNvSpPr>
              <p:nvPr/>
            </p:nvSpPr>
            <p:spPr bwMode="auto">
              <a:xfrm>
                <a:off x="2364" y="1559"/>
                <a:ext cx="49" cy="72"/>
              </a:xfrm>
              <a:custGeom>
                <a:avLst/>
                <a:gdLst>
                  <a:gd name="T0" fmla="*/ 0 w 393"/>
                  <a:gd name="T1" fmla="*/ 1 h 572"/>
                  <a:gd name="T2" fmla="*/ 0 w 393"/>
                  <a:gd name="T3" fmla="*/ 2 h 572"/>
                  <a:gd name="T4" fmla="*/ 1 w 393"/>
                  <a:gd name="T5" fmla="*/ 3 h 572"/>
                  <a:gd name="T6" fmla="*/ 1 w 393"/>
                  <a:gd name="T7" fmla="*/ 4 h 572"/>
                  <a:gd name="T8" fmla="*/ 2 w 393"/>
                  <a:gd name="T9" fmla="*/ 5 h 572"/>
                  <a:gd name="T10" fmla="*/ 2 w 393"/>
                  <a:gd name="T11" fmla="*/ 6 h 572"/>
                  <a:gd name="T12" fmla="*/ 3 w 393"/>
                  <a:gd name="T13" fmla="*/ 7 h 572"/>
                  <a:gd name="T14" fmla="*/ 3 w 393"/>
                  <a:gd name="T15" fmla="*/ 8 h 572"/>
                  <a:gd name="T16" fmla="*/ 4 w 393"/>
                  <a:gd name="T17" fmla="*/ 9 h 572"/>
                  <a:gd name="T18" fmla="*/ 4 w 393"/>
                  <a:gd name="T19" fmla="*/ 9 h 572"/>
                  <a:gd name="T20" fmla="*/ 4 w 393"/>
                  <a:gd name="T21" fmla="*/ 9 h 572"/>
                  <a:gd name="T22" fmla="*/ 5 w 393"/>
                  <a:gd name="T23" fmla="*/ 9 h 572"/>
                  <a:gd name="T24" fmla="*/ 5 w 393"/>
                  <a:gd name="T25" fmla="*/ 9 h 572"/>
                  <a:gd name="T26" fmla="*/ 5 w 393"/>
                  <a:gd name="T27" fmla="*/ 9 h 572"/>
                  <a:gd name="T28" fmla="*/ 5 w 393"/>
                  <a:gd name="T29" fmla="*/ 9 h 572"/>
                  <a:gd name="T30" fmla="*/ 6 w 393"/>
                  <a:gd name="T31" fmla="*/ 9 h 572"/>
                  <a:gd name="T32" fmla="*/ 6 w 393"/>
                  <a:gd name="T33" fmla="*/ 8 h 572"/>
                  <a:gd name="T34" fmla="*/ 5 w 393"/>
                  <a:gd name="T35" fmla="*/ 7 h 572"/>
                  <a:gd name="T36" fmla="*/ 5 w 393"/>
                  <a:gd name="T37" fmla="*/ 6 h 572"/>
                  <a:gd name="T38" fmla="*/ 4 w 393"/>
                  <a:gd name="T39" fmla="*/ 5 h 572"/>
                  <a:gd name="T40" fmla="*/ 4 w 393"/>
                  <a:gd name="T41" fmla="*/ 4 h 572"/>
                  <a:gd name="T42" fmla="*/ 3 w 393"/>
                  <a:gd name="T43" fmla="*/ 3 h 572"/>
                  <a:gd name="T44" fmla="*/ 3 w 393"/>
                  <a:gd name="T45" fmla="*/ 2 h 572"/>
                  <a:gd name="T46" fmla="*/ 2 w 393"/>
                  <a:gd name="T47" fmla="*/ 1 h 572"/>
                  <a:gd name="T48" fmla="*/ 2 w 393"/>
                  <a:gd name="T49" fmla="*/ 0 h 572"/>
                  <a:gd name="T50" fmla="*/ 1 w 393"/>
                  <a:gd name="T51" fmla="*/ 0 h 572"/>
                  <a:gd name="T52" fmla="*/ 1 w 393"/>
                  <a:gd name="T53" fmla="*/ 1 h 572"/>
                  <a:gd name="T54" fmla="*/ 0 w 393"/>
                  <a:gd name="T55" fmla="*/ 1 h 572"/>
                  <a:gd name="T56" fmla="*/ 0 w 393"/>
                  <a:gd name="T57" fmla="*/ 1 h 57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93"/>
                  <a:gd name="T88" fmla="*/ 0 h 572"/>
                  <a:gd name="T89" fmla="*/ 393 w 393"/>
                  <a:gd name="T90" fmla="*/ 572 h 572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93" h="572">
                    <a:moveTo>
                      <a:pt x="0" y="79"/>
                    </a:moveTo>
                    <a:lnTo>
                      <a:pt x="25" y="143"/>
                    </a:lnTo>
                    <a:lnTo>
                      <a:pt x="52" y="206"/>
                    </a:lnTo>
                    <a:lnTo>
                      <a:pt x="79" y="269"/>
                    </a:lnTo>
                    <a:lnTo>
                      <a:pt x="107" y="331"/>
                    </a:lnTo>
                    <a:lnTo>
                      <a:pt x="138" y="393"/>
                    </a:lnTo>
                    <a:lnTo>
                      <a:pt x="169" y="453"/>
                    </a:lnTo>
                    <a:lnTo>
                      <a:pt x="202" y="513"/>
                    </a:lnTo>
                    <a:lnTo>
                      <a:pt x="236" y="572"/>
                    </a:lnTo>
                    <a:lnTo>
                      <a:pt x="255" y="568"/>
                    </a:lnTo>
                    <a:lnTo>
                      <a:pt x="274" y="563"/>
                    </a:lnTo>
                    <a:lnTo>
                      <a:pt x="294" y="558"/>
                    </a:lnTo>
                    <a:lnTo>
                      <a:pt x="313" y="553"/>
                    </a:lnTo>
                    <a:lnTo>
                      <a:pt x="333" y="549"/>
                    </a:lnTo>
                    <a:lnTo>
                      <a:pt x="352" y="543"/>
                    </a:lnTo>
                    <a:lnTo>
                      <a:pt x="373" y="537"/>
                    </a:lnTo>
                    <a:lnTo>
                      <a:pt x="393" y="532"/>
                    </a:lnTo>
                    <a:lnTo>
                      <a:pt x="355" y="469"/>
                    </a:lnTo>
                    <a:lnTo>
                      <a:pt x="319" y="405"/>
                    </a:lnTo>
                    <a:lnTo>
                      <a:pt x="285" y="340"/>
                    </a:lnTo>
                    <a:lnTo>
                      <a:pt x="252" y="273"/>
                    </a:lnTo>
                    <a:lnTo>
                      <a:pt x="220" y="206"/>
                    </a:lnTo>
                    <a:lnTo>
                      <a:pt x="190" y="139"/>
                    </a:lnTo>
                    <a:lnTo>
                      <a:pt x="162" y="70"/>
                    </a:lnTo>
                    <a:lnTo>
                      <a:pt x="136" y="0"/>
                    </a:lnTo>
                    <a:lnTo>
                      <a:pt x="100" y="19"/>
                    </a:lnTo>
                    <a:lnTo>
                      <a:pt x="66" y="39"/>
                    </a:lnTo>
                    <a:lnTo>
                      <a:pt x="32" y="59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49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8" name="Freeform 513"/>
              <p:cNvSpPr>
                <a:spLocks/>
              </p:cNvSpPr>
              <p:nvPr/>
            </p:nvSpPr>
            <p:spPr bwMode="auto">
              <a:xfrm>
                <a:off x="2372" y="1555"/>
                <a:ext cx="50" cy="74"/>
              </a:xfrm>
              <a:custGeom>
                <a:avLst/>
                <a:gdLst>
                  <a:gd name="T0" fmla="*/ 0 w 403"/>
                  <a:gd name="T1" fmla="*/ 1 h 592"/>
                  <a:gd name="T2" fmla="*/ 0 w 403"/>
                  <a:gd name="T3" fmla="*/ 2 h 592"/>
                  <a:gd name="T4" fmla="*/ 1 w 403"/>
                  <a:gd name="T5" fmla="*/ 3 h 592"/>
                  <a:gd name="T6" fmla="*/ 1 w 403"/>
                  <a:gd name="T7" fmla="*/ 4 h 592"/>
                  <a:gd name="T8" fmla="*/ 2 w 403"/>
                  <a:gd name="T9" fmla="*/ 5 h 592"/>
                  <a:gd name="T10" fmla="*/ 2 w 403"/>
                  <a:gd name="T11" fmla="*/ 6 h 592"/>
                  <a:gd name="T12" fmla="*/ 3 w 403"/>
                  <a:gd name="T13" fmla="*/ 7 h 592"/>
                  <a:gd name="T14" fmla="*/ 3 w 403"/>
                  <a:gd name="T15" fmla="*/ 8 h 592"/>
                  <a:gd name="T16" fmla="*/ 4 w 403"/>
                  <a:gd name="T17" fmla="*/ 9 h 592"/>
                  <a:gd name="T18" fmla="*/ 4 w 403"/>
                  <a:gd name="T19" fmla="*/ 9 h 592"/>
                  <a:gd name="T20" fmla="*/ 4 w 403"/>
                  <a:gd name="T21" fmla="*/ 9 h 592"/>
                  <a:gd name="T22" fmla="*/ 5 w 403"/>
                  <a:gd name="T23" fmla="*/ 9 h 592"/>
                  <a:gd name="T24" fmla="*/ 5 w 403"/>
                  <a:gd name="T25" fmla="*/ 9 h 592"/>
                  <a:gd name="T26" fmla="*/ 5 w 403"/>
                  <a:gd name="T27" fmla="*/ 9 h 592"/>
                  <a:gd name="T28" fmla="*/ 6 w 403"/>
                  <a:gd name="T29" fmla="*/ 9 h 592"/>
                  <a:gd name="T30" fmla="*/ 6 w 403"/>
                  <a:gd name="T31" fmla="*/ 9 h 592"/>
                  <a:gd name="T32" fmla="*/ 6 w 403"/>
                  <a:gd name="T33" fmla="*/ 9 h 592"/>
                  <a:gd name="T34" fmla="*/ 6 w 403"/>
                  <a:gd name="T35" fmla="*/ 8 h 592"/>
                  <a:gd name="T36" fmla="*/ 5 w 403"/>
                  <a:gd name="T37" fmla="*/ 6 h 592"/>
                  <a:gd name="T38" fmla="*/ 4 w 403"/>
                  <a:gd name="T39" fmla="*/ 5 h 592"/>
                  <a:gd name="T40" fmla="*/ 4 w 403"/>
                  <a:gd name="T41" fmla="*/ 4 h 592"/>
                  <a:gd name="T42" fmla="*/ 3 w 403"/>
                  <a:gd name="T43" fmla="*/ 3 h 592"/>
                  <a:gd name="T44" fmla="*/ 3 w 403"/>
                  <a:gd name="T45" fmla="*/ 2 h 592"/>
                  <a:gd name="T46" fmla="*/ 3 w 403"/>
                  <a:gd name="T47" fmla="*/ 2 h 592"/>
                  <a:gd name="T48" fmla="*/ 2 w 403"/>
                  <a:gd name="T49" fmla="*/ 1 h 592"/>
                  <a:gd name="T50" fmla="*/ 2 w 403"/>
                  <a:gd name="T51" fmla="*/ 1 h 592"/>
                  <a:gd name="T52" fmla="*/ 2 w 403"/>
                  <a:gd name="T53" fmla="*/ 0 h 592"/>
                  <a:gd name="T54" fmla="*/ 2 w 403"/>
                  <a:gd name="T55" fmla="*/ 0 h 592"/>
                  <a:gd name="T56" fmla="*/ 1 w 403"/>
                  <a:gd name="T57" fmla="*/ 1 h 592"/>
                  <a:gd name="T58" fmla="*/ 0 w 403"/>
                  <a:gd name="T59" fmla="*/ 1 h 592"/>
                  <a:gd name="T60" fmla="*/ 0 w 403"/>
                  <a:gd name="T61" fmla="*/ 1 h 592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03"/>
                  <a:gd name="T94" fmla="*/ 0 h 592"/>
                  <a:gd name="T95" fmla="*/ 403 w 403"/>
                  <a:gd name="T96" fmla="*/ 592 h 592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03" h="592">
                    <a:moveTo>
                      <a:pt x="0" y="77"/>
                    </a:moveTo>
                    <a:lnTo>
                      <a:pt x="25" y="144"/>
                    </a:lnTo>
                    <a:lnTo>
                      <a:pt x="52" y="211"/>
                    </a:lnTo>
                    <a:lnTo>
                      <a:pt x="82" y="277"/>
                    </a:lnTo>
                    <a:lnTo>
                      <a:pt x="111" y="342"/>
                    </a:lnTo>
                    <a:lnTo>
                      <a:pt x="144" y="405"/>
                    </a:lnTo>
                    <a:lnTo>
                      <a:pt x="176" y="468"/>
                    </a:lnTo>
                    <a:lnTo>
                      <a:pt x="211" y="531"/>
                    </a:lnTo>
                    <a:lnTo>
                      <a:pt x="247" y="592"/>
                    </a:lnTo>
                    <a:lnTo>
                      <a:pt x="266" y="587"/>
                    </a:lnTo>
                    <a:lnTo>
                      <a:pt x="285" y="582"/>
                    </a:lnTo>
                    <a:lnTo>
                      <a:pt x="305" y="576"/>
                    </a:lnTo>
                    <a:lnTo>
                      <a:pt x="324" y="571"/>
                    </a:lnTo>
                    <a:lnTo>
                      <a:pt x="343" y="566"/>
                    </a:lnTo>
                    <a:lnTo>
                      <a:pt x="363" y="561"/>
                    </a:lnTo>
                    <a:lnTo>
                      <a:pt x="383" y="555"/>
                    </a:lnTo>
                    <a:lnTo>
                      <a:pt x="403" y="550"/>
                    </a:lnTo>
                    <a:lnTo>
                      <a:pt x="363" y="485"/>
                    </a:lnTo>
                    <a:lnTo>
                      <a:pt x="326" y="418"/>
                    </a:lnTo>
                    <a:lnTo>
                      <a:pt x="291" y="352"/>
                    </a:lnTo>
                    <a:lnTo>
                      <a:pt x="256" y="283"/>
                    </a:lnTo>
                    <a:lnTo>
                      <a:pt x="224" y="214"/>
                    </a:lnTo>
                    <a:lnTo>
                      <a:pt x="192" y="144"/>
                    </a:lnTo>
                    <a:lnTo>
                      <a:pt x="178" y="109"/>
                    </a:lnTo>
                    <a:lnTo>
                      <a:pt x="164" y="73"/>
                    </a:lnTo>
                    <a:lnTo>
                      <a:pt x="150" y="37"/>
                    </a:lnTo>
                    <a:lnTo>
                      <a:pt x="137" y="0"/>
                    </a:lnTo>
                    <a:lnTo>
                      <a:pt x="101" y="20"/>
                    </a:lnTo>
                    <a:lnTo>
                      <a:pt x="67" y="39"/>
                    </a:lnTo>
                    <a:lnTo>
                      <a:pt x="32" y="58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4B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9" name="Freeform 514"/>
              <p:cNvSpPr>
                <a:spLocks/>
              </p:cNvSpPr>
              <p:nvPr/>
            </p:nvSpPr>
            <p:spPr bwMode="auto">
              <a:xfrm>
                <a:off x="2381" y="1550"/>
                <a:ext cx="51" cy="76"/>
              </a:xfrm>
              <a:custGeom>
                <a:avLst/>
                <a:gdLst>
                  <a:gd name="T0" fmla="*/ 0 w 412"/>
                  <a:gd name="T1" fmla="*/ 1 h 607"/>
                  <a:gd name="T2" fmla="*/ 0 w 412"/>
                  <a:gd name="T3" fmla="*/ 2 h 607"/>
                  <a:gd name="T4" fmla="*/ 1 w 412"/>
                  <a:gd name="T5" fmla="*/ 3 h 607"/>
                  <a:gd name="T6" fmla="*/ 1 w 412"/>
                  <a:gd name="T7" fmla="*/ 4 h 607"/>
                  <a:gd name="T8" fmla="*/ 2 w 412"/>
                  <a:gd name="T9" fmla="*/ 6 h 607"/>
                  <a:gd name="T10" fmla="*/ 2 w 412"/>
                  <a:gd name="T11" fmla="*/ 7 h 607"/>
                  <a:gd name="T12" fmla="*/ 3 w 412"/>
                  <a:gd name="T13" fmla="*/ 8 h 607"/>
                  <a:gd name="T14" fmla="*/ 3 w 412"/>
                  <a:gd name="T15" fmla="*/ 9 h 607"/>
                  <a:gd name="T16" fmla="*/ 4 w 412"/>
                  <a:gd name="T17" fmla="*/ 10 h 607"/>
                  <a:gd name="T18" fmla="*/ 4 w 412"/>
                  <a:gd name="T19" fmla="*/ 9 h 607"/>
                  <a:gd name="T20" fmla="*/ 5 w 412"/>
                  <a:gd name="T21" fmla="*/ 9 h 607"/>
                  <a:gd name="T22" fmla="*/ 5 w 412"/>
                  <a:gd name="T23" fmla="*/ 9 h 607"/>
                  <a:gd name="T24" fmla="*/ 5 w 412"/>
                  <a:gd name="T25" fmla="*/ 9 h 607"/>
                  <a:gd name="T26" fmla="*/ 5 w 412"/>
                  <a:gd name="T27" fmla="*/ 9 h 607"/>
                  <a:gd name="T28" fmla="*/ 6 w 412"/>
                  <a:gd name="T29" fmla="*/ 9 h 607"/>
                  <a:gd name="T30" fmla="*/ 6 w 412"/>
                  <a:gd name="T31" fmla="*/ 9 h 607"/>
                  <a:gd name="T32" fmla="*/ 6 w 412"/>
                  <a:gd name="T33" fmla="*/ 9 h 607"/>
                  <a:gd name="T34" fmla="*/ 6 w 412"/>
                  <a:gd name="T35" fmla="*/ 8 h 607"/>
                  <a:gd name="T36" fmla="*/ 6 w 412"/>
                  <a:gd name="T37" fmla="*/ 8 h 607"/>
                  <a:gd name="T38" fmla="*/ 5 w 412"/>
                  <a:gd name="T39" fmla="*/ 7 h 607"/>
                  <a:gd name="T40" fmla="*/ 5 w 412"/>
                  <a:gd name="T41" fmla="*/ 7 h 607"/>
                  <a:gd name="T42" fmla="*/ 5 w 412"/>
                  <a:gd name="T43" fmla="*/ 6 h 607"/>
                  <a:gd name="T44" fmla="*/ 5 w 412"/>
                  <a:gd name="T45" fmla="*/ 6 h 607"/>
                  <a:gd name="T46" fmla="*/ 4 w 412"/>
                  <a:gd name="T47" fmla="*/ 5 h 607"/>
                  <a:gd name="T48" fmla="*/ 4 w 412"/>
                  <a:gd name="T49" fmla="*/ 5 h 607"/>
                  <a:gd name="T50" fmla="*/ 4 w 412"/>
                  <a:gd name="T51" fmla="*/ 4 h 607"/>
                  <a:gd name="T52" fmla="*/ 3 w 412"/>
                  <a:gd name="T53" fmla="*/ 4 h 607"/>
                  <a:gd name="T54" fmla="*/ 3 w 412"/>
                  <a:gd name="T55" fmla="*/ 3 h 607"/>
                  <a:gd name="T56" fmla="*/ 3 w 412"/>
                  <a:gd name="T57" fmla="*/ 2 h 607"/>
                  <a:gd name="T58" fmla="*/ 3 w 412"/>
                  <a:gd name="T59" fmla="*/ 2 h 607"/>
                  <a:gd name="T60" fmla="*/ 3 w 412"/>
                  <a:gd name="T61" fmla="*/ 1 h 607"/>
                  <a:gd name="T62" fmla="*/ 2 w 412"/>
                  <a:gd name="T63" fmla="*/ 1 h 607"/>
                  <a:gd name="T64" fmla="*/ 2 w 412"/>
                  <a:gd name="T65" fmla="*/ 0 h 607"/>
                  <a:gd name="T66" fmla="*/ 2 w 412"/>
                  <a:gd name="T67" fmla="*/ 0 h 607"/>
                  <a:gd name="T68" fmla="*/ 1 w 412"/>
                  <a:gd name="T69" fmla="*/ 1 h 607"/>
                  <a:gd name="T70" fmla="*/ 0 w 412"/>
                  <a:gd name="T71" fmla="*/ 1 h 607"/>
                  <a:gd name="T72" fmla="*/ 0 w 412"/>
                  <a:gd name="T73" fmla="*/ 1 h 60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412"/>
                  <a:gd name="T112" fmla="*/ 0 h 607"/>
                  <a:gd name="T113" fmla="*/ 412 w 412"/>
                  <a:gd name="T114" fmla="*/ 607 h 60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412" h="607">
                    <a:moveTo>
                      <a:pt x="0" y="75"/>
                    </a:moveTo>
                    <a:lnTo>
                      <a:pt x="26" y="145"/>
                    </a:lnTo>
                    <a:lnTo>
                      <a:pt x="54" y="214"/>
                    </a:lnTo>
                    <a:lnTo>
                      <a:pt x="85" y="281"/>
                    </a:lnTo>
                    <a:lnTo>
                      <a:pt x="116" y="348"/>
                    </a:lnTo>
                    <a:lnTo>
                      <a:pt x="149" y="414"/>
                    </a:lnTo>
                    <a:lnTo>
                      <a:pt x="183" y="480"/>
                    </a:lnTo>
                    <a:lnTo>
                      <a:pt x="219" y="544"/>
                    </a:lnTo>
                    <a:lnTo>
                      <a:pt x="257" y="607"/>
                    </a:lnTo>
                    <a:lnTo>
                      <a:pt x="276" y="602"/>
                    </a:lnTo>
                    <a:lnTo>
                      <a:pt x="295" y="597"/>
                    </a:lnTo>
                    <a:lnTo>
                      <a:pt x="315" y="592"/>
                    </a:lnTo>
                    <a:lnTo>
                      <a:pt x="334" y="586"/>
                    </a:lnTo>
                    <a:lnTo>
                      <a:pt x="353" y="581"/>
                    </a:lnTo>
                    <a:lnTo>
                      <a:pt x="372" y="575"/>
                    </a:lnTo>
                    <a:lnTo>
                      <a:pt x="393" y="570"/>
                    </a:lnTo>
                    <a:lnTo>
                      <a:pt x="412" y="564"/>
                    </a:lnTo>
                    <a:lnTo>
                      <a:pt x="392" y="530"/>
                    </a:lnTo>
                    <a:lnTo>
                      <a:pt x="371" y="497"/>
                    </a:lnTo>
                    <a:lnTo>
                      <a:pt x="352" y="464"/>
                    </a:lnTo>
                    <a:lnTo>
                      <a:pt x="333" y="429"/>
                    </a:lnTo>
                    <a:lnTo>
                      <a:pt x="314" y="395"/>
                    </a:lnTo>
                    <a:lnTo>
                      <a:pt x="295" y="360"/>
                    </a:lnTo>
                    <a:lnTo>
                      <a:pt x="277" y="326"/>
                    </a:lnTo>
                    <a:lnTo>
                      <a:pt x="260" y="290"/>
                    </a:lnTo>
                    <a:lnTo>
                      <a:pt x="243" y="255"/>
                    </a:lnTo>
                    <a:lnTo>
                      <a:pt x="227" y="220"/>
                    </a:lnTo>
                    <a:lnTo>
                      <a:pt x="210" y="183"/>
                    </a:lnTo>
                    <a:lnTo>
                      <a:pt x="195" y="147"/>
                    </a:lnTo>
                    <a:lnTo>
                      <a:pt x="180" y="110"/>
                    </a:lnTo>
                    <a:lnTo>
                      <a:pt x="166" y="74"/>
                    </a:lnTo>
                    <a:lnTo>
                      <a:pt x="152" y="37"/>
                    </a:lnTo>
                    <a:lnTo>
                      <a:pt x="137" y="0"/>
                    </a:lnTo>
                    <a:lnTo>
                      <a:pt x="102" y="19"/>
                    </a:lnTo>
                    <a:lnTo>
                      <a:pt x="67" y="37"/>
                    </a:lnTo>
                    <a:lnTo>
                      <a:pt x="33" y="56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4E97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0" name="Freeform 515"/>
              <p:cNvSpPr>
                <a:spLocks/>
              </p:cNvSpPr>
              <p:nvPr/>
            </p:nvSpPr>
            <p:spPr bwMode="auto">
              <a:xfrm>
                <a:off x="2389" y="1546"/>
                <a:ext cx="53" cy="77"/>
              </a:xfrm>
              <a:custGeom>
                <a:avLst/>
                <a:gdLst>
                  <a:gd name="T0" fmla="*/ 0 w 420"/>
                  <a:gd name="T1" fmla="*/ 1 h 623"/>
                  <a:gd name="T2" fmla="*/ 0 w 420"/>
                  <a:gd name="T3" fmla="*/ 2 h 623"/>
                  <a:gd name="T4" fmla="*/ 0 w 420"/>
                  <a:gd name="T5" fmla="*/ 2 h 623"/>
                  <a:gd name="T6" fmla="*/ 1 w 420"/>
                  <a:gd name="T7" fmla="*/ 3 h 623"/>
                  <a:gd name="T8" fmla="*/ 1 w 420"/>
                  <a:gd name="T9" fmla="*/ 3 h 623"/>
                  <a:gd name="T10" fmla="*/ 1 w 420"/>
                  <a:gd name="T11" fmla="*/ 4 h 623"/>
                  <a:gd name="T12" fmla="*/ 2 w 420"/>
                  <a:gd name="T13" fmla="*/ 5 h 623"/>
                  <a:gd name="T14" fmla="*/ 2 w 420"/>
                  <a:gd name="T15" fmla="*/ 7 h 623"/>
                  <a:gd name="T16" fmla="*/ 3 w 420"/>
                  <a:gd name="T17" fmla="*/ 8 h 623"/>
                  <a:gd name="T18" fmla="*/ 4 w 420"/>
                  <a:gd name="T19" fmla="*/ 9 h 623"/>
                  <a:gd name="T20" fmla="*/ 4 w 420"/>
                  <a:gd name="T21" fmla="*/ 10 h 623"/>
                  <a:gd name="T22" fmla="*/ 5 w 420"/>
                  <a:gd name="T23" fmla="*/ 9 h 623"/>
                  <a:gd name="T24" fmla="*/ 5 w 420"/>
                  <a:gd name="T25" fmla="*/ 9 h 623"/>
                  <a:gd name="T26" fmla="*/ 5 w 420"/>
                  <a:gd name="T27" fmla="*/ 9 h 623"/>
                  <a:gd name="T28" fmla="*/ 5 w 420"/>
                  <a:gd name="T29" fmla="*/ 9 h 623"/>
                  <a:gd name="T30" fmla="*/ 6 w 420"/>
                  <a:gd name="T31" fmla="*/ 9 h 623"/>
                  <a:gd name="T32" fmla="*/ 6 w 420"/>
                  <a:gd name="T33" fmla="*/ 9 h 623"/>
                  <a:gd name="T34" fmla="*/ 6 w 420"/>
                  <a:gd name="T35" fmla="*/ 9 h 623"/>
                  <a:gd name="T36" fmla="*/ 7 w 420"/>
                  <a:gd name="T37" fmla="*/ 9 h 623"/>
                  <a:gd name="T38" fmla="*/ 6 w 420"/>
                  <a:gd name="T39" fmla="*/ 8 h 623"/>
                  <a:gd name="T40" fmla="*/ 6 w 420"/>
                  <a:gd name="T41" fmla="*/ 8 h 623"/>
                  <a:gd name="T42" fmla="*/ 6 w 420"/>
                  <a:gd name="T43" fmla="*/ 7 h 623"/>
                  <a:gd name="T44" fmla="*/ 5 w 420"/>
                  <a:gd name="T45" fmla="*/ 7 h 623"/>
                  <a:gd name="T46" fmla="*/ 5 w 420"/>
                  <a:gd name="T47" fmla="*/ 6 h 623"/>
                  <a:gd name="T48" fmla="*/ 5 w 420"/>
                  <a:gd name="T49" fmla="*/ 6 h 623"/>
                  <a:gd name="T50" fmla="*/ 4 w 420"/>
                  <a:gd name="T51" fmla="*/ 5 h 623"/>
                  <a:gd name="T52" fmla="*/ 4 w 420"/>
                  <a:gd name="T53" fmla="*/ 5 h 623"/>
                  <a:gd name="T54" fmla="*/ 4 w 420"/>
                  <a:gd name="T55" fmla="*/ 4 h 623"/>
                  <a:gd name="T56" fmla="*/ 4 w 420"/>
                  <a:gd name="T57" fmla="*/ 3 h 623"/>
                  <a:gd name="T58" fmla="*/ 3 w 420"/>
                  <a:gd name="T59" fmla="*/ 3 h 623"/>
                  <a:gd name="T60" fmla="*/ 3 w 420"/>
                  <a:gd name="T61" fmla="*/ 2 h 623"/>
                  <a:gd name="T62" fmla="*/ 3 w 420"/>
                  <a:gd name="T63" fmla="*/ 2 h 623"/>
                  <a:gd name="T64" fmla="*/ 3 w 420"/>
                  <a:gd name="T65" fmla="*/ 1 h 623"/>
                  <a:gd name="T66" fmla="*/ 2 w 420"/>
                  <a:gd name="T67" fmla="*/ 1 h 623"/>
                  <a:gd name="T68" fmla="*/ 2 w 420"/>
                  <a:gd name="T69" fmla="*/ 0 h 623"/>
                  <a:gd name="T70" fmla="*/ 2 w 420"/>
                  <a:gd name="T71" fmla="*/ 0 h 623"/>
                  <a:gd name="T72" fmla="*/ 1 w 420"/>
                  <a:gd name="T73" fmla="*/ 1 h 623"/>
                  <a:gd name="T74" fmla="*/ 1 w 420"/>
                  <a:gd name="T75" fmla="*/ 1 h 623"/>
                  <a:gd name="T76" fmla="*/ 0 w 420"/>
                  <a:gd name="T77" fmla="*/ 1 h 623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20"/>
                  <a:gd name="T118" fmla="*/ 0 h 623"/>
                  <a:gd name="T119" fmla="*/ 420 w 420"/>
                  <a:gd name="T120" fmla="*/ 623 h 623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20" h="623">
                    <a:moveTo>
                      <a:pt x="0" y="73"/>
                    </a:moveTo>
                    <a:lnTo>
                      <a:pt x="13" y="110"/>
                    </a:lnTo>
                    <a:lnTo>
                      <a:pt x="27" y="146"/>
                    </a:lnTo>
                    <a:lnTo>
                      <a:pt x="41" y="182"/>
                    </a:lnTo>
                    <a:lnTo>
                      <a:pt x="55" y="217"/>
                    </a:lnTo>
                    <a:lnTo>
                      <a:pt x="87" y="287"/>
                    </a:lnTo>
                    <a:lnTo>
                      <a:pt x="119" y="357"/>
                    </a:lnTo>
                    <a:lnTo>
                      <a:pt x="154" y="425"/>
                    </a:lnTo>
                    <a:lnTo>
                      <a:pt x="189" y="491"/>
                    </a:lnTo>
                    <a:lnTo>
                      <a:pt x="226" y="558"/>
                    </a:lnTo>
                    <a:lnTo>
                      <a:pt x="266" y="623"/>
                    </a:lnTo>
                    <a:lnTo>
                      <a:pt x="285" y="618"/>
                    </a:lnTo>
                    <a:lnTo>
                      <a:pt x="303" y="612"/>
                    </a:lnTo>
                    <a:lnTo>
                      <a:pt x="323" y="607"/>
                    </a:lnTo>
                    <a:lnTo>
                      <a:pt x="342" y="601"/>
                    </a:lnTo>
                    <a:lnTo>
                      <a:pt x="361" y="595"/>
                    </a:lnTo>
                    <a:lnTo>
                      <a:pt x="381" y="590"/>
                    </a:lnTo>
                    <a:lnTo>
                      <a:pt x="401" y="584"/>
                    </a:lnTo>
                    <a:lnTo>
                      <a:pt x="420" y="578"/>
                    </a:lnTo>
                    <a:lnTo>
                      <a:pt x="399" y="544"/>
                    </a:lnTo>
                    <a:lnTo>
                      <a:pt x="378" y="510"/>
                    </a:lnTo>
                    <a:lnTo>
                      <a:pt x="358" y="475"/>
                    </a:lnTo>
                    <a:lnTo>
                      <a:pt x="338" y="441"/>
                    </a:lnTo>
                    <a:lnTo>
                      <a:pt x="319" y="405"/>
                    </a:lnTo>
                    <a:lnTo>
                      <a:pt x="299" y="370"/>
                    </a:lnTo>
                    <a:lnTo>
                      <a:pt x="281" y="335"/>
                    </a:lnTo>
                    <a:lnTo>
                      <a:pt x="263" y="298"/>
                    </a:lnTo>
                    <a:lnTo>
                      <a:pt x="246" y="263"/>
                    </a:lnTo>
                    <a:lnTo>
                      <a:pt x="228" y="225"/>
                    </a:lnTo>
                    <a:lnTo>
                      <a:pt x="212" y="189"/>
                    </a:lnTo>
                    <a:lnTo>
                      <a:pt x="196" y="151"/>
                    </a:lnTo>
                    <a:lnTo>
                      <a:pt x="181" y="115"/>
                    </a:lnTo>
                    <a:lnTo>
                      <a:pt x="166" y="76"/>
                    </a:lnTo>
                    <a:lnTo>
                      <a:pt x="151" y="39"/>
                    </a:lnTo>
                    <a:lnTo>
                      <a:pt x="138" y="0"/>
                    </a:lnTo>
                    <a:lnTo>
                      <a:pt x="103" y="19"/>
                    </a:lnTo>
                    <a:lnTo>
                      <a:pt x="67" y="37"/>
                    </a:lnTo>
                    <a:lnTo>
                      <a:pt x="33" y="55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50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1" name="Freeform 516"/>
              <p:cNvSpPr>
                <a:spLocks/>
              </p:cNvSpPr>
              <p:nvPr/>
            </p:nvSpPr>
            <p:spPr bwMode="auto">
              <a:xfrm>
                <a:off x="2398" y="1541"/>
                <a:ext cx="53" cy="80"/>
              </a:xfrm>
              <a:custGeom>
                <a:avLst/>
                <a:gdLst>
                  <a:gd name="T0" fmla="*/ 0 w 429"/>
                  <a:gd name="T1" fmla="*/ 1 h 636"/>
                  <a:gd name="T2" fmla="*/ 0 w 429"/>
                  <a:gd name="T3" fmla="*/ 2 h 636"/>
                  <a:gd name="T4" fmla="*/ 0 w 429"/>
                  <a:gd name="T5" fmla="*/ 2 h 636"/>
                  <a:gd name="T6" fmla="*/ 1 w 429"/>
                  <a:gd name="T7" fmla="*/ 3 h 636"/>
                  <a:gd name="T8" fmla="*/ 1 w 429"/>
                  <a:gd name="T9" fmla="*/ 4 h 636"/>
                  <a:gd name="T10" fmla="*/ 1 w 429"/>
                  <a:gd name="T11" fmla="*/ 4 h 636"/>
                  <a:gd name="T12" fmla="*/ 1 w 429"/>
                  <a:gd name="T13" fmla="*/ 5 h 636"/>
                  <a:gd name="T14" fmla="*/ 2 w 429"/>
                  <a:gd name="T15" fmla="*/ 5 h 636"/>
                  <a:gd name="T16" fmla="*/ 2 w 429"/>
                  <a:gd name="T17" fmla="*/ 6 h 636"/>
                  <a:gd name="T18" fmla="*/ 2 w 429"/>
                  <a:gd name="T19" fmla="*/ 6 h 636"/>
                  <a:gd name="T20" fmla="*/ 2 w 429"/>
                  <a:gd name="T21" fmla="*/ 7 h 636"/>
                  <a:gd name="T22" fmla="*/ 3 w 429"/>
                  <a:gd name="T23" fmla="*/ 7 h 636"/>
                  <a:gd name="T24" fmla="*/ 3 w 429"/>
                  <a:gd name="T25" fmla="*/ 8 h 636"/>
                  <a:gd name="T26" fmla="*/ 3 w 429"/>
                  <a:gd name="T27" fmla="*/ 8 h 636"/>
                  <a:gd name="T28" fmla="*/ 4 w 429"/>
                  <a:gd name="T29" fmla="*/ 9 h 636"/>
                  <a:gd name="T30" fmla="*/ 4 w 429"/>
                  <a:gd name="T31" fmla="*/ 10 h 636"/>
                  <a:gd name="T32" fmla="*/ 4 w 429"/>
                  <a:gd name="T33" fmla="*/ 10 h 636"/>
                  <a:gd name="T34" fmla="*/ 4 w 429"/>
                  <a:gd name="T35" fmla="*/ 10 h 636"/>
                  <a:gd name="T36" fmla="*/ 5 w 429"/>
                  <a:gd name="T37" fmla="*/ 10 h 636"/>
                  <a:gd name="T38" fmla="*/ 5 w 429"/>
                  <a:gd name="T39" fmla="*/ 10 h 636"/>
                  <a:gd name="T40" fmla="*/ 5 w 429"/>
                  <a:gd name="T41" fmla="*/ 10 h 636"/>
                  <a:gd name="T42" fmla="*/ 6 w 429"/>
                  <a:gd name="T43" fmla="*/ 10 h 636"/>
                  <a:gd name="T44" fmla="*/ 6 w 429"/>
                  <a:gd name="T45" fmla="*/ 9 h 636"/>
                  <a:gd name="T46" fmla="*/ 6 w 429"/>
                  <a:gd name="T47" fmla="*/ 9 h 636"/>
                  <a:gd name="T48" fmla="*/ 7 w 429"/>
                  <a:gd name="T49" fmla="*/ 9 h 636"/>
                  <a:gd name="T50" fmla="*/ 6 w 429"/>
                  <a:gd name="T51" fmla="*/ 9 h 636"/>
                  <a:gd name="T52" fmla="*/ 6 w 429"/>
                  <a:gd name="T53" fmla="*/ 8 h 636"/>
                  <a:gd name="T54" fmla="*/ 6 w 429"/>
                  <a:gd name="T55" fmla="*/ 8 h 636"/>
                  <a:gd name="T56" fmla="*/ 5 w 429"/>
                  <a:gd name="T57" fmla="*/ 7 h 636"/>
                  <a:gd name="T58" fmla="*/ 5 w 429"/>
                  <a:gd name="T59" fmla="*/ 7 h 636"/>
                  <a:gd name="T60" fmla="*/ 5 w 429"/>
                  <a:gd name="T61" fmla="*/ 6 h 636"/>
                  <a:gd name="T62" fmla="*/ 4 w 429"/>
                  <a:gd name="T63" fmla="*/ 5 h 636"/>
                  <a:gd name="T64" fmla="*/ 4 w 429"/>
                  <a:gd name="T65" fmla="*/ 5 h 636"/>
                  <a:gd name="T66" fmla="*/ 4 w 429"/>
                  <a:gd name="T67" fmla="*/ 4 h 636"/>
                  <a:gd name="T68" fmla="*/ 4 w 429"/>
                  <a:gd name="T69" fmla="*/ 4 h 636"/>
                  <a:gd name="T70" fmla="*/ 3 w 429"/>
                  <a:gd name="T71" fmla="*/ 3 h 636"/>
                  <a:gd name="T72" fmla="*/ 3 w 429"/>
                  <a:gd name="T73" fmla="*/ 2 h 636"/>
                  <a:gd name="T74" fmla="*/ 3 w 429"/>
                  <a:gd name="T75" fmla="*/ 2 h 636"/>
                  <a:gd name="T76" fmla="*/ 3 w 429"/>
                  <a:gd name="T77" fmla="*/ 1 h 636"/>
                  <a:gd name="T78" fmla="*/ 2 w 429"/>
                  <a:gd name="T79" fmla="*/ 1 h 636"/>
                  <a:gd name="T80" fmla="*/ 2 w 429"/>
                  <a:gd name="T81" fmla="*/ 0 h 636"/>
                  <a:gd name="T82" fmla="*/ 2 w 429"/>
                  <a:gd name="T83" fmla="*/ 0 h 636"/>
                  <a:gd name="T84" fmla="*/ 1 w 429"/>
                  <a:gd name="T85" fmla="*/ 1 h 636"/>
                  <a:gd name="T86" fmla="*/ 0 w 429"/>
                  <a:gd name="T87" fmla="*/ 1 h 636"/>
                  <a:gd name="T88" fmla="*/ 0 w 429"/>
                  <a:gd name="T89" fmla="*/ 1 h 6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29"/>
                  <a:gd name="T136" fmla="*/ 0 h 636"/>
                  <a:gd name="T137" fmla="*/ 429 w 429"/>
                  <a:gd name="T138" fmla="*/ 636 h 6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29" h="636">
                    <a:moveTo>
                      <a:pt x="0" y="72"/>
                    </a:moveTo>
                    <a:lnTo>
                      <a:pt x="15" y="109"/>
                    </a:lnTo>
                    <a:lnTo>
                      <a:pt x="29" y="146"/>
                    </a:lnTo>
                    <a:lnTo>
                      <a:pt x="43" y="182"/>
                    </a:lnTo>
                    <a:lnTo>
                      <a:pt x="58" y="219"/>
                    </a:lnTo>
                    <a:lnTo>
                      <a:pt x="73" y="255"/>
                    </a:lnTo>
                    <a:lnTo>
                      <a:pt x="90" y="292"/>
                    </a:lnTo>
                    <a:lnTo>
                      <a:pt x="106" y="327"/>
                    </a:lnTo>
                    <a:lnTo>
                      <a:pt x="123" y="362"/>
                    </a:lnTo>
                    <a:lnTo>
                      <a:pt x="140" y="398"/>
                    </a:lnTo>
                    <a:lnTo>
                      <a:pt x="158" y="432"/>
                    </a:lnTo>
                    <a:lnTo>
                      <a:pt x="177" y="467"/>
                    </a:lnTo>
                    <a:lnTo>
                      <a:pt x="196" y="501"/>
                    </a:lnTo>
                    <a:lnTo>
                      <a:pt x="215" y="536"/>
                    </a:lnTo>
                    <a:lnTo>
                      <a:pt x="234" y="569"/>
                    </a:lnTo>
                    <a:lnTo>
                      <a:pt x="255" y="602"/>
                    </a:lnTo>
                    <a:lnTo>
                      <a:pt x="275" y="636"/>
                    </a:lnTo>
                    <a:lnTo>
                      <a:pt x="294" y="630"/>
                    </a:lnTo>
                    <a:lnTo>
                      <a:pt x="313" y="625"/>
                    </a:lnTo>
                    <a:lnTo>
                      <a:pt x="333" y="619"/>
                    </a:lnTo>
                    <a:lnTo>
                      <a:pt x="352" y="613"/>
                    </a:lnTo>
                    <a:lnTo>
                      <a:pt x="371" y="606"/>
                    </a:lnTo>
                    <a:lnTo>
                      <a:pt x="390" y="600"/>
                    </a:lnTo>
                    <a:lnTo>
                      <a:pt x="410" y="594"/>
                    </a:lnTo>
                    <a:lnTo>
                      <a:pt x="429" y="588"/>
                    </a:lnTo>
                    <a:lnTo>
                      <a:pt x="408" y="554"/>
                    </a:lnTo>
                    <a:lnTo>
                      <a:pt x="385" y="519"/>
                    </a:lnTo>
                    <a:lnTo>
                      <a:pt x="365" y="484"/>
                    </a:lnTo>
                    <a:lnTo>
                      <a:pt x="344" y="450"/>
                    </a:lnTo>
                    <a:lnTo>
                      <a:pt x="325" y="413"/>
                    </a:lnTo>
                    <a:lnTo>
                      <a:pt x="304" y="378"/>
                    </a:lnTo>
                    <a:lnTo>
                      <a:pt x="286" y="341"/>
                    </a:lnTo>
                    <a:lnTo>
                      <a:pt x="267" y="305"/>
                    </a:lnTo>
                    <a:lnTo>
                      <a:pt x="250" y="267"/>
                    </a:lnTo>
                    <a:lnTo>
                      <a:pt x="232" y="230"/>
                    </a:lnTo>
                    <a:lnTo>
                      <a:pt x="215" y="192"/>
                    </a:lnTo>
                    <a:lnTo>
                      <a:pt x="199" y="155"/>
                    </a:lnTo>
                    <a:lnTo>
                      <a:pt x="184" y="116"/>
                    </a:lnTo>
                    <a:lnTo>
                      <a:pt x="169" y="78"/>
                    </a:lnTo>
                    <a:lnTo>
                      <a:pt x="153" y="39"/>
                    </a:lnTo>
                    <a:lnTo>
                      <a:pt x="140" y="0"/>
                    </a:lnTo>
                    <a:lnTo>
                      <a:pt x="104" y="18"/>
                    </a:lnTo>
                    <a:lnTo>
                      <a:pt x="69" y="36"/>
                    </a:lnTo>
                    <a:lnTo>
                      <a:pt x="35" y="54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39B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2" name="Freeform 517"/>
              <p:cNvSpPr>
                <a:spLocks/>
              </p:cNvSpPr>
              <p:nvPr/>
            </p:nvSpPr>
            <p:spPr bwMode="auto">
              <a:xfrm>
                <a:off x="2407" y="1537"/>
                <a:ext cx="54" cy="81"/>
              </a:xfrm>
              <a:custGeom>
                <a:avLst/>
                <a:gdLst>
                  <a:gd name="T0" fmla="*/ 0 w 436"/>
                  <a:gd name="T1" fmla="*/ 1 h 647"/>
                  <a:gd name="T2" fmla="*/ 0 w 436"/>
                  <a:gd name="T3" fmla="*/ 2 h 647"/>
                  <a:gd name="T4" fmla="*/ 0 w 436"/>
                  <a:gd name="T5" fmla="*/ 2 h 647"/>
                  <a:gd name="T6" fmla="*/ 1 w 436"/>
                  <a:gd name="T7" fmla="*/ 3 h 647"/>
                  <a:gd name="T8" fmla="*/ 1 w 436"/>
                  <a:gd name="T9" fmla="*/ 4 h 647"/>
                  <a:gd name="T10" fmla="*/ 1 w 436"/>
                  <a:gd name="T11" fmla="*/ 4 h 647"/>
                  <a:gd name="T12" fmla="*/ 1 w 436"/>
                  <a:gd name="T13" fmla="*/ 5 h 647"/>
                  <a:gd name="T14" fmla="*/ 2 w 436"/>
                  <a:gd name="T15" fmla="*/ 5 h 647"/>
                  <a:gd name="T16" fmla="*/ 2 w 436"/>
                  <a:gd name="T17" fmla="*/ 6 h 647"/>
                  <a:gd name="T18" fmla="*/ 2 w 436"/>
                  <a:gd name="T19" fmla="*/ 6 h 647"/>
                  <a:gd name="T20" fmla="*/ 2 w 436"/>
                  <a:gd name="T21" fmla="*/ 7 h 647"/>
                  <a:gd name="T22" fmla="*/ 3 w 436"/>
                  <a:gd name="T23" fmla="*/ 7 h 647"/>
                  <a:gd name="T24" fmla="*/ 3 w 436"/>
                  <a:gd name="T25" fmla="*/ 8 h 647"/>
                  <a:gd name="T26" fmla="*/ 3 w 436"/>
                  <a:gd name="T27" fmla="*/ 9 h 647"/>
                  <a:gd name="T28" fmla="*/ 4 w 436"/>
                  <a:gd name="T29" fmla="*/ 9 h 647"/>
                  <a:gd name="T30" fmla="*/ 4 w 436"/>
                  <a:gd name="T31" fmla="*/ 10 h 647"/>
                  <a:gd name="T32" fmla="*/ 4 w 436"/>
                  <a:gd name="T33" fmla="*/ 10 h 647"/>
                  <a:gd name="T34" fmla="*/ 5 w 436"/>
                  <a:gd name="T35" fmla="*/ 10 h 647"/>
                  <a:gd name="T36" fmla="*/ 5 w 436"/>
                  <a:gd name="T37" fmla="*/ 10 h 647"/>
                  <a:gd name="T38" fmla="*/ 5 w 436"/>
                  <a:gd name="T39" fmla="*/ 10 h 647"/>
                  <a:gd name="T40" fmla="*/ 5 w 436"/>
                  <a:gd name="T41" fmla="*/ 10 h 647"/>
                  <a:gd name="T42" fmla="*/ 6 w 436"/>
                  <a:gd name="T43" fmla="*/ 10 h 647"/>
                  <a:gd name="T44" fmla="*/ 6 w 436"/>
                  <a:gd name="T45" fmla="*/ 10 h 647"/>
                  <a:gd name="T46" fmla="*/ 6 w 436"/>
                  <a:gd name="T47" fmla="*/ 10 h 647"/>
                  <a:gd name="T48" fmla="*/ 7 w 436"/>
                  <a:gd name="T49" fmla="*/ 9 h 647"/>
                  <a:gd name="T50" fmla="*/ 6 w 436"/>
                  <a:gd name="T51" fmla="*/ 9 h 647"/>
                  <a:gd name="T52" fmla="*/ 6 w 436"/>
                  <a:gd name="T53" fmla="*/ 8 h 647"/>
                  <a:gd name="T54" fmla="*/ 6 w 436"/>
                  <a:gd name="T55" fmla="*/ 8 h 647"/>
                  <a:gd name="T56" fmla="*/ 5 w 436"/>
                  <a:gd name="T57" fmla="*/ 7 h 647"/>
                  <a:gd name="T58" fmla="*/ 5 w 436"/>
                  <a:gd name="T59" fmla="*/ 7 h 647"/>
                  <a:gd name="T60" fmla="*/ 5 w 436"/>
                  <a:gd name="T61" fmla="*/ 6 h 647"/>
                  <a:gd name="T62" fmla="*/ 4 w 436"/>
                  <a:gd name="T63" fmla="*/ 5 h 647"/>
                  <a:gd name="T64" fmla="*/ 4 w 436"/>
                  <a:gd name="T65" fmla="*/ 5 h 647"/>
                  <a:gd name="T66" fmla="*/ 4 w 436"/>
                  <a:gd name="T67" fmla="*/ 4 h 647"/>
                  <a:gd name="T68" fmla="*/ 4 w 436"/>
                  <a:gd name="T69" fmla="*/ 4 h 647"/>
                  <a:gd name="T70" fmla="*/ 3 w 436"/>
                  <a:gd name="T71" fmla="*/ 3 h 647"/>
                  <a:gd name="T72" fmla="*/ 3 w 436"/>
                  <a:gd name="T73" fmla="*/ 3 h 647"/>
                  <a:gd name="T74" fmla="*/ 3 w 436"/>
                  <a:gd name="T75" fmla="*/ 2 h 647"/>
                  <a:gd name="T76" fmla="*/ 3 w 436"/>
                  <a:gd name="T77" fmla="*/ 1 h 647"/>
                  <a:gd name="T78" fmla="*/ 2 w 436"/>
                  <a:gd name="T79" fmla="*/ 1 h 647"/>
                  <a:gd name="T80" fmla="*/ 2 w 436"/>
                  <a:gd name="T81" fmla="*/ 0 h 647"/>
                  <a:gd name="T82" fmla="*/ 2 w 436"/>
                  <a:gd name="T83" fmla="*/ 0 h 647"/>
                  <a:gd name="T84" fmla="*/ 1 w 436"/>
                  <a:gd name="T85" fmla="*/ 1 h 647"/>
                  <a:gd name="T86" fmla="*/ 0 w 436"/>
                  <a:gd name="T87" fmla="*/ 1 h 647"/>
                  <a:gd name="T88" fmla="*/ 0 w 436"/>
                  <a:gd name="T89" fmla="*/ 1 h 64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6"/>
                  <a:gd name="T136" fmla="*/ 0 h 647"/>
                  <a:gd name="T137" fmla="*/ 436 w 436"/>
                  <a:gd name="T138" fmla="*/ 647 h 64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6" h="647">
                    <a:moveTo>
                      <a:pt x="0" y="69"/>
                    </a:moveTo>
                    <a:lnTo>
                      <a:pt x="13" y="108"/>
                    </a:lnTo>
                    <a:lnTo>
                      <a:pt x="29" y="145"/>
                    </a:lnTo>
                    <a:lnTo>
                      <a:pt x="43" y="184"/>
                    </a:lnTo>
                    <a:lnTo>
                      <a:pt x="58" y="220"/>
                    </a:lnTo>
                    <a:lnTo>
                      <a:pt x="74" y="258"/>
                    </a:lnTo>
                    <a:lnTo>
                      <a:pt x="90" y="294"/>
                    </a:lnTo>
                    <a:lnTo>
                      <a:pt x="108" y="332"/>
                    </a:lnTo>
                    <a:lnTo>
                      <a:pt x="125" y="367"/>
                    </a:lnTo>
                    <a:lnTo>
                      <a:pt x="143" y="404"/>
                    </a:lnTo>
                    <a:lnTo>
                      <a:pt x="161" y="439"/>
                    </a:lnTo>
                    <a:lnTo>
                      <a:pt x="181" y="474"/>
                    </a:lnTo>
                    <a:lnTo>
                      <a:pt x="200" y="510"/>
                    </a:lnTo>
                    <a:lnTo>
                      <a:pt x="220" y="544"/>
                    </a:lnTo>
                    <a:lnTo>
                      <a:pt x="240" y="579"/>
                    </a:lnTo>
                    <a:lnTo>
                      <a:pt x="261" y="613"/>
                    </a:lnTo>
                    <a:lnTo>
                      <a:pt x="282" y="647"/>
                    </a:lnTo>
                    <a:lnTo>
                      <a:pt x="301" y="640"/>
                    </a:lnTo>
                    <a:lnTo>
                      <a:pt x="320" y="634"/>
                    </a:lnTo>
                    <a:lnTo>
                      <a:pt x="339" y="628"/>
                    </a:lnTo>
                    <a:lnTo>
                      <a:pt x="358" y="622"/>
                    </a:lnTo>
                    <a:lnTo>
                      <a:pt x="377" y="616"/>
                    </a:lnTo>
                    <a:lnTo>
                      <a:pt x="396" y="610"/>
                    </a:lnTo>
                    <a:lnTo>
                      <a:pt x="416" y="604"/>
                    </a:lnTo>
                    <a:lnTo>
                      <a:pt x="436" y="598"/>
                    </a:lnTo>
                    <a:lnTo>
                      <a:pt x="413" y="563"/>
                    </a:lnTo>
                    <a:lnTo>
                      <a:pt x="390" y="528"/>
                    </a:lnTo>
                    <a:lnTo>
                      <a:pt x="369" y="493"/>
                    </a:lnTo>
                    <a:lnTo>
                      <a:pt x="348" y="456"/>
                    </a:lnTo>
                    <a:lnTo>
                      <a:pt x="328" y="420"/>
                    </a:lnTo>
                    <a:lnTo>
                      <a:pt x="307" y="383"/>
                    </a:lnTo>
                    <a:lnTo>
                      <a:pt x="288" y="347"/>
                    </a:lnTo>
                    <a:lnTo>
                      <a:pt x="270" y="309"/>
                    </a:lnTo>
                    <a:lnTo>
                      <a:pt x="252" y="272"/>
                    </a:lnTo>
                    <a:lnTo>
                      <a:pt x="233" y="234"/>
                    </a:lnTo>
                    <a:lnTo>
                      <a:pt x="216" y="196"/>
                    </a:lnTo>
                    <a:lnTo>
                      <a:pt x="200" y="158"/>
                    </a:lnTo>
                    <a:lnTo>
                      <a:pt x="184" y="118"/>
                    </a:lnTo>
                    <a:lnTo>
                      <a:pt x="168" y="80"/>
                    </a:lnTo>
                    <a:lnTo>
                      <a:pt x="154" y="40"/>
                    </a:lnTo>
                    <a:lnTo>
                      <a:pt x="140" y="0"/>
                    </a:lnTo>
                    <a:lnTo>
                      <a:pt x="105" y="18"/>
                    </a:lnTo>
                    <a:lnTo>
                      <a:pt x="69" y="35"/>
                    </a:lnTo>
                    <a:lnTo>
                      <a:pt x="35" y="52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549C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3" name="Freeform 518"/>
              <p:cNvSpPr>
                <a:spLocks/>
              </p:cNvSpPr>
              <p:nvPr/>
            </p:nvSpPr>
            <p:spPr bwMode="auto">
              <a:xfrm>
                <a:off x="2415" y="1533"/>
                <a:ext cx="55" cy="82"/>
              </a:xfrm>
              <a:custGeom>
                <a:avLst/>
                <a:gdLst>
                  <a:gd name="T0" fmla="*/ 0 w 442"/>
                  <a:gd name="T1" fmla="*/ 1 h 656"/>
                  <a:gd name="T2" fmla="*/ 0 w 442"/>
                  <a:gd name="T3" fmla="*/ 2 h 656"/>
                  <a:gd name="T4" fmla="*/ 0 w 442"/>
                  <a:gd name="T5" fmla="*/ 2 h 656"/>
                  <a:gd name="T6" fmla="*/ 1 w 442"/>
                  <a:gd name="T7" fmla="*/ 3 h 656"/>
                  <a:gd name="T8" fmla="*/ 1 w 442"/>
                  <a:gd name="T9" fmla="*/ 3 h 656"/>
                  <a:gd name="T10" fmla="*/ 1 w 442"/>
                  <a:gd name="T11" fmla="*/ 4 h 656"/>
                  <a:gd name="T12" fmla="*/ 1 w 442"/>
                  <a:gd name="T13" fmla="*/ 5 h 656"/>
                  <a:gd name="T14" fmla="*/ 2 w 442"/>
                  <a:gd name="T15" fmla="*/ 5 h 656"/>
                  <a:gd name="T16" fmla="*/ 2 w 442"/>
                  <a:gd name="T17" fmla="*/ 6 h 656"/>
                  <a:gd name="T18" fmla="*/ 2 w 442"/>
                  <a:gd name="T19" fmla="*/ 6 h 656"/>
                  <a:gd name="T20" fmla="*/ 2 w 442"/>
                  <a:gd name="T21" fmla="*/ 7 h 656"/>
                  <a:gd name="T22" fmla="*/ 3 w 442"/>
                  <a:gd name="T23" fmla="*/ 7 h 656"/>
                  <a:gd name="T24" fmla="*/ 3 w 442"/>
                  <a:gd name="T25" fmla="*/ 8 h 656"/>
                  <a:gd name="T26" fmla="*/ 3 w 442"/>
                  <a:gd name="T27" fmla="*/ 9 h 656"/>
                  <a:gd name="T28" fmla="*/ 4 w 442"/>
                  <a:gd name="T29" fmla="*/ 9 h 656"/>
                  <a:gd name="T30" fmla="*/ 4 w 442"/>
                  <a:gd name="T31" fmla="*/ 10 h 656"/>
                  <a:gd name="T32" fmla="*/ 4 w 442"/>
                  <a:gd name="T33" fmla="*/ 10 h 656"/>
                  <a:gd name="T34" fmla="*/ 5 w 442"/>
                  <a:gd name="T35" fmla="*/ 10 h 656"/>
                  <a:gd name="T36" fmla="*/ 5 w 442"/>
                  <a:gd name="T37" fmla="*/ 10 h 656"/>
                  <a:gd name="T38" fmla="*/ 5 w 442"/>
                  <a:gd name="T39" fmla="*/ 10 h 656"/>
                  <a:gd name="T40" fmla="*/ 6 w 442"/>
                  <a:gd name="T41" fmla="*/ 10 h 656"/>
                  <a:gd name="T42" fmla="*/ 6 w 442"/>
                  <a:gd name="T43" fmla="*/ 10 h 656"/>
                  <a:gd name="T44" fmla="*/ 6 w 442"/>
                  <a:gd name="T45" fmla="*/ 10 h 656"/>
                  <a:gd name="T46" fmla="*/ 7 w 442"/>
                  <a:gd name="T47" fmla="*/ 10 h 656"/>
                  <a:gd name="T48" fmla="*/ 7 w 442"/>
                  <a:gd name="T49" fmla="*/ 10 h 656"/>
                  <a:gd name="T50" fmla="*/ 6 w 442"/>
                  <a:gd name="T51" fmla="*/ 9 h 656"/>
                  <a:gd name="T52" fmla="*/ 6 w 442"/>
                  <a:gd name="T53" fmla="*/ 8 h 656"/>
                  <a:gd name="T54" fmla="*/ 6 w 442"/>
                  <a:gd name="T55" fmla="*/ 8 h 656"/>
                  <a:gd name="T56" fmla="*/ 5 w 442"/>
                  <a:gd name="T57" fmla="*/ 7 h 656"/>
                  <a:gd name="T58" fmla="*/ 5 w 442"/>
                  <a:gd name="T59" fmla="*/ 7 h 656"/>
                  <a:gd name="T60" fmla="*/ 5 w 442"/>
                  <a:gd name="T61" fmla="*/ 6 h 656"/>
                  <a:gd name="T62" fmla="*/ 4 w 442"/>
                  <a:gd name="T63" fmla="*/ 5 h 656"/>
                  <a:gd name="T64" fmla="*/ 4 w 442"/>
                  <a:gd name="T65" fmla="*/ 5 h 656"/>
                  <a:gd name="T66" fmla="*/ 4 w 442"/>
                  <a:gd name="T67" fmla="*/ 4 h 656"/>
                  <a:gd name="T68" fmla="*/ 4 w 442"/>
                  <a:gd name="T69" fmla="*/ 4 h 656"/>
                  <a:gd name="T70" fmla="*/ 3 w 442"/>
                  <a:gd name="T71" fmla="*/ 3 h 656"/>
                  <a:gd name="T72" fmla="*/ 3 w 442"/>
                  <a:gd name="T73" fmla="*/ 3 h 656"/>
                  <a:gd name="T74" fmla="*/ 3 w 442"/>
                  <a:gd name="T75" fmla="*/ 2 h 656"/>
                  <a:gd name="T76" fmla="*/ 3 w 442"/>
                  <a:gd name="T77" fmla="*/ 1 h 656"/>
                  <a:gd name="T78" fmla="*/ 2 w 442"/>
                  <a:gd name="T79" fmla="*/ 1 h 656"/>
                  <a:gd name="T80" fmla="*/ 2 w 442"/>
                  <a:gd name="T81" fmla="*/ 0 h 656"/>
                  <a:gd name="T82" fmla="*/ 2 w 442"/>
                  <a:gd name="T83" fmla="*/ 0 h 656"/>
                  <a:gd name="T84" fmla="*/ 1 w 442"/>
                  <a:gd name="T85" fmla="*/ 1 h 656"/>
                  <a:gd name="T86" fmla="*/ 0 w 442"/>
                  <a:gd name="T87" fmla="*/ 1 h 656"/>
                  <a:gd name="T88" fmla="*/ 0 w 442"/>
                  <a:gd name="T89" fmla="*/ 1 h 65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42"/>
                  <a:gd name="T136" fmla="*/ 0 h 656"/>
                  <a:gd name="T137" fmla="*/ 442 w 442"/>
                  <a:gd name="T138" fmla="*/ 656 h 65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42" h="656">
                    <a:moveTo>
                      <a:pt x="0" y="68"/>
                    </a:moveTo>
                    <a:lnTo>
                      <a:pt x="13" y="107"/>
                    </a:lnTo>
                    <a:lnTo>
                      <a:pt x="29" y="146"/>
                    </a:lnTo>
                    <a:lnTo>
                      <a:pt x="44" y="184"/>
                    </a:lnTo>
                    <a:lnTo>
                      <a:pt x="59" y="223"/>
                    </a:lnTo>
                    <a:lnTo>
                      <a:pt x="75" y="260"/>
                    </a:lnTo>
                    <a:lnTo>
                      <a:pt x="92" y="298"/>
                    </a:lnTo>
                    <a:lnTo>
                      <a:pt x="110" y="335"/>
                    </a:lnTo>
                    <a:lnTo>
                      <a:pt x="127" y="373"/>
                    </a:lnTo>
                    <a:lnTo>
                      <a:pt x="146" y="409"/>
                    </a:lnTo>
                    <a:lnTo>
                      <a:pt x="164" y="446"/>
                    </a:lnTo>
                    <a:lnTo>
                      <a:pt x="185" y="481"/>
                    </a:lnTo>
                    <a:lnTo>
                      <a:pt x="204" y="518"/>
                    </a:lnTo>
                    <a:lnTo>
                      <a:pt x="224" y="552"/>
                    </a:lnTo>
                    <a:lnTo>
                      <a:pt x="245" y="587"/>
                    </a:lnTo>
                    <a:lnTo>
                      <a:pt x="268" y="622"/>
                    </a:lnTo>
                    <a:lnTo>
                      <a:pt x="289" y="656"/>
                    </a:lnTo>
                    <a:lnTo>
                      <a:pt x="308" y="650"/>
                    </a:lnTo>
                    <a:lnTo>
                      <a:pt x="326" y="644"/>
                    </a:lnTo>
                    <a:lnTo>
                      <a:pt x="346" y="638"/>
                    </a:lnTo>
                    <a:lnTo>
                      <a:pt x="365" y="632"/>
                    </a:lnTo>
                    <a:lnTo>
                      <a:pt x="384" y="626"/>
                    </a:lnTo>
                    <a:lnTo>
                      <a:pt x="403" y="619"/>
                    </a:lnTo>
                    <a:lnTo>
                      <a:pt x="423" y="613"/>
                    </a:lnTo>
                    <a:lnTo>
                      <a:pt x="442" y="606"/>
                    </a:lnTo>
                    <a:lnTo>
                      <a:pt x="419" y="571"/>
                    </a:lnTo>
                    <a:lnTo>
                      <a:pt x="395" y="536"/>
                    </a:lnTo>
                    <a:lnTo>
                      <a:pt x="373" y="499"/>
                    </a:lnTo>
                    <a:lnTo>
                      <a:pt x="352" y="464"/>
                    </a:lnTo>
                    <a:lnTo>
                      <a:pt x="331" y="426"/>
                    </a:lnTo>
                    <a:lnTo>
                      <a:pt x="310" y="390"/>
                    </a:lnTo>
                    <a:lnTo>
                      <a:pt x="291" y="353"/>
                    </a:lnTo>
                    <a:lnTo>
                      <a:pt x="272" y="315"/>
                    </a:lnTo>
                    <a:lnTo>
                      <a:pt x="252" y="277"/>
                    </a:lnTo>
                    <a:lnTo>
                      <a:pt x="235" y="238"/>
                    </a:lnTo>
                    <a:lnTo>
                      <a:pt x="217" y="200"/>
                    </a:lnTo>
                    <a:lnTo>
                      <a:pt x="201" y="160"/>
                    </a:lnTo>
                    <a:lnTo>
                      <a:pt x="185" y="121"/>
                    </a:lnTo>
                    <a:lnTo>
                      <a:pt x="169" y="81"/>
                    </a:lnTo>
                    <a:lnTo>
                      <a:pt x="154" y="41"/>
                    </a:lnTo>
                    <a:lnTo>
                      <a:pt x="140" y="0"/>
                    </a:lnTo>
                    <a:lnTo>
                      <a:pt x="105" y="17"/>
                    </a:lnTo>
                    <a:lnTo>
                      <a:pt x="69" y="35"/>
                    </a:lnTo>
                    <a:lnTo>
                      <a:pt x="35" y="52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579D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4" name="Freeform 519"/>
              <p:cNvSpPr>
                <a:spLocks/>
              </p:cNvSpPr>
              <p:nvPr/>
            </p:nvSpPr>
            <p:spPr bwMode="auto">
              <a:xfrm>
                <a:off x="2424" y="1529"/>
                <a:ext cx="56" cy="83"/>
              </a:xfrm>
              <a:custGeom>
                <a:avLst/>
                <a:gdLst>
                  <a:gd name="T0" fmla="*/ 0 w 448"/>
                  <a:gd name="T1" fmla="*/ 1 h 664"/>
                  <a:gd name="T2" fmla="*/ 0 w 448"/>
                  <a:gd name="T3" fmla="*/ 2 h 664"/>
                  <a:gd name="T4" fmla="*/ 1 w 448"/>
                  <a:gd name="T5" fmla="*/ 2 h 664"/>
                  <a:gd name="T6" fmla="*/ 1 w 448"/>
                  <a:gd name="T7" fmla="*/ 3 h 664"/>
                  <a:gd name="T8" fmla="*/ 1 w 448"/>
                  <a:gd name="T9" fmla="*/ 3 h 664"/>
                  <a:gd name="T10" fmla="*/ 1 w 448"/>
                  <a:gd name="T11" fmla="*/ 4 h 664"/>
                  <a:gd name="T12" fmla="*/ 2 w 448"/>
                  <a:gd name="T13" fmla="*/ 5 h 664"/>
                  <a:gd name="T14" fmla="*/ 2 w 448"/>
                  <a:gd name="T15" fmla="*/ 5 h 664"/>
                  <a:gd name="T16" fmla="*/ 2 w 448"/>
                  <a:gd name="T17" fmla="*/ 6 h 664"/>
                  <a:gd name="T18" fmla="*/ 2 w 448"/>
                  <a:gd name="T19" fmla="*/ 6 h 664"/>
                  <a:gd name="T20" fmla="*/ 3 w 448"/>
                  <a:gd name="T21" fmla="*/ 7 h 664"/>
                  <a:gd name="T22" fmla="*/ 3 w 448"/>
                  <a:gd name="T23" fmla="*/ 8 h 664"/>
                  <a:gd name="T24" fmla="*/ 3 w 448"/>
                  <a:gd name="T25" fmla="*/ 8 h 664"/>
                  <a:gd name="T26" fmla="*/ 4 w 448"/>
                  <a:gd name="T27" fmla="*/ 9 h 664"/>
                  <a:gd name="T28" fmla="*/ 4 w 448"/>
                  <a:gd name="T29" fmla="*/ 9 h 664"/>
                  <a:gd name="T30" fmla="*/ 4 w 448"/>
                  <a:gd name="T31" fmla="*/ 10 h 664"/>
                  <a:gd name="T32" fmla="*/ 5 w 448"/>
                  <a:gd name="T33" fmla="*/ 10 h 664"/>
                  <a:gd name="T34" fmla="*/ 5 w 448"/>
                  <a:gd name="T35" fmla="*/ 10 h 664"/>
                  <a:gd name="T36" fmla="*/ 5 w 448"/>
                  <a:gd name="T37" fmla="*/ 10 h 664"/>
                  <a:gd name="T38" fmla="*/ 6 w 448"/>
                  <a:gd name="T39" fmla="*/ 10 h 664"/>
                  <a:gd name="T40" fmla="*/ 6 w 448"/>
                  <a:gd name="T41" fmla="*/ 10 h 664"/>
                  <a:gd name="T42" fmla="*/ 6 w 448"/>
                  <a:gd name="T43" fmla="*/ 10 h 664"/>
                  <a:gd name="T44" fmla="*/ 6 w 448"/>
                  <a:gd name="T45" fmla="*/ 10 h 664"/>
                  <a:gd name="T46" fmla="*/ 7 w 448"/>
                  <a:gd name="T47" fmla="*/ 10 h 664"/>
                  <a:gd name="T48" fmla="*/ 7 w 448"/>
                  <a:gd name="T49" fmla="*/ 10 h 664"/>
                  <a:gd name="T50" fmla="*/ 7 w 448"/>
                  <a:gd name="T51" fmla="*/ 9 h 664"/>
                  <a:gd name="T52" fmla="*/ 6 w 448"/>
                  <a:gd name="T53" fmla="*/ 9 h 664"/>
                  <a:gd name="T54" fmla="*/ 6 w 448"/>
                  <a:gd name="T55" fmla="*/ 8 h 664"/>
                  <a:gd name="T56" fmla="*/ 6 w 448"/>
                  <a:gd name="T57" fmla="*/ 7 h 664"/>
                  <a:gd name="T58" fmla="*/ 5 w 448"/>
                  <a:gd name="T59" fmla="*/ 7 h 664"/>
                  <a:gd name="T60" fmla="*/ 5 w 448"/>
                  <a:gd name="T61" fmla="*/ 6 h 664"/>
                  <a:gd name="T62" fmla="*/ 5 w 448"/>
                  <a:gd name="T63" fmla="*/ 5 h 664"/>
                  <a:gd name="T64" fmla="*/ 4 w 448"/>
                  <a:gd name="T65" fmla="*/ 5 h 664"/>
                  <a:gd name="T66" fmla="*/ 4 w 448"/>
                  <a:gd name="T67" fmla="*/ 4 h 664"/>
                  <a:gd name="T68" fmla="*/ 4 w 448"/>
                  <a:gd name="T69" fmla="*/ 4 h 664"/>
                  <a:gd name="T70" fmla="*/ 3 w 448"/>
                  <a:gd name="T71" fmla="*/ 3 h 664"/>
                  <a:gd name="T72" fmla="*/ 3 w 448"/>
                  <a:gd name="T73" fmla="*/ 3 h 664"/>
                  <a:gd name="T74" fmla="*/ 3 w 448"/>
                  <a:gd name="T75" fmla="*/ 2 h 664"/>
                  <a:gd name="T76" fmla="*/ 3 w 448"/>
                  <a:gd name="T77" fmla="*/ 1 h 664"/>
                  <a:gd name="T78" fmla="*/ 2 w 448"/>
                  <a:gd name="T79" fmla="*/ 1 h 664"/>
                  <a:gd name="T80" fmla="*/ 2 w 448"/>
                  <a:gd name="T81" fmla="*/ 0 h 664"/>
                  <a:gd name="T82" fmla="*/ 2 w 448"/>
                  <a:gd name="T83" fmla="*/ 0 h 664"/>
                  <a:gd name="T84" fmla="*/ 1 w 448"/>
                  <a:gd name="T85" fmla="*/ 1 h 664"/>
                  <a:gd name="T86" fmla="*/ 1 w 448"/>
                  <a:gd name="T87" fmla="*/ 1 h 664"/>
                  <a:gd name="T88" fmla="*/ 0 w 448"/>
                  <a:gd name="T89" fmla="*/ 1 h 66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48"/>
                  <a:gd name="T136" fmla="*/ 0 h 664"/>
                  <a:gd name="T137" fmla="*/ 448 w 448"/>
                  <a:gd name="T138" fmla="*/ 664 h 66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48" h="664">
                    <a:moveTo>
                      <a:pt x="0" y="66"/>
                    </a:moveTo>
                    <a:lnTo>
                      <a:pt x="14" y="106"/>
                    </a:lnTo>
                    <a:lnTo>
                      <a:pt x="28" y="146"/>
                    </a:lnTo>
                    <a:lnTo>
                      <a:pt x="44" y="184"/>
                    </a:lnTo>
                    <a:lnTo>
                      <a:pt x="60" y="224"/>
                    </a:lnTo>
                    <a:lnTo>
                      <a:pt x="76" y="262"/>
                    </a:lnTo>
                    <a:lnTo>
                      <a:pt x="93" y="300"/>
                    </a:lnTo>
                    <a:lnTo>
                      <a:pt x="112" y="338"/>
                    </a:lnTo>
                    <a:lnTo>
                      <a:pt x="130" y="375"/>
                    </a:lnTo>
                    <a:lnTo>
                      <a:pt x="148" y="413"/>
                    </a:lnTo>
                    <a:lnTo>
                      <a:pt x="167" y="449"/>
                    </a:lnTo>
                    <a:lnTo>
                      <a:pt x="188" y="486"/>
                    </a:lnTo>
                    <a:lnTo>
                      <a:pt x="208" y="522"/>
                    </a:lnTo>
                    <a:lnTo>
                      <a:pt x="229" y="559"/>
                    </a:lnTo>
                    <a:lnTo>
                      <a:pt x="250" y="594"/>
                    </a:lnTo>
                    <a:lnTo>
                      <a:pt x="273" y="629"/>
                    </a:lnTo>
                    <a:lnTo>
                      <a:pt x="296" y="664"/>
                    </a:lnTo>
                    <a:lnTo>
                      <a:pt x="314" y="657"/>
                    </a:lnTo>
                    <a:lnTo>
                      <a:pt x="333" y="651"/>
                    </a:lnTo>
                    <a:lnTo>
                      <a:pt x="352" y="645"/>
                    </a:lnTo>
                    <a:lnTo>
                      <a:pt x="371" y="639"/>
                    </a:lnTo>
                    <a:lnTo>
                      <a:pt x="390" y="632"/>
                    </a:lnTo>
                    <a:lnTo>
                      <a:pt x="409" y="625"/>
                    </a:lnTo>
                    <a:lnTo>
                      <a:pt x="429" y="618"/>
                    </a:lnTo>
                    <a:lnTo>
                      <a:pt x="448" y="611"/>
                    </a:lnTo>
                    <a:lnTo>
                      <a:pt x="424" y="577"/>
                    </a:lnTo>
                    <a:lnTo>
                      <a:pt x="400" y="540"/>
                    </a:lnTo>
                    <a:lnTo>
                      <a:pt x="378" y="505"/>
                    </a:lnTo>
                    <a:lnTo>
                      <a:pt x="356" y="468"/>
                    </a:lnTo>
                    <a:lnTo>
                      <a:pt x="334" y="431"/>
                    </a:lnTo>
                    <a:lnTo>
                      <a:pt x="313" y="394"/>
                    </a:lnTo>
                    <a:lnTo>
                      <a:pt x="293" y="356"/>
                    </a:lnTo>
                    <a:lnTo>
                      <a:pt x="274" y="318"/>
                    </a:lnTo>
                    <a:lnTo>
                      <a:pt x="254" y="279"/>
                    </a:lnTo>
                    <a:lnTo>
                      <a:pt x="236" y="240"/>
                    </a:lnTo>
                    <a:lnTo>
                      <a:pt x="219" y="201"/>
                    </a:lnTo>
                    <a:lnTo>
                      <a:pt x="202" y="161"/>
                    </a:lnTo>
                    <a:lnTo>
                      <a:pt x="186" y="121"/>
                    </a:lnTo>
                    <a:lnTo>
                      <a:pt x="170" y="81"/>
                    </a:lnTo>
                    <a:lnTo>
                      <a:pt x="155" y="40"/>
                    </a:lnTo>
                    <a:lnTo>
                      <a:pt x="141" y="0"/>
                    </a:lnTo>
                    <a:lnTo>
                      <a:pt x="104" y="16"/>
                    </a:lnTo>
                    <a:lnTo>
                      <a:pt x="69" y="32"/>
                    </a:lnTo>
                    <a:lnTo>
                      <a:pt x="35" y="49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599F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5" name="Freeform 520"/>
              <p:cNvSpPr>
                <a:spLocks/>
              </p:cNvSpPr>
              <p:nvPr/>
            </p:nvSpPr>
            <p:spPr bwMode="auto">
              <a:xfrm>
                <a:off x="2433" y="1525"/>
                <a:ext cx="56" cy="83"/>
              </a:xfrm>
              <a:custGeom>
                <a:avLst/>
                <a:gdLst>
                  <a:gd name="T0" fmla="*/ 0 w 453"/>
                  <a:gd name="T1" fmla="*/ 1 h 671"/>
                  <a:gd name="T2" fmla="*/ 0 w 453"/>
                  <a:gd name="T3" fmla="*/ 2 h 671"/>
                  <a:gd name="T4" fmla="*/ 0 w 453"/>
                  <a:gd name="T5" fmla="*/ 2 h 671"/>
                  <a:gd name="T6" fmla="*/ 1 w 453"/>
                  <a:gd name="T7" fmla="*/ 3 h 671"/>
                  <a:gd name="T8" fmla="*/ 1 w 453"/>
                  <a:gd name="T9" fmla="*/ 3 h 671"/>
                  <a:gd name="T10" fmla="*/ 1 w 453"/>
                  <a:gd name="T11" fmla="*/ 4 h 671"/>
                  <a:gd name="T12" fmla="*/ 1 w 453"/>
                  <a:gd name="T13" fmla="*/ 5 h 671"/>
                  <a:gd name="T14" fmla="*/ 2 w 453"/>
                  <a:gd name="T15" fmla="*/ 5 h 671"/>
                  <a:gd name="T16" fmla="*/ 2 w 453"/>
                  <a:gd name="T17" fmla="*/ 6 h 671"/>
                  <a:gd name="T18" fmla="*/ 2 w 453"/>
                  <a:gd name="T19" fmla="*/ 6 h 671"/>
                  <a:gd name="T20" fmla="*/ 3 w 453"/>
                  <a:gd name="T21" fmla="*/ 7 h 671"/>
                  <a:gd name="T22" fmla="*/ 3 w 453"/>
                  <a:gd name="T23" fmla="*/ 8 h 671"/>
                  <a:gd name="T24" fmla="*/ 3 w 453"/>
                  <a:gd name="T25" fmla="*/ 8 h 671"/>
                  <a:gd name="T26" fmla="*/ 4 w 453"/>
                  <a:gd name="T27" fmla="*/ 9 h 671"/>
                  <a:gd name="T28" fmla="*/ 4 w 453"/>
                  <a:gd name="T29" fmla="*/ 9 h 671"/>
                  <a:gd name="T30" fmla="*/ 4 w 453"/>
                  <a:gd name="T31" fmla="*/ 10 h 671"/>
                  <a:gd name="T32" fmla="*/ 5 w 453"/>
                  <a:gd name="T33" fmla="*/ 10 h 671"/>
                  <a:gd name="T34" fmla="*/ 5 w 453"/>
                  <a:gd name="T35" fmla="*/ 10 h 671"/>
                  <a:gd name="T36" fmla="*/ 5 w 453"/>
                  <a:gd name="T37" fmla="*/ 10 h 671"/>
                  <a:gd name="T38" fmla="*/ 5 w 453"/>
                  <a:gd name="T39" fmla="*/ 10 h 671"/>
                  <a:gd name="T40" fmla="*/ 6 w 453"/>
                  <a:gd name="T41" fmla="*/ 10 h 671"/>
                  <a:gd name="T42" fmla="*/ 6 w 453"/>
                  <a:gd name="T43" fmla="*/ 10 h 671"/>
                  <a:gd name="T44" fmla="*/ 6 w 453"/>
                  <a:gd name="T45" fmla="*/ 10 h 671"/>
                  <a:gd name="T46" fmla="*/ 7 w 453"/>
                  <a:gd name="T47" fmla="*/ 10 h 671"/>
                  <a:gd name="T48" fmla="*/ 7 w 453"/>
                  <a:gd name="T49" fmla="*/ 9 h 671"/>
                  <a:gd name="T50" fmla="*/ 7 w 453"/>
                  <a:gd name="T51" fmla="*/ 9 h 671"/>
                  <a:gd name="T52" fmla="*/ 6 w 453"/>
                  <a:gd name="T53" fmla="*/ 8 h 671"/>
                  <a:gd name="T54" fmla="*/ 6 w 453"/>
                  <a:gd name="T55" fmla="*/ 8 h 671"/>
                  <a:gd name="T56" fmla="*/ 6 w 453"/>
                  <a:gd name="T57" fmla="*/ 7 h 671"/>
                  <a:gd name="T58" fmla="*/ 5 w 453"/>
                  <a:gd name="T59" fmla="*/ 7 h 671"/>
                  <a:gd name="T60" fmla="*/ 5 w 453"/>
                  <a:gd name="T61" fmla="*/ 6 h 671"/>
                  <a:gd name="T62" fmla="*/ 5 w 453"/>
                  <a:gd name="T63" fmla="*/ 6 h 671"/>
                  <a:gd name="T64" fmla="*/ 4 w 453"/>
                  <a:gd name="T65" fmla="*/ 5 h 671"/>
                  <a:gd name="T66" fmla="*/ 4 w 453"/>
                  <a:gd name="T67" fmla="*/ 4 h 671"/>
                  <a:gd name="T68" fmla="*/ 4 w 453"/>
                  <a:gd name="T69" fmla="*/ 4 h 671"/>
                  <a:gd name="T70" fmla="*/ 3 w 453"/>
                  <a:gd name="T71" fmla="*/ 3 h 671"/>
                  <a:gd name="T72" fmla="*/ 3 w 453"/>
                  <a:gd name="T73" fmla="*/ 2 h 671"/>
                  <a:gd name="T74" fmla="*/ 3 w 453"/>
                  <a:gd name="T75" fmla="*/ 2 h 671"/>
                  <a:gd name="T76" fmla="*/ 3 w 453"/>
                  <a:gd name="T77" fmla="*/ 1 h 671"/>
                  <a:gd name="T78" fmla="*/ 2 w 453"/>
                  <a:gd name="T79" fmla="*/ 1 h 671"/>
                  <a:gd name="T80" fmla="*/ 2 w 453"/>
                  <a:gd name="T81" fmla="*/ 0 h 671"/>
                  <a:gd name="T82" fmla="*/ 2 w 453"/>
                  <a:gd name="T83" fmla="*/ 0 h 671"/>
                  <a:gd name="T84" fmla="*/ 1 w 453"/>
                  <a:gd name="T85" fmla="*/ 0 h 671"/>
                  <a:gd name="T86" fmla="*/ 0 w 453"/>
                  <a:gd name="T87" fmla="*/ 1 h 671"/>
                  <a:gd name="T88" fmla="*/ 0 w 453"/>
                  <a:gd name="T89" fmla="*/ 1 h 67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53"/>
                  <a:gd name="T136" fmla="*/ 0 h 671"/>
                  <a:gd name="T137" fmla="*/ 453 w 453"/>
                  <a:gd name="T138" fmla="*/ 671 h 67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53" h="671">
                    <a:moveTo>
                      <a:pt x="0" y="65"/>
                    </a:moveTo>
                    <a:lnTo>
                      <a:pt x="14" y="106"/>
                    </a:lnTo>
                    <a:lnTo>
                      <a:pt x="29" y="146"/>
                    </a:lnTo>
                    <a:lnTo>
                      <a:pt x="45" y="186"/>
                    </a:lnTo>
                    <a:lnTo>
                      <a:pt x="61" y="225"/>
                    </a:lnTo>
                    <a:lnTo>
                      <a:pt x="77" y="265"/>
                    </a:lnTo>
                    <a:lnTo>
                      <a:pt x="95" y="303"/>
                    </a:lnTo>
                    <a:lnTo>
                      <a:pt x="112" y="342"/>
                    </a:lnTo>
                    <a:lnTo>
                      <a:pt x="132" y="380"/>
                    </a:lnTo>
                    <a:lnTo>
                      <a:pt x="151" y="418"/>
                    </a:lnTo>
                    <a:lnTo>
                      <a:pt x="170" y="455"/>
                    </a:lnTo>
                    <a:lnTo>
                      <a:pt x="191" y="491"/>
                    </a:lnTo>
                    <a:lnTo>
                      <a:pt x="212" y="529"/>
                    </a:lnTo>
                    <a:lnTo>
                      <a:pt x="233" y="564"/>
                    </a:lnTo>
                    <a:lnTo>
                      <a:pt x="255" y="601"/>
                    </a:lnTo>
                    <a:lnTo>
                      <a:pt x="279" y="636"/>
                    </a:lnTo>
                    <a:lnTo>
                      <a:pt x="302" y="671"/>
                    </a:lnTo>
                    <a:lnTo>
                      <a:pt x="320" y="665"/>
                    </a:lnTo>
                    <a:lnTo>
                      <a:pt x="339" y="658"/>
                    </a:lnTo>
                    <a:lnTo>
                      <a:pt x="358" y="651"/>
                    </a:lnTo>
                    <a:lnTo>
                      <a:pt x="377" y="645"/>
                    </a:lnTo>
                    <a:lnTo>
                      <a:pt x="396" y="638"/>
                    </a:lnTo>
                    <a:lnTo>
                      <a:pt x="415" y="631"/>
                    </a:lnTo>
                    <a:lnTo>
                      <a:pt x="434" y="625"/>
                    </a:lnTo>
                    <a:lnTo>
                      <a:pt x="453" y="618"/>
                    </a:lnTo>
                    <a:lnTo>
                      <a:pt x="429" y="583"/>
                    </a:lnTo>
                    <a:lnTo>
                      <a:pt x="405" y="546"/>
                    </a:lnTo>
                    <a:lnTo>
                      <a:pt x="382" y="510"/>
                    </a:lnTo>
                    <a:lnTo>
                      <a:pt x="360" y="473"/>
                    </a:lnTo>
                    <a:lnTo>
                      <a:pt x="337" y="436"/>
                    </a:lnTo>
                    <a:lnTo>
                      <a:pt x="316" y="398"/>
                    </a:lnTo>
                    <a:lnTo>
                      <a:pt x="296" y="360"/>
                    </a:lnTo>
                    <a:lnTo>
                      <a:pt x="276" y="321"/>
                    </a:lnTo>
                    <a:lnTo>
                      <a:pt x="256" y="283"/>
                    </a:lnTo>
                    <a:lnTo>
                      <a:pt x="238" y="243"/>
                    </a:lnTo>
                    <a:lnTo>
                      <a:pt x="220" y="204"/>
                    </a:lnTo>
                    <a:lnTo>
                      <a:pt x="203" y="163"/>
                    </a:lnTo>
                    <a:lnTo>
                      <a:pt x="186" y="123"/>
                    </a:lnTo>
                    <a:lnTo>
                      <a:pt x="171" y="82"/>
                    </a:lnTo>
                    <a:lnTo>
                      <a:pt x="156" y="41"/>
                    </a:lnTo>
                    <a:lnTo>
                      <a:pt x="142" y="0"/>
                    </a:lnTo>
                    <a:lnTo>
                      <a:pt x="105" y="17"/>
                    </a:lnTo>
                    <a:lnTo>
                      <a:pt x="70" y="33"/>
                    </a:lnTo>
                    <a:lnTo>
                      <a:pt x="34" y="49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5CA1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6" name="Freeform 521"/>
              <p:cNvSpPr>
                <a:spLocks/>
              </p:cNvSpPr>
              <p:nvPr/>
            </p:nvSpPr>
            <p:spPr bwMode="auto">
              <a:xfrm>
                <a:off x="2442" y="1520"/>
                <a:ext cx="57" cy="85"/>
              </a:xfrm>
              <a:custGeom>
                <a:avLst/>
                <a:gdLst>
                  <a:gd name="T0" fmla="*/ 0 w 458"/>
                  <a:gd name="T1" fmla="*/ 1 h 676"/>
                  <a:gd name="T2" fmla="*/ 0 w 458"/>
                  <a:gd name="T3" fmla="*/ 2 h 676"/>
                  <a:gd name="T4" fmla="*/ 0 w 458"/>
                  <a:gd name="T5" fmla="*/ 2 h 676"/>
                  <a:gd name="T6" fmla="*/ 1 w 458"/>
                  <a:gd name="T7" fmla="*/ 3 h 676"/>
                  <a:gd name="T8" fmla="*/ 1 w 458"/>
                  <a:gd name="T9" fmla="*/ 4 h 676"/>
                  <a:gd name="T10" fmla="*/ 1 w 458"/>
                  <a:gd name="T11" fmla="*/ 4 h 676"/>
                  <a:gd name="T12" fmla="*/ 1 w 458"/>
                  <a:gd name="T13" fmla="*/ 5 h 676"/>
                  <a:gd name="T14" fmla="*/ 2 w 458"/>
                  <a:gd name="T15" fmla="*/ 5 h 676"/>
                  <a:gd name="T16" fmla="*/ 2 w 458"/>
                  <a:gd name="T17" fmla="*/ 6 h 676"/>
                  <a:gd name="T18" fmla="*/ 2 w 458"/>
                  <a:gd name="T19" fmla="*/ 7 h 676"/>
                  <a:gd name="T20" fmla="*/ 3 w 458"/>
                  <a:gd name="T21" fmla="*/ 7 h 676"/>
                  <a:gd name="T22" fmla="*/ 3 w 458"/>
                  <a:gd name="T23" fmla="*/ 8 h 676"/>
                  <a:gd name="T24" fmla="*/ 3 w 458"/>
                  <a:gd name="T25" fmla="*/ 8 h 676"/>
                  <a:gd name="T26" fmla="*/ 4 w 458"/>
                  <a:gd name="T27" fmla="*/ 9 h 676"/>
                  <a:gd name="T28" fmla="*/ 4 w 458"/>
                  <a:gd name="T29" fmla="*/ 10 h 676"/>
                  <a:gd name="T30" fmla="*/ 4 w 458"/>
                  <a:gd name="T31" fmla="*/ 10 h 676"/>
                  <a:gd name="T32" fmla="*/ 5 w 458"/>
                  <a:gd name="T33" fmla="*/ 11 h 676"/>
                  <a:gd name="T34" fmla="*/ 5 w 458"/>
                  <a:gd name="T35" fmla="*/ 11 h 676"/>
                  <a:gd name="T36" fmla="*/ 5 w 458"/>
                  <a:gd name="T37" fmla="*/ 10 h 676"/>
                  <a:gd name="T38" fmla="*/ 6 w 458"/>
                  <a:gd name="T39" fmla="*/ 10 h 676"/>
                  <a:gd name="T40" fmla="*/ 6 w 458"/>
                  <a:gd name="T41" fmla="*/ 10 h 676"/>
                  <a:gd name="T42" fmla="*/ 6 w 458"/>
                  <a:gd name="T43" fmla="*/ 10 h 676"/>
                  <a:gd name="T44" fmla="*/ 6 w 458"/>
                  <a:gd name="T45" fmla="*/ 10 h 676"/>
                  <a:gd name="T46" fmla="*/ 7 w 458"/>
                  <a:gd name="T47" fmla="*/ 10 h 676"/>
                  <a:gd name="T48" fmla="*/ 7 w 458"/>
                  <a:gd name="T49" fmla="*/ 10 h 676"/>
                  <a:gd name="T50" fmla="*/ 7 w 458"/>
                  <a:gd name="T51" fmla="*/ 9 h 676"/>
                  <a:gd name="T52" fmla="*/ 6 w 458"/>
                  <a:gd name="T53" fmla="*/ 9 h 676"/>
                  <a:gd name="T54" fmla="*/ 6 w 458"/>
                  <a:gd name="T55" fmla="*/ 8 h 676"/>
                  <a:gd name="T56" fmla="*/ 6 w 458"/>
                  <a:gd name="T57" fmla="*/ 8 h 676"/>
                  <a:gd name="T58" fmla="*/ 5 w 458"/>
                  <a:gd name="T59" fmla="*/ 7 h 676"/>
                  <a:gd name="T60" fmla="*/ 5 w 458"/>
                  <a:gd name="T61" fmla="*/ 6 h 676"/>
                  <a:gd name="T62" fmla="*/ 5 w 458"/>
                  <a:gd name="T63" fmla="*/ 6 h 676"/>
                  <a:gd name="T64" fmla="*/ 4 w 458"/>
                  <a:gd name="T65" fmla="*/ 5 h 676"/>
                  <a:gd name="T66" fmla="*/ 4 w 458"/>
                  <a:gd name="T67" fmla="*/ 5 h 676"/>
                  <a:gd name="T68" fmla="*/ 4 w 458"/>
                  <a:gd name="T69" fmla="*/ 4 h 676"/>
                  <a:gd name="T70" fmla="*/ 3 w 458"/>
                  <a:gd name="T71" fmla="*/ 3 h 676"/>
                  <a:gd name="T72" fmla="*/ 3 w 458"/>
                  <a:gd name="T73" fmla="*/ 3 h 676"/>
                  <a:gd name="T74" fmla="*/ 3 w 458"/>
                  <a:gd name="T75" fmla="*/ 2 h 676"/>
                  <a:gd name="T76" fmla="*/ 3 w 458"/>
                  <a:gd name="T77" fmla="*/ 1 h 676"/>
                  <a:gd name="T78" fmla="*/ 2 w 458"/>
                  <a:gd name="T79" fmla="*/ 1 h 676"/>
                  <a:gd name="T80" fmla="*/ 2 w 458"/>
                  <a:gd name="T81" fmla="*/ 0 h 676"/>
                  <a:gd name="T82" fmla="*/ 2 w 458"/>
                  <a:gd name="T83" fmla="*/ 0 h 676"/>
                  <a:gd name="T84" fmla="*/ 1 w 458"/>
                  <a:gd name="T85" fmla="*/ 1 h 676"/>
                  <a:gd name="T86" fmla="*/ 0 w 458"/>
                  <a:gd name="T87" fmla="*/ 1 h 676"/>
                  <a:gd name="T88" fmla="*/ 0 w 458"/>
                  <a:gd name="T89" fmla="*/ 1 h 67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58"/>
                  <a:gd name="T136" fmla="*/ 0 h 676"/>
                  <a:gd name="T137" fmla="*/ 458 w 458"/>
                  <a:gd name="T138" fmla="*/ 676 h 67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58" h="676">
                    <a:moveTo>
                      <a:pt x="0" y="65"/>
                    </a:moveTo>
                    <a:lnTo>
                      <a:pt x="14" y="105"/>
                    </a:lnTo>
                    <a:lnTo>
                      <a:pt x="29" y="146"/>
                    </a:lnTo>
                    <a:lnTo>
                      <a:pt x="45" y="186"/>
                    </a:lnTo>
                    <a:lnTo>
                      <a:pt x="61" y="227"/>
                    </a:lnTo>
                    <a:lnTo>
                      <a:pt x="78" y="266"/>
                    </a:lnTo>
                    <a:lnTo>
                      <a:pt x="95" y="305"/>
                    </a:lnTo>
                    <a:lnTo>
                      <a:pt x="113" y="344"/>
                    </a:lnTo>
                    <a:lnTo>
                      <a:pt x="133" y="383"/>
                    </a:lnTo>
                    <a:lnTo>
                      <a:pt x="152" y="421"/>
                    </a:lnTo>
                    <a:lnTo>
                      <a:pt x="172" y="459"/>
                    </a:lnTo>
                    <a:lnTo>
                      <a:pt x="193" y="496"/>
                    </a:lnTo>
                    <a:lnTo>
                      <a:pt x="215" y="533"/>
                    </a:lnTo>
                    <a:lnTo>
                      <a:pt x="237" y="569"/>
                    </a:lnTo>
                    <a:lnTo>
                      <a:pt x="259" y="605"/>
                    </a:lnTo>
                    <a:lnTo>
                      <a:pt x="283" y="641"/>
                    </a:lnTo>
                    <a:lnTo>
                      <a:pt x="307" y="676"/>
                    </a:lnTo>
                    <a:lnTo>
                      <a:pt x="325" y="670"/>
                    </a:lnTo>
                    <a:lnTo>
                      <a:pt x="344" y="663"/>
                    </a:lnTo>
                    <a:lnTo>
                      <a:pt x="363" y="657"/>
                    </a:lnTo>
                    <a:lnTo>
                      <a:pt x="382" y="650"/>
                    </a:lnTo>
                    <a:lnTo>
                      <a:pt x="400" y="643"/>
                    </a:lnTo>
                    <a:lnTo>
                      <a:pt x="419" y="636"/>
                    </a:lnTo>
                    <a:lnTo>
                      <a:pt x="439" y="629"/>
                    </a:lnTo>
                    <a:lnTo>
                      <a:pt x="458" y="622"/>
                    </a:lnTo>
                    <a:lnTo>
                      <a:pt x="433" y="586"/>
                    </a:lnTo>
                    <a:lnTo>
                      <a:pt x="408" y="551"/>
                    </a:lnTo>
                    <a:lnTo>
                      <a:pt x="385" y="514"/>
                    </a:lnTo>
                    <a:lnTo>
                      <a:pt x="362" y="477"/>
                    </a:lnTo>
                    <a:lnTo>
                      <a:pt x="339" y="439"/>
                    </a:lnTo>
                    <a:lnTo>
                      <a:pt x="318" y="402"/>
                    </a:lnTo>
                    <a:lnTo>
                      <a:pt x="297" y="363"/>
                    </a:lnTo>
                    <a:lnTo>
                      <a:pt x="277" y="325"/>
                    </a:lnTo>
                    <a:lnTo>
                      <a:pt x="257" y="285"/>
                    </a:lnTo>
                    <a:lnTo>
                      <a:pt x="239" y="246"/>
                    </a:lnTo>
                    <a:lnTo>
                      <a:pt x="221" y="205"/>
                    </a:lnTo>
                    <a:lnTo>
                      <a:pt x="204" y="165"/>
                    </a:lnTo>
                    <a:lnTo>
                      <a:pt x="187" y="124"/>
                    </a:lnTo>
                    <a:lnTo>
                      <a:pt x="171" y="84"/>
                    </a:lnTo>
                    <a:lnTo>
                      <a:pt x="156" y="42"/>
                    </a:lnTo>
                    <a:lnTo>
                      <a:pt x="142" y="0"/>
                    </a:lnTo>
                    <a:lnTo>
                      <a:pt x="106" y="16"/>
                    </a:lnTo>
                    <a:lnTo>
                      <a:pt x="70" y="32"/>
                    </a:lnTo>
                    <a:lnTo>
                      <a:pt x="34" y="49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5DA2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7" name="Freeform 522"/>
              <p:cNvSpPr>
                <a:spLocks/>
              </p:cNvSpPr>
              <p:nvPr/>
            </p:nvSpPr>
            <p:spPr bwMode="auto">
              <a:xfrm>
                <a:off x="2450" y="1517"/>
                <a:ext cx="58" cy="85"/>
              </a:xfrm>
              <a:custGeom>
                <a:avLst/>
                <a:gdLst>
                  <a:gd name="T0" fmla="*/ 0 w 462"/>
                  <a:gd name="T1" fmla="*/ 1 h 681"/>
                  <a:gd name="T2" fmla="*/ 0 w 462"/>
                  <a:gd name="T3" fmla="*/ 2 h 681"/>
                  <a:gd name="T4" fmla="*/ 1 w 462"/>
                  <a:gd name="T5" fmla="*/ 2 h 681"/>
                  <a:gd name="T6" fmla="*/ 1 w 462"/>
                  <a:gd name="T7" fmla="*/ 3 h 681"/>
                  <a:gd name="T8" fmla="*/ 1 w 462"/>
                  <a:gd name="T9" fmla="*/ 3 h 681"/>
                  <a:gd name="T10" fmla="*/ 1 w 462"/>
                  <a:gd name="T11" fmla="*/ 4 h 681"/>
                  <a:gd name="T12" fmla="*/ 2 w 462"/>
                  <a:gd name="T13" fmla="*/ 5 h 681"/>
                  <a:gd name="T14" fmla="*/ 2 w 462"/>
                  <a:gd name="T15" fmla="*/ 5 h 681"/>
                  <a:gd name="T16" fmla="*/ 2 w 462"/>
                  <a:gd name="T17" fmla="*/ 6 h 681"/>
                  <a:gd name="T18" fmla="*/ 2 w 462"/>
                  <a:gd name="T19" fmla="*/ 7 h 681"/>
                  <a:gd name="T20" fmla="*/ 3 w 462"/>
                  <a:gd name="T21" fmla="*/ 7 h 681"/>
                  <a:gd name="T22" fmla="*/ 3 w 462"/>
                  <a:gd name="T23" fmla="*/ 8 h 681"/>
                  <a:gd name="T24" fmla="*/ 3 w 462"/>
                  <a:gd name="T25" fmla="*/ 8 h 681"/>
                  <a:gd name="T26" fmla="*/ 4 w 462"/>
                  <a:gd name="T27" fmla="*/ 9 h 681"/>
                  <a:gd name="T28" fmla="*/ 4 w 462"/>
                  <a:gd name="T29" fmla="*/ 9 h 681"/>
                  <a:gd name="T30" fmla="*/ 5 w 462"/>
                  <a:gd name="T31" fmla="*/ 10 h 681"/>
                  <a:gd name="T32" fmla="*/ 5 w 462"/>
                  <a:gd name="T33" fmla="*/ 11 h 681"/>
                  <a:gd name="T34" fmla="*/ 5 w 462"/>
                  <a:gd name="T35" fmla="*/ 10 h 681"/>
                  <a:gd name="T36" fmla="*/ 6 w 462"/>
                  <a:gd name="T37" fmla="*/ 10 h 681"/>
                  <a:gd name="T38" fmla="*/ 6 w 462"/>
                  <a:gd name="T39" fmla="*/ 10 h 681"/>
                  <a:gd name="T40" fmla="*/ 6 w 462"/>
                  <a:gd name="T41" fmla="*/ 10 h 681"/>
                  <a:gd name="T42" fmla="*/ 6 w 462"/>
                  <a:gd name="T43" fmla="*/ 10 h 681"/>
                  <a:gd name="T44" fmla="*/ 7 w 462"/>
                  <a:gd name="T45" fmla="*/ 10 h 681"/>
                  <a:gd name="T46" fmla="*/ 7 w 462"/>
                  <a:gd name="T47" fmla="*/ 10 h 681"/>
                  <a:gd name="T48" fmla="*/ 7 w 462"/>
                  <a:gd name="T49" fmla="*/ 10 h 681"/>
                  <a:gd name="T50" fmla="*/ 7 w 462"/>
                  <a:gd name="T51" fmla="*/ 9 h 681"/>
                  <a:gd name="T52" fmla="*/ 7 w 462"/>
                  <a:gd name="T53" fmla="*/ 9 h 681"/>
                  <a:gd name="T54" fmla="*/ 6 w 462"/>
                  <a:gd name="T55" fmla="*/ 8 h 681"/>
                  <a:gd name="T56" fmla="*/ 6 w 462"/>
                  <a:gd name="T57" fmla="*/ 7 h 681"/>
                  <a:gd name="T58" fmla="*/ 5 w 462"/>
                  <a:gd name="T59" fmla="*/ 7 h 681"/>
                  <a:gd name="T60" fmla="*/ 5 w 462"/>
                  <a:gd name="T61" fmla="*/ 6 h 681"/>
                  <a:gd name="T62" fmla="*/ 5 w 462"/>
                  <a:gd name="T63" fmla="*/ 6 h 681"/>
                  <a:gd name="T64" fmla="*/ 4 w 462"/>
                  <a:gd name="T65" fmla="*/ 5 h 681"/>
                  <a:gd name="T66" fmla="*/ 4 w 462"/>
                  <a:gd name="T67" fmla="*/ 4 h 681"/>
                  <a:gd name="T68" fmla="*/ 4 w 462"/>
                  <a:gd name="T69" fmla="*/ 4 h 681"/>
                  <a:gd name="T70" fmla="*/ 4 w 462"/>
                  <a:gd name="T71" fmla="*/ 3 h 681"/>
                  <a:gd name="T72" fmla="*/ 3 w 462"/>
                  <a:gd name="T73" fmla="*/ 3 h 681"/>
                  <a:gd name="T74" fmla="*/ 3 w 462"/>
                  <a:gd name="T75" fmla="*/ 2 h 681"/>
                  <a:gd name="T76" fmla="*/ 3 w 462"/>
                  <a:gd name="T77" fmla="*/ 1 h 681"/>
                  <a:gd name="T78" fmla="*/ 3 w 462"/>
                  <a:gd name="T79" fmla="*/ 1 h 681"/>
                  <a:gd name="T80" fmla="*/ 2 w 462"/>
                  <a:gd name="T81" fmla="*/ 0 h 681"/>
                  <a:gd name="T82" fmla="*/ 2 w 462"/>
                  <a:gd name="T83" fmla="*/ 0 h 681"/>
                  <a:gd name="T84" fmla="*/ 1 w 462"/>
                  <a:gd name="T85" fmla="*/ 0 h 681"/>
                  <a:gd name="T86" fmla="*/ 1 w 462"/>
                  <a:gd name="T87" fmla="*/ 1 h 681"/>
                  <a:gd name="T88" fmla="*/ 0 w 462"/>
                  <a:gd name="T89" fmla="*/ 1 h 68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62"/>
                  <a:gd name="T136" fmla="*/ 0 h 681"/>
                  <a:gd name="T137" fmla="*/ 462 w 462"/>
                  <a:gd name="T138" fmla="*/ 681 h 68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62" h="681">
                    <a:moveTo>
                      <a:pt x="0" y="63"/>
                    </a:moveTo>
                    <a:lnTo>
                      <a:pt x="14" y="104"/>
                    </a:lnTo>
                    <a:lnTo>
                      <a:pt x="29" y="145"/>
                    </a:lnTo>
                    <a:lnTo>
                      <a:pt x="44" y="186"/>
                    </a:lnTo>
                    <a:lnTo>
                      <a:pt x="61" y="226"/>
                    </a:lnTo>
                    <a:lnTo>
                      <a:pt x="78" y="267"/>
                    </a:lnTo>
                    <a:lnTo>
                      <a:pt x="96" y="306"/>
                    </a:lnTo>
                    <a:lnTo>
                      <a:pt x="114" y="346"/>
                    </a:lnTo>
                    <a:lnTo>
                      <a:pt x="134" y="384"/>
                    </a:lnTo>
                    <a:lnTo>
                      <a:pt x="154" y="423"/>
                    </a:lnTo>
                    <a:lnTo>
                      <a:pt x="174" y="461"/>
                    </a:lnTo>
                    <a:lnTo>
                      <a:pt x="195" y="499"/>
                    </a:lnTo>
                    <a:lnTo>
                      <a:pt x="218" y="536"/>
                    </a:lnTo>
                    <a:lnTo>
                      <a:pt x="240" y="573"/>
                    </a:lnTo>
                    <a:lnTo>
                      <a:pt x="263" y="609"/>
                    </a:lnTo>
                    <a:lnTo>
                      <a:pt x="287" y="646"/>
                    </a:lnTo>
                    <a:lnTo>
                      <a:pt x="311" y="681"/>
                    </a:lnTo>
                    <a:lnTo>
                      <a:pt x="330" y="674"/>
                    </a:lnTo>
                    <a:lnTo>
                      <a:pt x="348" y="667"/>
                    </a:lnTo>
                    <a:lnTo>
                      <a:pt x="368" y="660"/>
                    </a:lnTo>
                    <a:lnTo>
                      <a:pt x="386" y="654"/>
                    </a:lnTo>
                    <a:lnTo>
                      <a:pt x="405" y="647"/>
                    </a:lnTo>
                    <a:lnTo>
                      <a:pt x="424" y="639"/>
                    </a:lnTo>
                    <a:lnTo>
                      <a:pt x="443" y="632"/>
                    </a:lnTo>
                    <a:lnTo>
                      <a:pt x="462" y="624"/>
                    </a:lnTo>
                    <a:lnTo>
                      <a:pt x="437" y="589"/>
                    </a:lnTo>
                    <a:lnTo>
                      <a:pt x="412" y="553"/>
                    </a:lnTo>
                    <a:lnTo>
                      <a:pt x="388" y="517"/>
                    </a:lnTo>
                    <a:lnTo>
                      <a:pt x="365" y="479"/>
                    </a:lnTo>
                    <a:lnTo>
                      <a:pt x="341" y="442"/>
                    </a:lnTo>
                    <a:lnTo>
                      <a:pt x="320" y="404"/>
                    </a:lnTo>
                    <a:lnTo>
                      <a:pt x="299" y="365"/>
                    </a:lnTo>
                    <a:lnTo>
                      <a:pt x="278" y="327"/>
                    </a:lnTo>
                    <a:lnTo>
                      <a:pt x="258" y="287"/>
                    </a:lnTo>
                    <a:lnTo>
                      <a:pt x="240" y="248"/>
                    </a:lnTo>
                    <a:lnTo>
                      <a:pt x="222" y="207"/>
                    </a:lnTo>
                    <a:lnTo>
                      <a:pt x="205" y="167"/>
                    </a:lnTo>
                    <a:lnTo>
                      <a:pt x="187" y="125"/>
                    </a:lnTo>
                    <a:lnTo>
                      <a:pt x="172" y="84"/>
                    </a:lnTo>
                    <a:lnTo>
                      <a:pt x="157" y="42"/>
                    </a:lnTo>
                    <a:lnTo>
                      <a:pt x="143" y="0"/>
                    </a:lnTo>
                    <a:lnTo>
                      <a:pt x="106" y="16"/>
                    </a:lnTo>
                    <a:lnTo>
                      <a:pt x="71" y="31"/>
                    </a:lnTo>
                    <a:lnTo>
                      <a:pt x="35" y="47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60A4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8" name="Freeform 523"/>
              <p:cNvSpPr>
                <a:spLocks/>
              </p:cNvSpPr>
              <p:nvPr/>
            </p:nvSpPr>
            <p:spPr bwMode="auto">
              <a:xfrm>
                <a:off x="2459" y="1513"/>
                <a:ext cx="59" cy="85"/>
              </a:xfrm>
              <a:custGeom>
                <a:avLst/>
                <a:gdLst>
                  <a:gd name="T0" fmla="*/ 0 w 466"/>
                  <a:gd name="T1" fmla="*/ 1 h 684"/>
                  <a:gd name="T2" fmla="*/ 0 w 466"/>
                  <a:gd name="T3" fmla="*/ 2 h 684"/>
                  <a:gd name="T4" fmla="*/ 1 w 466"/>
                  <a:gd name="T5" fmla="*/ 2 h 684"/>
                  <a:gd name="T6" fmla="*/ 1 w 466"/>
                  <a:gd name="T7" fmla="*/ 3 h 684"/>
                  <a:gd name="T8" fmla="*/ 1 w 466"/>
                  <a:gd name="T9" fmla="*/ 3 h 684"/>
                  <a:gd name="T10" fmla="*/ 1 w 466"/>
                  <a:gd name="T11" fmla="*/ 4 h 684"/>
                  <a:gd name="T12" fmla="*/ 2 w 466"/>
                  <a:gd name="T13" fmla="*/ 5 h 684"/>
                  <a:gd name="T14" fmla="*/ 2 w 466"/>
                  <a:gd name="T15" fmla="*/ 5 h 684"/>
                  <a:gd name="T16" fmla="*/ 2 w 466"/>
                  <a:gd name="T17" fmla="*/ 6 h 684"/>
                  <a:gd name="T18" fmla="*/ 3 w 466"/>
                  <a:gd name="T19" fmla="*/ 7 h 684"/>
                  <a:gd name="T20" fmla="*/ 3 w 466"/>
                  <a:gd name="T21" fmla="*/ 7 h 684"/>
                  <a:gd name="T22" fmla="*/ 3 w 466"/>
                  <a:gd name="T23" fmla="*/ 8 h 684"/>
                  <a:gd name="T24" fmla="*/ 4 w 466"/>
                  <a:gd name="T25" fmla="*/ 8 h 684"/>
                  <a:gd name="T26" fmla="*/ 4 w 466"/>
                  <a:gd name="T27" fmla="*/ 9 h 684"/>
                  <a:gd name="T28" fmla="*/ 4 w 466"/>
                  <a:gd name="T29" fmla="*/ 9 h 684"/>
                  <a:gd name="T30" fmla="*/ 5 w 466"/>
                  <a:gd name="T31" fmla="*/ 10 h 684"/>
                  <a:gd name="T32" fmla="*/ 5 w 466"/>
                  <a:gd name="T33" fmla="*/ 11 h 684"/>
                  <a:gd name="T34" fmla="*/ 6 w 466"/>
                  <a:gd name="T35" fmla="*/ 10 h 684"/>
                  <a:gd name="T36" fmla="*/ 6 w 466"/>
                  <a:gd name="T37" fmla="*/ 10 h 684"/>
                  <a:gd name="T38" fmla="*/ 7 w 466"/>
                  <a:gd name="T39" fmla="*/ 10 h 684"/>
                  <a:gd name="T40" fmla="*/ 7 w 466"/>
                  <a:gd name="T41" fmla="*/ 10 h 684"/>
                  <a:gd name="T42" fmla="*/ 7 w 466"/>
                  <a:gd name="T43" fmla="*/ 9 h 684"/>
                  <a:gd name="T44" fmla="*/ 7 w 466"/>
                  <a:gd name="T45" fmla="*/ 9 h 684"/>
                  <a:gd name="T46" fmla="*/ 6 w 466"/>
                  <a:gd name="T47" fmla="*/ 8 h 684"/>
                  <a:gd name="T48" fmla="*/ 6 w 466"/>
                  <a:gd name="T49" fmla="*/ 7 h 684"/>
                  <a:gd name="T50" fmla="*/ 5 w 466"/>
                  <a:gd name="T51" fmla="*/ 7 h 684"/>
                  <a:gd name="T52" fmla="*/ 5 w 466"/>
                  <a:gd name="T53" fmla="*/ 6 h 684"/>
                  <a:gd name="T54" fmla="*/ 5 w 466"/>
                  <a:gd name="T55" fmla="*/ 6 h 684"/>
                  <a:gd name="T56" fmla="*/ 4 w 466"/>
                  <a:gd name="T57" fmla="*/ 5 h 684"/>
                  <a:gd name="T58" fmla="*/ 4 w 466"/>
                  <a:gd name="T59" fmla="*/ 4 h 684"/>
                  <a:gd name="T60" fmla="*/ 4 w 466"/>
                  <a:gd name="T61" fmla="*/ 4 h 684"/>
                  <a:gd name="T62" fmla="*/ 4 w 466"/>
                  <a:gd name="T63" fmla="*/ 3 h 684"/>
                  <a:gd name="T64" fmla="*/ 3 w 466"/>
                  <a:gd name="T65" fmla="*/ 3 h 684"/>
                  <a:gd name="T66" fmla="*/ 3 w 466"/>
                  <a:gd name="T67" fmla="*/ 2 h 684"/>
                  <a:gd name="T68" fmla="*/ 3 w 466"/>
                  <a:gd name="T69" fmla="*/ 1 h 684"/>
                  <a:gd name="T70" fmla="*/ 3 w 466"/>
                  <a:gd name="T71" fmla="*/ 1 h 684"/>
                  <a:gd name="T72" fmla="*/ 2 w 466"/>
                  <a:gd name="T73" fmla="*/ 0 h 684"/>
                  <a:gd name="T74" fmla="*/ 2 w 466"/>
                  <a:gd name="T75" fmla="*/ 0 h 684"/>
                  <a:gd name="T76" fmla="*/ 1 w 466"/>
                  <a:gd name="T77" fmla="*/ 0 h 684"/>
                  <a:gd name="T78" fmla="*/ 1 w 466"/>
                  <a:gd name="T79" fmla="*/ 1 h 684"/>
                  <a:gd name="T80" fmla="*/ 0 w 466"/>
                  <a:gd name="T81" fmla="*/ 1 h 6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66"/>
                  <a:gd name="T124" fmla="*/ 0 h 684"/>
                  <a:gd name="T125" fmla="*/ 466 w 466"/>
                  <a:gd name="T126" fmla="*/ 684 h 68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66" h="684">
                    <a:moveTo>
                      <a:pt x="0" y="62"/>
                    </a:moveTo>
                    <a:lnTo>
                      <a:pt x="14" y="104"/>
                    </a:lnTo>
                    <a:lnTo>
                      <a:pt x="29" y="146"/>
                    </a:lnTo>
                    <a:lnTo>
                      <a:pt x="45" y="186"/>
                    </a:lnTo>
                    <a:lnTo>
                      <a:pt x="62" y="227"/>
                    </a:lnTo>
                    <a:lnTo>
                      <a:pt x="79" y="267"/>
                    </a:lnTo>
                    <a:lnTo>
                      <a:pt x="97" y="308"/>
                    </a:lnTo>
                    <a:lnTo>
                      <a:pt x="115" y="347"/>
                    </a:lnTo>
                    <a:lnTo>
                      <a:pt x="135" y="387"/>
                    </a:lnTo>
                    <a:lnTo>
                      <a:pt x="155" y="425"/>
                    </a:lnTo>
                    <a:lnTo>
                      <a:pt x="176" y="464"/>
                    </a:lnTo>
                    <a:lnTo>
                      <a:pt x="197" y="501"/>
                    </a:lnTo>
                    <a:lnTo>
                      <a:pt x="220" y="539"/>
                    </a:lnTo>
                    <a:lnTo>
                      <a:pt x="243" y="576"/>
                    </a:lnTo>
                    <a:lnTo>
                      <a:pt x="266" y="613"/>
                    </a:lnTo>
                    <a:lnTo>
                      <a:pt x="291" y="648"/>
                    </a:lnTo>
                    <a:lnTo>
                      <a:pt x="316" y="684"/>
                    </a:lnTo>
                    <a:lnTo>
                      <a:pt x="352" y="670"/>
                    </a:lnTo>
                    <a:lnTo>
                      <a:pt x="390" y="656"/>
                    </a:lnTo>
                    <a:lnTo>
                      <a:pt x="427" y="641"/>
                    </a:lnTo>
                    <a:lnTo>
                      <a:pt x="466" y="627"/>
                    </a:lnTo>
                    <a:lnTo>
                      <a:pt x="440" y="591"/>
                    </a:lnTo>
                    <a:lnTo>
                      <a:pt x="414" y="555"/>
                    </a:lnTo>
                    <a:lnTo>
                      <a:pt x="390" y="519"/>
                    </a:lnTo>
                    <a:lnTo>
                      <a:pt x="367" y="482"/>
                    </a:lnTo>
                    <a:lnTo>
                      <a:pt x="343" y="444"/>
                    </a:lnTo>
                    <a:lnTo>
                      <a:pt x="321" y="406"/>
                    </a:lnTo>
                    <a:lnTo>
                      <a:pt x="300" y="368"/>
                    </a:lnTo>
                    <a:lnTo>
                      <a:pt x="279" y="328"/>
                    </a:lnTo>
                    <a:lnTo>
                      <a:pt x="259" y="289"/>
                    </a:lnTo>
                    <a:lnTo>
                      <a:pt x="240" y="249"/>
                    </a:lnTo>
                    <a:lnTo>
                      <a:pt x="222" y="209"/>
                    </a:lnTo>
                    <a:lnTo>
                      <a:pt x="204" y="168"/>
                    </a:lnTo>
                    <a:lnTo>
                      <a:pt x="188" y="127"/>
                    </a:lnTo>
                    <a:lnTo>
                      <a:pt x="172" y="85"/>
                    </a:lnTo>
                    <a:lnTo>
                      <a:pt x="157" y="43"/>
                    </a:lnTo>
                    <a:lnTo>
                      <a:pt x="143" y="0"/>
                    </a:lnTo>
                    <a:lnTo>
                      <a:pt x="107" y="15"/>
                    </a:lnTo>
                    <a:lnTo>
                      <a:pt x="71" y="32"/>
                    </a:lnTo>
                    <a:lnTo>
                      <a:pt x="35" y="47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62A6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9" name="Freeform 524"/>
              <p:cNvSpPr>
                <a:spLocks/>
              </p:cNvSpPr>
              <p:nvPr/>
            </p:nvSpPr>
            <p:spPr bwMode="auto">
              <a:xfrm>
                <a:off x="2468" y="1509"/>
                <a:ext cx="59" cy="86"/>
              </a:xfrm>
              <a:custGeom>
                <a:avLst/>
                <a:gdLst>
                  <a:gd name="T0" fmla="*/ 0 w 468"/>
                  <a:gd name="T1" fmla="*/ 1 h 684"/>
                  <a:gd name="T2" fmla="*/ 0 w 468"/>
                  <a:gd name="T3" fmla="*/ 2 h 684"/>
                  <a:gd name="T4" fmla="*/ 1 w 468"/>
                  <a:gd name="T5" fmla="*/ 2 h 684"/>
                  <a:gd name="T6" fmla="*/ 1 w 468"/>
                  <a:gd name="T7" fmla="*/ 3 h 684"/>
                  <a:gd name="T8" fmla="*/ 1 w 468"/>
                  <a:gd name="T9" fmla="*/ 4 h 684"/>
                  <a:gd name="T10" fmla="*/ 1 w 468"/>
                  <a:gd name="T11" fmla="*/ 4 h 684"/>
                  <a:gd name="T12" fmla="*/ 2 w 468"/>
                  <a:gd name="T13" fmla="*/ 5 h 684"/>
                  <a:gd name="T14" fmla="*/ 2 w 468"/>
                  <a:gd name="T15" fmla="*/ 6 h 684"/>
                  <a:gd name="T16" fmla="*/ 2 w 468"/>
                  <a:gd name="T17" fmla="*/ 6 h 684"/>
                  <a:gd name="T18" fmla="*/ 3 w 468"/>
                  <a:gd name="T19" fmla="*/ 7 h 684"/>
                  <a:gd name="T20" fmla="*/ 3 w 468"/>
                  <a:gd name="T21" fmla="*/ 7 h 684"/>
                  <a:gd name="T22" fmla="*/ 3 w 468"/>
                  <a:gd name="T23" fmla="*/ 8 h 684"/>
                  <a:gd name="T24" fmla="*/ 4 w 468"/>
                  <a:gd name="T25" fmla="*/ 9 h 684"/>
                  <a:gd name="T26" fmla="*/ 4 w 468"/>
                  <a:gd name="T27" fmla="*/ 9 h 684"/>
                  <a:gd name="T28" fmla="*/ 4 w 468"/>
                  <a:gd name="T29" fmla="*/ 10 h 684"/>
                  <a:gd name="T30" fmla="*/ 5 w 468"/>
                  <a:gd name="T31" fmla="*/ 10 h 684"/>
                  <a:gd name="T32" fmla="*/ 5 w 468"/>
                  <a:gd name="T33" fmla="*/ 11 h 684"/>
                  <a:gd name="T34" fmla="*/ 6 w 468"/>
                  <a:gd name="T35" fmla="*/ 11 h 684"/>
                  <a:gd name="T36" fmla="*/ 6 w 468"/>
                  <a:gd name="T37" fmla="*/ 10 h 684"/>
                  <a:gd name="T38" fmla="*/ 7 w 468"/>
                  <a:gd name="T39" fmla="*/ 10 h 684"/>
                  <a:gd name="T40" fmla="*/ 7 w 468"/>
                  <a:gd name="T41" fmla="*/ 10 h 684"/>
                  <a:gd name="T42" fmla="*/ 7 w 468"/>
                  <a:gd name="T43" fmla="*/ 9 h 684"/>
                  <a:gd name="T44" fmla="*/ 7 w 468"/>
                  <a:gd name="T45" fmla="*/ 9 h 684"/>
                  <a:gd name="T46" fmla="*/ 6 w 468"/>
                  <a:gd name="T47" fmla="*/ 8 h 684"/>
                  <a:gd name="T48" fmla="*/ 6 w 468"/>
                  <a:gd name="T49" fmla="*/ 8 h 684"/>
                  <a:gd name="T50" fmla="*/ 5 w 468"/>
                  <a:gd name="T51" fmla="*/ 7 h 684"/>
                  <a:gd name="T52" fmla="*/ 5 w 468"/>
                  <a:gd name="T53" fmla="*/ 6 h 684"/>
                  <a:gd name="T54" fmla="*/ 5 w 468"/>
                  <a:gd name="T55" fmla="*/ 6 h 684"/>
                  <a:gd name="T56" fmla="*/ 4 w 468"/>
                  <a:gd name="T57" fmla="*/ 5 h 684"/>
                  <a:gd name="T58" fmla="*/ 4 w 468"/>
                  <a:gd name="T59" fmla="*/ 5 h 684"/>
                  <a:gd name="T60" fmla="*/ 4 w 468"/>
                  <a:gd name="T61" fmla="*/ 4 h 684"/>
                  <a:gd name="T62" fmla="*/ 4 w 468"/>
                  <a:gd name="T63" fmla="*/ 3 h 684"/>
                  <a:gd name="T64" fmla="*/ 3 w 468"/>
                  <a:gd name="T65" fmla="*/ 3 h 684"/>
                  <a:gd name="T66" fmla="*/ 3 w 468"/>
                  <a:gd name="T67" fmla="*/ 2 h 684"/>
                  <a:gd name="T68" fmla="*/ 3 w 468"/>
                  <a:gd name="T69" fmla="*/ 1 h 684"/>
                  <a:gd name="T70" fmla="*/ 3 w 468"/>
                  <a:gd name="T71" fmla="*/ 1 h 684"/>
                  <a:gd name="T72" fmla="*/ 2 w 468"/>
                  <a:gd name="T73" fmla="*/ 0 h 684"/>
                  <a:gd name="T74" fmla="*/ 2 w 468"/>
                  <a:gd name="T75" fmla="*/ 0 h 684"/>
                  <a:gd name="T76" fmla="*/ 1 w 468"/>
                  <a:gd name="T77" fmla="*/ 1 h 684"/>
                  <a:gd name="T78" fmla="*/ 1 w 468"/>
                  <a:gd name="T79" fmla="*/ 1 h 684"/>
                  <a:gd name="T80" fmla="*/ 0 w 468"/>
                  <a:gd name="T81" fmla="*/ 1 h 6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68"/>
                  <a:gd name="T124" fmla="*/ 0 h 684"/>
                  <a:gd name="T125" fmla="*/ 468 w 468"/>
                  <a:gd name="T126" fmla="*/ 684 h 68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68" h="684">
                    <a:moveTo>
                      <a:pt x="0" y="60"/>
                    </a:moveTo>
                    <a:lnTo>
                      <a:pt x="14" y="102"/>
                    </a:lnTo>
                    <a:lnTo>
                      <a:pt x="28" y="144"/>
                    </a:lnTo>
                    <a:lnTo>
                      <a:pt x="44" y="185"/>
                    </a:lnTo>
                    <a:lnTo>
                      <a:pt x="61" y="227"/>
                    </a:lnTo>
                    <a:lnTo>
                      <a:pt x="79" y="267"/>
                    </a:lnTo>
                    <a:lnTo>
                      <a:pt x="97" y="308"/>
                    </a:lnTo>
                    <a:lnTo>
                      <a:pt x="115" y="347"/>
                    </a:lnTo>
                    <a:lnTo>
                      <a:pt x="135" y="387"/>
                    </a:lnTo>
                    <a:lnTo>
                      <a:pt x="156" y="425"/>
                    </a:lnTo>
                    <a:lnTo>
                      <a:pt x="177" y="464"/>
                    </a:lnTo>
                    <a:lnTo>
                      <a:pt x="198" y="502"/>
                    </a:lnTo>
                    <a:lnTo>
                      <a:pt x="222" y="539"/>
                    </a:lnTo>
                    <a:lnTo>
                      <a:pt x="245" y="577"/>
                    </a:lnTo>
                    <a:lnTo>
                      <a:pt x="268" y="613"/>
                    </a:lnTo>
                    <a:lnTo>
                      <a:pt x="294" y="649"/>
                    </a:lnTo>
                    <a:lnTo>
                      <a:pt x="319" y="684"/>
                    </a:lnTo>
                    <a:lnTo>
                      <a:pt x="356" y="670"/>
                    </a:lnTo>
                    <a:lnTo>
                      <a:pt x="393" y="656"/>
                    </a:lnTo>
                    <a:lnTo>
                      <a:pt x="430" y="641"/>
                    </a:lnTo>
                    <a:lnTo>
                      <a:pt x="468" y="627"/>
                    </a:lnTo>
                    <a:lnTo>
                      <a:pt x="442" y="591"/>
                    </a:lnTo>
                    <a:lnTo>
                      <a:pt x="416" y="555"/>
                    </a:lnTo>
                    <a:lnTo>
                      <a:pt x="392" y="518"/>
                    </a:lnTo>
                    <a:lnTo>
                      <a:pt x="368" y="482"/>
                    </a:lnTo>
                    <a:lnTo>
                      <a:pt x="344" y="444"/>
                    </a:lnTo>
                    <a:lnTo>
                      <a:pt x="322" y="406"/>
                    </a:lnTo>
                    <a:lnTo>
                      <a:pt x="301" y="367"/>
                    </a:lnTo>
                    <a:lnTo>
                      <a:pt x="279" y="329"/>
                    </a:lnTo>
                    <a:lnTo>
                      <a:pt x="260" y="289"/>
                    </a:lnTo>
                    <a:lnTo>
                      <a:pt x="241" y="249"/>
                    </a:lnTo>
                    <a:lnTo>
                      <a:pt x="222" y="208"/>
                    </a:lnTo>
                    <a:lnTo>
                      <a:pt x="204" y="168"/>
                    </a:lnTo>
                    <a:lnTo>
                      <a:pt x="188" y="126"/>
                    </a:lnTo>
                    <a:lnTo>
                      <a:pt x="172" y="85"/>
                    </a:lnTo>
                    <a:lnTo>
                      <a:pt x="157" y="42"/>
                    </a:lnTo>
                    <a:lnTo>
                      <a:pt x="143" y="0"/>
                    </a:lnTo>
                    <a:lnTo>
                      <a:pt x="106" y="15"/>
                    </a:lnTo>
                    <a:lnTo>
                      <a:pt x="71" y="30"/>
                    </a:lnTo>
                    <a:lnTo>
                      <a:pt x="35" y="44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65A7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0" name="Freeform 525"/>
              <p:cNvSpPr>
                <a:spLocks/>
              </p:cNvSpPr>
              <p:nvPr/>
            </p:nvSpPr>
            <p:spPr bwMode="auto">
              <a:xfrm>
                <a:off x="2477" y="1505"/>
                <a:ext cx="59" cy="86"/>
              </a:xfrm>
              <a:custGeom>
                <a:avLst/>
                <a:gdLst>
                  <a:gd name="T0" fmla="*/ 0 w 472"/>
                  <a:gd name="T1" fmla="*/ 1 h 686"/>
                  <a:gd name="T2" fmla="*/ 0 w 472"/>
                  <a:gd name="T3" fmla="*/ 2 h 686"/>
                  <a:gd name="T4" fmla="*/ 1 w 472"/>
                  <a:gd name="T5" fmla="*/ 2 h 686"/>
                  <a:gd name="T6" fmla="*/ 1 w 472"/>
                  <a:gd name="T7" fmla="*/ 3 h 686"/>
                  <a:gd name="T8" fmla="*/ 1 w 472"/>
                  <a:gd name="T9" fmla="*/ 4 h 686"/>
                  <a:gd name="T10" fmla="*/ 1 w 472"/>
                  <a:gd name="T11" fmla="*/ 4 h 686"/>
                  <a:gd name="T12" fmla="*/ 2 w 472"/>
                  <a:gd name="T13" fmla="*/ 5 h 686"/>
                  <a:gd name="T14" fmla="*/ 2 w 472"/>
                  <a:gd name="T15" fmla="*/ 6 h 686"/>
                  <a:gd name="T16" fmla="*/ 2 w 472"/>
                  <a:gd name="T17" fmla="*/ 6 h 686"/>
                  <a:gd name="T18" fmla="*/ 3 w 472"/>
                  <a:gd name="T19" fmla="*/ 7 h 686"/>
                  <a:gd name="T20" fmla="*/ 3 w 472"/>
                  <a:gd name="T21" fmla="*/ 7 h 686"/>
                  <a:gd name="T22" fmla="*/ 3 w 472"/>
                  <a:gd name="T23" fmla="*/ 8 h 686"/>
                  <a:gd name="T24" fmla="*/ 4 w 472"/>
                  <a:gd name="T25" fmla="*/ 9 h 686"/>
                  <a:gd name="T26" fmla="*/ 4 w 472"/>
                  <a:gd name="T27" fmla="*/ 9 h 686"/>
                  <a:gd name="T28" fmla="*/ 4 w 472"/>
                  <a:gd name="T29" fmla="*/ 10 h 686"/>
                  <a:gd name="T30" fmla="*/ 5 w 472"/>
                  <a:gd name="T31" fmla="*/ 10 h 686"/>
                  <a:gd name="T32" fmla="*/ 5 w 472"/>
                  <a:gd name="T33" fmla="*/ 11 h 686"/>
                  <a:gd name="T34" fmla="*/ 6 w 472"/>
                  <a:gd name="T35" fmla="*/ 10 h 686"/>
                  <a:gd name="T36" fmla="*/ 7 w 472"/>
                  <a:gd name="T37" fmla="*/ 10 h 686"/>
                  <a:gd name="T38" fmla="*/ 7 w 472"/>
                  <a:gd name="T39" fmla="*/ 9 h 686"/>
                  <a:gd name="T40" fmla="*/ 7 w 472"/>
                  <a:gd name="T41" fmla="*/ 9 h 686"/>
                  <a:gd name="T42" fmla="*/ 6 w 472"/>
                  <a:gd name="T43" fmla="*/ 8 h 686"/>
                  <a:gd name="T44" fmla="*/ 6 w 472"/>
                  <a:gd name="T45" fmla="*/ 8 h 686"/>
                  <a:gd name="T46" fmla="*/ 5 w 472"/>
                  <a:gd name="T47" fmla="*/ 7 h 686"/>
                  <a:gd name="T48" fmla="*/ 5 w 472"/>
                  <a:gd name="T49" fmla="*/ 6 h 686"/>
                  <a:gd name="T50" fmla="*/ 5 w 472"/>
                  <a:gd name="T51" fmla="*/ 6 h 686"/>
                  <a:gd name="T52" fmla="*/ 4 w 472"/>
                  <a:gd name="T53" fmla="*/ 5 h 686"/>
                  <a:gd name="T54" fmla="*/ 4 w 472"/>
                  <a:gd name="T55" fmla="*/ 5 h 686"/>
                  <a:gd name="T56" fmla="*/ 4 w 472"/>
                  <a:gd name="T57" fmla="*/ 4 h 686"/>
                  <a:gd name="T58" fmla="*/ 4 w 472"/>
                  <a:gd name="T59" fmla="*/ 3 h 686"/>
                  <a:gd name="T60" fmla="*/ 3 w 472"/>
                  <a:gd name="T61" fmla="*/ 3 h 686"/>
                  <a:gd name="T62" fmla="*/ 3 w 472"/>
                  <a:gd name="T63" fmla="*/ 2 h 686"/>
                  <a:gd name="T64" fmla="*/ 3 w 472"/>
                  <a:gd name="T65" fmla="*/ 1 h 686"/>
                  <a:gd name="T66" fmla="*/ 3 w 472"/>
                  <a:gd name="T67" fmla="*/ 1 h 686"/>
                  <a:gd name="T68" fmla="*/ 2 w 472"/>
                  <a:gd name="T69" fmla="*/ 0 h 686"/>
                  <a:gd name="T70" fmla="*/ 2 w 472"/>
                  <a:gd name="T71" fmla="*/ 0 h 686"/>
                  <a:gd name="T72" fmla="*/ 2 w 472"/>
                  <a:gd name="T73" fmla="*/ 0 h 686"/>
                  <a:gd name="T74" fmla="*/ 1 w 472"/>
                  <a:gd name="T75" fmla="*/ 1 h 686"/>
                  <a:gd name="T76" fmla="*/ 1 w 472"/>
                  <a:gd name="T77" fmla="*/ 1 h 686"/>
                  <a:gd name="T78" fmla="*/ 0 w 472"/>
                  <a:gd name="T79" fmla="*/ 1 h 6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472"/>
                  <a:gd name="T121" fmla="*/ 0 h 686"/>
                  <a:gd name="T122" fmla="*/ 472 w 472"/>
                  <a:gd name="T123" fmla="*/ 686 h 6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472" h="686">
                    <a:moveTo>
                      <a:pt x="0" y="59"/>
                    </a:moveTo>
                    <a:lnTo>
                      <a:pt x="14" y="102"/>
                    </a:lnTo>
                    <a:lnTo>
                      <a:pt x="29" y="144"/>
                    </a:lnTo>
                    <a:lnTo>
                      <a:pt x="45" y="186"/>
                    </a:lnTo>
                    <a:lnTo>
                      <a:pt x="61" y="227"/>
                    </a:lnTo>
                    <a:lnTo>
                      <a:pt x="79" y="268"/>
                    </a:lnTo>
                    <a:lnTo>
                      <a:pt x="98" y="308"/>
                    </a:lnTo>
                    <a:lnTo>
                      <a:pt x="116" y="348"/>
                    </a:lnTo>
                    <a:lnTo>
                      <a:pt x="136" y="387"/>
                    </a:lnTo>
                    <a:lnTo>
                      <a:pt x="157" y="427"/>
                    </a:lnTo>
                    <a:lnTo>
                      <a:pt x="179" y="465"/>
                    </a:lnTo>
                    <a:lnTo>
                      <a:pt x="200" y="503"/>
                    </a:lnTo>
                    <a:lnTo>
                      <a:pt x="224" y="541"/>
                    </a:lnTo>
                    <a:lnTo>
                      <a:pt x="247" y="578"/>
                    </a:lnTo>
                    <a:lnTo>
                      <a:pt x="271" y="614"/>
                    </a:lnTo>
                    <a:lnTo>
                      <a:pt x="297" y="650"/>
                    </a:lnTo>
                    <a:lnTo>
                      <a:pt x="323" y="686"/>
                    </a:lnTo>
                    <a:lnTo>
                      <a:pt x="402" y="655"/>
                    </a:lnTo>
                    <a:lnTo>
                      <a:pt x="472" y="626"/>
                    </a:lnTo>
                    <a:lnTo>
                      <a:pt x="445" y="591"/>
                    </a:lnTo>
                    <a:lnTo>
                      <a:pt x="419" y="555"/>
                    </a:lnTo>
                    <a:lnTo>
                      <a:pt x="394" y="519"/>
                    </a:lnTo>
                    <a:lnTo>
                      <a:pt x="369" y="482"/>
                    </a:lnTo>
                    <a:lnTo>
                      <a:pt x="346" y="445"/>
                    </a:lnTo>
                    <a:lnTo>
                      <a:pt x="324" y="406"/>
                    </a:lnTo>
                    <a:lnTo>
                      <a:pt x="302" y="368"/>
                    </a:lnTo>
                    <a:lnTo>
                      <a:pt x="281" y="330"/>
                    </a:lnTo>
                    <a:lnTo>
                      <a:pt x="261" y="290"/>
                    </a:lnTo>
                    <a:lnTo>
                      <a:pt x="241" y="250"/>
                    </a:lnTo>
                    <a:lnTo>
                      <a:pt x="223" y="210"/>
                    </a:lnTo>
                    <a:lnTo>
                      <a:pt x="205" y="169"/>
                    </a:lnTo>
                    <a:lnTo>
                      <a:pt x="188" y="127"/>
                    </a:lnTo>
                    <a:lnTo>
                      <a:pt x="173" y="86"/>
                    </a:lnTo>
                    <a:lnTo>
                      <a:pt x="158" y="43"/>
                    </a:lnTo>
                    <a:lnTo>
                      <a:pt x="144" y="0"/>
                    </a:lnTo>
                    <a:lnTo>
                      <a:pt x="139" y="2"/>
                    </a:lnTo>
                    <a:lnTo>
                      <a:pt x="104" y="17"/>
                    </a:lnTo>
                    <a:lnTo>
                      <a:pt x="70" y="31"/>
                    </a:lnTo>
                    <a:lnTo>
                      <a:pt x="34" y="45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68AA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1" name="Freeform 526"/>
              <p:cNvSpPr>
                <a:spLocks/>
              </p:cNvSpPr>
              <p:nvPr/>
            </p:nvSpPr>
            <p:spPr bwMode="auto">
              <a:xfrm>
                <a:off x="2486" y="1502"/>
                <a:ext cx="59" cy="85"/>
              </a:xfrm>
              <a:custGeom>
                <a:avLst/>
                <a:gdLst>
                  <a:gd name="T0" fmla="*/ 0 w 474"/>
                  <a:gd name="T1" fmla="*/ 1 h 685"/>
                  <a:gd name="T2" fmla="*/ 0 w 474"/>
                  <a:gd name="T3" fmla="*/ 1 h 685"/>
                  <a:gd name="T4" fmla="*/ 0 w 474"/>
                  <a:gd name="T5" fmla="*/ 2 h 685"/>
                  <a:gd name="T6" fmla="*/ 1 w 474"/>
                  <a:gd name="T7" fmla="*/ 3 h 685"/>
                  <a:gd name="T8" fmla="*/ 1 w 474"/>
                  <a:gd name="T9" fmla="*/ 3 h 685"/>
                  <a:gd name="T10" fmla="*/ 1 w 474"/>
                  <a:gd name="T11" fmla="*/ 4 h 685"/>
                  <a:gd name="T12" fmla="*/ 1 w 474"/>
                  <a:gd name="T13" fmla="*/ 5 h 685"/>
                  <a:gd name="T14" fmla="*/ 2 w 474"/>
                  <a:gd name="T15" fmla="*/ 5 h 685"/>
                  <a:gd name="T16" fmla="*/ 2 w 474"/>
                  <a:gd name="T17" fmla="*/ 6 h 685"/>
                  <a:gd name="T18" fmla="*/ 2 w 474"/>
                  <a:gd name="T19" fmla="*/ 7 h 685"/>
                  <a:gd name="T20" fmla="*/ 3 w 474"/>
                  <a:gd name="T21" fmla="*/ 7 h 685"/>
                  <a:gd name="T22" fmla="*/ 3 w 474"/>
                  <a:gd name="T23" fmla="*/ 8 h 685"/>
                  <a:gd name="T24" fmla="*/ 3 w 474"/>
                  <a:gd name="T25" fmla="*/ 8 h 685"/>
                  <a:gd name="T26" fmla="*/ 4 w 474"/>
                  <a:gd name="T27" fmla="*/ 9 h 685"/>
                  <a:gd name="T28" fmla="*/ 4 w 474"/>
                  <a:gd name="T29" fmla="*/ 9 h 685"/>
                  <a:gd name="T30" fmla="*/ 5 w 474"/>
                  <a:gd name="T31" fmla="*/ 10 h 685"/>
                  <a:gd name="T32" fmla="*/ 5 w 474"/>
                  <a:gd name="T33" fmla="*/ 11 h 685"/>
                  <a:gd name="T34" fmla="*/ 5 w 474"/>
                  <a:gd name="T35" fmla="*/ 11 h 685"/>
                  <a:gd name="T36" fmla="*/ 6 w 474"/>
                  <a:gd name="T37" fmla="*/ 10 h 685"/>
                  <a:gd name="T38" fmla="*/ 6 w 474"/>
                  <a:gd name="T39" fmla="*/ 10 h 685"/>
                  <a:gd name="T40" fmla="*/ 7 w 474"/>
                  <a:gd name="T41" fmla="*/ 10 h 685"/>
                  <a:gd name="T42" fmla="*/ 7 w 474"/>
                  <a:gd name="T43" fmla="*/ 10 h 685"/>
                  <a:gd name="T44" fmla="*/ 7 w 474"/>
                  <a:gd name="T45" fmla="*/ 9 h 685"/>
                  <a:gd name="T46" fmla="*/ 6 w 474"/>
                  <a:gd name="T47" fmla="*/ 9 h 685"/>
                  <a:gd name="T48" fmla="*/ 6 w 474"/>
                  <a:gd name="T49" fmla="*/ 8 h 685"/>
                  <a:gd name="T50" fmla="*/ 6 w 474"/>
                  <a:gd name="T51" fmla="*/ 7 h 685"/>
                  <a:gd name="T52" fmla="*/ 5 w 474"/>
                  <a:gd name="T53" fmla="*/ 7 h 685"/>
                  <a:gd name="T54" fmla="*/ 5 w 474"/>
                  <a:gd name="T55" fmla="*/ 6 h 685"/>
                  <a:gd name="T56" fmla="*/ 5 w 474"/>
                  <a:gd name="T57" fmla="*/ 6 h 685"/>
                  <a:gd name="T58" fmla="*/ 4 w 474"/>
                  <a:gd name="T59" fmla="*/ 5 h 685"/>
                  <a:gd name="T60" fmla="*/ 4 w 474"/>
                  <a:gd name="T61" fmla="*/ 4 h 685"/>
                  <a:gd name="T62" fmla="*/ 4 w 474"/>
                  <a:gd name="T63" fmla="*/ 4 h 685"/>
                  <a:gd name="T64" fmla="*/ 3 w 474"/>
                  <a:gd name="T65" fmla="*/ 3 h 685"/>
                  <a:gd name="T66" fmla="*/ 3 w 474"/>
                  <a:gd name="T67" fmla="*/ 3 h 685"/>
                  <a:gd name="T68" fmla="*/ 3 w 474"/>
                  <a:gd name="T69" fmla="*/ 2 h 685"/>
                  <a:gd name="T70" fmla="*/ 3 w 474"/>
                  <a:gd name="T71" fmla="*/ 1 h 685"/>
                  <a:gd name="T72" fmla="*/ 2 w 474"/>
                  <a:gd name="T73" fmla="*/ 1 h 685"/>
                  <a:gd name="T74" fmla="*/ 2 w 474"/>
                  <a:gd name="T75" fmla="*/ 0 h 685"/>
                  <a:gd name="T76" fmla="*/ 2 w 474"/>
                  <a:gd name="T77" fmla="*/ 0 h 685"/>
                  <a:gd name="T78" fmla="*/ 2 w 474"/>
                  <a:gd name="T79" fmla="*/ 0 h 685"/>
                  <a:gd name="T80" fmla="*/ 1 w 474"/>
                  <a:gd name="T81" fmla="*/ 0 h 685"/>
                  <a:gd name="T82" fmla="*/ 1 w 474"/>
                  <a:gd name="T83" fmla="*/ 0 h 685"/>
                  <a:gd name="T84" fmla="*/ 0 w 474"/>
                  <a:gd name="T85" fmla="*/ 1 h 685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74"/>
                  <a:gd name="T130" fmla="*/ 0 h 685"/>
                  <a:gd name="T131" fmla="*/ 474 w 474"/>
                  <a:gd name="T132" fmla="*/ 685 h 685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74" h="685">
                    <a:moveTo>
                      <a:pt x="0" y="58"/>
                    </a:moveTo>
                    <a:lnTo>
                      <a:pt x="14" y="100"/>
                    </a:lnTo>
                    <a:lnTo>
                      <a:pt x="29" y="143"/>
                    </a:lnTo>
                    <a:lnTo>
                      <a:pt x="44" y="184"/>
                    </a:lnTo>
                    <a:lnTo>
                      <a:pt x="61" y="226"/>
                    </a:lnTo>
                    <a:lnTo>
                      <a:pt x="79" y="266"/>
                    </a:lnTo>
                    <a:lnTo>
                      <a:pt x="97" y="307"/>
                    </a:lnTo>
                    <a:lnTo>
                      <a:pt x="116" y="347"/>
                    </a:lnTo>
                    <a:lnTo>
                      <a:pt x="136" y="387"/>
                    </a:lnTo>
                    <a:lnTo>
                      <a:pt x="158" y="425"/>
                    </a:lnTo>
                    <a:lnTo>
                      <a:pt x="179" y="464"/>
                    </a:lnTo>
                    <a:lnTo>
                      <a:pt x="201" y="502"/>
                    </a:lnTo>
                    <a:lnTo>
                      <a:pt x="225" y="540"/>
                    </a:lnTo>
                    <a:lnTo>
                      <a:pt x="249" y="576"/>
                    </a:lnTo>
                    <a:lnTo>
                      <a:pt x="273" y="613"/>
                    </a:lnTo>
                    <a:lnTo>
                      <a:pt x="299" y="649"/>
                    </a:lnTo>
                    <a:lnTo>
                      <a:pt x="325" y="685"/>
                    </a:lnTo>
                    <a:lnTo>
                      <a:pt x="330" y="683"/>
                    </a:lnTo>
                    <a:lnTo>
                      <a:pt x="366" y="667"/>
                    </a:lnTo>
                    <a:lnTo>
                      <a:pt x="403" y="653"/>
                    </a:lnTo>
                    <a:lnTo>
                      <a:pt x="438" y="638"/>
                    </a:lnTo>
                    <a:lnTo>
                      <a:pt x="474" y="623"/>
                    </a:lnTo>
                    <a:lnTo>
                      <a:pt x="447" y="588"/>
                    </a:lnTo>
                    <a:lnTo>
                      <a:pt x="421" y="553"/>
                    </a:lnTo>
                    <a:lnTo>
                      <a:pt x="396" y="516"/>
                    </a:lnTo>
                    <a:lnTo>
                      <a:pt x="371" y="480"/>
                    </a:lnTo>
                    <a:lnTo>
                      <a:pt x="347" y="444"/>
                    </a:lnTo>
                    <a:lnTo>
                      <a:pt x="325" y="405"/>
                    </a:lnTo>
                    <a:lnTo>
                      <a:pt x="303" y="368"/>
                    </a:lnTo>
                    <a:lnTo>
                      <a:pt x="281" y="328"/>
                    </a:lnTo>
                    <a:lnTo>
                      <a:pt x="261" y="289"/>
                    </a:lnTo>
                    <a:lnTo>
                      <a:pt x="242" y="249"/>
                    </a:lnTo>
                    <a:lnTo>
                      <a:pt x="222" y="209"/>
                    </a:lnTo>
                    <a:lnTo>
                      <a:pt x="205" y="168"/>
                    </a:lnTo>
                    <a:lnTo>
                      <a:pt x="188" y="127"/>
                    </a:lnTo>
                    <a:lnTo>
                      <a:pt x="173" y="85"/>
                    </a:lnTo>
                    <a:lnTo>
                      <a:pt x="158" y="43"/>
                    </a:lnTo>
                    <a:lnTo>
                      <a:pt x="143" y="0"/>
                    </a:lnTo>
                    <a:lnTo>
                      <a:pt x="125" y="7"/>
                    </a:lnTo>
                    <a:lnTo>
                      <a:pt x="106" y="14"/>
                    </a:lnTo>
                    <a:lnTo>
                      <a:pt x="87" y="22"/>
                    </a:lnTo>
                    <a:lnTo>
                      <a:pt x="67" y="30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69AB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2" name="Freeform 527"/>
              <p:cNvSpPr>
                <a:spLocks/>
              </p:cNvSpPr>
              <p:nvPr/>
            </p:nvSpPr>
            <p:spPr bwMode="auto">
              <a:xfrm>
                <a:off x="2495" y="1498"/>
                <a:ext cx="60" cy="86"/>
              </a:xfrm>
              <a:custGeom>
                <a:avLst/>
                <a:gdLst>
                  <a:gd name="T0" fmla="*/ 0 w 476"/>
                  <a:gd name="T1" fmla="*/ 1 h 682"/>
                  <a:gd name="T2" fmla="*/ 0 w 476"/>
                  <a:gd name="T3" fmla="*/ 2 h 682"/>
                  <a:gd name="T4" fmla="*/ 1 w 476"/>
                  <a:gd name="T5" fmla="*/ 2 h 682"/>
                  <a:gd name="T6" fmla="*/ 1 w 476"/>
                  <a:gd name="T7" fmla="*/ 3 h 682"/>
                  <a:gd name="T8" fmla="*/ 1 w 476"/>
                  <a:gd name="T9" fmla="*/ 4 h 682"/>
                  <a:gd name="T10" fmla="*/ 1 w 476"/>
                  <a:gd name="T11" fmla="*/ 4 h 682"/>
                  <a:gd name="T12" fmla="*/ 2 w 476"/>
                  <a:gd name="T13" fmla="*/ 5 h 682"/>
                  <a:gd name="T14" fmla="*/ 2 w 476"/>
                  <a:gd name="T15" fmla="*/ 6 h 682"/>
                  <a:gd name="T16" fmla="*/ 2 w 476"/>
                  <a:gd name="T17" fmla="*/ 6 h 682"/>
                  <a:gd name="T18" fmla="*/ 3 w 476"/>
                  <a:gd name="T19" fmla="*/ 7 h 682"/>
                  <a:gd name="T20" fmla="*/ 3 w 476"/>
                  <a:gd name="T21" fmla="*/ 7 h 682"/>
                  <a:gd name="T22" fmla="*/ 3 w 476"/>
                  <a:gd name="T23" fmla="*/ 8 h 682"/>
                  <a:gd name="T24" fmla="*/ 4 w 476"/>
                  <a:gd name="T25" fmla="*/ 9 h 682"/>
                  <a:gd name="T26" fmla="*/ 4 w 476"/>
                  <a:gd name="T27" fmla="*/ 9 h 682"/>
                  <a:gd name="T28" fmla="*/ 4 w 476"/>
                  <a:gd name="T29" fmla="*/ 10 h 682"/>
                  <a:gd name="T30" fmla="*/ 5 w 476"/>
                  <a:gd name="T31" fmla="*/ 10 h 682"/>
                  <a:gd name="T32" fmla="*/ 5 w 476"/>
                  <a:gd name="T33" fmla="*/ 11 h 682"/>
                  <a:gd name="T34" fmla="*/ 6 w 476"/>
                  <a:gd name="T35" fmla="*/ 11 h 682"/>
                  <a:gd name="T36" fmla="*/ 6 w 476"/>
                  <a:gd name="T37" fmla="*/ 10 h 682"/>
                  <a:gd name="T38" fmla="*/ 7 w 476"/>
                  <a:gd name="T39" fmla="*/ 10 h 682"/>
                  <a:gd name="T40" fmla="*/ 8 w 476"/>
                  <a:gd name="T41" fmla="*/ 10 h 682"/>
                  <a:gd name="T42" fmla="*/ 7 w 476"/>
                  <a:gd name="T43" fmla="*/ 9 h 682"/>
                  <a:gd name="T44" fmla="*/ 7 w 476"/>
                  <a:gd name="T45" fmla="*/ 9 h 682"/>
                  <a:gd name="T46" fmla="*/ 6 w 476"/>
                  <a:gd name="T47" fmla="*/ 8 h 682"/>
                  <a:gd name="T48" fmla="*/ 6 w 476"/>
                  <a:gd name="T49" fmla="*/ 8 h 682"/>
                  <a:gd name="T50" fmla="*/ 6 w 476"/>
                  <a:gd name="T51" fmla="*/ 7 h 682"/>
                  <a:gd name="T52" fmla="*/ 5 w 476"/>
                  <a:gd name="T53" fmla="*/ 6 h 682"/>
                  <a:gd name="T54" fmla="*/ 5 w 476"/>
                  <a:gd name="T55" fmla="*/ 6 h 682"/>
                  <a:gd name="T56" fmla="*/ 4 w 476"/>
                  <a:gd name="T57" fmla="*/ 5 h 682"/>
                  <a:gd name="T58" fmla="*/ 4 w 476"/>
                  <a:gd name="T59" fmla="*/ 5 h 682"/>
                  <a:gd name="T60" fmla="*/ 4 w 476"/>
                  <a:gd name="T61" fmla="*/ 4 h 682"/>
                  <a:gd name="T62" fmla="*/ 4 w 476"/>
                  <a:gd name="T63" fmla="*/ 3 h 682"/>
                  <a:gd name="T64" fmla="*/ 3 w 476"/>
                  <a:gd name="T65" fmla="*/ 3 h 682"/>
                  <a:gd name="T66" fmla="*/ 3 w 476"/>
                  <a:gd name="T67" fmla="*/ 2 h 682"/>
                  <a:gd name="T68" fmla="*/ 3 w 476"/>
                  <a:gd name="T69" fmla="*/ 1 h 682"/>
                  <a:gd name="T70" fmla="*/ 3 w 476"/>
                  <a:gd name="T71" fmla="*/ 1 h 682"/>
                  <a:gd name="T72" fmla="*/ 2 w 476"/>
                  <a:gd name="T73" fmla="*/ 0 h 682"/>
                  <a:gd name="T74" fmla="*/ 2 w 476"/>
                  <a:gd name="T75" fmla="*/ 0 h 682"/>
                  <a:gd name="T76" fmla="*/ 1 w 476"/>
                  <a:gd name="T77" fmla="*/ 0 h 682"/>
                  <a:gd name="T78" fmla="*/ 1 w 476"/>
                  <a:gd name="T79" fmla="*/ 1 h 682"/>
                  <a:gd name="T80" fmla="*/ 0 w 476"/>
                  <a:gd name="T81" fmla="*/ 1 h 68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6"/>
                  <a:gd name="T124" fmla="*/ 0 h 682"/>
                  <a:gd name="T125" fmla="*/ 476 w 476"/>
                  <a:gd name="T126" fmla="*/ 682 h 68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6" h="682">
                    <a:moveTo>
                      <a:pt x="0" y="56"/>
                    </a:moveTo>
                    <a:lnTo>
                      <a:pt x="14" y="99"/>
                    </a:lnTo>
                    <a:lnTo>
                      <a:pt x="29" y="142"/>
                    </a:lnTo>
                    <a:lnTo>
                      <a:pt x="44" y="183"/>
                    </a:lnTo>
                    <a:lnTo>
                      <a:pt x="61" y="225"/>
                    </a:lnTo>
                    <a:lnTo>
                      <a:pt x="79" y="265"/>
                    </a:lnTo>
                    <a:lnTo>
                      <a:pt x="98" y="306"/>
                    </a:lnTo>
                    <a:lnTo>
                      <a:pt x="117" y="346"/>
                    </a:lnTo>
                    <a:lnTo>
                      <a:pt x="137" y="386"/>
                    </a:lnTo>
                    <a:lnTo>
                      <a:pt x="158" y="424"/>
                    </a:lnTo>
                    <a:lnTo>
                      <a:pt x="180" y="462"/>
                    </a:lnTo>
                    <a:lnTo>
                      <a:pt x="202" y="501"/>
                    </a:lnTo>
                    <a:lnTo>
                      <a:pt x="226" y="538"/>
                    </a:lnTo>
                    <a:lnTo>
                      <a:pt x="250" y="575"/>
                    </a:lnTo>
                    <a:lnTo>
                      <a:pt x="275" y="611"/>
                    </a:lnTo>
                    <a:lnTo>
                      <a:pt x="301" y="647"/>
                    </a:lnTo>
                    <a:lnTo>
                      <a:pt x="328" y="682"/>
                    </a:lnTo>
                    <a:lnTo>
                      <a:pt x="365" y="666"/>
                    </a:lnTo>
                    <a:lnTo>
                      <a:pt x="403" y="651"/>
                    </a:lnTo>
                    <a:lnTo>
                      <a:pt x="439" y="636"/>
                    </a:lnTo>
                    <a:lnTo>
                      <a:pt x="476" y="619"/>
                    </a:lnTo>
                    <a:lnTo>
                      <a:pt x="448" y="585"/>
                    </a:lnTo>
                    <a:lnTo>
                      <a:pt x="422" y="551"/>
                    </a:lnTo>
                    <a:lnTo>
                      <a:pt x="397" y="514"/>
                    </a:lnTo>
                    <a:lnTo>
                      <a:pt x="372" y="479"/>
                    </a:lnTo>
                    <a:lnTo>
                      <a:pt x="348" y="441"/>
                    </a:lnTo>
                    <a:lnTo>
                      <a:pt x="325" y="404"/>
                    </a:lnTo>
                    <a:lnTo>
                      <a:pt x="302" y="366"/>
                    </a:lnTo>
                    <a:lnTo>
                      <a:pt x="281" y="327"/>
                    </a:lnTo>
                    <a:lnTo>
                      <a:pt x="261" y="288"/>
                    </a:lnTo>
                    <a:lnTo>
                      <a:pt x="242" y="249"/>
                    </a:lnTo>
                    <a:lnTo>
                      <a:pt x="222" y="208"/>
                    </a:lnTo>
                    <a:lnTo>
                      <a:pt x="205" y="168"/>
                    </a:lnTo>
                    <a:lnTo>
                      <a:pt x="189" y="126"/>
                    </a:lnTo>
                    <a:lnTo>
                      <a:pt x="173" y="85"/>
                    </a:lnTo>
                    <a:lnTo>
                      <a:pt x="158" y="42"/>
                    </a:lnTo>
                    <a:lnTo>
                      <a:pt x="144" y="0"/>
                    </a:lnTo>
                    <a:lnTo>
                      <a:pt x="108" y="14"/>
                    </a:lnTo>
                    <a:lnTo>
                      <a:pt x="72" y="27"/>
                    </a:lnTo>
                    <a:lnTo>
                      <a:pt x="36" y="42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6BA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3" name="Freeform 528"/>
              <p:cNvSpPr>
                <a:spLocks/>
              </p:cNvSpPr>
              <p:nvPr/>
            </p:nvSpPr>
            <p:spPr bwMode="auto">
              <a:xfrm>
                <a:off x="2504" y="1495"/>
                <a:ext cx="60" cy="85"/>
              </a:xfrm>
              <a:custGeom>
                <a:avLst/>
                <a:gdLst>
                  <a:gd name="T0" fmla="*/ 0 w 479"/>
                  <a:gd name="T1" fmla="*/ 1 h 679"/>
                  <a:gd name="T2" fmla="*/ 0 w 479"/>
                  <a:gd name="T3" fmla="*/ 2 h 679"/>
                  <a:gd name="T4" fmla="*/ 1 w 479"/>
                  <a:gd name="T5" fmla="*/ 2 h 679"/>
                  <a:gd name="T6" fmla="*/ 1 w 479"/>
                  <a:gd name="T7" fmla="*/ 3 h 679"/>
                  <a:gd name="T8" fmla="*/ 1 w 479"/>
                  <a:gd name="T9" fmla="*/ 4 h 679"/>
                  <a:gd name="T10" fmla="*/ 1 w 479"/>
                  <a:gd name="T11" fmla="*/ 4 h 679"/>
                  <a:gd name="T12" fmla="*/ 2 w 479"/>
                  <a:gd name="T13" fmla="*/ 5 h 679"/>
                  <a:gd name="T14" fmla="*/ 2 w 479"/>
                  <a:gd name="T15" fmla="*/ 5 h 679"/>
                  <a:gd name="T16" fmla="*/ 2 w 479"/>
                  <a:gd name="T17" fmla="*/ 6 h 679"/>
                  <a:gd name="T18" fmla="*/ 3 w 479"/>
                  <a:gd name="T19" fmla="*/ 7 h 679"/>
                  <a:gd name="T20" fmla="*/ 3 w 479"/>
                  <a:gd name="T21" fmla="*/ 7 h 679"/>
                  <a:gd name="T22" fmla="*/ 3 w 479"/>
                  <a:gd name="T23" fmla="*/ 8 h 679"/>
                  <a:gd name="T24" fmla="*/ 4 w 479"/>
                  <a:gd name="T25" fmla="*/ 8 h 679"/>
                  <a:gd name="T26" fmla="*/ 4 w 479"/>
                  <a:gd name="T27" fmla="*/ 9 h 679"/>
                  <a:gd name="T28" fmla="*/ 4 w 479"/>
                  <a:gd name="T29" fmla="*/ 10 h 679"/>
                  <a:gd name="T30" fmla="*/ 5 w 479"/>
                  <a:gd name="T31" fmla="*/ 10 h 679"/>
                  <a:gd name="T32" fmla="*/ 5 w 479"/>
                  <a:gd name="T33" fmla="*/ 11 h 679"/>
                  <a:gd name="T34" fmla="*/ 6 w 479"/>
                  <a:gd name="T35" fmla="*/ 10 h 679"/>
                  <a:gd name="T36" fmla="*/ 6 w 479"/>
                  <a:gd name="T37" fmla="*/ 10 h 679"/>
                  <a:gd name="T38" fmla="*/ 7 w 479"/>
                  <a:gd name="T39" fmla="*/ 10 h 679"/>
                  <a:gd name="T40" fmla="*/ 8 w 479"/>
                  <a:gd name="T41" fmla="*/ 10 h 679"/>
                  <a:gd name="T42" fmla="*/ 7 w 479"/>
                  <a:gd name="T43" fmla="*/ 9 h 679"/>
                  <a:gd name="T44" fmla="*/ 7 w 479"/>
                  <a:gd name="T45" fmla="*/ 9 h 679"/>
                  <a:gd name="T46" fmla="*/ 6 w 479"/>
                  <a:gd name="T47" fmla="*/ 8 h 679"/>
                  <a:gd name="T48" fmla="*/ 6 w 479"/>
                  <a:gd name="T49" fmla="*/ 7 h 679"/>
                  <a:gd name="T50" fmla="*/ 6 w 479"/>
                  <a:gd name="T51" fmla="*/ 7 h 679"/>
                  <a:gd name="T52" fmla="*/ 5 w 479"/>
                  <a:gd name="T53" fmla="*/ 6 h 679"/>
                  <a:gd name="T54" fmla="*/ 5 w 479"/>
                  <a:gd name="T55" fmla="*/ 6 h 679"/>
                  <a:gd name="T56" fmla="*/ 4 w 479"/>
                  <a:gd name="T57" fmla="*/ 5 h 679"/>
                  <a:gd name="T58" fmla="*/ 4 w 479"/>
                  <a:gd name="T59" fmla="*/ 5 h 679"/>
                  <a:gd name="T60" fmla="*/ 4 w 479"/>
                  <a:gd name="T61" fmla="*/ 4 h 679"/>
                  <a:gd name="T62" fmla="*/ 4 w 479"/>
                  <a:gd name="T63" fmla="*/ 3 h 679"/>
                  <a:gd name="T64" fmla="*/ 3 w 479"/>
                  <a:gd name="T65" fmla="*/ 3 h 679"/>
                  <a:gd name="T66" fmla="*/ 3 w 479"/>
                  <a:gd name="T67" fmla="*/ 2 h 679"/>
                  <a:gd name="T68" fmla="*/ 3 w 479"/>
                  <a:gd name="T69" fmla="*/ 1 h 679"/>
                  <a:gd name="T70" fmla="*/ 3 w 479"/>
                  <a:gd name="T71" fmla="*/ 1 h 679"/>
                  <a:gd name="T72" fmla="*/ 2 w 479"/>
                  <a:gd name="T73" fmla="*/ 0 h 679"/>
                  <a:gd name="T74" fmla="*/ 2 w 479"/>
                  <a:gd name="T75" fmla="*/ 0 h 679"/>
                  <a:gd name="T76" fmla="*/ 1 w 479"/>
                  <a:gd name="T77" fmla="*/ 1 h 679"/>
                  <a:gd name="T78" fmla="*/ 1 w 479"/>
                  <a:gd name="T79" fmla="*/ 1 h 679"/>
                  <a:gd name="T80" fmla="*/ 0 w 479"/>
                  <a:gd name="T81" fmla="*/ 1 h 67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9"/>
                  <a:gd name="T124" fmla="*/ 0 h 679"/>
                  <a:gd name="T125" fmla="*/ 479 w 479"/>
                  <a:gd name="T126" fmla="*/ 679 h 67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9" h="679">
                    <a:moveTo>
                      <a:pt x="0" y="56"/>
                    </a:moveTo>
                    <a:lnTo>
                      <a:pt x="15" y="99"/>
                    </a:lnTo>
                    <a:lnTo>
                      <a:pt x="30" y="141"/>
                    </a:lnTo>
                    <a:lnTo>
                      <a:pt x="45" y="183"/>
                    </a:lnTo>
                    <a:lnTo>
                      <a:pt x="62" y="224"/>
                    </a:lnTo>
                    <a:lnTo>
                      <a:pt x="79" y="265"/>
                    </a:lnTo>
                    <a:lnTo>
                      <a:pt x="99" y="305"/>
                    </a:lnTo>
                    <a:lnTo>
                      <a:pt x="118" y="345"/>
                    </a:lnTo>
                    <a:lnTo>
                      <a:pt x="138" y="384"/>
                    </a:lnTo>
                    <a:lnTo>
                      <a:pt x="160" y="424"/>
                    </a:lnTo>
                    <a:lnTo>
                      <a:pt x="182" y="461"/>
                    </a:lnTo>
                    <a:lnTo>
                      <a:pt x="204" y="500"/>
                    </a:lnTo>
                    <a:lnTo>
                      <a:pt x="228" y="536"/>
                    </a:lnTo>
                    <a:lnTo>
                      <a:pt x="253" y="572"/>
                    </a:lnTo>
                    <a:lnTo>
                      <a:pt x="278" y="609"/>
                    </a:lnTo>
                    <a:lnTo>
                      <a:pt x="304" y="644"/>
                    </a:lnTo>
                    <a:lnTo>
                      <a:pt x="331" y="679"/>
                    </a:lnTo>
                    <a:lnTo>
                      <a:pt x="368" y="664"/>
                    </a:lnTo>
                    <a:lnTo>
                      <a:pt x="406" y="647"/>
                    </a:lnTo>
                    <a:lnTo>
                      <a:pt x="442" y="631"/>
                    </a:lnTo>
                    <a:lnTo>
                      <a:pt x="479" y="615"/>
                    </a:lnTo>
                    <a:lnTo>
                      <a:pt x="451" y="582"/>
                    </a:lnTo>
                    <a:lnTo>
                      <a:pt x="425" y="547"/>
                    </a:lnTo>
                    <a:lnTo>
                      <a:pt x="399" y="512"/>
                    </a:lnTo>
                    <a:lnTo>
                      <a:pt x="373" y="475"/>
                    </a:lnTo>
                    <a:lnTo>
                      <a:pt x="350" y="439"/>
                    </a:lnTo>
                    <a:lnTo>
                      <a:pt x="327" y="402"/>
                    </a:lnTo>
                    <a:lnTo>
                      <a:pt x="304" y="364"/>
                    </a:lnTo>
                    <a:lnTo>
                      <a:pt x="283" y="326"/>
                    </a:lnTo>
                    <a:lnTo>
                      <a:pt x="262" y="287"/>
                    </a:lnTo>
                    <a:lnTo>
                      <a:pt x="243" y="247"/>
                    </a:lnTo>
                    <a:lnTo>
                      <a:pt x="224" y="208"/>
                    </a:lnTo>
                    <a:lnTo>
                      <a:pt x="206" y="167"/>
                    </a:lnTo>
                    <a:lnTo>
                      <a:pt x="190" y="126"/>
                    </a:lnTo>
                    <a:lnTo>
                      <a:pt x="174" y="84"/>
                    </a:lnTo>
                    <a:lnTo>
                      <a:pt x="160" y="43"/>
                    </a:lnTo>
                    <a:lnTo>
                      <a:pt x="146" y="0"/>
                    </a:lnTo>
                    <a:lnTo>
                      <a:pt x="110" y="14"/>
                    </a:lnTo>
                    <a:lnTo>
                      <a:pt x="73" y="28"/>
                    </a:lnTo>
                    <a:lnTo>
                      <a:pt x="37" y="42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6EAE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4" name="Freeform 529"/>
              <p:cNvSpPr>
                <a:spLocks/>
              </p:cNvSpPr>
              <p:nvPr/>
            </p:nvSpPr>
            <p:spPr bwMode="auto">
              <a:xfrm>
                <a:off x="2513" y="1492"/>
                <a:ext cx="60" cy="84"/>
              </a:xfrm>
              <a:custGeom>
                <a:avLst/>
                <a:gdLst>
                  <a:gd name="T0" fmla="*/ 0 w 480"/>
                  <a:gd name="T1" fmla="*/ 1 h 674"/>
                  <a:gd name="T2" fmla="*/ 0 w 480"/>
                  <a:gd name="T3" fmla="*/ 1 h 674"/>
                  <a:gd name="T4" fmla="*/ 1 w 480"/>
                  <a:gd name="T5" fmla="*/ 2 h 674"/>
                  <a:gd name="T6" fmla="*/ 1 w 480"/>
                  <a:gd name="T7" fmla="*/ 3 h 674"/>
                  <a:gd name="T8" fmla="*/ 1 w 480"/>
                  <a:gd name="T9" fmla="*/ 3 h 674"/>
                  <a:gd name="T10" fmla="*/ 1 w 480"/>
                  <a:gd name="T11" fmla="*/ 4 h 674"/>
                  <a:gd name="T12" fmla="*/ 2 w 480"/>
                  <a:gd name="T13" fmla="*/ 5 h 674"/>
                  <a:gd name="T14" fmla="*/ 2 w 480"/>
                  <a:gd name="T15" fmla="*/ 5 h 674"/>
                  <a:gd name="T16" fmla="*/ 2 w 480"/>
                  <a:gd name="T17" fmla="*/ 6 h 674"/>
                  <a:gd name="T18" fmla="*/ 3 w 480"/>
                  <a:gd name="T19" fmla="*/ 6 h 674"/>
                  <a:gd name="T20" fmla="*/ 3 w 480"/>
                  <a:gd name="T21" fmla="*/ 7 h 674"/>
                  <a:gd name="T22" fmla="*/ 3 w 480"/>
                  <a:gd name="T23" fmla="*/ 8 h 674"/>
                  <a:gd name="T24" fmla="*/ 4 w 480"/>
                  <a:gd name="T25" fmla="*/ 8 h 674"/>
                  <a:gd name="T26" fmla="*/ 4 w 480"/>
                  <a:gd name="T27" fmla="*/ 9 h 674"/>
                  <a:gd name="T28" fmla="*/ 4 w 480"/>
                  <a:gd name="T29" fmla="*/ 9 h 674"/>
                  <a:gd name="T30" fmla="*/ 5 w 480"/>
                  <a:gd name="T31" fmla="*/ 10 h 674"/>
                  <a:gd name="T32" fmla="*/ 5 w 480"/>
                  <a:gd name="T33" fmla="*/ 10 h 674"/>
                  <a:gd name="T34" fmla="*/ 6 w 480"/>
                  <a:gd name="T35" fmla="*/ 10 h 674"/>
                  <a:gd name="T36" fmla="*/ 6 w 480"/>
                  <a:gd name="T37" fmla="*/ 10 h 674"/>
                  <a:gd name="T38" fmla="*/ 7 w 480"/>
                  <a:gd name="T39" fmla="*/ 10 h 674"/>
                  <a:gd name="T40" fmla="*/ 8 w 480"/>
                  <a:gd name="T41" fmla="*/ 9 h 674"/>
                  <a:gd name="T42" fmla="*/ 7 w 480"/>
                  <a:gd name="T43" fmla="*/ 9 h 674"/>
                  <a:gd name="T44" fmla="*/ 7 w 480"/>
                  <a:gd name="T45" fmla="*/ 8 h 674"/>
                  <a:gd name="T46" fmla="*/ 6 w 480"/>
                  <a:gd name="T47" fmla="*/ 8 h 674"/>
                  <a:gd name="T48" fmla="*/ 6 w 480"/>
                  <a:gd name="T49" fmla="*/ 7 h 674"/>
                  <a:gd name="T50" fmla="*/ 6 w 480"/>
                  <a:gd name="T51" fmla="*/ 7 h 674"/>
                  <a:gd name="T52" fmla="*/ 5 w 480"/>
                  <a:gd name="T53" fmla="*/ 6 h 674"/>
                  <a:gd name="T54" fmla="*/ 5 w 480"/>
                  <a:gd name="T55" fmla="*/ 6 h 674"/>
                  <a:gd name="T56" fmla="*/ 4 w 480"/>
                  <a:gd name="T57" fmla="*/ 5 h 674"/>
                  <a:gd name="T58" fmla="*/ 4 w 480"/>
                  <a:gd name="T59" fmla="*/ 4 h 674"/>
                  <a:gd name="T60" fmla="*/ 4 w 480"/>
                  <a:gd name="T61" fmla="*/ 4 h 674"/>
                  <a:gd name="T62" fmla="*/ 4 w 480"/>
                  <a:gd name="T63" fmla="*/ 3 h 674"/>
                  <a:gd name="T64" fmla="*/ 3 w 480"/>
                  <a:gd name="T65" fmla="*/ 3 h 674"/>
                  <a:gd name="T66" fmla="*/ 3 w 480"/>
                  <a:gd name="T67" fmla="*/ 2 h 674"/>
                  <a:gd name="T68" fmla="*/ 3 w 480"/>
                  <a:gd name="T69" fmla="*/ 1 h 674"/>
                  <a:gd name="T70" fmla="*/ 3 w 480"/>
                  <a:gd name="T71" fmla="*/ 1 h 674"/>
                  <a:gd name="T72" fmla="*/ 2 w 480"/>
                  <a:gd name="T73" fmla="*/ 0 h 674"/>
                  <a:gd name="T74" fmla="*/ 2 w 480"/>
                  <a:gd name="T75" fmla="*/ 0 h 674"/>
                  <a:gd name="T76" fmla="*/ 1 w 480"/>
                  <a:gd name="T77" fmla="*/ 0 h 674"/>
                  <a:gd name="T78" fmla="*/ 1 w 480"/>
                  <a:gd name="T79" fmla="*/ 1 h 674"/>
                  <a:gd name="T80" fmla="*/ 0 w 480"/>
                  <a:gd name="T81" fmla="*/ 1 h 67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80"/>
                  <a:gd name="T124" fmla="*/ 0 h 674"/>
                  <a:gd name="T125" fmla="*/ 480 w 480"/>
                  <a:gd name="T126" fmla="*/ 674 h 67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80" h="674">
                    <a:moveTo>
                      <a:pt x="0" y="55"/>
                    </a:moveTo>
                    <a:lnTo>
                      <a:pt x="14" y="97"/>
                    </a:lnTo>
                    <a:lnTo>
                      <a:pt x="29" y="140"/>
                    </a:lnTo>
                    <a:lnTo>
                      <a:pt x="45" y="181"/>
                    </a:lnTo>
                    <a:lnTo>
                      <a:pt x="61" y="223"/>
                    </a:lnTo>
                    <a:lnTo>
                      <a:pt x="78" y="263"/>
                    </a:lnTo>
                    <a:lnTo>
                      <a:pt x="98" y="304"/>
                    </a:lnTo>
                    <a:lnTo>
                      <a:pt x="117" y="343"/>
                    </a:lnTo>
                    <a:lnTo>
                      <a:pt x="137" y="382"/>
                    </a:lnTo>
                    <a:lnTo>
                      <a:pt x="158" y="421"/>
                    </a:lnTo>
                    <a:lnTo>
                      <a:pt x="181" y="459"/>
                    </a:lnTo>
                    <a:lnTo>
                      <a:pt x="204" y="496"/>
                    </a:lnTo>
                    <a:lnTo>
                      <a:pt x="228" y="534"/>
                    </a:lnTo>
                    <a:lnTo>
                      <a:pt x="253" y="569"/>
                    </a:lnTo>
                    <a:lnTo>
                      <a:pt x="278" y="606"/>
                    </a:lnTo>
                    <a:lnTo>
                      <a:pt x="304" y="640"/>
                    </a:lnTo>
                    <a:lnTo>
                      <a:pt x="332" y="674"/>
                    </a:lnTo>
                    <a:lnTo>
                      <a:pt x="369" y="658"/>
                    </a:lnTo>
                    <a:lnTo>
                      <a:pt x="407" y="642"/>
                    </a:lnTo>
                    <a:lnTo>
                      <a:pt x="443" y="626"/>
                    </a:lnTo>
                    <a:lnTo>
                      <a:pt x="480" y="610"/>
                    </a:lnTo>
                    <a:lnTo>
                      <a:pt x="451" y="576"/>
                    </a:lnTo>
                    <a:lnTo>
                      <a:pt x="425" y="542"/>
                    </a:lnTo>
                    <a:lnTo>
                      <a:pt x="399" y="507"/>
                    </a:lnTo>
                    <a:lnTo>
                      <a:pt x="373" y="472"/>
                    </a:lnTo>
                    <a:lnTo>
                      <a:pt x="349" y="435"/>
                    </a:lnTo>
                    <a:lnTo>
                      <a:pt x="326" y="399"/>
                    </a:lnTo>
                    <a:lnTo>
                      <a:pt x="303" y="362"/>
                    </a:lnTo>
                    <a:lnTo>
                      <a:pt x="282" y="324"/>
                    </a:lnTo>
                    <a:lnTo>
                      <a:pt x="262" y="286"/>
                    </a:lnTo>
                    <a:lnTo>
                      <a:pt x="243" y="246"/>
                    </a:lnTo>
                    <a:lnTo>
                      <a:pt x="223" y="207"/>
                    </a:lnTo>
                    <a:lnTo>
                      <a:pt x="206" y="166"/>
                    </a:lnTo>
                    <a:lnTo>
                      <a:pt x="189" y="126"/>
                    </a:lnTo>
                    <a:lnTo>
                      <a:pt x="174" y="84"/>
                    </a:lnTo>
                    <a:lnTo>
                      <a:pt x="159" y="43"/>
                    </a:lnTo>
                    <a:lnTo>
                      <a:pt x="146" y="0"/>
                    </a:lnTo>
                    <a:lnTo>
                      <a:pt x="110" y="13"/>
                    </a:lnTo>
                    <a:lnTo>
                      <a:pt x="73" y="27"/>
                    </a:lnTo>
                    <a:lnTo>
                      <a:pt x="37" y="41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71B0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5" name="Freeform 530"/>
              <p:cNvSpPr>
                <a:spLocks/>
              </p:cNvSpPr>
              <p:nvPr/>
            </p:nvSpPr>
            <p:spPr bwMode="auto">
              <a:xfrm>
                <a:off x="2522" y="1488"/>
                <a:ext cx="60" cy="84"/>
              </a:xfrm>
              <a:custGeom>
                <a:avLst/>
                <a:gdLst>
                  <a:gd name="T0" fmla="*/ 0 w 480"/>
                  <a:gd name="T1" fmla="*/ 1 h 668"/>
                  <a:gd name="T2" fmla="*/ 0 w 480"/>
                  <a:gd name="T3" fmla="*/ 2 h 668"/>
                  <a:gd name="T4" fmla="*/ 1 w 480"/>
                  <a:gd name="T5" fmla="*/ 2 h 668"/>
                  <a:gd name="T6" fmla="*/ 1 w 480"/>
                  <a:gd name="T7" fmla="*/ 3 h 668"/>
                  <a:gd name="T8" fmla="*/ 1 w 480"/>
                  <a:gd name="T9" fmla="*/ 4 h 668"/>
                  <a:gd name="T10" fmla="*/ 1 w 480"/>
                  <a:gd name="T11" fmla="*/ 4 h 668"/>
                  <a:gd name="T12" fmla="*/ 2 w 480"/>
                  <a:gd name="T13" fmla="*/ 5 h 668"/>
                  <a:gd name="T14" fmla="*/ 2 w 480"/>
                  <a:gd name="T15" fmla="*/ 5 h 668"/>
                  <a:gd name="T16" fmla="*/ 2 w 480"/>
                  <a:gd name="T17" fmla="*/ 6 h 668"/>
                  <a:gd name="T18" fmla="*/ 3 w 480"/>
                  <a:gd name="T19" fmla="*/ 7 h 668"/>
                  <a:gd name="T20" fmla="*/ 3 w 480"/>
                  <a:gd name="T21" fmla="*/ 7 h 668"/>
                  <a:gd name="T22" fmla="*/ 3 w 480"/>
                  <a:gd name="T23" fmla="*/ 8 h 668"/>
                  <a:gd name="T24" fmla="*/ 4 w 480"/>
                  <a:gd name="T25" fmla="*/ 8 h 668"/>
                  <a:gd name="T26" fmla="*/ 4 w 480"/>
                  <a:gd name="T27" fmla="*/ 9 h 668"/>
                  <a:gd name="T28" fmla="*/ 4 w 480"/>
                  <a:gd name="T29" fmla="*/ 9 h 668"/>
                  <a:gd name="T30" fmla="*/ 5 w 480"/>
                  <a:gd name="T31" fmla="*/ 10 h 668"/>
                  <a:gd name="T32" fmla="*/ 5 w 480"/>
                  <a:gd name="T33" fmla="*/ 11 h 668"/>
                  <a:gd name="T34" fmla="*/ 6 w 480"/>
                  <a:gd name="T35" fmla="*/ 10 h 668"/>
                  <a:gd name="T36" fmla="*/ 6 w 480"/>
                  <a:gd name="T37" fmla="*/ 10 h 668"/>
                  <a:gd name="T38" fmla="*/ 7 w 480"/>
                  <a:gd name="T39" fmla="*/ 10 h 668"/>
                  <a:gd name="T40" fmla="*/ 8 w 480"/>
                  <a:gd name="T41" fmla="*/ 10 h 668"/>
                  <a:gd name="T42" fmla="*/ 7 w 480"/>
                  <a:gd name="T43" fmla="*/ 9 h 668"/>
                  <a:gd name="T44" fmla="*/ 7 w 480"/>
                  <a:gd name="T45" fmla="*/ 8 h 668"/>
                  <a:gd name="T46" fmla="*/ 6 w 480"/>
                  <a:gd name="T47" fmla="*/ 8 h 668"/>
                  <a:gd name="T48" fmla="*/ 6 w 480"/>
                  <a:gd name="T49" fmla="*/ 7 h 668"/>
                  <a:gd name="T50" fmla="*/ 6 w 480"/>
                  <a:gd name="T51" fmla="*/ 7 h 668"/>
                  <a:gd name="T52" fmla="*/ 5 w 480"/>
                  <a:gd name="T53" fmla="*/ 6 h 668"/>
                  <a:gd name="T54" fmla="*/ 5 w 480"/>
                  <a:gd name="T55" fmla="*/ 6 h 668"/>
                  <a:gd name="T56" fmla="*/ 4 w 480"/>
                  <a:gd name="T57" fmla="*/ 5 h 668"/>
                  <a:gd name="T58" fmla="*/ 4 w 480"/>
                  <a:gd name="T59" fmla="*/ 4 h 668"/>
                  <a:gd name="T60" fmla="*/ 4 w 480"/>
                  <a:gd name="T61" fmla="*/ 4 h 668"/>
                  <a:gd name="T62" fmla="*/ 4 w 480"/>
                  <a:gd name="T63" fmla="*/ 3 h 668"/>
                  <a:gd name="T64" fmla="*/ 3 w 480"/>
                  <a:gd name="T65" fmla="*/ 3 h 668"/>
                  <a:gd name="T66" fmla="*/ 3 w 480"/>
                  <a:gd name="T67" fmla="*/ 2 h 668"/>
                  <a:gd name="T68" fmla="*/ 3 w 480"/>
                  <a:gd name="T69" fmla="*/ 1 h 668"/>
                  <a:gd name="T70" fmla="*/ 3 w 480"/>
                  <a:gd name="T71" fmla="*/ 1 h 668"/>
                  <a:gd name="T72" fmla="*/ 2 w 480"/>
                  <a:gd name="T73" fmla="*/ 0 h 668"/>
                  <a:gd name="T74" fmla="*/ 2 w 480"/>
                  <a:gd name="T75" fmla="*/ 0 h 668"/>
                  <a:gd name="T76" fmla="*/ 1 w 480"/>
                  <a:gd name="T77" fmla="*/ 0 h 668"/>
                  <a:gd name="T78" fmla="*/ 1 w 480"/>
                  <a:gd name="T79" fmla="*/ 1 h 668"/>
                  <a:gd name="T80" fmla="*/ 0 w 480"/>
                  <a:gd name="T81" fmla="*/ 1 h 66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80"/>
                  <a:gd name="T124" fmla="*/ 0 h 668"/>
                  <a:gd name="T125" fmla="*/ 480 w 480"/>
                  <a:gd name="T126" fmla="*/ 668 h 66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80" h="668">
                    <a:moveTo>
                      <a:pt x="0" y="53"/>
                    </a:moveTo>
                    <a:lnTo>
                      <a:pt x="14" y="96"/>
                    </a:lnTo>
                    <a:lnTo>
                      <a:pt x="28" y="137"/>
                    </a:lnTo>
                    <a:lnTo>
                      <a:pt x="44" y="179"/>
                    </a:lnTo>
                    <a:lnTo>
                      <a:pt x="60" y="220"/>
                    </a:lnTo>
                    <a:lnTo>
                      <a:pt x="78" y="261"/>
                    </a:lnTo>
                    <a:lnTo>
                      <a:pt x="97" y="300"/>
                    </a:lnTo>
                    <a:lnTo>
                      <a:pt x="116" y="340"/>
                    </a:lnTo>
                    <a:lnTo>
                      <a:pt x="137" y="379"/>
                    </a:lnTo>
                    <a:lnTo>
                      <a:pt x="158" y="417"/>
                    </a:lnTo>
                    <a:lnTo>
                      <a:pt x="181" y="455"/>
                    </a:lnTo>
                    <a:lnTo>
                      <a:pt x="204" y="492"/>
                    </a:lnTo>
                    <a:lnTo>
                      <a:pt x="227" y="528"/>
                    </a:lnTo>
                    <a:lnTo>
                      <a:pt x="253" y="565"/>
                    </a:lnTo>
                    <a:lnTo>
                      <a:pt x="279" y="600"/>
                    </a:lnTo>
                    <a:lnTo>
                      <a:pt x="305" y="635"/>
                    </a:lnTo>
                    <a:lnTo>
                      <a:pt x="333" y="668"/>
                    </a:lnTo>
                    <a:lnTo>
                      <a:pt x="370" y="652"/>
                    </a:lnTo>
                    <a:lnTo>
                      <a:pt x="407" y="635"/>
                    </a:lnTo>
                    <a:lnTo>
                      <a:pt x="443" y="618"/>
                    </a:lnTo>
                    <a:lnTo>
                      <a:pt x="480" y="601"/>
                    </a:lnTo>
                    <a:lnTo>
                      <a:pt x="451" y="569"/>
                    </a:lnTo>
                    <a:lnTo>
                      <a:pt x="425" y="535"/>
                    </a:lnTo>
                    <a:lnTo>
                      <a:pt x="399" y="501"/>
                    </a:lnTo>
                    <a:lnTo>
                      <a:pt x="373" y="467"/>
                    </a:lnTo>
                    <a:lnTo>
                      <a:pt x="349" y="431"/>
                    </a:lnTo>
                    <a:lnTo>
                      <a:pt x="326" y="395"/>
                    </a:lnTo>
                    <a:lnTo>
                      <a:pt x="303" y="358"/>
                    </a:lnTo>
                    <a:lnTo>
                      <a:pt x="281" y="321"/>
                    </a:lnTo>
                    <a:lnTo>
                      <a:pt x="261" y="282"/>
                    </a:lnTo>
                    <a:lnTo>
                      <a:pt x="241" y="244"/>
                    </a:lnTo>
                    <a:lnTo>
                      <a:pt x="223" y="204"/>
                    </a:lnTo>
                    <a:lnTo>
                      <a:pt x="205" y="165"/>
                    </a:lnTo>
                    <a:lnTo>
                      <a:pt x="189" y="124"/>
                    </a:lnTo>
                    <a:lnTo>
                      <a:pt x="174" y="84"/>
                    </a:lnTo>
                    <a:lnTo>
                      <a:pt x="159" y="42"/>
                    </a:lnTo>
                    <a:lnTo>
                      <a:pt x="146" y="0"/>
                    </a:lnTo>
                    <a:lnTo>
                      <a:pt x="110" y="13"/>
                    </a:lnTo>
                    <a:lnTo>
                      <a:pt x="73" y="26"/>
                    </a:lnTo>
                    <a:lnTo>
                      <a:pt x="37" y="39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72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6" name="Freeform 531"/>
              <p:cNvSpPr>
                <a:spLocks/>
              </p:cNvSpPr>
              <p:nvPr/>
            </p:nvSpPr>
            <p:spPr bwMode="auto">
              <a:xfrm>
                <a:off x="2532" y="1485"/>
                <a:ext cx="59" cy="83"/>
              </a:xfrm>
              <a:custGeom>
                <a:avLst/>
                <a:gdLst>
                  <a:gd name="T0" fmla="*/ 0 w 480"/>
                  <a:gd name="T1" fmla="*/ 1 h 662"/>
                  <a:gd name="T2" fmla="*/ 0 w 480"/>
                  <a:gd name="T3" fmla="*/ 2 h 662"/>
                  <a:gd name="T4" fmla="*/ 0 w 480"/>
                  <a:gd name="T5" fmla="*/ 2 h 662"/>
                  <a:gd name="T6" fmla="*/ 1 w 480"/>
                  <a:gd name="T7" fmla="*/ 3 h 662"/>
                  <a:gd name="T8" fmla="*/ 1 w 480"/>
                  <a:gd name="T9" fmla="*/ 3 h 662"/>
                  <a:gd name="T10" fmla="*/ 1 w 480"/>
                  <a:gd name="T11" fmla="*/ 4 h 662"/>
                  <a:gd name="T12" fmla="*/ 1 w 480"/>
                  <a:gd name="T13" fmla="*/ 5 h 662"/>
                  <a:gd name="T14" fmla="*/ 2 w 480"/>
                  <a:gd name="T15" fmla="*/ 5 h 662"/>
                  <a:gd name="T16" fmla="*/ 2 w 480"/>
                  <a:gd name="T17" fmla="*/ 6 h 662"/>
                  <a:gd name="T18" fmla="*/ 2 w 480"/>
                  <a:gd name="T19" fmla="*/ 7 h 662"/>
                  <a:gd name="T20" fmla="*/ 3 w 480"/>
                  <a:gd name="T21" fmla="*/ 7 h 662"/>
                  <a:gd name="T22" fmla="*/ 3 w 480"/>
                  <a:gd name="T23" fmla="*/ 8 h 662"/>
                  <a:gd name="T24" fmla="*/ 3 w 480"/>
                  <a:gd name="T25" fmla="*/ 8 h 662"/>
                  <a:gd name="T26" fmla="*/ 4 w 480"/>
                  <a:gd name="T27" fmla="*/ 9 h 662"/>
                  <a:gd name="T28" fmla="*/ 4 w 480"/>
                  <a:gd name="T29" fmla="*/ 9 h 662"/>
                  <a:gd name="T30" fmla="*/ 5 w 480"/>
                  <a:gd name="T31" fmla="*/ 10 h 662"/>
                  <a:gd name="T32" fmla="*/ 5 w 480"/>
                  <a:gd name="T33" fmla="*/ 10 h 662"/>
                  <a:gd name="T34" fmla="*/ 6 w 480"/>
                  <a:gd name="T35" fmla="*/ 10 h 662"/>
                  <a:gd name="T36" fmla="*/ 6 w 480"/>
                  <a:gd name="T37" fmla="*/ 10 h 662"/>
                  <a:gd name="T38" fmla="*/ 7 w 480"/>
                  <a:gd name="T39" fmla="*/ 10 h 662"/>
                  <a:gd name="T40" fmla="*/ 7 w 480"/>
                  <a:gd name="T41" fmla="*/ 9 h 662"/>
                  <a:gd name="T42" fmla="*/ 7 w 480"/>
                  <a:gd name="T43" fmla="*/ 9 h 662"/>
                  <a:gd name="T44" fmla="*/ 6 w 480"/>
                  <a:gd name="T45" fmla="*/ 8 h 662"/>
                  <a:gd name="T46" fmla="*/ 6 w 480"/>
                  <a:gd name="T47" fmla="*/ 8 h 662"/>
                  <a:gd name="T48" fmla="*/ 6 w 480"/>
                  <a:gd name="T49" fmla="*/ 7 h 662"/>
                  <a:gd name="T50" fmla="*/ 5 w 480"/>
                  <a:gd name="T51" fmla="*/ 7 h 662"/>
                  <a:gd name="T52" fmla="*/ 5 w 480"/>
                  <a:gd name="T53" fmla="*/ 6 h 662"/>
                  <a:gd name="T54" fmla="*/ 5 w 480"/>
                  <a:gd name="T55" fmla="*/ 6 h 662"/>
                  <a:gd name="T56" fmla="*/ 4 w 480"/>
                  <a:gd name="T57" fmla="*/ 5 h 662"/>
                  <a:gd name="T58" fmla="*/ 4 w 480"/>
                  <a:gd name="T59" fmla="*/ 4 h 662"/>
                  <a:gd name="T60" fmla="*/ 4 w 480"/>
                  <a:gd name="T61" fmla="*/ 4 h 662"/>
                  <a:gd name="T62" fmla="*/ 3 w 480"/>
                  <a:gd name="T63" fmla="*/ 3 h 662"/>
                  <a:gd name="T64" fmla="*/ 3 w 480"/>
                  <a:gd name="T65" fmla="*/ 3 h 662"/>
                  <a:gd name="T66" fmla="*/ 3 w 480"/>
                  <a:gd name="T67" fmla="*/ 2 h 662"/>
                  <a:gd name="T68" fmla="*/ 3 w 480"/>
                  <a:gd name="T69" fmla="*/ 1 h 662"/>
                  <a:gd name="T70" fmla="*/ 2 w 480"/>
                  <a:gd name="T71" fmla="*/ 1 h 662"/>
                  <a:gd name="T72" fmla="*/ 2 w 480"/>
                  <a:gd name="T73" fmla="*/ 0 h 662"/>
                  <a:gd name="T74" fmla="*/ 2 w 480"/>
                  <a:gd name="T75" fmla="*/ 0 h 662"/>
                  <a:gd name="T76" fmla="*/ 1 w 480"/>
                  <a:gd name="T77" fmla="*/ 0 h 662"/>
                  <a:gd name="T78" fmla="*/ 1 w 480"/>
                  <a:gd name="T79" fmla="*/ 1 h 662"/>
                  <a:gd name="T80" fmla="*/ 0 w 480"/>
                  <a:gd name="T81" fmla="*/ 1 h 66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80"/>
                  <a:gd name="T124" fmla="*/ 0 h 662"/>
                  <a:gd name="T125" fmla="*/ 480 w 480"/>
                  <a:gd name="T126" fmla="*/ 662 h 66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80" h="662">
                    <a:moveTo>
                      <a:pt x="0" y="52"/>
                    </a:moveTo>
                    <a:lnTo>
                      <a:pt x="13" y="95"/>
                    </a:lnTo>
                    <a:lnTo>
                      <a:pt x="28" y="136"/>
                    </a:lnTo>
                    <a:lnTo>
                      <a:pt x="43" y="178"/>
                    </a:lnTo>
                    <a:lnTo>
                      <a:pt x="60" y="218"/>
                    </a:lnTo>
                    <a:lnTo>
                      <a:pt x="77" y="259"/>
                    </a:lnTo>
                    <a:lnTo>
                      <a:pt x="96" y="298"/>
                    </a:lnTo>
                    <a:lnTo>
                      <a:pt x="116" y="338"/>
                    </a:lnTo>
                    <a:lnTo>
                      <a:pt x="136" y="376"/>
                    </a:lnTo>
                    <a:lnTo>
                      <a:pt x="157" y="414"/>
                    </a:lnTo>
                    <a:lnTo>
                      <a:pt x="180" y="451"/>
                    </a:lnTo>
                    <a:lnTo>
                      <a:pt x="203" y="487"/>
                    </a:lnTo>
                    <a:lnTo>
                      <a:pt x="227" y="524"/>
                    </a:lnTo>
                    <a:lnTo>
                      <a:pt x="253" y="559"/>
                    </a:lnTo>
                    <a:lnTo>
                      <a:pt x="279" y="594"/>
                    </a:lnTo>
                    <a:lnTo>
                      <a:pt x="305" y="628"/>
                    </a:lnTo>
                    <a:lnTo>
                      <a:pt x="334" y="662"/>
                    </a:lnTo>
                    <a:lnTo>
                      <a:pt x="370" y="644"/>
                    </a:lnTo>
                    <a:lnTo>
                      <a:pt x="408" y="627"/>
                    </a:lnTo>
                    <a:lnTo>
                      <a:pt x="444" y="610"/>
                    </a:lnTo>
                    <a:lnTo>
                      <a:pt x="480" y="594"/>
                    </a:lnTo>
                    <a:lnTo>
                      <a:pt x="451" y="561"/>
                    </a:lnTo>
                    <a:lnTo>
                      <a:pt x="425" y="529"/>
                    </a:lnTo>
                    <a:lnTo>
                      <a:pt x="398" y="496"/>
                    </a:lnTo>
                    <a:lnTo>
                      <a:pt x="373" y="461"/>
                    </a:lnTo>
                    <a:lnTo>
                      <a:pt x="349" y="426"/>
                    </a:lnTo>
                    <a:lnTo>
                      <a:pt x="325" y="390"/>
                    </a:lnTo>
                    <a:lnTo>
                      <a:pt x="302" y="354"/>
                    </a:lnTo>
                    <a:lnTo>
                      <a:pt x="281" y="317"/>
                    </a:lnTo>
                    <a:lnTo>
                      <a:pt x="261" y="280"/>
                    </a:lnTo>
                    <a:lnTo>
                      <a:pt x="241" y="241"/>
                    </a:lnTo>
                    <a:lnTo>
                      <a:pt x="222" y="203"/>
                    </a:lnTo>
                    <a:lnTo>
                      <a:pt x="205" y="163"/>
                    </a:lnTo>
                    <a:lnTo>
                      <a:pt x="189" y="124"/>
                    </a:lnTo>
                    <a:lnTo>
                      <a:pt x="174" y="83"/>
                    </a:lnTo>
                    <a:lnTo>
                      <a:pt x="159" y="42"/>
                    </a:lnTo>
                    <a:lnTo>
                      <a:pt x="146" y="0"/>
                    </a:lnTo>
                    <a:lnTo>
                      <a:pt x="110" y="14"/>
                    </a:lnTo>
                    <a:lnTo>
                      <a:pt x="73" y="26"/>
                    </a:lnTo>
                    <a:lnTo>
                      <a:pt x="37" y="39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74B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7" name="Freeform 532"/>
              <p:cNvSpPr>
                <a:spLocks/>
              </p:cNvSpPr>
              <p:nvPr/>
            </p:nvSpPr>
            <p:spPr bwMode="auto">
              <a:xfrm>
                <a:off x="2541" y="1482"/>
                <a:ext cx="60" cy="81"/>
              </a:xfrm>
              <a:custGeom>
                <a:avLst/>
                <a:gdLst>
                  <a:gd name="T0" fmla="*/ 0 w 479"/>
                  <a:gd name="T1" fmla="*/ 1 h 651"/>
                  <a:gd name="T2" fmla="*/ 0 w 479"/>
                  <a:gd name="T3" fmla="*/ 1 h 651"/>
                  <a:gd name="T4" fmla="*/ 1 w 479"/>
                  <a:gd name="T5" fmla="*/ 2 h 651"/>
                  <a:gd name="T6" fmla="*/ 1 w 479"/>
                  <a:gd name="T7" fmla="*/ 3 h 651"/>
                  <a:gd name="T8" fmla="*/ 1 w 479"/>
                  <a:gd name="T9" fmla="*/ 3 h 651"/>
                  <a:gd name="T10" fmla="*/ 1 w 479"/>
                  <a:gd name="T11" fmla="*/ 4 h 651"/>
                  <a:gd name="T12" fmla="*/ 2 w 479"/>
                  <a:gd name="T13" fmla="*/ 5 h 651"/>
                  <a:gd name="T14" fmla="*/ 2 w 479"/>
                  <a:gd name="T15" fmla="*/ 5 h 651"/>
                  <a:gd name="T16" fmla="*/ 2 w 479"/>
                  <a:gd name="T17" fmla="*/ 6 h 651"/>
                  <a:gd name="T18" fmla="*/ 3 w 479"/>
                  <a:gd name="T19" fmla="*/ 6 h 651"/>
                  <a:gd name="T20" fmla="*/ 3 w 479"/>
                  <a:gd name="T21" fmla="*/ 7 h 651"/>
                  <a:gd name="T22" fmla="*/ 3 w 479"/>
                  <a:gd name="T23" fmla="*/ 7 h 651"/>
                  <a:gd name="T24" fmla="*/ 4 w 479"/>
                  <a:gd name="T25" fmla="*/ 8 h 651"/>
                  <a:gd name="T26" fmla="*/ 4 w 479"/>
                  <a:gd name="T27" fmla="*/ 9 h 651"/>
                  <a:gd name="T28" fmla="*/ 4 w 479"/>
                  <a:gd name="T29" fmla="*/ 9 h 651"/>
                  <a:gd name="T30" fmla="*/ 5 w 479"/>
                  <a:gd name="T31" fmla="*/ 10 h 651"/>
                  <a:gd name="T32" fmla="*/ 5 w 479"/>
                  <a:gd name="T33" fmla="*/ 10 h 651"/>
                  <a:gd name="T34" fmla="*/ 6 w 479"/>
                  <a:gd name="T35" fmla="*/ 10 h 651"/>
                  <a:gd name="T36" fmla="*/ 6 w 479"/>
                  <a:gd name="T37" fmla="*/ 10 h 651"/>
                  <a:gd name="T38" fmla="*/ 7 w 479"/>
                  <a:gd name="T39" fmla="*/ 9 h 651"/>
                  <a:gd name="T40" fmla="*/ 8 w 479"/>
                  <a:gd name="T41" fmla="*/ 9 h 651"/>
                  <a:gd name="T42" fmla="*/ 7 w 479"/>
                  <a:gd name="T43" fmla="*/ 9 h 651"/>
                  <a:gd name="T44" fmla="*/ 7 w 479"/>
                  <a:gd name="T45" fmla="*/ 8 h 651"/>
                  <a:gd name="T46" fmla="*/ 6 w 479"/>
                  <a:gd name="T47" fmla="*/ 7 h 651"/>
                  <a:gd name="T48" fmla="*/ 6 w 479"/>
                  <a:gd name="T49" fmla="*/ 7 h 651"/>
                  <a:gd name="T50" fmla="*/ 6 w 479"/>
                  <a:gd name="T51" fmla="*/ 6 h 651"/>
                  <a:gd name="T52" fmla="*/ 5 w 479"/>
                  <a:gd name="T53" fmla="*/ 6 h 651"/>
                  <a:gd name="T54" fmla="*/ 5 w 479"/>
                  <a:gd name="T55" fmla="*/ 5 h 651"/>
                  <a:gd name="T56" fmla="*/ 4 w 479"/>
                  <a:gd name="T57" fmla="*/ 5 h 651"/>
                  <a:gd name="T58" fmla="*/ 4 w 479"/>
                  <a:gd name="T59" fmla="*/ 4 h 651"/>
                  <a:gd name="T60" fmla="*/ 4 w 479"/>
                  <a:gd name="T61" fmla="*/ 4 h 651"/>
                  <a:gd name="T62" fmla="*/ 4 w 479"/>
                  <a:gd name="T63" fmla="*/ 3 h 651"/>
                  <a:gd name="T64" fmla="*/ 3 w 479"/>
                  <a:gd name="T65" fmla="*/ 2 h 651"/>
                  <a:gd name="T66" fmla="*/ 3 w 479"/>
                  <a:gd name="T67" fmla="*/ 2 h 651"/>
                  <a:gd name="T68" fmla="*/ 3 w 479"/>
                  <a:gd name="T69" fmla="*/ 1 h 651"/>
                  <a:gd name="T70" fmla="*/ 3 w 479"/>
                  <a:gd name="T71" fmla="*/ 1 h 651"/>
                  <a:gd name="T72" fmla="*/ 2 w 479"/>
                  <a:gd name="T73" fmla="*/ 0 h 651"/>
                  <a:gd name="T74" fmla="*/ 2 w 479"/>
                  <a:gd name="T75" fmla="*/ 0 h 651"/>
                  <a:gd name="T76" fmla="*/ 1 w 479"/>
                  <a:gd name="T77" fmla="*/ 0 h 651"/>
                  <a:gd name="T78" fmla="*/ 1 w 479"/>
                  <a:gd name="T79" fmla="*/ 1 h 651"/>
                  <a:gd name="T80" fmla="*/ 0 w 479"/>
                  <a:gd name="T81" fmla="*/ 1 h 6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9"/>
                  <a:gd name="T124" fmla="*/ 0 h 651"/>
                  <a:gd name="T125" fmla="*/ 479 w 479"/>
                  <a:gd name="T126" fmla="*/ 651 h 65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9" h="651">
                    <a:moveTo>
                      <a:pt x="0" y="50"/>
                    </a:moveTo>
                    <a:lnTo>
                      <a:pt x="13" y="92"/>
                    </a:lnTo>
                    <a:lnTo>
                      <a:pt x="28" y="134"/>
                    </a:lnTo>
                    <a:lnTo>
                      <a:pt x="43" y="174"/>
                    </a:lnTo>
                    <a:lnTo>
                      <a:pt x="59" y="215"/>
                    </a:lnTo>
                    <a:lnTo>
                      <a:pt x="77" y="254"/>
                    </a:lnTo>
                    <a:lnTo>
                      <a:pt x="95" y="294"/>
                    </a:lnTo>
                    <a:lnTo>
                      <a:pt x="115" y="332"/>
                    </a:lnTo>
                    <a:lnTo>
                      <a:pt x="136" y="371"/>
                    </a:lnTo>
                    <a:lnTo>
                      <a:pt x="157" y="408"/>
                    </a:lnTo>
                    <a:lnTo>
                      <a:pt x="180" y="445"/>
                    </a:lnTo>
                    <a:lnTo>
                      <a:pt x="203" y="481"/>
                    </a:lnTo>
                    <a:lnTo>
                      <a:pt x="227" y="517"/>
                    </a:lnTo>
                    <a:lnTo>
                      <a:pt x="253" y="551"/>
                    </a:lnTo>
                    <a:lnTo>
                      <a:pt x="279" y="585"/>
                    </a:lnTo>
                    <a:lnTo>
                      <a:pt x="305" y="619"/>
                    </a:lnTo>
                    <a:lnTo>
                      <a:pt x="334" y="651"/>
                    </a:lnTo>
                    <a:lnTo>
                      <a:pt x="371" y="634"/>
                    </a:lnTo>
                    <a:lnTo>
                      <a:pt x="408" y="617"/>
                    </a:lnTo>
                    <a:lnTo>
                      <a:pt x="444" y="600"/>
                    </a:lnTo>
                    <a:lnTo>
                      <a:pt x="479" y="582"/>
                    </a:lnTo>
                    <a:lnTo>
                      <a:pt x="451" y="551"/>
                    </a:lnTo>
                    <a:lnTo>
                      <a:pt x="424" y="520"/>
                    </a:lnTo>
                    <a:lnTo>
                      <a:pt x="397" y="486"/>
                    </a:lnTo>
                    <a:lnTo>
                      <a:pt x="372" y="453"/>
                    </a:lnTo>
                    <a:lnTo>
                      <a:pt x="348" y="419"/>
                    </a:lnTo>
                    <a:lnTo>
                      <a:pt x="324" y="384"/>
                    </a:lnTo>
                    <a:lnTo>
                      <a:pt x="302" y="348"/>
                    </a:lnTo>
                    <a:lnTo>
                      <a:pt x="280" y="312"/>
                    </a:lnTo>
                    <a:lnTo>
                      <a:pt x="260" y="276"/>
                    </a:lnTo>
                    <a:lnTo>
                      <a:pt x="240" y="237"/>
                    </a:lnTo>
                    <a:lnTo>
                      <a:pt x="222" y="200"/>
                    </a:lnTo>
                    <a:lnTo>
                      <a:pt x="205" y="160"/>
                    </a:lnTo>
                    <a:lnTo>
                      <a:pt x="189" y="122"/>
                    </a:lnTo>
                    <a:lnTo>
                      <a:pt x="174" y="81"/>
                    </a:lnTo>
                    <a:lnTo>
                      <a:pt x="159" y="41"/>
                    </a:lnTo>
                    <a:lnTo>
                      <a:pt x="146" y="0"/>
                    </a:lnTo>
                    <a:lnTo>
                      <a:pt x="111" y="12"/>
                    </a:lnTo>
                    <a:lnTo>
                      <a:pt x="74" y="24"/>
                    </a:lnTo>
                    <a:lnTo>
                      <a:pt x="37" y="38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77B6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8" name="Freeform 533"/>
              <p:cNvSpPr>
                <a:spLocks/>
              </p:cNvSpPr>
              <p:nvPr/>
            </p:nvSpPr>
            <p:spPr bwMode="auto">
              <a:xfrm>
                <a:off x="2550" y="1479"/>
                <a:ext cx="60" cy="80"/>
              </a:xfrm>
              <a:custGeom>
                <a:avLst/>
                <a:gdLst>
                  <a:gd name="T0" fmla="*/ 0 w 479"/>
                  <a:gd name="T1" fmla="*/ 1 h 642"/>
                  <a:gd name="T2" fmla="*/ 0 w 479"/>
                  <a:gd name="T3" fmla="*/ 1 h 642"/>
                  <a:gd name="T4" fmla="*/ 1 w 479"/>
                  <a:gd name="T5" fmla="*/ 2 h 642"/>
                  <a:gd name="T6" fmla="*/ 1 w 479"/>
                  <a:gd name="T7" fmla="*/ 3 h 642"/>
                  <a:gd name="T8" fmla="*/ 1 w 479"/>
                  <a:gd name="T9" fmla="*/ 3 h 642"/>
                  <a:gd name="T10" fmla="*/ 1 w 479"/>
                  <a:gd name="T11" fmla="*/ 4 h 642"/>
                  <a:gd name="T12" fmla="*/ 2 w 479"/>
                  <a:gd name="T13" fmla="*/ 4 h 642"/>
                  <a:gd name="T14" fmla="*/ 2 w 479"/>
                  <a:gd name="T15" fmla="*/ 5 h 642"/>
                  <a:gd name="T16" fmla="*/ 2 w 479"/>
                  <a:gd name="T17" fmla="*/ 6 h 642"/>
                  <a:gd name="T18" fmla="*/ 3 w 479"/>
                  <a:gd name="T19" fmla="*/ 6 h 642"/>
                  <a:gd name="T20" fmla="*/ 3 w 479"/>
                  <a:gd name="T21" fmla="*/ 7 h 642"/>
                  <a:gd name="T22" fmla="*/ 3 w 479"/>
                  <a:gd name="T23" fmla="*/ 7 h 642"/>
                  <a:gd name="T24" fmla="*/ 4 w 479"/>
                  <a:gd name="T25" fmla="*/ 8 h 642"/>
                  <a:gd name="T26" fmla="*/ 4 w 479"/>
                  <a:gd name="T27" fmla="*/ 8 h 642"/>
                  <a:gd name="T28" fmla="*/ 4 w 479"/>
                  <a:gd name="T29" fmla="*/ 9 h 642"/>
                  <a:gd name="T30" fmla="*/ 5 w 479"/>
                  <a:gd name="T31" fmla="*/ 9 h 642"/>
                  <a:gd name="T32" fmla="*/ 5 w 479"/>
                  <a:gd name="T33" fmla="*/ 10 h 642"/>
                  <a:gd name="T34" fmla="*/ 6 w 479"/>
                  <a:gd name="T35" fmla="*/ 10 h 642"/>
                  <a:gd name="T36" fmla="*/ 6 w 479"/>
                  <a:gd name="T37" fmla="*/ 9 h 642"/>
                  <a:gd name="T38" fmla="*/ 7 w 479"/>
                  <a:gd name="T39" fmla="*/ 9 h 642"/>
                  <a:gd name="T40" fmla="*/ 8 w 479"/>
                  <a:gd name="T41" fmla="*/ 9 h 642"/>
                  <a:gd name="T42" fmla="*/ 7 w 479"/>
                  <a:gd name="T43" fmla="*/ 8 h 642"/>
                  <a:gd name="T44" fmla="*/ 7 w 479"/>
                  <a:gd name="T45" fmla="*/ 8 h 642"/>
                  <a:gd name="T46" fmla="*/ 6 w 479"/>
                  <a:gd name="T47" fmla="*/ 7 h 642"/>
                  <a:gd name="T48" fmla="*/ 6 w 479"/>
                  <a:gd name="T49" fmla="*/ 7 h 642"/>
                  <a:gd name="T50" fmla="*/ 6 w 479"/>
                  <a:gd name="T51" fmla="*/ 6 h 642"/>
                  <a:gd name="T52" fmla="*/ 5 w 479"/>
                  <a:gd name="T53" fmla="*/ 6 h 642"/>
                  <a:gd name="T54" fmla="*/ 5 w 479"/>
                  <a:gd name="T55" fmla="*/ 5 h 642"/>
                  <a:gd name="T56" fmla="*/ 4 w 479"/>
                  <a:gd name="T57" fmla="*/ 5 h 642"/>
                  <a:gd name="T58" fmla="*/ 4 w 479"/>
                  <a:gd name="T59" fmla="*/ 4 h 642"/>
                  <a:gd name="T60" fmla="*/ 4 w 479"/>
                  <a:gd name="T61" fmla="*/ 4 h 642"/>
                  <a:gd name="T62" fmla="*/ 4 w 479"/>
                  <a:gd name="T63" fmla="*/ 3 h 642"/>
                  <a:gd name="T64" fmla="*/ 3 w 479"/>
                  <a:gd name="T65" fmla="*/ 2 h 642"/>
                  <a:gd name="T66" fmla="*/ 3 w 479"/>
                  <a:gd name="T67" fmla="*/ 2 h 642"/>
                  <a:gd name="T68" fmla="*/ 3 w 479"/>
                  <a:gd name="T69" fmla="*/ 1 h 642"/>
                  <a:gd name="T70" fmla="*/ 3 w 479"/>
                  <a:gd name="T71" fmla="*/ 1 h 642"/>
                  <a:gd name="T72" fmla="*/ 2 w 479"/>
                  <a:gd name="T73" fmla="*/ 0 h 642"/>
                  <a:gd name="T74" fmla="*/ 2 w 479"/>
                  <a:gd name="T75" fmla="*/ 0 h 642"/>
                  <a:gd name="T76" fmla="*/ 1 w 479"/>
                  <a:gd name="T77" fmla="*/ 0 h 642"/>
                  <a:gd name="T78" fmla="*/ 1 w 479"/>
                  <a:gd name="T79" fmla="*/ 0 h 642"/>
                  <a:gd name="T80" fmla="*/ 0 w 479"/>
                  <a:gd name="T81" fmla="*/ 1 h 64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9"/>
                  <a:gd name="T124" fmla="*/ 0 h 642"/>
                  <a:gd name="T125" fmla="*/ 479 w 479"/>
                  <a:gd name="T126" fmla="*/ 642 h 64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9" h="642">
                    <a:moveTo>
                      <a:pt x="0" y="48"/>
                    </a:moveTo>
                    <a:lnTo>
                      <a:pt x="13" y="90"/>
                    </a:lnTo>
                    <a:lnTo>
                      <a:pt x="28" y="131"/>
                    </a:lnTo>
                    <a:lnTo>
                      <a:pt x="43" y="172"/>
                    </a:lnTo>
                    <a:lnTo>
                      <a:pt x="59" y="211"/>
                    </a:lnTo>
                    <a:lnTo>
                      <a:pt x="76" y="251"/>
                    </a:lnTo>
                    <a:lnTo>
                      <a:pt x="94" y="289"/>
                    </a:lnTo>
                    <a:lnTo>
                      <a:pt x="115" y="328"/>
                    </a:lnTo>
                    <a:lnTo>
                      <a:pt x="135" y="365"/>
                    </a:lnTo>
                    <a:lnTo>
                      <a:pt x="156" y="402"/>
                    </a:lnTo>
                    <a:lnTo>
                      <a:pt x="179" y="438"/>
                    </a:lnTo>
                    <a:lnTo>
                      <a:pt x="203" y="474"/>
                    </a:lnTo>
                    <a:lnTo>
                      <a:pt x="227" y="509"/>
                    </a:lnTo>
                    <a:lnTo>
                      <a:pt x="252" y="544"/>
                    </a:lnTo>
                    <a:lnTo>
                      <a:pt x="279" y="577"/>
                    </a:lnTo>
                    <a:lnTo>
                      <a:pt x="305" y="609"/>
                    </a:lnTo>
                    <a:lnTo>
                      <a:pt x="334" y="642"/>
                    </a:lnTo>
                    <a:lnTo>
                      <a:pt x="371" y="624"/>
                    </a:lnTo>
                    <a:lnTo>
                      <a:pt x="407" y="605"/>
                    </a:lnTo>
                    <a:lnTo>
                      <a:pt x="443" y="588"/>
                    </a:lnTo>
                    <a:lnTo>
                      <a:pt x="479" y="570"/>
                    </a:lnTo>
                    <a:lnTo>
                      <a:pt x="451" y="540"/>
                    </a:lnTo>
                    <a:lnTo>
                      <a:pt x="424" y="509"/>
                    </a:lnTo>
                    <a:lnTo>
                      <a:pt x="397" y="477"/>
                    </a:lnTo>
                    <a:lnTo>
                      <a:pt x="372" y="444"/>
                    </a:lnTo>
                    <a:lnTo>
                      <a:pt x="348" y="411"/>
                    </a:lnTo>
                    <a:lnTo>
                      <a:pt x="323" y="377"/>
                    </a:lnTo>
                    <a:lnTo>
                      <a:pt x="301" y="342"/>
                    </a:lnTo>
                    <a:lnTo>
                      <a:pt x="280" y="307"/>
                    </a:lnTo>
                    <a:lnTo>
                      <a:pt x="260" y="270"/>
                    </a:lnTo>
                    <a:lnTo>
                      <a:pt x="240" y="234"/>
                    </a:lnTo>
                    <a:lnTo>
                      <a:pt x="222" y="196"/>
                    </a:lnTo>
                    <a:lnTo>
                      <a:pt x="205" y="158"/>
                    </a:lnTo>
                    <a:lnTo>
                      <a:pt x="189" y="119"/>
                    </a:lnTo>
                    <a:lnTo>
                      <a:pt x="173" y="80"/>
                    </a:lnTo>
                    <a:lnTo>
                      <a:pt x="160" y="40"/>
                    </a:lnTo>
                    <a:lnTo>
                      <a:pt x="147" y="0"/>
                    </a:lnTo>
                    <a:lnTo>
                      <a:pt x="111" y="11"/>
                    </a:lnTo>
                    <a:lnTo>
                      <a:pt x="74" y="23"/>
                    </a:lnTo>
                    <a:lnTo>
                      <a:pt x="38" y="3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7AB7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9" name="Freeform 534"/>
              <p:cNvSpPr>
                <a:spLocks/>
              </p:cNvSpPr>
              <p:nvPr/>
            </p:nvSpPr>
            <p:spPr bwMode="auto">
              <a:xfrm>
                <a:off x="2559" y="1476"/>
                <a:ext cx="60" cy="79"/>
              </a:xfrm>
              <a:custGeom>
                <a:avLst/>
                <a:gdLst>
                  <a:gd name="T0" fmla="*/ 0 w 478"/>
                  <a:gd name="T1" fmla="*/ 1 h 629"/>
                  <a:gd name="T2" fmla="*/ 0 w 478"/>
                  <a:gd name="T3" fmla="*/ 1 h 629"/>
                  <a:gd name="T4" fmla="*/ 1 w 478"/>
                  <a:gd name="T5" fmla="*/ 2 h 629"/>
                  <a:gd name="T6" fmla="*/ 1 w 478"/>
                  <a:gd name="T7" fmla="*/ 3 h 629"/>
                  <a:gd name="T8" fmla="*/ 1 w 478"/>
                  <a:gd name="T9" fmla="*/ 3 h 629"/>
                  <a:gd name="T10" fmla="*/ 1 w 478"/>
                  <a:gd name="T11" fmla="*/ 4 h 629"/>
                  <a:gd name="T12" fmla="*/ 2 w 478"/>
                  <a:gd name="T13" fmla="*/ 5 h 629"/>
                  <a:gd name="T14" fmla="*/ 2 w 478"/>
                  <a:gd name="T15" fmla="*/ 5 h 629"/>
                  <a:gd name="T16" fmla="*/ 2 w 478"/>
                  <a:gd name="T17" fmla="*/ 6 h 629"/>
                  <a:gd name="T18" fmla="*/ 3 w 478"/>
                  <a:gd name="T19" fmla="*/ 6 h 629"/>
                  <a:gd name="T20" fmla="*/ 3 w 478"/>
                  <a:gd name="T21" fmla="*/ 7 h 629"/>
                  <a:gd name="T22" fmla="*/ 3 w 478"/>
                  <a:gd name="T23" fmla="*/ 7 h 629"/>
                  <a:gd name="T24" fmla="*/ 4 w 478"/>
                  <a:gd name="T25" fmla="*/ 8 h 629"/>
                  <a:gd name="T26" fmla="*/ 4 w 478"/>
                  <a:gd name="T27" fmla="*/ 8 h 629"/>
                  <a:gd name="T28" fmla="*/ 4 w 478"/>
                  <a:gd name="T29" fmla="*/ 9 h 629"/>
                  <a:gd name="T30" fmla="*/ 5 w 478"/>
                  <a:gd name="T31" fmla="*/ 9 h 629"/>
                  <a:gd name="T32" fmla="*/ 5 w 478"/>
                  <a:gd name="T33" fmla="*/ 10 h 629"/>
                  <a:gd name="T34" fmla="*/ 6 w 478"/>
                  <a:gd name="T35" fmla="*/ 10 h 629"/>
                  <a:gd name="T36" fmla="*/ 6 w 478"/>
                  <a:gd name="T37" fmla="*/ 9 h 629"/>
                  <a:gd name="T38" fmla="*/ 7 w 478"/>
                  <a:gd name="T39" fmla="*/ 9 h 629"/>
                  <a:gd name="T40" fmla="*/ 8 w 478"/>
                  <a:gd name="T41" fmla="*/ 9 h 629"/>
                  <a:gd name="T42" fmla="*/ 7 w 478"/>
                  <a:gd name="T43" fmla="*/ 8 h 629"/>
                  <a:gd name="T44" fmla="*/ 7 w 478"/>
                  <a:gd name="T45" fmla="*/ 8 h 629"/>
                  <a:gd name="T46" fmla="*/ 6 w 478"/>
                  <a:gd name="T47" fmla="*/ 7 h 629"/>
                  <a:gd name="T48" fmla="*/ 6 w 478"/>
                  <a:gd name="T49" fmla="*/ 7 h 629"/>
                  <a:gd name="T50" fmla="*/ 6 w 478"/>
                  <a:gd name="T51" fmla="*/ 6 h 629"/>
                  <a:gd name="T52" fmla="*/ 5 w 478"/>
                  <a:gd name="T53" fmla="*/ 6 h 629"/>
                  <a:gd name="T54" fmla="*/ 5 w 478"/>
                  <a:gd name="T55" fmla="*/ 5 h 629"/>
                  <a:gd name="T56" fmla="*/ 4 w 478"/>
                  <a:gd name="T57" fmla="*/ 5 h 629"/>
                  <a:gd name="T58" fmla="*/ 4 w 478"/>
                  <a:gd name="T59" fmla="*/ 4 h 629"/>
                  <a:gd name="T60" fmla="*/ 4 w 478"/>
                  <a:gd name="T61" fmla="*/ 4 h 629"/>
                  <a:gd name="T62" fmla="*/ 4 w 478"/>
                  <a:gd name="T63" fmla="*/ 3 h 629"/>
                  <a:gd name="T64" fmla="*/ 3 w 478"/>
                  <a:gd name="T65" fmla="*/ 2 h 629"/>
                  <a:gd name="T66" fmla="*/ 3 w 478"/>
                  <a:gd name="T67" fmla="*/ 2 h 629"/>
                  <a:gd name="T68" fmla="*/ 3 w 478"/>
                  <a:gd name="T69" fmla="*/ 1 h 629"/>
                  <a:gd name="T70" fmla="*/ 3 w 478"/>
                  <a:gd name="T71" fmla="*/ 1 h 629"/>
                  <a:gd name="T72" fmla="*/ 2 w 478"/>
                  <a:gd name="T73" fmla="*/ 0 h 629"/>
                  <a:gd name="T74" fmla="*/ 2 w 478"/>
                  <a:gd name="T75" fmla="*/ 0 h 629"/>
                  <a:gd name="T76" fmla="*/ 1 w 478"/>
                  <a:gd name="T77" fmla="*/ 0 h 629"/>
                  <a:gd name="T78" fmla="*/ 1 w 478"/>
                  <a:gd name="T79" fmla="*/ 1 h 629"/>
                  <a:gd name="T80" fmla="*/ 0 w 478"/>
                  <a:gd name="T81" fmla="*/ 1 h 62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8"/>
                  <a:gd name="T124" fmla="*/ 0 h 629"/>
                  <a:gd name="T125" fmla="*/ 478 w 478"/>
                  <a:gd name="T126" fmla="*/ 629 h 62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8" h="629">
                    <a:moveTo>
                      <a:pt x="0" y="47"/>
                    </a:moveTo>
                    <a:lnTo>
                      <a:pt x="13" y="88"/>
                    </a:lnTo>
                    <a:lnTo>
                      <a:pt x="28" y="128"/>
                    </a:lnTo>
                    <a:lnTo>
                      <a:pt x="43" y="169"/>
                    </a:lnTo>
                    <a:lnTo>
                      <a:pt x="59" y="207"/>
                    </a:lnTo>
                    <a:lnTo>
                      <a:pt x="76" y="247"/>
                    </a:lnTo>
                    <a:lnTo>
                      <a:pt x="94" y="284"/>
                    </a:lnTo>
                    <a:lnTo>
                      <a:pt x="114" y="323"/>
                    </a:lnTo>
                    <a:lnTo>
                      <a:pt x="135" y="359"/>
                    </a:lnTo>
                    <a:lnTo>
                      <a:pt x="156" y="395"/>
                    </a:lnTo>
                    <a:lnTo>
                      <a:pt x="178" y="431"/>
                    </a:lnTo>
                    <a:lnTo>
                      <a:pt x="202" y="465"/>
                    </a:lnTo>
                    <a:lnTo>
                      <a:pt x="226" y="500"/>
                    </a:lnTo>
                    <a:lnTo>
                      <a:pt x="251" y="533"/>
                    </a:lnTo>
                    <a:lnTo>
                      <a:pt x="278" y="567"/>
                    </a:lnTo>
                    <a:lnTo>
                      <a:pt x="305" y="598"/>
                    </a:lnTo>
                    <a:lnTo>
                      <a:pt x="333" y="629"/>
                    </a:lnTo>
                    <a:lnTo>
                      <a:pt x="371" y="611"/>
                    </a:lnTo>
                    <a:lnTo>
                      <a:pt x="407" y="593"/>
                    </a:lnTo>
                    <a:lnTo>
                      <a:pt x="443" y="575"/>
                    </a:lnTo>
                    <a:lnTo>
                      <a:pt x="478" y="556"/>
                    </a:lnTo>
                    <a:lnTo>
                      <a:pt x="450" y="527"/>
                    </a:lnTo>
                    <a:lnTo>
                      <a:pt x="423" y="497"/>
                    </a:lnTo>
                    <a:lnTo>
                      <a:pt x="396" y="466"/>
                    </a:lnTo>
                    <a:lnTo>
                      <a:pt x="371" y="435"/>
                    </a:lnTo>
                    <a:lnTo>
                      <a:pt x="347" y="403"/>
                    </a:lnTo>
                    <a:lnTo>
                      <a:pt x="323" y="369"/>
                    </a:lnTo>
                    <a:lnTo>
                      <a:pt x="301" y="335"/>
                    </a:lnTo>
                    <a:lnTo>
                      <a:pt x="280" y="300"/>
                    </a:lnTo>
                    <a:lnTo>
                      <a:pt x="260" y="265"/>
                    </a:lnTo>
                    <a:lnTo>
                      <a:pt x="240" y="228"/>
                    </a:lnTo>
                    <a:lnTo>
                      <a:pt x="222" y="192"/>
                    </a:lnTo>
                    <a:lnTo>
                      <a:pt x="205" y="154"/>
                    </a:lnTo>
                    <a:lnTo>
                      <a:pt x="189" y="117"/>
                    </a:lnTo>
                    <a:lnTo>
                      <a:pt x="174" y="79"/>
                    </a:lnTo>
                    <a:lnTo>
                      <a:pt x="160" y="39"/>
                    </a:lnTo>
                    <a:lnTo>
                      <a:pt x="148" y="0"/>
                    </a:lnTo>
                    <a:lnTo>
                      <a:pt x="112" y="11"/>
                    </a:lnTo>
                    <a:lnTo>
                      <a:pt x="75" y="23"/>
                    </a:lnTo>
                    <a:lnTo>
                      <a:pt x="38" y="34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7BB9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0" name="Freeform 535"/>
              <p:cNvSpPr>
                <a:spLocks/>
              </p:cNvSpPr>
              <p:nvPr/>
            </p:nvSpPr>
            <p:spPr bwMode="auto">
              <a:xfrm>
                <a:off x="2568" y="1473"/>
                <a:ext cx="60" cy="77"/>
              </a:xfrm>
              <a:custGeom>
                <a:avLst/>
                <a:gdLst>
                  <a:gd name="T0" fmla="*/ 0 w 476"/>
                  <a:gd name="T1" fmla="*/ 1 h 617"/>
                  <a:gd name="T2" fmla="*/ 0 w 476"/>
                  <a:gd name="T3" fmla="*/ 1 h 617"/>
                  <a:gd name="T4" fmla="*/ 0 w 476"/>
                  <a:gd name="T5" fmla="*/ 2 h 617"/>
                  <a:gd name="T6" fmla="*/ 1 w 476"/>
                  <a:gd name="T7" fmla="*/ 3 h 617"/>
                  <a:gd name="T8" fmla="*/ 1 w 476"/>
                  <a:gd name="T9" fmla="*/ 3 h 617"/>
                  <a:gd name="T10" fmla="*/ 1 w 476"/>
                  <a:gd name="T11" fmla="*/ 4 h 617"/>
                  <a:gd name="T12" fmla="*/ 2 w 476"/>
                  <a:gd name="T13" fmla="*/ 4 h 617"/>
                  <a:gd name="T14" fmla="*/ 2 w 476"/>
                  <a:gd name="T15" fmla="*/ 5 h 617"/>
                  <a:gd name="T16" fmla="*/ 2 w 476"/>
                  <a:gd name="T17" fmla="*/ 5 h 617"/>
                  <a:gd name="T18" fmla="*/ 2 w 476"/>
                  <a:gd name="T19" fmla="*/ 6 h 617"/>
                  <a:gd name="T20" fmla="*/ 3 w 476"/>
                  <a:gd name="T21" fmla="*/ 7 h 617"/>
                  <a:gd name="T22" fmla="*/ 3 w 476"/>
                  <a:gd name="T23" fmla="*/ 7 h 617"/>
                  <a:gd name="T24" fmla="*/ 4 w 476"/>
                  <a:gd name="T25" fmla="*/ 8 h 617"/>
                  <a:gd name="T26" fmla="*/ 4 w 476"/>
                  <a:gd name="T27" fmla="*/ 8 h 617"/>
                  <a:gd name="T28" fmla="*/ 4 w 476"/>
                  <a:gd name="T29" fmla="*/ 9 h 617"/>
                  <a:gd name="T30" fmla="*/ 5 w 476"/>
                  <a:gd name="T31" fmla="*/ 9 h 617"/>
                  <a:gd name="T32" fmla="*/ 5 w 476"/>
                  <a:gd name="T33" fmla="*/ 10 h 617"/>
                  <a:gd name="T34" fmla="*/ 6 w 476"/>
                  <a:gd name="T35" fmla="*/ 9 h 617"/>
                  <a:gd name="T36" fmla="*/ 6 w 476"/>
                  <a:gd name="T37" fmla="*/ 9 h 617"/>
                  <a:gd name="T38" fmla="*/ 7 w 476"/>
                  <a:gd name="T39" fmla="*/ 9 h 617"/>
                  <a:gd name="T40" fmla="*/ 8 w 476"/>
                  <a:gd name="T41" fmla="*/ 8 h 617"/>
                  <a:gd name="T42" fmla="*/ 7 w 476"/>
                  <a:gd name="T43" fmla="*/ 8 h 617"/>
                  <a:gd name="T44" fmla="*/ 7 w 476"/>
                  <a:gd name="T45" fmla="*/ 8 h 617"/>
                  <a:gd name="T46" fmla="*/ 6 w 476"/>
                  <a:gd name="T47" fmla="*/ 7 h 617"/>
                  <a:gd name="T48" fmla="*/ 6 w 476"/>
                  <a:gd name="T49" fmla="*/ 7 h 617"/>
                  <a:gd name="T50" fmla="*/ 6 w 476"/>
                  <a:gd name="T51" fmla="*/ 6 h 617"/>
                  <a:gd name="T52" fmla="*/ 5 w 476"/>
                  <a:gd name="T53" fmla="*/ 6 h 617"/>
                  <a:gd name="T54" fmla="*/ 5 w 476"/>
                  <a:gd name="T55" fmla="*/ 5 h 617"/>
                  <a:gd name="T56" fmla="*/ 4 w 476"/>
                  <a:gd name="T57" fmla="*/ 5 h 617"/>
                  <a:gd name="T58" fmla="*/ 4 w 476"/>
                  <a:gd name="T59" fmla="*/ 4 h 617"/>
                  <a:gd name="T60" fmla="*/ 4 w 476"/>
                  <a:gd name="T61" fmla="*/ 3 h 617"/>
                  <a:gd name="T62" fmla="*/ 4 w 476"/>
                  <a:gd name="T63" fmla="*/ 3 h 617"/>
                  <a:gd name="T64" fmla="*/ 3 w 476"/>
                  <a:gd name="T65" fmla="*/ 2 h 617"/>
                  <a:gd name="T66" fmla="*/ 3 w 476"/>
                  <a:gd name="T67" fmla="*/ 2 h 617"/>
                  <a:gd name="T68" fmla="*/ 3 w 476"/>
                  <a:gd name="T69" fmla="*/ 1 h 617"/>
                  <a:gd name="T70" fmla="*/ 3 w 476"/>
                  <a:gd name="T71" fmla="*/ 1 h 617"/>
                  <a:gd name="T72" fmla="*/ 2 w 476"/>
                  <a:gd name="T73" fmla="*/ 0 h 617"/>
                  <a:gd name="T74" fmla="*/ 2 w 476"/>
                  <a:gd name="T75" fmla="*/ 0 h 617"/>
                  <a:gd name="T76" fmla="*/ 1 w 476"/>
                  <a:gd name="T77" fmla="*/ 0 h 617"/>
                  <a:gd name="T78" fmla="*/ 1 w 476"/>
                  <a:gd name="T79" fmla="*/ 0 h 617"/>
                  <a:gd name="T80" fmla="*/ 0 w 476"/>
                  <a:gd name="T81" fmla="*/ 1 h 61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6"/>
                  <a:gd name="T124" fmla="*/ 0 h 617"/>
                  <a:gd name="T125" fmla="*/ 476 w 476"/>
                  <a:gd name="T126" fmla="*/ 617 h 61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6" h="617">
                    <a:moveTo>
                      <a:pt x="0" y="47"/>
                    </a:moveTo>
                    <a:lnTo>
                      <a:pt x="13" y="87"/>
                    </a:lnTo>
                    <a:lnTo>
                      <a:pt x="26" y="127"/>
                    </a:lnTo>
                    <a:lnTo>
                      <a:pt x="42" y="166"/>
                    </a:lnTo>
                    <a:lnTo>
                      <a:pt x="58" y="205"/>
                    </a:lnTo>
                    <a:lnTo>
                      <a:pt x="75" y="243"/>
                    </a:lnTo>
                    <a:lnTo>
                      <a:pt x="93" y="281"/>
                    </a:lnTo>
                    <a:lnTo>
                      <a:pt x="113" y="317"/>
                    </a:lnTo>
                    <a:lnTo>
                      <a:pt x="133" y="354"/>
                    </a:lnTo>
                    <a:lnTo>
                      <a:pt x="154" y="389"/>
                    </a:lnTo>
                    <a:lnTo>
                      <a:pt x="176" y="424"/>
                    </a:lnTo>
                    <a:lnTo>
                      <a:pt x="201" y="458"/>
                    </a:lnTo>
                    <a:lnTo>
                      <a:pt x="225" y="491"/>
                    </a:lnTo>
                    <a:lnTo>
                      <a:pt x="250" y="524"/>
                    </a:lnTo>
                    <a:lnTo>
                      <a:pt x="277" y="556"/>
                    </a:lnTo>
                    <a:lnTo>
                      <a:pt x="304" y="587"/>
                    </a:lnTo>
                    <a:lnTo>
                      <a:pt x="332" y="617"/>
                    </a:lnTo>
                    <a:lnTo>
                      <a:pt x="369" y="599"/>
                    </a:lnTo>
                    <a:lnTo>
                      <a:pt x="405" y="579"/>
                    </a:lnTo>
                    <a:lnTo>
                      <a:pt x="441" y="561"/>
                    </a:lnTo>
                    <a:lnTo>
                      <a:pt x="476" y="543"/>
                    </a:lnTo>
                    <a:lnTo>
                      <a:pt x="448" y="515"/>
                    </a:lnTo>
                    <a:lnTo>
                      <a:pt x="422" y="485"/>
                    </a:lnTo>
                    <a:lnTo>
                      <a:pt x="395" y="456"/>
                    </a:lnTo>
                    <a:lnTo>
                      <a:pt x="370" y="426"/>
                    </a:lnTo>
                    <a:lnTo>
                      <a:pt x="346" y="393"/>
                    </a:lnTo>
                    <a:lnTo>
                      <a:pt x="321" y="362"/>
                    </a:lnTo>
                    <a:lnTo>
                      <a:pt x="299" y="328"/>
                    </a:lnTo>
                    <a:lnTo>
                      <a:pt x="278" y="295"/>
                    </a:lnTo>
                    <a:lnTo>
                      <a:pt x="258" y="260"/>
                    </a:lnTo>
                    <a:lnTo>
                      <a:pt x="239" y="225"/>
                    </a:lnTo>
                    <a:lnTo>
                      <a:pt x="221" y="189"/>
                    </a:lnTo>
                    <a:lnTo>
                      <a:pt x="204" y="152"/>
                    </a:lnTo>
                    <a:lnTo>
                      <a:pt x="189" y="116"/>
                    </a:lnTo>
                    <a:lnTo>
                      <a:pt x="173" y="78"/>
                    </a:lnTo>
                    <a:lnTo>
                      <a:pt x="160" y="40"/>
                    </a:lnTo>
                    <a:lnTo>
                      <a:pt x="148" y="0"/>
                    </a:lnTo>
                    <a:lnTo>
                      <a:pt x="112" y="11"/>
                    </a:lnTo>
                    <a:lnTo>
                      <a:pt x="75" y="23"/>
                    </a:lnTo>
                    <a:lnTo>
                      <a:pt x="38" y="35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7EB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1" name="Freeform 536"/>
              <p:cNvSpPr>
                <a:spLocks/>
              </p:cNvSpPr>
              <p:nvPr/>
            </p:nvSpPr>
            <p:spPr bwMode="auto">
              <a:xfrm>
                <a:off x="2577" y="1471"/>
                <a:ext cx="60" cy="75"/>
              </a:xfrm>
              <a:custGeom>
                <a:avLst/>
                <a:gdLst>
                  <a:gd name="T0" fmla="*/ 0 w 474"/>
                  <a:gd name="T1" fmla="*/ 1 h 601"/>
                  <a:gd name="T2" fmla="*/ 0 w 474"/>
                  <a:gd name="T3" fmla="*/ 1 h 601"/>
                  <a:gd name="T4" fmla="*/ 0 w 474"/>
                  <a:gd name="T5" fmla="*/ 2 h 601"/>
                  <a:gd name="T6" fmla="*/ 1 w 474"/>
                  <a:gd name="T7" fmla="*/ 2 h 601"/>
                  <a:gd name="T8" fmla="*/ 1 w 474"/>
                  <a:gd name="T9" fmla="*/ 3 h 601"/>
                  <a:gd name="T10" fmla="*/ 1 w 474"/>
                  <a:gd name="T11" fmla="*/ 4 h 601"/>
                  <a:gd name="T12" fmla="*/ 2 w 474"/>
                  <a:gd name="T13" fmla="*/ 4 h 601"/>
                  <a:gd name="T14" fmla="*/ 2 w 474"/>
                  <a:gd name="T15" fmla="*/ 5 h 601"/>
                  <a:gd name="T16" fmla="*/ 2 w 474"/>
                  <a:gd name="T17" fmla="*/ 5 h 601"/>
                  <a:gd name="T18" fmla="*/ 2 w 474"/>
                  <a:gd name="T19" fmla="*/ 6 h 601"/>
                  <a:gd name="T20" fmla="*/ 3 w 474"/>
                  <a:gd name="T21" fmla="*/ 6 h 601"/>
                  <a:gd name="T22" fmla="*/ 3 w 474"/>
                  <a:gd name="T23" fmla="*/ 7 h 601"/>
                  <a:gd name="T24" fmla="*/ 4 w 474"/>
                  <a:gd name="T25" fmla="*/ 7 h 601"/>
                  <a:gd name="T26" fmla="*/ 4 w 474"/>
                  <a:gd name="T27" fmla="*/ 8 h 601"/>
                  <a:gd name="T28" fmla="*/ 4 w 474"/>
                  <a:gd name="T29" fmla="*/ 8 h 601"/>
                  <a:gd name="T30" fmla="*/ 5 w 474"/>
                  <a:gd name="T31" fmla="*/ 9 h 601"/>
                  <a:gd name="T32" fmla="*/ 5 w 474"/>
                  <a:gd name="T33" fmla="*/ 9 h 601"/>
                  <a:gd name="T34" fmla="*/ 6 w 474"/>
                  <a:gd name="T35" fmla="*/ 9 h 601"/>
                  <a:gd name="T36" fmla="*/ 6 w 474"/>
                  <a:gd name="T37" fmla="*/ 9 h 601"/>
                  <a:gd name="T38" fmla="*/ 7 w 474"/>
                  <a:gd name="T39" fmla="*/ 8 h 601"/>
                  <a:gd name="T40" fmla="*/ 8 w 474"/>
                  <a:gd name="T41" fmla="*/ 8 h 601"/>
                  <a:gd name="T42" fmla="*/ 7 w 474"/>
                  <a:gd name="T43" fmla="*/ 8 h 601"/>
                  <a:gd name="T44" fmla="*/ 7 w 474"/>
                  <a:gd name="T45" fmla="*/ 7 h 601"/>
                  <a:gd name="T46" fmla="*/ 6 w 474"/>
                  <a:gd name="T47" fmla="*/ 7 h 601"/>
                  <a:gd name="T48" fmla="*/ 6 w 474"/>
                  <a:gd name="T49" fmla="*/ 6 h 601"/>
                  <a:gd name="T50" fmla="*/ 6 w 474"/>
                  <a:gd name="T51" fmla="*/ 6 h 601"/>
                  <a:gd name="T52" fmla="*/ 5 w 474"/>
                  <a:gd name="T53" fmla="*/ 5 h 601"/>
                  <a:gd name="T54" fmla="*/ 5 w 474"/>
                  <a:gd name="T55" fmla="*/ 5 h 601"/>
                  <a:gd name="T56" fmla="*/ 4 w 474"/>
                  <a:gd name="T57" fmla="*/ 4 h 601"/>
                  <a:gd name="T58" fmla="*/ 4 w 474"/>
                  <a:gd name="T59" fmla="*/ 4 h 601"/>
                  <a:gd name="T60" fmla="*/ 4 w 474"/>
                  <a:gd name="T61" fmla="*/ 3 h 601"/>
                  <a:gd name="T62" fmla="*/ 4 w 474"/>
                  <a:gd name="T63" fmla="*/ 3 h 601"/>
                  <a:gd name="T64" fmla="*/ 3 w 474"/>
                  <a:gd name="T65" fmla="*/ 2 h 601"/>
                  <a:gd name="T66" fmla="*/ 3 w 474"/>
                  <a:gd name="T67" fmla="*/ 2 h 601"/>
                  <a:gd name="T68" fmla="*/ 3 w 474"/>
                  <a:gd name="T69" fmla="*/ 1 h 601"/>
                  <a:gd name="T70" fmla="*/ 3 w 474"/>
                  <a:gd name="T71" fmla="*/ 1 h 601"/>
                  <a:gd name="T72" fmla="*/ 2 w 474"/>
                  <a:gd name="T73" fmla="*/ 0 h 601"/>
                  <a:gd name="T74" fmla="*/ 2 w 474"/>
                  <a:gd name="T75" fmla="*/ 0 h 601"/>
                  <a:gd name="T76" fmla="*/ 1 w 474"/>
                  <a:gd name="T77" fmla="*/ 0 h 601"/>
                  <a:gd name="T78" fmla="*/ 1 w 474"/>
                  <a:gd name="T79" fmla="*/ 0 h 601"/>
                  <a:gd name="T80" fmla="*/ 0 w 474"/>
                  <a:gd name="T81" fmla="*/ 1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4"/>
                  <a:gd name="T124" fmla="*/ 0 h 601"/>
                  <a:gd name="T125" fmla="*/ 474 w 474"/>
                  <a:gd name="T126" fmla="*/ 601 h 60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4" h="601">
                    <a:moveTo>
                      <a:pt x="0" y="45"/>
                    </a:moveTo>
                    <a:lnTo>
                      <a:pt x="12" y="84"/>
                    </a:lnTo>
                    <a:lnTo>
                      <a:pt x="26" y="124"/>
                    </a:lnTo>
                    <a:lnTo>
                      <a:pt x="41" y="162"/>
                    </a:lnTo>
                    <a:lnTo>
                      <a:pt x="57" y="199"/>
                    </a:lnTo>
                    <a:lnTo>
                      <a:pt x="74" y="237"/>
                    </a:lnTo>
                    <a:lnTo>
                      <a:pt x="92" y="273"/>
                    </a:lnTo>
                    <a:lnTo>
                      <a:pt x="112" y="310"/>
                    </a:lnTo>
                    <a:lnTo>
                      <a:pt x="132" y="345"/>
                    </a:lnTo>
                    <a:lnTo>
                      <a:pt x="153" y="380"/>
                    </a:lnTo>
                    <a:lnTo>
                      <a:pt x="175" y="414"/>
                    </a:lnTo>
                    <a:lnTo>
                      <a:pt x="199" y="448"/>
                    </a:lnTo>
                    <a:lnTo>
                      <a:pt x="223" y="480"/>
                    </a:lnTo>
                    <a:lnTo>
                      <a:pt x="248" y="511"/>
                    </a:lnTo>
                    <a:lnTo>
                      <a:pt x="275" y="542"/>
                    </a:lnTo>
                    <a:lnTo>
                      <a:pt x="302" y="572"/>
                    </a:lnTo>
                    <a:lnTo>
                      <a:pt x="330" y="601"/>
                    </a:lnTo>
                    <a:lnTo>
                      <a:pt x="367" y="582"/>
                    </a:lnTo>
                    <a:lnTo>
                      <a:pt x="403" y="563"/>
                    </a:lnTo>
                    <a:lnTo>
                      <a:pt x="439" y="544"/>
                    </a:lnTo>
                    <a:lnTo>
                      <a:pt x="474" y="524"/>
                    </a:lnTo>
                    <a:lnTo>
                      <a:pt x="446" y="498"/>
                    </a:lnTo>
                    <a:lnTo>
                      <a:pt x="419" y="470"/>
                    </a:lnTo>
                    <a:lnTo>
                      <a:pt x="393" y="441"/>
                    </a:lnTo>
                    <a:lnTo>
                      <a:pt x="368" y="412"/>
                    </a:lnTo>
                    <a:lnTo>
                      <a:pt x="344" y="382"/>
                    </a:lnTo>
                    <a:lnTo>
                      <a:pt x="320" y="350"/>
                    </a:lnTo>
                    <a:lnTo>
                      <a:pt x="298" y="319"/>
                    </a:lnTo>
                    <a:lnTo>
                      <a:pt x="277" y="286"/>
                    </a:lnTo>
                    <a:lnTo>
                      <a:pt x="256" y="252"/>
                    </a:lnTo>
                    <a:lnTo>
                      <a:pt x="238" y="219"/>
                    </a:lnTo>
                    <a:lnTo>
                      <a:pt x="220" y="183"/>
                    </a:lnTo>
                    <a:lnTo>
                      <a:pt x="204" y="148"/>
                    </a:lnTo>
                    <a:lnTo>
                      <a:pt x="188" y="111"/>
                    </a:lnTo>
                    <a:lnTo>
                      <a:pt x="173" y="75"/>
                    </a:lnTo>
                    <a:lnTo>
                      <a:pt x="160" y="37"/>
                    </a:lnTo>
                    <a:lnTo>
                      <a:pt x="149" y="0"/>
                    </a:lnTo>
                    <a:lnTo>
                      <a:pt x="113" y="10"/>
                    </a:lnTo>
                    <a:lnTo>
                      <a:pt x="75" y="21"/>
                    </a:lnTo>
                    <a:lnTo>
                      <a:pt x="38" y="3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80BD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2" name="Freeform 537"/>
              <p:cNvSpPr>
                <a:spLocks/>
              </p:cNvSpPr>
              <p:nvPr/>
            </p:nvSpPr>
            <p:spPr bwMode="auto">
              <a:xfrm>
                <a:off x="2587" y="1468"/>
                <a:ext cx="59" cy="73"/>
              </a:xfrm>
              <a:custGeom>
                <a:avLst/>
                <a:gdLst>
                  <a:gd name="T0" fmla="*/ 0 w 471"/>
                  <a:gd name="T1" fmla="*/ 1 h 585"/>
                  <a:gd name="T2" fmla="*/ 0 w 471"/>
                  <a:gd name="T3" fmla="*/ 1 h 585"/>
                  <a:gd name="T4" fmla="*/ 0 w 471"/>
                  <a:gd name="T5" fmla="*/ 2 h 585"/>
                  <a:gd name="T6" fmla="*/ 1 w 471"/>
                  <a:gd name="T7" fmla="*/ 2 h 585"/>
                  <a:gd name="T8" fmla="*/ 1 w 471"/>
                  <a:gd name="T9" fmla="*/ 3 h 585"/>
                  <a:gd name="T10" fmla="*/ 1 w 471"/>
                  <a:gd name="T11" fmla="*/ 4 h 585"/>
                  <a:gd name="T12" fmla="*/ 1 w 471"/>
                  <a:gd name="T13" fmla="*/ 4 h 585"/>
                  <a:gd name="T14" fmla="*/ 2 w 471"/>
                  <a:gd name="T15" fmla="*/ 5 h 585"/>
                  <a:gd name="T16" fmla="*/ 2 w 471"/>
                  <a:gd name="T17" fmla="*/ 5 h 585"/>
                  <a:gd name="T18" fmla="*/ 2 w 471"/>
                  <a:gd name="T19" fmla="*/ 6 h 585"/>
                  <a:gd name="T20" fmla="*/ 3 w 471"/>
                  <a:gd name="T21" fmla="*/ 6 h 585"/>
                  <a:gd name="T22" fmla="*/ 3 w 471"/>
                  <a:gd name="T23" fmla="*/ 7 h 585"/>
                  <a:gd name="T24" fmla="*/ 4 w 471"/>
                  <a:gd name="T25" fmla="*/ 7 h 585"/>
                  <a:gd name="T26" fmla="*/ 4 w 471"/>
                  <a:gd name="T27" fmla="*/ 8 h 585"/>
                  <a:gd name="T28" fmla="*/ 4 w 471"/>
                  <a:gd name="T29" fmla="*/ 8 h 585"/>
                  <a:gd name="T30" fmla="*/ 5 w 471"/>
                  <a:gd name="T31" fmla="*/ 9 h 585"/>
                  <a:gd name="T32" fmla="*/ 5 w 471"/>
                  <a:gd name="T33" fmla="*/ 9 h 585"/>
                  <a:gd name="T34" fmla="*/ 6 w 471"/>
                  <a:gd name="T35" fmla="*/ 9 h 585"/>
                  <a:gd name="T36" fmla="*/ 6 w 471"/>
                  <a:gd name="T37" fmla="*/ 8 h 585"/>
                  <a:gd name="T38" fmla="*/ 7 w 471"/>
                  <a:gd name="T39" fmla="*/ 8 h 585"/>
                  <a:gd name="T40" fmla="*/ 7 w 471"/>
                  <a:gd name="T41" fmla="*/ 8 h 585"/>
                  <a:gd name="T42" fmla="*/ 7 w 471"/>
                  <a:gd name="T43" fmla="*/ 7 h 585"/>
                  <a:gd name="T44" fmla="*/ 7 w 471"/>
                  <a:gd name="T45" fmla="*/ 7 h 585"/>
                  <a:gd name="T46" fmla="*/ 6 w 471"/>
                  <a:gd name="T47" fmla="*/ 7 h 585"/>
                  <a:gd name="T48" fmla="*/ 6 w 471"/>
                  <a:gd name="T49" fmla="*/ 6 h 585"/>
                  <a:gd name="T50" fmla="*/ 5 w 471"/>
                  <a:gd name="T51" fmla="*/ 6 h 585"/>
                  <a:gd name="T52" fmla="*/ 5 w 471"/>
                  <a:gd name="T53" fmla="*/ 5 h 585"/>
                  <a:gd name="T54" fmla="*/ 5 w 471"/>
                  <a:gd name="T55" fmla="*/ 5 h 585"/>
                  <a:gd name="T56" fmla="*/ 4 w 471"/>
                  <a:gd name="T57" fmla="*/ 4 h 585"/>
                  <a:gd name="T58" fmla="*/ 4 w 471"/>
                  <a:gd name="T59" fmla="*/ 4 h 585"/>
                  <a:gd name="T60" fmla="*/ 4 w 471"/>
                  <a:gd name="T61" fmla="*/ 3 h 585"/>
                  <a:gd name="T62" fmla="*/ 4 w 471"/>
                  <a:gd name="T63" fmla="*/ 3 h 585"/>
                  <a:gd name="T64" fmla="*/ 3 w 471"/>
                  <a:gd name="T65" fmla="*/ 2 h 585"/>
                  <a:gd name="T66" fmla="*/ 3 w 471"/>
                  <a:gd name="T67" fmla="*/ 2 h 585"/>
                  <a:gd name="T68" fmla="*/ 3 w 471"/>
                  <a:gd name="T69" fmla="*/ 1 h 585"/>
                  <a:gd name="T70" fmla="*/ 3 w 471"/>
                  <a:gd name="T71" fmla="*/ 1 h 585"/>
                  <a:gd name="T72" fmla="*/ 2 w 471"/>
                  <a:gd name="T73" fmla="*/ 0 h 585"/>
                  <a:gd name="T74" fmla="*/ 2 w 471"/>
                  <a:gd name="T75" fmla="*/ 0 h 585"/>
                  <a:gd name="T76" fmla="*/ 1 w 471"/>
                  <a:gd name="T77" fmla="*/ 0 h 585"/>
                  <a:gd name="T78" fmla="*/ 1 w 471"/>
                  <a:gd name="T79" fmla="*/ 0 h 585"/>
                  <a:gd name="T80" fmla="*/ 0 w 471"/>
                  <a:gd name="T81" fmla="*/ 1 h 58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71"/>
                  <a:gd name="T124" fmla="*/ 0 h 585"/>
                  <a:gd name="T125" fmla="*/ 471 w 471"/>
                  <a:gd name="T126" fmla="*/ 585 h 58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71" h="585">
                    <a:moveTo>
                      <a:pt x="0" y="42"/>
                    </a:moveTo>
                    <a:lnTo>
                      <a:pt x="12" y="82"/>
                    </a:lnTo>
                    <a:lnTo>
                      <a:pt x="25" y="120"/>
                    </a:lnTo>
                    <a:lnTo>
                      <a:pt x="41" y="158"/>
                    </a:lnTo>
                    <a:lnTo>
                      <a:pt x="56" y="194"/>
                    </a:lnTo>
                    <a:lnTo>
                      <a:pt x="73" y="232"/>
                    </a:lnTo>
                    <a:lnTo>
                      <a:pt x="91" y="267"/>
                    </a:lnTo>
                    <a:lnTo>
                      <a:pt x="109" y="302"/>
                    </a:lnTo>
                    <a:lnTo>
                      <a:pt x="130" y="337"/>
                    </a:lnTo>
                    <a:lnTo>
                      <a:pt x="151" y="370"/>
                    </a:lnTo>
                    <a:lnTo>
                      <a:pt x="173" y="404"/>
                    </a:lnTo>
                    <a:lnTo>
                      <a:pt x="197" y="436"/>
                    </a:lnTo>
                    <a:lnTo>
                      <a:pt x="222" y="468"/>
                    </a:lnTo>
                    <a:lnTo>
                      <a:pt x="247" y="498"/>
                    </a:lnTo>
                    <a:lnTo>
                      <a:pt x="273" y="527"/>
                    </a:lnTo>
                    <a:lnTo>
                      <a:pt x="300" y="557"/>
                    </a:lnTo>
                    <a:lnTo>
                      <a:pt x="328" y="585"/>
                    </a:lnTo>
                    <a:lnTo>
                      <a:pt x="365" y="565"/>
                    </a:lnTo>
                    <a:lnTo>
                      <a:pt x="401" y="545"/>
                    </a:lnTo>
                    <a:lnTo>
                      <a:pt x="437" y="525"/>
                    </a:lnTo>
                    <a:lnTo>
                      <a:pt x="471" y="506"/>
                    </a:lnTo>
                    <a:lnTo>
                      <a:pt x="444" y="481"/>
                    </a:lnTo>
                    <a:lnTo>
                      <a:pt x="416" y="454"/>
                    </a:lnTo>
                    <a:lnTo>
                      <a:pt x="391" y="427"/>
                    </a:lnTo>
                    <a:lnTo>
                      <a:pt x="366" y="399"/>
                    </a:lnTo>
                    <a:lnTo>
                      <a:pt x="341" y="369"/>
                    </a:lnTo>
                    <a:lnTo>
                      <a:pt x="319" y="339"/>
                    </a:lnTo>
                    <a:lnTo>
                      <a:pt x="297" y="309"/>
                    </a:lnTo>
                    <a:lnTo>
                      <a:pt x="276" y="277"/>
                    </a:lnTo>
                    <a:lnTo>
                      <a:pt x="256" y="245"/>
                    </a:lnTo>
                    <a:lnTo>
                      <a:pt x="237" y="211"/>
                    </a:lnTo>
                    <a:lnTo>
                      <a:pt x="220" y="178"/>
                    </a:lnTo>
                    <a:lnTo>
                      <a:pt x="203" y="144"/>
                    </a:lnTo>
                    <a:lnTo>
                      <a:pt x="187" y="109"/>
                    </a:lnTo>
                    <a:lnTo>
                      <a:pt x="173" y="73"/>
                    </a:lnTo>
                    <a:lnTo>
                      <a:pt x="161" y="37"/>
                    </a:lnTo>
                    <a:lnTo>
                      <a:pt x="149" y="0"/>
                    </a:lnTo>
                    <a:lnTo>
                      <a:pt x="112" y="10"/>
                    </a:lnTo>
                    <a:lnTo>
                      <a:pt x="76" y="20"/>
                    </a:lnTo>
                    <a:lnTo>
                      <a:pt x="39" y="31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83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3" name="Freeform 538"/>
              <p:cNvSpPr>
                <a:spLocks/>
              </p:cNvSpPr>
              <p:nvPr/>
            </p:nvSpPr>
            <p:spPr bwMode="auto">
              <a:xfrm>
                <a:off x="2596" y="1465"/>
                <a:ext cx="58" cy="71"/>
              </a:xfrm>
              <a:custGeom>
                <a:avLst/>
                <a:gdLst>
                  <a:gd name="T0" fmla="*/ 0 w 467"/>
                  <a:gd name="T1" fmla="*/ 1 h 565"/>
                  <a:gd name="T2" fmla="*/ 0 w 467"/>
                  <a:gd name="T3" fmla="*/ 1 h 565"/>
                  <a:gd name="T4" fmla="*/ 0 w 467"/>
                  <a:gd name="T5" fmla="*/ 2 h 565"/>
                  <a:gd name="T6" fmla="*/ 1 w 467"/>
                  <a:gd name="T7" fmla="*/ 2 h 565"/>
                  <a:gd name="T8" fmla="*/ 1 w 467"/>
                  <a:gd name="T9" fmla="*/ 3 h 565"/>
                  <a:gd name="T10" fmla="*/ 1 w 467"/>
                  <a:gd name="T11" fmla="*/ 4 h 565"/>
                  <a:gd name="T12" fmla="*/ 1 w 467"/>
                  <a:gd name="T13" fmla="*/ 4 h 565"/>
                  <a:gd name="T14" fmla="*/ 2 w 467"/>
                  <a:gd name="T15" fmla="*/ 5 h 565"/>
                  <a:gd name="T16" fmla="*/ 2 w 467"/>
                  <a:gd name="T17" fmla="*/ 5 h 565"/>
                  <a:gd name="T18" fmla="*/ 2 w 467"/>
                  <a:gd name="T19" fmla="*/ 6 h 565"/>
                  <a:gd name="T20" fmla="*/ 3 w 467"/>
                  <a:gd name="T21" fmla="*/ 6 h 565"/>
                  <a:gd name="T22" fmla="*/ 3 w 467"/>
                  <a:gd name="T23" fmla="*/ 7 h 565"/>
                  <a:gd name="T24" fmla="*/ 3 w 467"/>
                  <a:gd name="T25" fmla="*/ 7 h 565"/>
                  <a:gd name="T26" fmla="*/ 4 w 467"/>
                  <a:gd name="T27" fmla="*/ 8 h 565"/>
                  <a:gd name="T28" fmla="*/ 4 w 467"/>
                  <a:gd name="T29" fmla="*/ 8 h 565"/>
                  <a:gd name="T30" fmla="*/ 5 w 467"/>
                  <a:gd name="T31" fmla="*/ 9 h 565"/>
                  <a:gd name="T32" fmla="*/ 5 w 467"/>
                  <a:gd name="T33" fmla="*/ 9 h 565"/>
                  <a:gd name="T34" fmla="*/ 6 w 467"/>
                  <a:gd name="T35" fmla="*/ 9 h 565"/>
                  <a:gd name="T36" fmla="*/ 6 w 467"/>
                  <a:gd name="T37" fmla="*/ 8 h 565"/>
                  <a:gd name="T38" fmla="*/ 7 w 467"/>
                  <a:gd name="T39" fmla="*/ 8 h 565"/>
                  <a:gd name="T40" fmla="*/ 7 w 467"/>
                  <a:gd name="T41" fmla="*/ 8 h 565"/>
                  <a:gd name="T42" fmla="*/ 7 w 467"/>
                  <a:gd name="T43" fmla="*/ 7 h 565"/>
                  <a:gd name="T44" fmla="*/ 6 w 467"/>
                  <a:gd name="T45" fmla="*/ 7 h 565"/>
                  <a:gd name="T46" fmla="*/ 6 w 467"/>
                  <a:gd name="T47" fmla="*/ 7 h 565"/>
                  <a:gd name="T48" fmla="*/ 6 w 467"/>
                  <a:gd name="T49" fmla="*/ 6 h 565"/>
                  <a:gd name="T50" fmla="*/ 5 w 467"/>
                  <a:gd name="T51" fmla="*/ 6 h 565"/>
                  <a:gd name="T52" fmla="*/ 5 w 467"/>
                  <a:gd name="T53" fmla="*/ 5 h 565"/>
                  <a:gd name="T54" fmla="*/ 5 w 467"/>
                  <a:gd name="T55" fmla="*/ 5 h 565"/>
                  <a:gd name="T56" fmla="*/ 4 w 467"/>
                  <a:gd name="T57" fmla="*/ 4 h 565"/>
                  <a:gd name="T58" fmla="*/ 4 w 467"/>
                  <a:gd name="T59" fmla="*/ 4 h 565"/>
                  <a:gd name="T60" fmla="*/ 4 w 467"/>
                  <a:gd name="T61" fmla="*/ 3 h 565"/>
                  <a:gd name="T62" fmla="*/ 3 w 467"/>
                  <a:gd name="T63" fmla="*/ 3 h 565"/>
                  <a:gd name="T64" fmla="*/ 3 w 467"/>
                  <a:gd name="T65" fmla="*/ 2 h 565"/>
                  <a:gd name="T66" fmla="*/ 3 w 467"/>
                  <a:gd name="T67" fmla="*/ 2 h 565"/>
                  <a:gd name="T68" fmla="*/ 3 w 467"/>
                  <a:gd name="T69" fmla="*/ 1 h 565"/>
                  <a:gd name="T70" fmla="*/ 2 w 467"/>
                  <a:gd name="T71" fmla="*/ 1 h 565"/>
                  <a:gd name="T72" fmla="*/ 2 w 467"/>
                  <a:gd name="T73" fmla="*/ 0 h 565"/>
                  <a:gd name="T74" fmla="*/ 2 w 467"/>
                  <a:gd name="T75" fmla="*/ 0 h 565"/>
                  <a:gd name="T76" fmla="*/ 1 w 467"/>
                  <a:gd name="T77" fmla="*/ 0 h 565"/>
                  <a:gd name="T78" fmla="*/ 1 w 467"/>
                  <a:gd name="T79" fmla="*/ 1 h 565"/>
                  <a:gd name="T80" fmla="*/ 0 w 467"/>
                  <a:gd name="T81" fmla="*/ 1 h 56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67"/>
                  <a:gd name="T124" fmla="*/ 0 h 565"/>
                  <a:gd name="T125" fmla="*/ 467 w 467"/>
                  <a:gd name="T126" fmla="*/ 565 h 56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67" h="565">
                    <a:moveTo>
                      <a:pt x="0" y="41"/>
                    </a:moveTo>
                    <a:lnTo>
                      <a:pt x="11" y="78"/>
                    </a:lnTo>
                    <a:lnTo>
                      <a:pt x="24" y="116"/>
                    </a:lnTo>
                    <a:lnTo>
                      <a:pt x="39" y="152"/>
                    </a:lnTo>
                    <a:lnTo>
                      <a:pt x="55" y="189"/>
                    </a:lnTo>
                    <a:lnTo>
                      <a:pt x="71" y="224"/>
                    </a:lnTo>
                    <a:lnTo>
                      <a:pt x="89" y="260"/>
                    </a:lnTo>
                    <a:lnTo>
                      <a:pt x="107" y="293"/>
                    </a:lnTo>
                    <a:lnTo>
                      <a:pt x="128" y="327"/>
                    </a:lnTo>
                    <a:lnTo>
                      <a:pt x="149" y="360"/>
                    </a:lnTo>
                    <a:lnTo>
                      <a:pt x="171" y="391"/>
                    </a:lnTo>
                    <a:lnTo>
                      <a:pt x="195" y="423"/>
                    </a:lnTo>
                    <a:lnTo>
                      <a:pt x="219" y="453"/>
                    </a:lnTo>
                    <a:lnTo>
                      <a:pt x="244" y="482"/>
                    </a:lnTo>
                    <a:lnTo>
                      <a:pt x="270" y="511"/>
                    </a:lnTo>
                    <a:lnTo>
                      <a:pt x="297" y="539"/>
                    </a:lnTo>
                    <a:lnTo>
                      <a:pt x="325" y="565"/>
                    </a:lnTo>
                    <a:lnTo>
                      <a:pt x="362" y="545"/>
                    </a:lnTo>
                    <a:lnTo>
                      <a:pt x="398" y="525"/>
                    </a:lnTo>
                    <a:lnTo>
                      <a:pt x="433" y="505"/>
                    </a:lnTo>
                    <a:lnTo>
                      <a:pt x="467" y="484"/>
                    </a:lnTo>
                    <a:lnTo>
                      <a:pt x="440" y="461"/>
                    </a:lnTo>
                    <a:lnTo>
                      <a:pt x="413" y="436"/>
                    </a:lnTo>
                    <a:lnTo>
                      <a:pt x="387" y="410"/>
                    </a:lnTo>
                    <a:lnTo>
                      <a:pt x="363" y="383"/>
                    </a:lnTo>
                    <a:lnTo>
                      <a:pt x="338" y="356"/>
                    </a:lnTo>
                    <a:lnTo>
                      <a:pt x="316" y="327"/>
                    </a:lnTo>
                    <a:lnTo>
                      <a:pt x="294" y="297"/>
                    </a:lnTo>
                    <a:lnTo>
                      <a:pt x="274" y="267"/>
                    </a:lnTo>
                    <a:lnTo>
                      <a:pt x="254" y="236"/>
                    </a:lnTo>
                    <a:lnTo>
                      <a:pt x="235" y="204"/>
                    </a:lnTo>
                    <a:lnTo>
                      <a:pt x="218" y="172"/>
                    </a:lnTo>
                    <a:lnTo>
                      <a:pt x="202" y="139"/>
                    </a:lnTo>
                    <a:lnTo>
                      <a:pt x="186" y="105"/>
                    </a:lnTo>
                    <a:lnTo>
                      <a:pt x="173" y="70"/>
                    </a:lnTo>
                    <a:lnTo>
                      <a:pt x="160" y="36"/>
                    </a:lnTo>
                    <a:lnTo>
                      <a:pt x="149" y="0"/>
                    </a:lnTo>
                    <a:lnTo>
                      <a:pt x="112" y="10"/>
                    </a:lnTo>
                    <a:lnTo>
                      <a:pt x="75" y="20"/>
                    </a:lnTo>
                    <a:lnTo>
                      <a:pt x="37" y="30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86C1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4" name="Freeform 539"/>
              <p:cNvSpPr>
                <a:spLocks/>
              </p:cNvSpPr>
              <p:nvPr/>
            </p:nvSpPr>
            <p:spPr bwMode="auto">
              <a:xfrm>
                <a:off x="2605" y="1463"/>
                <a:ext cx="58" cy="68"/>
              </a:xfrm>
              <a:custGeom>
                <a:avLst/>
                <a:gdLst>
                  <a:gd name="T0" fmla="*/ 0 w 464"/>
                  <a:gd name="T1" fmla="*/ 1 h 545"/>
                  <a:gd name="T2" fmla="*/ 0 w 464"/>
                  <a:gd name="T3" fmla="*/ 1 h 545"/>
                  <a:gd name="T4" fmla="*/ 0 w 464"/>
                  <a:gd name="T5" fmla="*/ 2 h 545"/>
                  <a:gd name="T6" fmla="*/ 1 w 464"/>
                  <a:gd name="T7" fmla="*/ 2 h 545"/>
                  <a:gd name="T8" fmla="*/ 1 w 464"/>
                  <a:gd name="T9" fmla="*/ 3 h 545"/>
                  <a:gd name="T10" fmla="*/ 1 w 464"/>
                  <a:gd name="T11" fmla="*/ 3 h 545"/>
                  <a:gd name="T12" fmla="*/ 1 w 464"/>
                  <a:gd name="T13" fmla="*/ 4 h 545"/>
                  <a:gd name="T14" fmla="*/ 2 w 464"/>
                  <a:gd name="T15" fmla="*/ 4 h 545"/>
                  <a:gd name="T16" fmla="*/ 2 w 464"/>
                  <a:gd name="T17" fmla="*/ 5 h 545"/>
                  <a:gd name="T18" fmla="*/ 2 w 464"/>
                  <a:gd name="T19" fmla="*/ 5 h 545"/>
                  <a:gd name="T20" fmla="*/ 3 w 464"/>
                  <a:gd name="T21" fmla="*/ 6 h 545"/>
                  <a:gd name="T22" fmla="*/ 3 w 464"/>
                  <a:gd name="T23" fmla="*/ 6 h 545"/>
                  <a:gd name="T24" fmla="*/ 3 w 464"/>
                  <a:gd name="T25" fmla="*/ 7 h 545"/>
                  <a:gd name="T26" fmla="*/ 4 w 464"/>
                  <a:gd name="T27" fmla="*/ 7 h 545"/>
                  <a:gd name="T28" fmla="*/ 4 w 464"/>
                  <a:gd name="T29" fmla="*/ 8 h 545"/>
                  <a:gd name="T30" fmla="*/ 5 w 464"/>
                  <a:gd name="T31" fmla="*/ 8 h 545"/>
                  <a:gd name="T32" fmla="*/ 5 w 464"/>
                  <a:gd name="T33" fmla="*/ 8 h 545"/>
                  <a:gd name="T34" fmla="*/ 6 w 464"/>
                  <a:gd name="T35" fmla="*/ 8 h 545"/>
                  <a:gd name="T36" fmla="*/ 6 w 464"/>
                  <a:gd name="T37" fmla="*/ 8 h 545"/>
                  <a:gd name="T38" fmla="*/ 7 w 464"/>
                  <a:gd name="T39" fmla="*/ 7 h 545"/>
                  <a:gd name="T40" fmla="*/ 7 w 464"/>
                  <a:gd name="T41" fmla="*/ 7 h 545"/>
                  <a:gd name="T42" fmla="*/ 7 w 464"/>
                  <a:gd name="T43" fmla="*/ 7 h 545"/>
                  <a:gd name="T44" fmla="*/ 6 w 464"/>
                  <a:gd name="T45" fmla="*/ 6 h 545"/>
                  <a:gd name="T46" fmla="*/ 6 w 464"/>
                  <a:gd name="T47" fmla="*/ 6 h 545"/>
                  <a:gd name="T48" fmla="*/ 6 w 464"/>
                  <a:gd name="T49" fmla="*/ 6 h 545"/>
                  <a:gd name="T50" fmla="*/ 5 w 464"/>
                  <a:gd name="T51" fmla="*/ 5 h 545"/>
                  <a:gd name="T52" fmla="*/ 5 w 464"/>
                  <a:gd name="T53" fmla="*/ 5 h 545"/>
                  <a:gd name="T54" fmla="*/ 5 w 464"/>
                  <a:gd name="T55" fmla="*/ 4 h 545"/>
                  <a:gd name="T56" fmla="*/ 4 w 464"/>
                  <a:gd name="T57" fmla="*/ 4 h 545"/>
                  <a:gd name="T58" fmla="*/ 4 w 464"/>
                  <a:gd name="T59" fmla="*/ 3 h 545"/>
                  <a:gd name="T60" fmla="*/ 4 w 464"/>
                  <a:gd name="T61" fmla="*/ 3 h 545"/>
                  <a:gd name="T62" fmla="*/ 3 w 464"/>
                  <a:gd name="T63" fmla="*/ 3 h 545"/>
                  <a:gd name="T64" fmla="*/ 3 w 464"/>
                  <a:gd name="T65" fmla="*/ 2 h 545"/>
                  <a:gd name="T66" fmla="*/ 3 w 464"/>
                  <a:gd name="T67" fmla="*/ 2 h 545"/>
                  <a:gd name="T68" fmla="*/ 3 w 464"/>
                  <a:gd name="T69" fmla="*/ 1 h 545"/>
                  <a:gd name="T70" fmla="*/ 3 w 464"/>
                  <a:gd name="T71" fmla="*/ 0 h 545"/>
                  <a:gd name="T72" fmla="*/ 2 w 464"/>
                  <a:gd name="T73" fmla="*/ 0 h 545"/>
                  <a:gd name="T74" fmla="*/ 2 w 464"/>
                  <a:gd name="T75" fmla="*/ 0 h 545"/>
                  <a:gd name="T76" fmla="*/ 1 w 464"/>
                  <a:gd name="T77" fmla="*/ 0 h 545"/>
                  <a:gd name="T78" fmla="*/ 1 w 464"/>
                  <a:gd name="T79" fmla="*/ 0 h 545"/>
                  <a:gd name="T80" fmla="*/ 0 w 464"/>
                  <a:gd name="T81" fmla="*/ 1 h 54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464"/>
                  <a:gd name="T124" fmla="*/ 0 h 545"/>
                  <a:gd name="T125" fmla="*/ 464 w 464"/>
                  <a:gd name="T126" fmla="*/ 545 h 54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464" h="545">
                    <a:moveTo>
                      <a:pt x="0" y="39"/>
                    </a:moveTo>
                    <a:lnTo>
                      <a:pt x="12" y="76"/>
                    </a:lnTo>
                    <a:lnTo>
                      <a:pt x="24" y="112"/>
                    </a:lnTo>
                    <a:lnTo>
                      <a:pt x="38" y="148"/>
                    </a:lnTo>
                    <a:lnTo>
                      <a:pt x="54" y="183"/>
                    </a:lnTo>
                    <a:lnTo>
                      <a:pt x="71" y="217"/>
                    </a:lnTo>
                    <a:lnTo>
                      <a:pt x="88" y="250"/>
                    </a:lnTo>
                    <a:lnTo>
                      <a:pt x="107" y="284"/>
                    </a:lnTo>
                    <a:lnTo>
                      <a:pt x="127" y="316"/>
                    </a:lnTo>
                    <a:lnTo>
                      <a:pt x="148" y="348"/>
                    </a:lnTo>
                    <a:lnTo>
                      <a:pt x="169" y="378"/>
                    </a:lnTo>
                    <a:lnTo>
                      <a:pt x="192" y="408"/>
                    </a:lnTo>
                    <a:lnTo>
                      <a:pt x="217" y="438"/>
                    </a:lnTo>
                    <a:lnTo>
                      <a:pt x="242" y="466"/>
                    </a:lnTo>
                    <a:lnTo>
                      <a:pt x="267" y="493"/>
                    </a:lnTo>
                    <a:lnTo>
                      <a:pt x="295" y="520"/>
                    </a:lnTo>
                    <a:lnTo>
                      <a:pt x="322" y="545"/>
                    </a:lnTo>
                    <a:lnTo>
                      <a:pt x="360" y="524"/>
                    </a:lnTo>
                    <a:lnTo>
                      <a:pt x="395" y="502"/>
                    </a:lnTo>
                    <a:lnTo>
                      <a:pt x="430" y="482"/>
                    </a:lnTo>
                    <a:lnTo>
                      <a:pt x="464" y="461"/>
                    </a:lnTo>
                    <a:lnTo>
                      <a:pt x="437" y="439"/>
                    </a:lnTo>
                    <a:lnTo>
                      <a:pt x="410" y="415"/>
                    </a:lnTo>
                    <a:lnTo>
                      <a:pt x="385" y="391"/>
                    </a:lnTo>
                    <a:lnTo>
                      <a:pt x="361" y="366"/>
                    </a:lnTo>
                    <a:lnTo>
                      <a:pt x="337" y="339"/>
                    </a:lnTo>
                    <a:lnTo>
                      <a:pt x="315" y="313"/>
                    </a:lnTo>
                    <a:lnTo>
                      <a:pt x="293" y="285"/>
                    </a:lnTo>
                    <a:lnTo>
                      <a:pt x="273" y="256"/>
                    </a:lnTo>
                    <a:lnTo>
                      <a:pt x="253" y="226"/>
                    </a:lnTo>
                    <a:lnTo>
                      <a:pt x="235" y="196"/>
                    </a:lnTo>
                    <a:lnTo>
                      <a:pt x="218" y="165"/>
                    </a:lnTo>
                    <a:lnTo>
                      <a:pt x="202" y="134"/>
                    </a:lnTo>
                    <a:lnTo>
                      <a:pt x="187" y="101"/>
                    </a:lnTo>
                    <a:lnTo>
                      <a:pt x="174" y="68"/>
                    </a:lnTo>
                    <a:lnTo>
                      <a:pt x="161" y="35"/>
                    </a:lnTo>
                    <a:lnTo>
                      <a:pt x="151" y="0"/>
                    </a:lnTo>
                    <a:lnTo>
                      <a:pt x="113" y="9"/>
                    </a:lnTo>
                    <a:lnTo>
                      <a:pt x="77" y="19"/>
                    </a:lnTo>
                    <a:lnTo>
                      <a:pt x="38" y="29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87C3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5" name="Freeform 540"/>
              <p:cNvSpPr>
                <a:spLocks/>
              </p:cNvSpPr>
              <p:nvPr/>
            </p:nvSpPr>
            <p:spPr bwMode="auto">
              <a:xfrm>
                <a:off x="2615" y="1461"/>
                <a:ext cx="57" cy="65"/>
              </a:xfrm>
              <a:custGeom>
                <a:avLst/>
                <a:gdLst>
                  <a:gd name="T0" fmla="*/ 0 w 459"/>
                  <a:gd name="T1" fmla="*/ 1 h 521"/>
                  <a:gd name="T2" fmla="*/ 0 w 459"/>
                  <a:gd name="T3" fmla="*/ 1 h 521"/>
                  <a:gd name="T4" fmla="*/ 0 w 459"/>
                  <a:gd name="T5" fmla="*/ 2 h 521"/>
                  <a:gd name="T6" fmla="*/ 1 w 459"/>
                  <a:gd name="T7" fmla="*/ 2 h 521"/>
                  <a:gd name="T8" fmla="*/ 1 w 459"/>
                  <a:gd name="T9" fmla="*/ 3 h 521"/>
                  <a:gd name="T10" fmla="*/ 1 w 459"/>
                  <a:gd name="T11" fmla="*/ 3 h 521"/>
                  <a:gd name="T12" fmla="*/ 1 w 459"/>
                  <a:gd name="T13" fmla="*/ 4 h 521"/>
                  <a:gd name="T14" fmla="*/ 2 w 459"/>
                  <a:gd name="T15" fmla="*/ 4 h 521"/>
                  <a:gd name="T16" fmla="*/ 2 w 459"/>
                  <a:gd name="T17" fmla="*/ 5 h 521"/>
                  <a:gd name="T18" fmla="*/ 2 w 459"/>
                  <a:gd name="T19" fmla="*/ 5 h 521"/>
                  <a:gd name="T20" fmla="*/ 3 w 459"/>
                  <a:gd name="T21" fmla="*/ 6 h 521"/>
                  <a:gd name="T22" fmla="*/ 3 w 459"/>
                  <a:gd name="T23" fmla="*/ 6 h 521"/>
                  <a:gd name="T24" fmla="*/ 3 w 459"/>
                  <a:gd name="T25" fmla="*/ 6 h 521"/>
                  <a:gd name="T26" fmla="*/ 4 w 459"/>
                  <a:gd name="T27" fmla="*/ 7 h 521"/>
                  <a:gd name="T28" fmla="*/ 4 w 459"/>
                  <a:gd name="T29" fmla="*/ 7 h 521"/>
                  <a:gd name="T30" fmla="*/ 4 w 459"/>
                  <a:gd name="T31" fmla="*/ 8 h 521"/>
                  <a:gd name="T32" fmla="*/ 5 w 459"/>
                  <a:gd name="T33" fmla="*/ 8 h 521"/>
                  <a:gd name="T34" fmla="*/ 5 w 459"/>
                  <a:gd name="T35" fmla="*/ 8 h 521"/>
                  <a:gd name="T36" fmla="*/ 6 w 459"/>
                  <a:gd name="T37" fmla="*/ 7 h 521"/>
                  <a:gd name="T38" fmla="*/ 7 w 459"/>
                  <a:gd name="T39" fmla="*/ 7 h 521"/>
                  <a:gd name="T40" fmla="*/ 7 w 459"/>
                  <a:gd name="T41" fmla="*/ 7 h 521"/>
                  <a:gd name="T42" fmla="*/ 7 w 459"/>
                  <a:gd name="T43" fmla="*/ 6 h 521"/>
                  <a:gd name="T44" fmla="*/ 6 w 459"/>
                  <a:gd name="T45" fmla="*/ 6 h 521"/>
                  <a:gd name="T46" fmla="*/ 6 w 459"/>
                  <a:gd name="T47" fmla="*/ 6 h 521"/>
                  <a:gd name="T48" fmla="*/ 5 w 459"/>
                  <a:gd name="T49" fmla="*/ 5 h 521"/>
                  <a:gd name="T50" fmla="*/ 5 w 459"/>
                  <a:gd name="T51" fmla="*/ 5 h 521"/>
                  <a:gd name="T52" fmla="*/ 5 w 459"/>
                  <a:gd name="T53" fmla="*/ 5 h 521"/>
                  <a:gd name="T54" fmla="*/ 4 w 459"/>
                  <a:gd name="T55" fmla="*/ 4 h 521"/>
                  <a:gd name="T56" fmla="*/ 4 w 459"/>
                  <a:gd name="T57" fmla="*/ 4 h 521"/>
                  <a:gd name="T58" fmla="*/ 4 w 459"/>
                  <a:gd name="T59" fmla="*/ 3 h 521"/>
                  <a:gd name="T60" fmla="*/ 4 w 459"/>
                  <a:gd name="T61" fmla="*/ 3 h 521"/>
                  <a:gd name="T62" fmla="*/ 3 w 459"/>
                  <a:gd name="T63" fmla="*/ 2 h 521"/>
                  <a:gd name="T64" fmla="*/ 3 w 459"/>
                  <a:gd name="T65" fmla="*/ 2 h 521"/>
                  <a:gd name="T66" fmla="*/ 3 w 459"/>
                  <a:gd name="T67" fmla="*/ 1 h 521"/>
                  <a:gd name="T68" fmla="*/ 3 w 459"/>
                  <a:gd name="T69" fmla="*/ 1 h 521"/>
                  <a:gd name="T70" fmla="*/ 2 w 459"/>
                  <a:gd name="T71" fmla="*/ 0 h 521"/>
                  <a:gd name="T72" fmla="*/ 2 w 459"/>
                  <a:gd name="T73" fmla="*/ 0 h 521"/>
                  <a:gd name="T74" fmla="*/ 2 w 459"/>
                  <a:gd name="T75" fmla="*/ 0 h 521"/>
                  <a:gd name="T76" fmla="*/ 2 w 459"/>
                  <a:gd name="T77" fmla="*/ 0 h 521"/>
                  <a:gd name="T78" fmla="*/ 1 w 459"/>
                  <a:gd name="T79" fmla="*/ 0 h 521"/>
                  <a:gd name="T80" fmla="*/ 1 w 459"/>
                  <a:gd name="T81" fmla="*/ 0 h 521"/>
                  <a:gd name="T82" fmla="*/ 1 w 459"/>
                  <a:gd name="T83" fmla="*/ 0 h 521"/>
                  <a:gd name="T84" fmla="*/ 1 w 459"/>
                  <a:gd name="T85" fmla="*/ 0 h 521"/>
                  <a:gd name="T86" fmla="*/ 0 w 459"/>
                  <a:gd name="T87" fmla="*/ 0 h 521"/>
                  <a:gd name="T88" fmla="*/ 0 w 459"/>
                  <a:gd name="T89" fmla="*/ 1 h 52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59"/>
                  <a:gd name="T136" fmla="*/ 0 h 521"/>
                  <a:gd name="T137" fmla="*/ 459 w 459"/>
                  <a:gd name="T138" fmla="*/ 521 h 52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59" h="521">
                    <a:moveTo>
                      <a:pt x="0" y="37"/>
                    </a:moveTo>
                    <a:lnTo>
                      <a:pt x="11" y="73"/>
                    </a:lnTo>
                    <a:lnTo>
                      <a:pt x="24" y="107"/>
                    </a:lnTo>
                    <a:lnTo>
                      <a:pt x="37" y="142"/>
                    </a:lnTo>
                    <a:lnTo>
                      <a:pt x="53" y="176"/>
                    </a:lnTo>
                    <a:lnTo>
                      <a:pt x="69" y="209"/>
                    </a:lnTo>
                    <a:lnTo>
                      <a:pt x="86" y="241"/>
                    </a:lnTo>
                    <a:lnTo>
                      <a:pt x="105" y="273"/>
                    </a:lnTo>
                    <a:lnTo>
                      <a:pt x="125" y="304"/>
                    </a:lnTo>
                    <a:lnTo>
                      <a:pt x="145" y="334"/>
                    </a:lnTo>
                    <a:lnTo>
                      <a:pt x="167" y="364"/>
                    </a:lnTo>
                    <a:lnTo>
                      <a:pt x="189" y="392"/>
                    </a:lnTo>
                    <a:lnTo>
                      <a:pt x="214" y="420"/>
                    </a:lnTo>
                    <a:lnTo>
                      <a:pt x="238" y="447"/>
                    </a:lnTo>
                    <a:lnTo>
                      <a:pt x="264" y="473"/>
                    </a:lnTo>
                    <a:lnTo>
                      <a:pt x="291" y="498"/>
                    </a:lnTo>
                    <a:lnTo>
                      <a:pt x="318" y="521"/>
                    </a:lnTo>
                    <a:lnTo>
                      <a:pt x="356" y="500"/>
                    </a:lnTo>
                    <a:lnTo>
                      <a:pt x="391" y="478"/>
                    </a:lnTo>
                    <a:lnTo>
                      <a:pt x="425" y="457"/>
                    </a:lnTo>
                    <a:lnTo>
                      <a:pt x="459" y="435"/>
                    </a:lnTo>
                    <a:lnTo>
                      <a:pt x="432" y="415"/>
                    </a:lnTo>
                    <a:lnTo>
                      <a:pt x="406" y="393"/>
                    </a:lnTo>
                    <a:lnTo>
                      <a:pt x="381" y="371"/>
                    </a:lnTo>
                    <a:lnTo>
                      <a:pt x="358" y="347"/>
                    </a:lnTo>
                    <a:lnTo>
                      <a:pt x="334" y="322"/>
                    </a:lnTo>
                    <a:lnTo>
                      <a:pt x="312" y="297"/>
                    </a:lnTo>
                    <a:lnTo>
                      <a:pt x="291" y="270"/>
                    </a:lnTo>
                    <a:lnTo>
                      <a:pt x="270" y="244"/>
                    </a:lnTo>
                    <a:lnTo>
                      <a:pt x="252" y="216"/>
                    </a:lnTo>
                    <a:lnTo>
                      <a:pt x="234" y="187"/>
                    </a:lnTo>
                    <a:lnTo>
                      <a:pt x="217" y="158"/>
                    </a:lnTo>
                    <a:lnTo>
                      <a:pt x="202" y="128"/>
                    </a:lnTo>
                    <a:lnTo>
                      <a:pt x="187" y="96"/>
                    </a:lnTo>
                    <a:lnTo>
                      <a:pt x="174" y="65"/>
                    </a:lnTo>
                    <a:lnTo>
                      <a:pt x="162" y="32"/>
                    </a:lnTo>
                    <a:lnTo>
                      <a:pt x="151" y="0"/>
                    </a:lnTo>
                    <a:lnTo>
                      <a:pt x="133" y="4"/>
                    </a:lnTo>
                    <a:lnTo>
                      <a:pt x="114" y="9"/>
                    </a:lnTo>
                    <a:lnTo>
                      <a:pt x="96" y="13"/>
                    </a:lnTo>
                    <a:lnTo>
                      <a:pt x="77" y="17"/>
                    </a:lnTo>
                    <a:lnTo>
                      <a:pt x="58" y="22"/>
                    </a:lnTo>
                    <a:lnTo>
                      <a:pt x="38" y="27"/>
                    </a:lnTo>
                    <a:lnTo>
                      <a:pt x="19" y="31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89C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6" name="Freeform 541"/>
              <p:cNvSpPr>
                <a:spLocks/>
              </p:cNvSpPr>
              <p:nvPr/>
            </p:nvSpPr>
            <p:spPr bwMode="auto">
              <a:xfrm>
                <a:off x="2624" y="1459"/>
                <a:ext cx="57" cy="62"/>
              </a:xfrm>
              <a:custGeom>
                <a:avLst/>
                <a:gdLst>
                  <a:gd name="T0" fmla="*/ 0 w 452"/>
                  <a:gd name="T1" fmla="*/ 1 h 495"/>
                  <a:gd name="T2" fmla="*/ 0 w 452"/>
                  <a:gd name="T3" fmla="*/ 1 h 495"/>
                  <a:gd name="T4" fmla="*/ 0 w 452"/>
                  <a:gd name="T5" fmla="*/ 2 h 495"/>
                  <a:gd name="T6" fmla="*/ 1 w 452"/>
                  <a:gd name="T7" fmla="*/ 2 h 495"/>
                  <a:gd name="T8" fmla="*/ 1 w 452"/>
                  <a:gd name="T9" fmla="*/ 3 h 495"/>
                  <a:gd name="T10" fmla="*/ 1 w 452"/>
                  <a:gd name="T11" fmla="*/ 3 h 495"/>
                  <a:gd name="T12" fmla="*/ 1 w 452"/>
                  <a:gd name="T13" fmla="*/ 4 h 495"/>
                  <a:gd name="T14" fmla="*/ 2 w 452"/>
                  <a:gd name="T15" fmla="*/ 4 h 495"/>
                  <a:gd name="T16" fmla="*/ 2 w 452"/>
                  <a:gd name="T17" fmla="*/ 5 h 495"/>
                  <a:gd name="T18" fmla="*/ 2 w 452"/>
                  <a:gd name="T19" fmla="*/ 5 h 495"/>
                  <a:gd name="T20" fmla="*/ 3 w 452"/>
                  <a:gd name="T21" fmla="*/ 5 h 495"/>
                  <a:gd name="T22" fmla="*/ 3 w 452"/>
                  <a:gd name="T23" fmla="*/ 6 h 495"/>
                  <a:gd name="T24" fmla="*/ 3 w 452"/>
                  <a:gd name="T25" fmla="*/ 6 h 495"/>
                  <a:gd name="T26" fmla="*/ 4 w 452"/>
                  <a:gd name="T27" fmla="*/ 7 h 495"/>
                  <a:gd name="T28" fmla="*/ 4 w 452"/>
                  <a:gd name="T29" fmla="*/ 7 h 495"/>
                  <a:gd name="T30" fmla="*/ 5 w 452"/>
                  <a:gd name="T31" fmla="*/ 7 h 495"/>
                  <a:gd name="T32" fmla="*/ 5 w 452"/>
                  <a:gd name="T33" fmla="*/ 8 h 495"/>
                  <a:gd name="T34" fmla="*/ 6 w 452"/>
                  <a:gd name="T35" fmla="*/ 7 h 495"/>
                  <a:gd name="T36" fmla="*/ 6 w 452"/>
                  <a:gd name="T37" fmla="*/ 7 h 495"/>
                  <a:gd name="T38" fmla="*/ 7 w 452"/>
                  <a:gd name="T39" fmla="*/ 7 h 495"/>
                  <a:gd name="T40" fmla="*/ 7 w 452"/>
                  <a:gd name="T41" fmla="*/ 6 h 495"/>
                  <a:gd name="T42" fmla="*/ 7 w 452"/>
                  <a:gd name="T43" fmla="*/ 6 h 495"/>
                  <a:gd name="T44" fmla="*/ 6 w 452"/>
                  <a:gd name="T45" fmla="*/ 6 h 495"/>
                  <a:gd name="T46" fmla="*/ 6 w 452"/>
                  <a:gd name="T47" fmla="*/ 5 h 495"/>
                  <a:gd name="T48" fmla="*/ 6 w 452"/>
                  <a:gd name="T49" fmla="*/ 5 h 495"/>
                  <a:gd name="T50" fmla="*/ 5 w 452"/>
                  <a:gd name="T51" fmla="*/ 5 h 495"/>
                  <a:gd name="T52" fmla="*/ 5 w 452"/>
                  <a:gd name="T53" fmla="*/ 4 h 495"/>
                  <a:gd name="T54" fmla="*/ 5 w 452"/>
                  <a:gd name="T55" fmla="*/ 4 h 495"/>
                  <a:gd name="T56" fmla="*/ 4 w 452"/>
                  <a:gd name="T57" fmla="*/ 4 h 495"/>
                  <a:gd name="T58" fmla="*/ 4 w 452"/>
                  <a:gd name="T59" fmla="*/ 3 h 495"/>
                  <a:gd name="T60" fmla="*/ 4 w 452"/>
                  <a:gd name="T61" fmla="*/ 3 h 495"/>
                  <a:gd name="T62" fmla="*/ 3 w 452"/>
                  <a:gd name="T63" fmla="*/ 2 h 495"/>
                  <a:gd name="T64" fmla="*/ 3 w 452"/>
                  <a:gd name="T65" fmla="*/ 2 h 495"/>
                  <a:gd name="T66" fmla="*/ 3 w 452"/>
                  <a:gd name="T67" fmla="*/ 1 h 495"/>
                  <a:gd name="T68" fmla="*/ 3 w 452"/>
                  <a:gd name="T69" fmla="*/ 1 h 495"/>
                  <a:gd name="T70" fmla="*/ 3 w 452"/>
                  <a:gd name="T71" fmla="*/ 1 h 495"/>
                  <a:gd name="T72" fmla="*/ 2 w 452"/>
                  <a:gd name="T73" fmla="*/ 0 h 495"/>
                  <a:gd name="T74" fmla="*/ 2 w 452"/>
                  <a:gd name="T75" fmla="*/ 0 h 495"/>
                  <a:gd name="T76" fmla="*/ 2 w 452"/>
                  <a:gd name="T77" fmla="*/ 0 h 495"/>
                  <a:gd name="T78" fmla="*/ 2 w 452"/>
                  <a:gd name="T79" fmla="*/ 0 h 495"/>
                  <a:gd name="T80" fmla="*/ 1 w 452"/>
                  <a:gd name="T81" fmla="*/ 0 h 495"/>
                  <a:gd name="T82" fmla="*/ 1 w 452"/>
                  <a:gd name="T83" fmla="*/ 0 h 495"/>
                  <a:gd name="T84" fmla="*/ 1 w 452"/>
                  <a:gd name="T85" fmla="*/ 0 h 495"/>
                  <a:gd name="T86" fmla="*/ 0 w 452"/>
                  <a:gd name="T87" fmla="*/ 1 h 495"/>
                  <a:gd name="T88" fmla="*/ 0 w 452"/>
                  <a:gd name="T89" fmla="*/ 1 h 49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52"/>
                  <a:gd name="T136" fmla="*/ 0 h 495"/>
                  <a:gd name="T137" fmla="*/ 452 w 452"/>
                  <a:gd name="T138" fmla="*/ 495 h 49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52" h="495">
                    <a:moveTo>
                      <a:pt x="0" y="34"/>
                    </a:moveTo>
                    <a:lnTo>
                      <a:pt x="10" y="69"/>
                    </a:lnTo>
                    <a:lnTo>
                      <a:pt x="23" y="102"/>
                    </a:lnTo>
                    <a:lnTo>
                      <a:pt x="36" y="135"/>
                    </a:lnTo>
                    <a:lnTo>
                      <a:pt x="51" y="168"/>
                    </a:lnTo>
                    <a:lnTo>
                      <a:pt x="67" y="199"/>
                    </a:lnTo>
                    <a:lnTo>
                      <a:pt x="84" y="230"/>
                    </a:lnTo>
                    <a:lnTo>
                      <a:pt x="102" y="260"/>
                    </a:lnTo>
                    <a:lnTo>
                      <a:pt x="122" y="290"/>
                    </a:lnTo>
                    <a:lnTo>
                      <a:pt x="142" y="319"/>
                    </a:lnTo>
                    <a:lnTo>
                      <a:pt x="164" y="347"/>
                    </a:lnTo>
                    <a:lnTo>
                      <a:pt x="186" y="373"/>
                    </a:lnTo>
                    <a:lnTo>
                      <a:pt x="210" y="400"/>
                    </a:lnTo>
                    <a:lnTo>
                      <a:pt x="234" y="425"/>
                    </a:lnTo>
                    <a:lnTo>
                      <a:pt x="259" y="449"/>
                    </a:lnTo>
                    <a:lnTo>
                      <a:pt x="286" y="473"/>
                    </a:lnTo>
                    <a:lnTo>
                      <a:pt x="313" y="495"/>
                    </a:lnTo>
                    <a:lnTo>
                      <a:pt x="349" y="473"/>
                    </a:lnTo>
                    <a:lnTo>
                      <a:pt x="385" y="450"/>
                    </a:lnTo>
                    <a:lnTo>
                      <a:pt x="418" y="427"/>
                    </a:lnTo>
                    <a:lnTo>
                      <a:pt x="452" y="406"/>
                    </a:lnTo>
                    <a:lnTo>
                      <a:pt x="425" y="387"/>
                    </a:lnTo>
                    <a:lnTo>
                      <a:pt x="400" y="367"/>
                    </a:lnTo>
                    <a:lnTo>
                      <a:pt x="376" y="346"/>
                    </a:lnTo>
                    <a:lnTo>
                      <a:pt x="353" y="325"/>
                    </a:lnTo>
                    <a:lnTo>
                      <a:pt x="330" y="302"/>
                    </a:lnTo>
                    <a:lnTo>
                      <a:pt x="308" y="278"/>
                    </a:lnTo>
                    <a:lnTo>
                      <a:pt x="288" y="254"/>
                    </a:lnTo>
                    <a:lnTo>
                      <a:pt x="268" y="229"/>
                    </a:lnTo>
                    <a:lnTo>
                      <a:pt x="249" y="202"/>
                    </a:lnTo>
                    <a:lnTo>
                      <a:pt x="232" y="176"/>
                    </a:lnTo>
                    <a:lnTo>
                      <a:pt x="216" y="148"/>
                    </a:lnTo>
                    <a:lnTo>
                      <a:pt x="201" y="119"/>
                    </a:lnTo>
                    <a:lnTo>
                      <a:pt x="186" y="91"/>
                    </a:lnTo>
                    <a:lnTo>
                      <a:pt x="173" y="61"/>
                    </a:lnTo>
                    <a:lnTo>
                      <a:pt x="161" y="30"/>
                    </a:lnTo>
                    <a:lnTo>
                      <a:pt x="151" y="0"/>
                    </a:lnTo>
                    <a:lnTo>
                      <a:pt x="133" y="4"/>
                    </a:lnTo>
                    <a:lnTo>
                      <a:pt x="114" y="8"/>
                    </a:lnTo>
                    <a:lnTo>
                      <a:pt x="95" y="12"/>
                    </a:lnTo>
                    <a:lnTo>
                      <a:pt x="77" y="16"/>
                    </a:lnTo>
                    <a:lnTo>
                      <a:pt x="58" y="20"/>
                    </a:lnTo>
                    <a:lnTo>
                      <a:pt x="38" y="24"/>
                    </a:lnTo>
                    <a:lnTo>
                      <a:pt x="19" y="29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8C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7" name="Freeform 542"/>
              <p:cNvSpPr>
                <a:spLocks/>
              </p:cNvSpPr>
              <p:nvPr/>
            </p:nvSpPr>
            <p:spPr bwMode="auto">
              <a:xfrm>
                <a:off x="2633" y="1457"/>
                <a:ext cx="56" cy="58"/>
              </a:xfrm>
              <a:custGeom>
                <a:avLst/>
                <a:gdLst>
                  <a:gd name="T0" fmla="*/ 0 w 445"/>
                  <a:gd name="T1" fmla="*/ 0 h 466"/>
                  <a:gd name="T2" fmla="*/ 0 w 445"/>
                  <a:gd name="T3" fmla="*/ 1 h 466"/>
                  <a:gd name="T4" fmla="*/ 0 w 445"/>
                  <a:gd name="T5" fmla="*/ 1 h 466"/>
                  <a:gd name="T6" fmla="*/ 1 w 445"/>
                  <a:gd name="T7" fmla="*/ 2 h 466"/>
                  <a:gd name="T8" fmla="*/ 1 w 445"/>
                  <a:gd name="T9" fmla="*/ 2 h 466"/>
                  <a:gd name="T10" fmla="*/ 1 w 445"/>
                  <a:gd name="T11" fmla="*/ 3 h 466"/>
                  <a:gd name="T12" fmla="*/ 1 w 445"/>
                  <a:gd name="T13" fmla="*/ 3 h 466"/>
                  <a:gd name="T14" fmla="*/ 2 w 445"/>
                  <a:gd name="T15" fmla="*/ 4 h 466"/>
                  <a:gd name="T16" fmla="*/ 2 w 445"/>
                  <a:gd name="T17" fmla="*/ 4 h 466"/>
                  <a:gd name="T18" fmla="*/ 2 w 445"/>
                  <a:gd name="T19" fmla="*/ 5 h 466"/>
                  <a:gd name="T20" fmla="*/ 3 w 445"/>
                  <a:gd name="T21" fmla="*/ 5 h 466"/>
                  <a:gd name="T22" fmla="*/ 3 w 445"/>
                  <a:gd name="T23" fmla="*/ 5 h 466"/>
                  <a:gd name="T24" fmla="*/ 3 w 445"/>
                  <a:gd name="T25" fmla="*/ 6 h 466"/>
                  <a:gd name="T26" fmla="*/ 4 w 445"/>
                  <a:gd name="T27" fmla="*/ 6 h 466"/>
                  <a:gd name="T28" fmla="*/ 4 w 445"/>
                  <a:gd name="T29" fmla="*/ 7 h 466"/>
                  <a:gd name="T30" fmla="*/ 4 w 445"/>
                  <a:gd name="T31" fmla="*/ 7 h 466"/>
                  <a:gd name="T32" fmla="*/ 5 w 445"/>
                  <a:gd name="T33" fmla="*/ 7 h 466"/>
                  <a:gd name="T34" fmla="*/ 5 w 445"/>
                  <a:gd name="T35" fmla="*/ 7 h 466"/>
                  <a:gd name="T36" fmla="*/ 6 w 445"/>
                  <a:gd name="T37" fmla="*/ 6 h 466"/>
                  <a:gd name="T38" fmla="*/ 7 w 445"/>
                  <a:gd name="T39" fmla="*/ 6 h 466"/>
                  <a:gd name="T40" fmla="*/ 7 w 445"/>
                  <a:gd name="T41" fmla="*/ 6 h 466"/>
                  <a:gd name="T42" fmla="*/ 7 w 445"/>
                  <a:gd name="T43" fmla="*/ 5 h 466"/>
                  <a:gd name="T44" fmla="*/ 6 w 445"/>
                  <a:gd name="T45" fmla="*/ 5 h 466"/>
                  <a:gd name="T46" fmla="*/ 6 w 445"/>
                  <a:gd name="T47" fmla="*/ 5 h 466"/>
                  <a:gd name="T48" fmla="*/ 6 w 445"/>
                  <a:gd name="T49" fmla="*/ 5 h 466"/>
                  <a:gd name="T50" fmla="*/ 5 w 445"/>
                  <a:gd name="T51" fmla="*/ 4 h 466"/>
                  <a:gd name="T52" fmla="*/ 5 w 445"/>
                  <a:gd name="T53" fmla="*/ 4 h 466"/>
                  <a:gd name="T54" fmla="*/ 5 w 445"/>
                  <a:gd name="T55" fmla="*/ 4 h 466"/>
                  <a:gd name="T56" fmla="*/ 4 w 445"/>
                  <a:gd name="T57" fmla="*/ 3 h 466"/>
                  <a:gd name="T58" fmla="*/ 4 w 445"/>
                  <a:gd name="T59" fmla="*/ 3 h 466"/>
                  <a:gd name="T60" fmla="*/ 4 w 445"/>
                  <a:gd name="T61" fmla="*/ 2 h 466"/>
                  <a:gd name="T62" fmla="*/ 3 w 445"/>
                  <a:gd name="T63" fmla="*/ 2 h 466"/>
                  <a:gd name="T64" fmla="*/ 3 w 445"/>
                  <a:gd name="T65" fmla="*/ 2 h 466"/>
                  <a:gd name="T66" fmla="*/ 3 w 445"/>
                  <a:gd name="T67" fmla="*/ 1 h 466"/>
                  <a:gd name="T68" fmla="*/ 3 w 445"/>
                  <a:gd name="T69" fmla="*/ 1 h 466"/>
                  <a:gd name="T70" fmla="*/ 3 w 445"/>
                  <a:gd name="T71" fmla="*/ 0 h 466"/>
                  <a:gd name="T72" fmla="*/ 2 w 445"/>
                  <a:gd name="T73" fmla="*/ 0 h 466"/>
                  <a:gd name="T74" fmla="*/ 2 w 445"/>
                  <a:gd name="T75" fmla="*/ 0 h 466"/>
                  <a:gd name="T76" fmla="*/ 2 w 445"/>
                  <a:gd name="T77" fmla="*/ 0 h 466"/>
                  <a:gd name="T78" fmla="*/ 2 w 445"/>
                  <a:gd name="T79" fmla="*/ 0 h 466"/>
                  <a:gd name="T80" fmla="*/ 1 w 445"/>
                  <a:gd name="T81" fmla="*/ 0 h 466"/>
                  <a:gd name="T82" fmla="*/ 1 w 445"/>
                  <a:gd name="T83" fmla="*/ 0 h 466"/>
                  <a:gd name="T84" fmla="*/ 1 w 445"/>
                  <a:gd name="T85" fmla="*/ 0 h 466"/>
                  <a:gd name="T86" fmla="*/ 0 w 445"/>
                  <a:gd name="T87" fmla="*/ 0 h 466"/>
                  <a:gd name="T88" fmla="*/ 0 w 445"/>
                  <a:gd name="T89" fmla="*/ 0 h 46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45"/>
                  <a:gd name="T136" fmla="*/ 0 h 466"/>
                  <a:gd name="T137" fmla="*/ 445 w 445"/>
                  <a:gd name="T138" fmla="*/ 466 h 46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45" h="466">
                    <a:moveTo>
                      <a:pt x="0" y="31"/>
                    </a:moveTo>
                    <a:lnTo>
                      <a:pt x="11" y="63"/>
                    </a:lnTo>
                    <a:lnTo>
                      <a:pt x="23" y="96"/>
                    </a:lnTo>
                    <a:lnTo>
                      <a:pt x="36" y="127"/>
                    </a:lnTo>
                    <a:lnTo>
                      <a:pt x="51" y="159"/>
                    </a:lnTo>
                    <a:lnTo>
                      <a:pt x="66" y="189"/>
                    </a:lnTo>
                    <a:lnTo>
                      <a:pt x="83" y="218"/>
                    </a:lnTo>
                    <a:lnTo>
                      <a:pt x="101" y="247"/>
                    </a:lnTo>
                    <a:lnTo>
                      <a:pt x="119" y="275"/>
                    </a:lnTo>
                    <a:lnTo>
                      <a:pt x="140" y="301"/>
                    </a:lnTo>
                    <a:lnTo>
                      <a:pt x="161" y="328"/>
                    </a:lnTo>
                    <a:lnTo>
                      <a:pt x="183" y="353"/>
                    </a:lnTo>
                    <a:lnTo>
                      <a:pt x="207" y="378"/>
                    </a:lnTo>
                    <a:lnTo>
                      <a:pt x="230" y="402"/>
                    </a:lnTo>
                    <a:lnTo>
                      <a:pt x="255" y="424"/>
                    </a:lnTo>
                    <a:lnTo>
                      <a:pt x="281" y="446"/>
                    </a:lnTo>
                    <a:lnTo>
                      <a:pt x="308" y="466"/>
                    </a:lnTo>
                    <a:lnTo>
                      <a:pt x="344" y="442"/>
                    </a:lnTo>
                    <a:lnTo>
                      <a:pt x="379" y="419"/>
                    </a:lnTo>
                    <a:lnTo>
                      <a:pt x="412" y="396"/>
                    </a:lnTo>
                    <a:lnTo>
                      <a:pt x="445" y="372"/>
                    </a:lnTo>
                    <a:lnTo>
                      <a:pt x="419" y="356"/>
                    </a:lnTo>
                    <a:lnTo>
                      <a:pt x="395" y="338"/>
                    </a:lnTo>
                    <a:lnTo>
                      <a:pt x="372" y="320"/>
                    </a:lnTo>
                    <a:lnTo>
                      <a:pt x="348" y="300"/>
                    </a:lnTo>
                    <a:lnTo>
                      <a:pt x="327" y="279"/>
                    </a:lnTo>
                    <a:lnTo>
                      <a:pt x="306" y="258"/>
                    </a:lnTo>
                    <a:lnTo>
                      <a:pt x="286" y="236"/>
                    </a:lnTo>
                    <a:lnTo>
                      <a:pt x="266" y="212"/>
                    </a:lnTo>
                    <a:lnTo>
                      <a:pt x="249" y="188"/>
                    </a:lnTo>
                    <a:lnTo>
                      <a:pt x="232" y="164"/>
                    </a:lnTo>
                    <a:lnTo>
                      <a:pt x="216" y="137"/>
                    </a:lnTo>
                    <a:lnTo>
                      <a:pt x="201" y="111"/>
                    </a:lnTo>
                    <a:lnTo>
                      <a:pt x="187" y="85"/>
                    </a:lnTo>
                    <a:lnTo>
                      <a:pt x="174" y="56"/>
                    </a:lnTo>
                    <a:lnTo>
                      <a:pt x="163" y="29"/>
                    </a:lnTo>
                    <a:lnTo>
                      <a:pt x="153" y="0"/>
                    </a:lnTo>
                    <a:lnTo>
                      <a:pt x="135" y="3"/>
                    </a:lnTo>
                    <a:lnTo>
                      <a:pt x="115" y="7"/>
                    </a:lnTo>
                    <a:lnTo>
                      <a:pt x="97" y="11"/>
                    </a:lnTo>
                    <a:lnTo>
                      <a:pt x="78" y="14"/>
                    </a:lnTo>
                    <a:lnTo>
                      <a:pt x="59" y="18"/>
                    </a:lnTo>
                    <a:lnTo>
                      <a:pt x="39" y="22"/>
                    </a:lnTo>
                    <a:lnTo>
                      <a:pt x="20" y="27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8FC8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8" name="Freeform 543"/>
              <p:cNvSpPr>
                <a:spLocks/>
              </p:cNvSpPr>
              <p:nvPr/>
            </p:nvSpPr>
            <p:spPr bwMode="auto">
              <a:xfrm>
                <a:off x="2643" y="1455"/>
                <a:ext cx="54" cy="54"/>
              </a:xfrm>
              <a:custGeom>
                <a:avLst/>
                <a:gdLst>
                  <a:gd name="T0" fmla="*/ 0 w 435"/>
                  <a:gd name="T1" fmla="*/ 0 h 434"/>
                  <a:gd name="T2" fmla="*/ 0 w 435"/>
                  <a:gd name="T3" fmla="*/ 1 h 434"/>
                  <a:gd name="T4" fmla="*/ 0 w 435"/>
                  <a:gd name="T5" fmla="*/ 1 h 434"/>
                  <a:gd name="T6" fmla="*/ 0 w 435"/>
                  <a:gd name="T7" fmla="*/ 2 h 434"/>
                  <a:gd name="T8" fmla="*/ 1 w 435"/>
                  <a:gd name="T9" fmla="*/ 2 h 434"/>
                  <a:gd name="T10" fmla="*/ 1 w 435"/>
                  <a:gd name="T11" fmla="*/ 3 h 434"/>
                  <a:gd name="T12" fmla="*/ 1 w 435"/>
                  <a:gd name="T13" fmla="*/ 3 h 434"/>
                  <a:gd name="T14" fmla="*/ 1 w 435"/>
                  <a:gd name="T15" fmla="*/ 4 h 434"/>
                  <a:gd name="T16" fmla="*/ 2 w 435"/>
                  <a:gd name="T17" fmla="*/ 4 h 434"/>
                  <a:gd name="T18" fmla="*/ 2 w 435"/>
                  <a:gd name="T19" fmla="*/ 4 h 434"/>
                  <a:gd name="T20" fmla="*/ 2 w 435"/>
                  <a:gd name="T21" fmla="*/ 5 h 434"/>
                  <a:gd name="T22" fmla="*/ 3 w 435"/>
                  <a:gd name="T23" fmla="*/ 5 h 434"/>
                  <a:gd name="T24" fmla="*/ 3 w 435"/>
                  <a:gd name="T25" fmla="*/ 5 h 434"/>
                  <a:gd name="T26" fmla="*/ 3 w 435"/>
                  <a:gd name="T27" fmla="*/ 6 h 434"/>
                  <a:gd name="T28" fmla="*/ 4 w 435"/>
                  <a:gd name="T29" fmla="*/ 6 h 434"/>
                  <a:gd name="T30" fmla="*/ 4 w 435"/>
                  <a:gd name="T31" fmla="*/ 6 h 434"/>
                  <a:gd name="T32" fmla="*/ 5 w 435"/>
                  <a:gd name="T33" fmla="*/ 7 h 434"/>
                  <a:gd name="T34" fmla="*/ 5 w 435"/>
                  <a:gd name="T35" fmla="*/ 6 h 434"/>
                  <a:gd name="T36" fmla="*/ 6 w 435"/>
                  <a:gd name="T37" fmla="*/ 6 h 434"/>
                  <a:gd name="T38" fmla="*/ 6 w 435"/>
                  <a:gd name="T39" fmla="*/ 6 h 434"/>
                  <a:gd name="T40" fmla="*/ 7 w 435"/>
                  <a:gd name="T41" fmla="*/ 5 h 434"/>
                  <a:gd name="T42" fmla="*/ 6 w 435"/>
                  <a:gd name="T43" fmla="*/ 5 h 434"/>
                  <a:gd name="T44" fmla="*/ 6 w 435"/>
                  <a:gd name="T45" fmla="*/ 5 h 434"/>
                  <a:gd name="T46" fmla="*/ 6 w 435"/>
                  <a:gd name="T47" fmla="*/ 4 h 434"/>
                  <a:gd name="T48" fmla="*/ 5 w 435"/>
                  <a:gd name="T49" fmla="*/ 4 h 434"/>
                  <a:gd name="T50" fmla="*/ 5 w 435"/>
                  <a:gd name="T51" fmla="*/ 4 h 434"/>
                  <a:gd name="T52" fmla="*/ 5 w 435"/>
                  <a:gd name="T53" fmla="*/ 4 h 434"/>
                  <a:gd name="T54" fmla="*/ 4 w 435"/>
                  <a:gd name="T55" fmla="*/ 3 h 434"/>
                  <a:gd name="T56" fmla="*/ 4 w 435"/>
                  <a:gd name="T57" fmla="*/ 3 h 434"/>
                  <a:gd name="T58" fmla="*/ 4 w 435"/>
                  <a:gd name="T59" fmla="*/ 3 h 434"/>
                  <a:gd name="T60" fmla="*/ 4 w 435"/>
                  <a:gd name="T61" fmla="*/ 2 h 434"/>
                  <a:gd name="T62" fmla="*/ 3 w 435"/>
                  <a:gd name="T63" fmla="*/ 2 h 434"/>
                  <a:gd name="T64" fmla="*/ 3 w 435"/>
                  <a:gd name="T65" fmla="*/ 2 h 434"/>
                  <a:gd name="T66" fmla="*/ 3 w 435"/>
                  <a:gd name="T67" fmla="*/ 1 h 434"/>
                  <a:gd name="T68" fmla="*/ 3 w 435"/>
                  <a:gd name="T69" fmla="*/ 1 h 434"/>
                  <a:gd name="T70" fmla="*/ 2 w 435"/>
                  <a:gd name="T71" fmla="*/ 0 h 434"/>
                  <a:gd name="T72" fmla="*/ 2 w 435"/>
                  <a:gd name="T73" fmla="*/ 0 h 434"/>
                  <a:gd name="T74" fmla="*/ 2 w 435"/>
                  <a:gd name="T75" fmla="*/ 0 h 434"/>
                  <a:gd name="T76" fmla="*/ 2 w 435"/>
                  <a:gd name="T77" fmla="*/ 0 h 434"/>
                  <a:gd name="T78" fmla="*/ 1 w 435"/>
                  <a:gd name="T79" fmla="*/ 0 h 434"/>
                  <a:gd name="T80" fmla="*/ 1 w 435"/>
                  <a:gd name="T81" fmla="*/ 0 h 434"/>
                  <a:gd name="T82" fmla="*/ 1 w 435"/>
                  <a:gd name="T83" fmla="*/ 0 h 434"/>
                  <a:gd name="T84" fmla="*/ 1 w 435"/>
                  <a:gd name="T85" fmla="*/ 0 h 434"/>
                  <a:gd name="T86" fmla="*/ 0 w 435"/>
                  <a:gd name="T87" fmla="*/ 0 h 434"/>
                  <a:gd name="T88" fmla="*/ 0 w 435"/>
                  <a:gd name="T89" fmla="*/ 0 h 43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5"/>
                  <a:gd name="T136" fmla="*/ 0 h 434"/>
                  <a:gd name="T137" fmla="*/ 435 w 435"/>
                  <a:gd name="T138" fmla="*/ 434 h 43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5" h="434">
                    <a:moveTo>
                      <a:pt x="0" y="28"/>
                    </a:moveTo>
                    <a:lnTo>
                      <a:pt x="11" y="58"/>
                    </a:lnTo>
                    <a:lnTo>
                      <a:pt x="22" y="89"/>
                    </a:lnTo>
                    <a:lnTo>
                      <a:pt x="35" y="119"/>
                    </a:lnTo>
                    <a:lnTo>
                      <a:pt x="50" y="147"/>
                    </a:lnTo>
                    <a:lnTo>
                      <a:pt x="65" y="176"/>
                    </a:lnTo>
                    <a:lnTo>
                      <a:pt x="81" y="204"/>
                    </a:lnTo>
                    <a:lnTo>
                      <a:pt x="98" y="230"/>
                    </a:lnTo>
                    <a:lnTo>
                      <a:pt x="117" y="257"/>
                    </a:lnTo>
                    <a:lnTo>
                      <a:pt x="137" y="282"/>
                    </a:lnTo>
                    <a:lnTo>
                      <a:pt x="158" y="306"/>
                    </a:lnTo>
                    <a:lnTo>
                      <a:pt x="179" y="330"/>
                    </a:lnTo>
                    <a:lnTo>
                      <a:pt x="202" y="353"/>
                    </a:lnTo>
                    <a:lnTo>
                      <a:pt x="225" y="374"/>
                    </a:lnTo>
                    <a:lnTo>
                      <a:pt x="249" y="395"/>
                    </a:lnTo>
                    <a:lnTo>
                      <a:pt x="274" y="415"/>
                    </a:lnTo>
                    <a:lnTo>
                      <a:pt x="301" y="434"/>
                    </a:lnTo>
                    <a:lnTo>
                      <a:pt x="337" y="409"/>
                    </a:lnTo>
                    <a:lnTo>
                      <a:pt x="372" y="383"/>
                    </a:lnTo>
                    <a:lnTo>
                      <a:pt x="404" y="359"/>
                    </a:lnTo>
                    <a:lnTo>
                      <a:pt x="435" y="335"/>
                    </a:lnTo>
                    <a:lnTo>
                      <a:pt x="411" y="320"/>
                    </a:lnTo>
                    <a:lnTo>
                      <a:pt x="388" y="305"/>
                    </a:lnTo>
                    <a:lnTo>
                      <a:pt x="365" y="289"/>
                    </a:lnTo>
                    <a:lnTo>
                      <a:pt x="343" y="272"/>
                    </a:lnTo>
                    <a:lnTo>
                      <a:pt x="322" y="254"/>
                    </a:lnTo>
                    <a:lnTo>
                      <a:pt x="302" y="234"/>
                    </a:lnTo>
                    <a:lnTo>
                      <a:pt x="283" y="214"/>
                    </a:lnTo>
                    <a:lnTo>
                      <a:pt x="264" y="193"/>
                    </a:lnTo>
                    <a:lnTo>
                      <a:pt x="247" y="172"/>
                    </a:lnTo>
                    <a:lnTo>
                      <a:pt x="231" y="149"/>
                    </a:lnTo>
                    <a:lnTo>
                      <a:pt x="215" y="126"/>
                    </a:lnTo>
                    <a:lnTo>
                      <a:pt x="200" y="102"/>
                    </a:lnTo>
                    <a:lnTo>
                      <a:pt x="187" y="77"/>
                    </a:lnTo>
                    <a:lnTo>
                      <a:pt x="175" y="52"/>
                    </a:lnTo>
                    <a:lnTo>
                      <a:pt x="164" y="26"/>
                    </a:lnTo>
                    <a:lnTo>
                      <a:pt x="154" y="0"/>
                    </a:lnTo>
                    <a:lnTo>
                      <a:pt x="136" y="3"/>
                    </a:lnTo>
                    <a:lnTo>
                      <a:pt x="117" y="6"/>
                    </a:lnTo>
                    <a:lnTo>
                      <a:pt x="98" y="9"/>
                    </a:lnTo>
                    <a:lnTo>
                      <a:pt x="79" y="13"/>
                    </a:lnTo>
                    <a:lnTo>
                      <a:pt x="60" y="16"/>
                    </a:lnTo>
                    <a:lnTo>
                      <a:pt x="40" y="20"/>
                    </a:lnTo>
                    <a:lnTo>
                      <a:pt x="20" y="2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90C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79" name="Freeform 544"/>
              <p:cNvSpPr>
                <a:spLocks/>
              </p:cNvSpPr>
              <p:nvPr/>
            </p:nvSpPr>
            <p:spPr bwMode="auto">
              <a:xfrm>
                <a:off x="2653" y="1454"/>
                <a:ext cx="52" cy="49"/>
              </a:xfrm>
              <a:custGeom>
                <a:avLst/>
                <a:gdLst>
                  <a:gd name="T0" fmla="*/ 0 w 421"/>
                  <a:gd name="T1" fmla="*/ 0 h 397"/>
                  <a:gd name="T2" fmla="*/ 0 w 421"/>
                  <a:gd name="T3" fmla="*/ 1 h 397"/>
                  <a:gd name="T4" fmla="*/ 0 w 421"/>
                  <a:gd name="T5" fmla="*/ 1 h 397"/>
                  <a:gd name="T6" fmla="*/ 0 w 421"/>
                  <a:gd name="T7" fmla="*/ 2 h 397"/>
                  <a:gd name="T8" fmla="*/ 1 w 421"/>
                  <a:gd name="T9" fmla="*/ 2 h 397"/>
                  <a:gd name="T10" fmla="*/ 1 w 421"/>
                  <a:gd name="T11" fmla="*/ 2 h 397"/>
                  <a:gd name="T12" fmla="*/ 1 w 421"/>
                  <a:gd name="T13" fmla="*/ 3 h 397"/>
                  <a:gd name="T14" fmla="*/ 1 w 421"/>
                  <a:gd name="T15" fmla="*/ 3 h 397"/>
                  <a:gd name="T16" fmla="*/ 2 w 421"/>
                  <a:gd name="T17" fmla="*/ 4 h 397"/>
                  <a:gd name="T18" fmla="*/ 2 w 421"/>
                  <a:gd name="T19" fmla="*/ 4 h 397"/>
                  <a:gd name="T20" fmla="*/ 2 w 421"/>
                  <a:gd name="T21" fmla="*/ 4 h 397"/>
                  <a:gd name="T22" fmla="*/ 3 w 421"/>
                  <a:gd name="T23" fmla="*/ 5 h 397"/>
                  <a:gd name="T24" fmla="*/ 3 w 421"/>
                  <a:gd name="T25" fmla="*/ 5 h 397"/>
                  <a:gd name="T26" fmla="*/ 3 w 421"/>
                  <a:gd name="T27" fmla="*/ 5 h 397"/>
                  <a:gd name="T28" fmla="*/ 4 w 421"/>
                  <a:gd name="T29" fmla="*/ 6 h 397"/>
                  <a:gd name="T30" fmla="*/ 4 w 421"/>
                  <a:gd name="T31" fmla="*/ 6 h 397"/>
                  <a:gd name="T32" fmla="*/ 4 w 421"/>
                  <a:gd name="T33" fmla="*/ 6 h 397"/>
                  <a:gd name="T34" fmla="*/ 5 w 421"/>
                  <a:gd name="T35" fmla="*/ 6 h 397"/>
                  <a:gd name="T36" fmla="*/ 6 w 421"/>
                  <a:gd name="T37" fmla="*/ 5 h 397"/>
                  <a:gd name="T38" fmla="*/ 6 w 421"/>
                  <a:gd name="T39" fmla="*/ 5 h 397"/>
                  <a:gd name="T40" fmla="*/ 6 w 421"/>
                  <a:gd name="T41" fmla="*/ 4 h 397"/>
                  <a:gd name="T42" fmla="*/ 6 w 421"/>
                  <a:gd name="T43" fmla="*/ 4 h 397"/>
                  <a:gd name="T44" fmla="*/ 6 w 421"/>
                  <a:gd name="T45" fmla="*/ 4 h 397"/>
                  <a:gd name="T46" fmla="*/ 5 w 421"/>
                  <a:gd name="T47" fmla="*/ 4 h 397"/>
                  <a:gd name="T48" fmla="*/ 5 w 421"/>
                  <a:gd name="T49" fmla="*/ 4 h 397"/>
                  <a:gd name="T50" fmla="*/ 5 w 421"/>
                  <a:gd name="T51" fmla="*/ 3 h 397"/>
                  <a:gd name="T52" fmla="*/ 5 w 421"/>
                  <a:gd name="T53" fmla="*/ 3 h 397"/>
                  <a:gd name="T54" fmla="*/ 4 w 421"/>
                  <a:gd name="T55" fmla="*/ 3 h 397"/>
                  <a:gd name="T56" fmla="*/ 4 w 421"/>
                  <a:gd name="T57" fmla="*/ 3 h 397"/>
                  <a:gd name="T58" fmla="*/ 4 w 421"/>
                  <a:gd name="T59" fmla="*/ 2 h 397"/>
                  <a:gd name="T60" fmla="*/ 3 w 421"/>
                  <a:gd name="T61" fmla="*/ 2 h 397"/>
                  <a:gd name="T62" fmla="*/ 3 w 421"/>
                  <a:gd name="T63" fmla="*/ 2 h 397"/>
                  <a:gd name="T64" fmla="*/ 3 w 421"/>
                  <a:gd name="T65" fmla="*/ 1 h 397"/>
                  <a:gd name="T66" fmla="*/ 3 w 421"/>
                  <a:gd name="T67" fmla="*/ 1 h 397"/>
                  <a:gd name="T68" fmla="*/ 3 w 421"/>
                  <a:gd name="T69" fmla="*/ 1 h 397"/>
                  <a:gd name="T70" fmla="*/ 2 w 421"/>
                  <a:gd name="T71" fmla="*/ 0 h 397"/>
                  <a:gd name="T72" fmla="*/ 2 w 421"/>
                  <a:gd name="T73" fmla="*/ 0 h 397"/>
                  <a:gd name="T74" fmla="*/ 2 w 421"/>
                  <a:gd name="T75" fmla="*/ 0 h 397"/>
                  <a:gd name="T76" fmla="*/ 2 w 421"/>
                  <a:gd name="T77" fmla="*/ 0 h 397"/>
                  <a:gd name="T78" fmla="*/ 1 w 421"/>
                  <a:gd name="T79" fmla="*/ 0 h 397"/>
                  <a:gd name="T80" fmla="*/ 1 w 421"/>
                  <a:gd name="T81" fmla="*/ 0 h 397"/>
                  <a:gd name="T82" fmla="*/ 1 w 421"/>
                  <a:gd name="T83" fmla="*/ 0 h 397"/>
                  <a:gd name="T84" fmla="*/ 1 w 421"/>
                  <a:gd name="T85" fmla="*/ 0 h 397"/>
                  <a:gd name="T86" fmla="*/ 0 w 421"/>
                  <a:gd name="T87" fmla="*/ 0 h 397"/>
                  <a:gd name="T88" fmla="*/ 0 w 421"/>
                  <a:gd name="T89" fmla="*/ 0 h 3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21"/>
                  <a:gd name="T136" fmla="*/ 0 h 397"/>
                  <a:gd name="T137" fmla="*/ 421 w 421"/>
                  <a:gd name="T138" fmla="*/ 397 h 3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21" h="397">
                    <a:moveTo>
                      <a:pt x="0" y="25"/>
                    </a:moveTo>
                    <a:lnTo>
                      <a:pt x="10" y="54"/>
                    </a:lnTo>
                    <a:lnTo>
                      <a:pt x="21" y="82"/>
                    </a:lnTo>
                    <a:lnTo>
                      <a:pt x="34" y="110"/>
                    </a:lnTo>
                    <a:lnTo>
                      <a:pt x="48" y="137"/>
                    </a:lnTo>
                    <a:lnTo>
                      <a:pt x="63" y="162"/>
                    </a:lnTo>
                    <a:lnTo>
                      <a:pt x="79" y="189"/>
                    </a:lnTo>
                    <a:lnTo>
                      <a:pt x="96" y="213"/>
                    </a:lnTo>
                    <a:lnTo>
                      <a:pt x="113" y="237"/>
                    </a:lnTo>
                    <a:lnTo>
                      <a:pt x="133" y="261"/>
                    </a:lnTo>
                    <a:lnTo>
                      <a:pt x="153" y="283"/>
                    </a:lnTo>
                    <a:lnTo>
                      <a:pt x="174" y="304"/>
                    </a:lnTo>
                    <a:lnTo>
                      <a:pt x="195" y="325"/>
                    </a:lnTo>
                    <a:lnTo>
                      <a:pt x="219" y="345"/>
                    </a:lnTo>
                    <a:lnTo>
                      <a:pt x="242" y="363"/>
                    </a:lnTo>
                    <a:lnTo>
                      <a:pt x="266" y="381"/>
                    </a:lnTo>
                    <a:lnTo>
                      <a:pt x="292" y="397"/>
                    </a:lnTo>
                    <a:lnTo>
                      <a:pt x="328" y="371"/>
                    </a:lnTo>
                    <a:lnTo>
                      <a:pt x="362" y="344"/>
                    </a:lnTo>
                    <a:lnTo>
                      <a:pt x="393" y="318"/>
                    </a:lnTo>
                    <a:lnTo>
                      <a:pt x="421" y="293"/>
                    </a:lnTo>
                    <a:lnTo>
                      <a:pt x="399" y="281"/>
                    </a:lnTo>
                    <a:lnTo>
                      <a:pt x="378" y="269"/>
                    </a:lnTo>
                    <a:lnTo>
                      <a:pt x="357" y="255"/>
                    </a:lnTo>
                    <a:lnTo>
                      <a:pt x="336" y="240"/>
                    </a:lnTo>
                    <a:lnTo>
                      <a:pt x="316" y="224"/>
                    </a:lnTo>
                    <a:lnTo>
                      <a:pt x="297" y="208"/>
                    </a:lnTo>
                    <a:lnTo>
                      <a:pt x="279" y="190"/>
                    </a:lnTo>
                    <a:lnTo>
                      <a:pt x="261" y="171"/>
                    </a:lnTo>
                    <a:lnTo>
                      <a:pt x="245" y="153"/>
                    </a:lnTo>
                    <a:lnTo>
                      <a:pt x="229" y="133"/>
                    </a:lnTo>
                    <a:lnTo>
                      <a:pt x="215" y="113"/>
                    </a:lnTo>
                    <a:lnTo>
                      <a:pt x="200" y="91"/>
                    </a:lnTo>
                    <a:lnTo>
                      <a:pt x="187" y="69"/>
                    </a:lnTo>
                    <a:lnTo>
                      <a:pt x="176" y="47"/>
                    </a:lnTo>
                    <a:lnTo>
                      <a:pt x="165" y="24"/>
                    </a:lnTo>
                    <a:lnTo>
                      <a:pt x="156" y="0"/>
                    </a:lnTo>
                    <a:lnTo>
                      <a:pt x="138" y="2"/>
                    </a:lnTo>
                    <a:lnTo>
                      <a:pt x="118" y="5"/>
                    </a:lnTo>
                    <a:lnTo>
                      <a:pt x="99" y="8"/>
                    </a:lnTo>
                    <a:lnTo>
                      <a:pt x="80" y="10"/>
                    </a:lnTo>
                    <a:lnTo>
                      <a:pt x="61" y="15"/>
                    </a:lnTo>
                    <a:lnTo>
                      <a:pt x="40" y="18"/>
                    </a:lnTo>
                    <a:lnTo>
                      <a:pt x="20" y="2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93C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0" name="Freeform 545"/>
              <p:cNvSpPr>
                <a:spLocks/>
              </p:cNvSpPr>
              <p:nvPr/>
            </p:nvSpPr>
            <p:spPr bwMode="auto">
              <a:xfrm>
                <a:off x="2662" y="1453"/>
                <a:ext cx="51" cy="44"/>
              </a:xfrm>
              <a:custGeom>
                <a:avLst/>
                <a:gdLst>
                  <a:gd name="T0" fmla="*/ 0 w 404"/>
                  <a:gd name="T1" fmla="*/ 0 h 355"/>
                  <a:gd name="T2" fmla="*/ 0 w 404"/>
                  <a:gd name="T3" fmla="*/ 1 h 355"/>
                  <a:gd name="T4" fmla="*/ 0 w 404"/>
                  <a:gd name="T5" fmla="*/ 1 h 355"/>
                  <a:gd name="T6" fmla="*/ 1 w 404"/>
                  <a:gd name="T7" fmla="*/ 1 h 355"/>
                  <a:gd name="T8" fmla="*/ 1 w 404"/>
                  <a:gd name="T9" fmla="*/ 2 h 355"/>
                  <a:gd name="T10" fmla="*/ 1 w 404"/>
                  <a:gd name="T11" fmla="*/ 2 h 355"/>
                  <a:gd name="T12" fmla="*/ 1 w 404"/>
                  <a:gd name="T13" fmla="*/ 3 h 355"/>
                  <a:gd name="T14" fmla="*/ 2 w 404"/>
                  <a:gd name="T15" fmla="*/ 3 h 355"/>
                  <a:gd name="T16" fmla="*/ 2 w 404"/>
                  <a:gd name="T17" fmla="*/ 3 h 355"/>
                  <a:gd name="T18" fmla="*/ 2 w 404"/>
                  <a:gd name="T19" fmla="*/ 4 h 355"/>
                  <a:gd name="T20" fmla="*/ 2 w 404"/>
                  <a:gd name="T21" fmla="*/ 4 h 355"/>
                  <a:gd name="T22" fmla="*/ 3 w 404"/>
                  <a:gd name="T23" fmla="*/ 4 h 355"/>
                  <a:gd name="T24" fmla="*/ 3 w 404"/>
                  <a:gd name="T25" fmla="*/ 4 h 355"/>
                  <a:gd name="T26" fmla="*/ 3 w 404"/>
                  <a:gd name="T27" fmla="*/ 5 h 355"/>
                  <a:gd name="T28" fmla="*/ 4 w 404"/>
                  <a:gd name="T29" fmla="*/ 5 h 355"/>
                  <a:gd name="T30" fmla="*/ 4 w 404"/>
                  <a:gd name="T31" fmla="*/ 5 h 355"/>
                  <a:gd name="T32" fmla="*/ 4 w 404"/>
                  <a:gd name="T33" fmla="*/ 5 h 355"/>
                  <a:gd name="T34" fmla="*/ 5 w 404"/>
                  <a:gd name="T35" fmla="*/ 5 h 355"/>
                  <a:gd name="T36" fmla="*/ 6 w 404"/>
                  <a:gd name="T37" fmla="*/ 5 h 355"/>
                  <a:gd name="T38" fmla="*/ 6 w 404"/>
                  <a:gd name="T39" fmla="*/ 4 h 355"/>
                  <a:gd name="T40" fmla="*/ 6 w 404"/>
                  <a:gd name="T41" fmla="*/ 4 h 355"/>
                  <a:gd name="T42" fmla="*/ 6 w 404"/>
                  <a:gd name="T43" fmla="*/ 4 h 355"/>
                  <a:gd name="T44" fmla="*/ 6 w 404"/>
                  <a:gd name="T45" fmla="*/ 3 h 355"/>
                  <a:gd name="T46" fmla="*/ 5 w 404"/>
                  <a:gd name="T47" fmla="*/ 3 h 355"/>
                  <a:gd name="T48" fmla="*/ 5 w 404"/>
                  <a:gd name="T49" fmla="*/ 3 h 355"/>
                  <a:gd name="T50" fmla="*/ 5 w 404"/>
                  <a:gd name="T51" fmla="*/ 3 h 355"/>
                  <a:gd name="T52" fmla="*/ 5 w 404"/>
                  <a:gd name="T53" fmla="*/ 3 h 355"/>
                  <a:gd name="T54" fmla="*/ 4 w 404"/>
                  <a:gd name="T55" fmla="*/ 2 h 355"/>
                  <a:gd name="T56" fmla="*/ 4 w 404"/>
                  <a:gd name="T57" fmla="*/ 2 h 355"/>
                  <a:gd name="T58" fmla="*/ 4 w 404"/>
                  <a:gd name="T59" fmla="*/ 2 h 355"/>
                  <a:gd name="T60" fmla="*/ 4 w 404"/>
                  <a:gd name="T61" fmla="*/ 2 h 355"/>
                  <a:gd name="T62" fmla="*/ 3 w 404"/>
                  <a:gd name="T63" fmla="*/ 1 h 355"/>
                  <a:gd name="T64" fmla="*/ 3 w 404"/>
                  <a:gd name="T65" fmla="*/ 1 h 355"/>
                  <a:gd name="T66" fmla="*/ 3 w 404"/>
                  <a:gd name="T67" fmla="*/ 1 h 355"/>
                  <a:gd name="T68" fmla="*/ 3 w 404"/>
                  <a:gd name="T69" fmla="*/ 1 h 355"/>
                  <a:gd name="T70" fmla="*/ 3 w 404"/>
                  <a:gd name="T71" fmla="*/ 0 h 355"/>
                  <a:gd name="T72" fmla="*/ 3 w 404"/>
                  <a:gd name="T73" fmla="*/ 0 h 355"/>
                  <a:gd name="T74" fmla="*/ 2 w 404"/>
                  <a:gd name="T75" fmla="*/ 0 h 355"/>
                  <a:gd name="T76" fmla="*/ 2 w 404"/>
                  <a:gd name="T77" fmla="*/ 0 h 355"/>
                  <a:gd name="T78" fmla="*/ 2 w 404"/>
                  <a:gd name="T79" fmla="*/ 0 h 355"/>
                  <a:gd name="T80" fmla="*/ 1 w 404"/>
                  <a:gd name="T81" fmla="*/ 0 h 355"/>
                  <a:gd name="T82" fmla="*/ 1 w 404"/>
                  <a:gd name="T83" fmla="*/ 0 h 355"/>
                  <a:gd name="T84" fmla="*/ 1 w 404"/>
                  <a:gd name="T85" fmla="*/ 0 h 355"/>
                  <a:gd name="T86" fmla="*/ 0 w 404"/>
                  <a:gd name="T87" fmla="*/ 0 h 355"/>
                  <a:gd name="T88" fmla="*/ 0 w 404"/>
                  <a:gd name="T89" fmla="*/ 0 h 35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04"/>
                  <a:gd name="T136" fmla="*/ 0 h 355"/>
                  <a:gd name="T137" fmla="*/ 404 w 404"/>
                  <a:gd name="T138" fmla="*/ 355 h 35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04" h="355">
                    <a:moveTo>
                      <a:pt x="0" y="20"/>
                    </a:moveTo>
                    <a:lnTo>
                      <a:pt x="10" y="46"/>
                    </a:lnTo>
                    <a:lnTo>
                      <a:pt x="21" y="72"/>
                    </a:lnTo>
                    <a:lnTo>
                      <a:pt x="33" y="97"/>
                    </a:lnTo>
                    <a:lnTo>
                      <a:pt x="46" y="122"/>
                    </a:lnTo>
                    <a:lnTo>
                      <a:pt x="61" y="146"/>
                    </a:lnTo>
                    <a:lnTo>
                      <a:pt x="77" y="169"/>
                    </a:lnTo>
                    <a:lnTo>
                      <a:pt x="93" y="192"/>
                    </a:lnTo>
                    <a:lnTo>
                      <a:pt x="110" y="213"/>
                    </a:lnTo>
                    <a:lnTo>
                      <a:pt x="129" y="234"/>
                    </a:lnTo>
                    <a:lnTo>
                      <a:pt x="148" y="254"/>
                    </a:lnTo>
                    <a:lnTo>
                      <a:pt x="168" y="274"/>
                    </a:lnTo>
                    <a:lnTo>
                      <a:pt x="189" y="292"/>
                    </a:lnTo>
                    <a:lnTo>
                      <a:pt x="211" y="309"/>
                    </a:lnTo>
                    <a:lnTo>
                      <a:pt x="234" y="325"/>
                    </a:lnTo>
                    <a:lnTo>
                      <a:pt x="257" y="340"/>
                    </a:lnTo>
                    <a:lnTo>
                      <a:pt x="281" y="355"/>
                    </a:lnTo>
                    <a:lnTo>
                      <a:pt x="317" y="325"/>
                    </a:lnTo>
                    <a:lnTo>
                      <a:pt x="349" y="297"/>
                    </a:lnTo>
                    <a:lnTo>
                      <a:pt x="378" y="270"/>
                    </a:lnTo>
                    <a:lnTo>
                      <a:pt x="404" y="243"/>
                    </a:lnTo>
                    <a:lnTo>
                      <a:pt x="384" y="234"/>
                    </a:lnTo>
                    <a:lnTo>
                      <a:pt x="364" y="224"/>
                    </a:lnTo>
                    <a:lnTo>
                      <a:pt x="344" y="213"/>
                    </a:lnTo>
                    <a:lnTo>
                      <a:pt x="326" y="201"/>
                    </a:lnTo>
                    <a:lnTo>
                      <a:pt x="308" y="189"/>
                    </a:lnTo>
                    <a:lnTo>
                      <a:pt x="291" y="174"/>
                    </a:lnTo>
                    <a:lnTo>
                      <a:pt x="274" y="160"/>
                    </a:lnTo>
                    <a:lnTo>
                      <a:pt x="258" y="145"/>
                    </a:lnTo>
                    <a:lnTo>
                      <a:pt x="243" y="129"/>
                    </a:lnTo>
                    <a:lnTo>
                      <a:pt x="228" y="113"/>
                    </a:lnTo>
                    <a:lnTo>
                      <a:pt x="215" y="95"/>
                    </a:lnTo>
                    <a:lnTo>
                      <a:pt x="202" y="77"/>
                    </a:lnTo>
                    <a:lnTo>
                      <a:pt x="189" y="59"/>
                    </a:lnTo>
                    <a:lnTo>
                      <a:pt x="178" y="40"/>
                    </a:lnTo>
                    <a:lnTo>
                      <a:pt x="168" y="21"/>
                    </a:lnTo>
                    <a:lnTo>
                      <a:pt x="159" y="0"/>
                    </a:lnTo>
                    <a:lnTo>
                      <a:pt x="141" y="1"/>
                    </a:lnTo>
                    <a:lnTo>
                      <a:pt x="121" y="3"/>
                    </a:lnTo>
                    <a:lnTo>
                      <a:pt x="102" y="5"/>
                    </a:lnTo>
                    <a:lnTo>
                      <a:pt x="83" y="8"/>
                    </a:lnTo>
                    <a:lnTo>
                      <a:pt x="63" y="10"/>
                    </a:lnTo>
                    <a:lnTo>
                      <a:pt x="42" y="13"/>
                    </a:lnTo>
                    <a:lnTo>
                      <a:pt x="21" y="16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5CE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1" name="Freeform 546"/>
              <p:cNvSpPr>
                <a:spLocks/>
              </p:cNvSpPr>
              <p:nvPr/>
            </p:nvSpPr>
            <p:spPr bwMode="auto">
              <a:xfrm>
                <a:off x="2672" y="1452"/>
                <a:ext cx="47" cy="38"/>
              </a:xfrm>
              <a:custGeom>
                <a:avLst/>
                <a:gdLst>
                  <a:gd name="T0" fmla="*/ 0 w 375"/>
                  <a:gd name="T1" fmla="*/ 0 h 305"/>
                  <a:gd name="T2" fmla="*/ 0 w 375"/>
                  <a:gd name="T3" fmla="*/ 0 h 305"/>
                  <a:gd name="T4" fmla="*/ 0 w 375"/>
                  <a:gd name="T5" fmla="*/ 1 h 305"/>
                  <a:gd name="T6" fmla="*/ 1 w 375"/>
                  <a:gd name="T7" fmla="*/ 1 h 305"/>
                  <a:gd name="T8" fmla="*/ 1 w 375"/>
                  <a:gd name="T9" fmla="*/ 2 h 305"/>
                  <a:gd name="T10" fmla="*/ 1 w 375"/>
                  <a:gd name="T11" fmla="*/ 2 h 305"/>
                  <a:gd name="T12" fmla="*/ 1 w 375"/>
                  <a:gd name="T13" fmla="*/ 2 h 305"/>
                  <a:gd name="T14" fmla="*/ 1 w 375"/>
                  <a:gd name="T15" fmla="*/ 3 h 305"/>
                  <a:gd name="T16" fmla="*/ 2 w 375"/>
                  <a:gd name="T17" fmla="*/ 3 h 305"/>
                  <a:gd name="T18" fmla="*/ 2 w 375"/>
                  <a:gd name="T19" fmla="*/ 3 h 305"/>
                  <a:gd name="T20" fmla="*/ 2 w 375"/>
                  <a:gd name="T21" fmla="*/ 3 h 305"/>
                  <a:gd name="T22" fmla="*/ 3 w 375"/>
                  <a:gd name="T23" fmla="*/ 4 h 305"/>
                  <a:gd name="T24" fmla="*/ 3 w 375"/>
                  <a:gd name="T25" fmla="*/ 4 h 305"/>
                  <a:gd name="T26" fmla="*/ 3 w 375"/>
                  <a:gd name="T27" fmla="*/ 4 h 305"/>
                  <a:gd name="T28" fmla="*/ 4 w 375"/>
                  <a:gd name="T29" fmla="*/ 4 h 305"/>
                  <a:gd name="T30" fmla="*/ 4 w 375"/>
                  <a:gd name="T31" fmla="*/ 5 h 305"/>
                  <a:gd name="T32" fmla="*/ 4 w 375"/>
                  <a:gd name="T33" fmla="*/ 5 h 305"/>
                  <a:gd name="T34" fmla="*/ 5 w 375"/>
                  <a:gd name="T35" fmla="*/ 4 h 305"/>
                  <a:gd name="T36" fmla="*/ 5 w 375"/>
                  <a:gd name="T37" fmla="*/ 4 h 305"/>
                  <a:gd name="T38" fmla="*/ 5 w 375"/>
                  <a:gd name="T39" fmla="*/ 4 h 305"/>
                  <a:gd name="T40" fmla="*/ 5 w 375"/>
                  <a:gd name="T41" fmla="*/ 4 h 305"/>
                  <a:gd name="T42" fmla="*/ 5 w 375"/>
                  <a:gd name="T43" fmla="*/ 3 h 305"/>
                  <a:gd name="T44" fmla="*/ 6 w 375"/>
                  <a:gd name="T45" fmla="*/ 3 h 305"/>
                  <a:gd name="T46" fmla="*/ 6 w 375"/>
                  <a:gd name="T47" fmla="*/ 3 h 305"/>
                  <a:gd name="T48" fmla="*/ 6 w 375"/>
                  <a:gd name="T49" fmla="*/ 3 h 305"/>
                  <a:gd name="T50" fmla="*/ 6 w 375"/>
                  <a:gd name="T51" fmla="*/ 3 h 305"/>
                  <a:gd name="T52" fmla="*/ 5 w 375"/>
                  <a:gd name="T53" fmla="*/ 3 h 305"/>
                  <a:gd name="T54" fmla="*/ 5 w 375"/>
                  <a:gd name="T55" fmla="*/ 2 h 305"/>
                  <a:gd name="T56" fmla="*/ 5 w 375"/>
                  <a:gd name="T57" fmla="*/ 2 h 305"/>
                  <a:gd name="T58" fmla="*/ 5 w 375"/>
                  <a:gd name="T59" fmla="*/ 2 h 305"/>
                  <a:gd name="T60" fmla="*/ 4 w 375"/>
                  <a:gd name="T61" fmla="*/ 2 h 305"/>
                  <a:gd name="T62" fmla="*/ 4 w 375"/>
                  <a:gd name="T63" fmla="*/ 2 h 305"/>
                  <a:gd name="T64" fmla="*/ 4 w 375"/>
                  <a:gd name="T65" fmla="*/ 2 h 305"/>
                  <a:gd name="T66" fmla="*/ 4 w 375"/>
                  <a:gd name="T67" fmla="*/ 1 h 305"/>
                  <a:gd name="T68" fmla="*/ 4 w 375"/>
                  <a:gd name="T69" fmla="*/ 1 h 305"/>
                  <a:gd name="T70" fmla="*/ 3 w 375"/>
                  <a:gd name="T71" fmla="*/ 1 h 305"/>
                  <a:gd name="T72" fmla="*/ 3 w 375"/>
                  <a:gd name="T73" fmla="*/ 1 h 305"/>
                  <a:gd name="T74" fmla="*/ 3 w 375"/>
                  <a:gd name="T75" fmla="*/ 1 h 305"/>
                  <a:gd name="T76" fmla="*/ 3 w 375"/>
                  <a:gd name="T77" fmla="*/ 0 h 305"/>
                  <a:gd name="T78" fmla="*/ 3 w 375"/>
                  <a:gd name="T79" fmla="*/ 0 h 305"/>
                  <a:gd name="T80" fmla="*/ 3 w 375"/>
                  <a:gd name="T81" fmla="*/ 0 h 305"/>
                  <a:gd name="T82" fmla="*/ 2 w 375"/>
                  <a:gd name="T83" fmla="*/ 0 h 305"/>
                  <a:gd name="T84" fmla="*/ 2 w 375"/>
                  <a:gd name="T85" fmla="*/ 0 h 305"/>
                  <a:gd name="T86" fmla="*/ 2 w 375"/>
                  <a:gd name="T87" fmla="*/ 0 h 305"/>
                  <a:gd name="T88" fmla="*/ 1 w 375"/>
                  <a:gd name="T89" fmla="*/ 0 h 305"/>
                  <a:gd name="T90" fmla="*/ 1 w 375"/>
                  <a:gd name="T91" fmla="*/ 0 h 305"/>
                  <a:gd name="T92" fmla="*/ 1 w 375"/>
                  <a:gd name="T93" fmla="*/ 0 h 305"/>
                  <a:gd name="T94" fmla="*/ 0 w 375"/>
                  <a:gd name="T95" fmla="*/ 0 h 305"/>
                  <a:gd name="T96" fmla="*/ 0 w 375"/>
                  <a:gd name="T97" fmla="*/ 0 h 30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75"/>
                  <a:gd name="T148" fmla="*/ 0 h 305"/>
                  <a:gd name="T149" fmla="*/ 375 w 375"/>
                  <a:gd name="T150" fmla="*/ 305 h 30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75" h="305">
                    <a:moveTo>
                      <a:pt x="0" y="12"/>
                    </a:moveTo>
                    <a:lnTo>
                      <a:pt x="9" y="36"/>
                    </a:lnTo>
                    <a:lnTo>
                      <a:pt x="20" y="59"/>
                    </a:lnTo>
                    <a:lnTo>
                      <a:pt x="31" y="82"/>
                    </a:lnTo>
                    <a:lnTo>
                      <a:pt x="44" y="103"/>
                    </a:lnTo>
                    <a:lnTo>
                      <a:pt x="59" y="125"/>
                    </a:lnTo>
                    <a:lnTo>
                      <a:pt x="73" y="145"/>
                    </a:lnTo>
                    <a:lnTo>
                      <a:pt x="89" y="165"/>
                    </a:lnTo>
                    <a:lnTo>
                      <a:pt x="105" y="184"/>
                    </a:lnTo>
                    <a:lnTo>
                      <a:pt x="123" y="203"/>
                    </a:lnTo>
                    <a:lnTo>
                      <a:pt x="141" y="220"/>
                    </a:lnTo>
                    <a:lnTo>
                      <a:pt x="160" y="236"/>
                    </a:lnTo>
                    <a:lnTo>
                      <a:pt x="179" y="252"/>
                    </a:lnTo>
                    <a:lnTo>
                      <a:pt x="201" y="267"/>
                    </a:lnTo>
                    <a:lnTo>
                      <a:pt x="222" y="281"/>
                    </a:lnTo>
                    <a:lnTo>
                      <a:pt x="243" y="293"/>
                    </a:lnTo>
                    <a:lnTo>
                      <a:pt x="265" y="305"/>
                    </a:lnTo>
                    <a:lnTo>
                      <a:pt x="284" y="289"/>
                    </a:lnTo>
                    <a:lnTo>
                      <a:pt x="300" y="273"/>
                    </a:lnTo>
                    <a:lnTo>
                      <a:pt x="316" y="256"/>
                    </a:lnTo>
                    <a:lnTo>
                      <a:pt x="330" y="241"/>
                    </a:lnTo>
                    <a:lnTo>
                      <a:pt x="343" y="226"/>
                    </a:lnTo>
                    <a:lnTo>
                      <a:pt x="356" y="212"/>
                    </a:lnTo>
                    <a:lnTo>
                      <a:pt x="366" y="198"/>
                    </a:lnTo>
                    <a:lnTo>
                      <a:pt x="375" y="183"/>
                    </a:lnTo>
                    <a:lnTo>
                      <a:pt x="359" y="177"/>
                    </a:lnTo>
                    <a:lnTo>
                      <a:pt x="341" y="169"/>
                    </a:lnTo>
                    <a:lnTo>
                      <a:pt x="326" y="161"/>
                    </a:lnTo>
                    <a:lnTo>
                      <a:pt x="310" y="153"/>
                    </a:lnTo>
                    <a:lnTo>
                      <a:pt x="295" y="143"/>
                    </a:lnTo>
                    <a:lnTo>
                      <a:pt x="281" y="133"/>
                    </a:lnTo>
                    <a:lnTo>
                      <a:pt x="265" y="123"/>
                    </a:lnTo>
                    <a:lnTo>
                      <a:pt x="252" y="112"/>
                    </a:lnTo>
                    <a:lnTo>
                      <a:pt x="239" y="99"/>
                    </a:lnTo>
                    <a:lnTo>
                      <a:pt x="227" y="86"/>
                    </a:lnTo>
                    <a:lnTo>
                      <a:pt x="215" y="73"/>
                    </a:lnTo>
                    <a:lnTo>
                      <a:pt x="203" y="60"/>
                    </a:lnTo>
                    <a:lnTo>
                      <a:pt x="192" y="46"/>
                    </a:lnTo>
                    <a:lnTo>
                      <a:pt x="182" y="31"/>
                    </a:lnTo>
                    <a:lnTo>
                      <a:pt x="172" y="15"/>
                    </a:lnTo>
                    <a:lnTo>
                      <a:pt x="164" y="0"/>
                    </a:lnTo>
                    <a:lnTo>
                      <a:pt x="146" y="0"/>
                    </a:lnTo>
                    <a:lnTo>
                      <a:pt x="127" y="1"/>
                    </a:lnTo>
                    <a:lnTo>
                      <a:pt x="106" y="2"/>
                    </a:lnTo>
                    <a:lnTo>
                      <a:pt x="86" y="3"/>
                    </a:lnTo>
                    <a:lnTo>
                      <a:pt x="66" y="5"/>
                    </a:lnTo>
                    <a:lnTo>
                      <a:pt x="43" y="7"/>
                    </a:lnTo>
                    <a:lnTo>
                      <a:pt x="22" y="9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8D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2" name="Freeform 547"/>
              <p:cNvSpPr>
                <a:spLocks/>
              </p:cNvSpPr>
              <p:nvPr/>
            </p:nvSpPr>
            <p:spPr bwMode="auto">
              <a:xfrm>
                <a:off x="2682" y="1452"/>
                <a:ext cx="41" cy="31"/>
              </a:xfrm>
              <a:custGeom>
                <a:avLst/>
                <a:gdLst>
                  <a:gd name="T0" fmla="*/ 0 w 324"/>
                  <a:gd name="T1" fmla="*/ 0 h 247"/>
                  <a:gd name="T2" fmla="*/ 0 w 324"/>
                  <a:gd name="T3" fmla="*/ 0 h 247"/>
                  <a:gd name="T4" fmla="*/ 0 w 324"/>
                  <a:gd name="T5" fmla="*/ 1 h 247"/>
                  <a:gd name="T6" fmla="*/ 1 w 324"/>
                  <a:gd name="T7" fmla="*/ 1 h 247"/>
                  <a:gd name="T8" fmla="*/ 1 w 324"/>
                  <a:gd name="T9" fmla="*/ 1 h 247"/>
                  <a:gd name="T10" fmla="*/ 1 w 324"/>
                  <a:gd name="T11" fmla="*/ 2 h 247"/>
                  <a:gd name="T12" fmla="*/ 1 w 324"/>
                  <a:gd name="T13" fmla="*/ 2 h 247"/>
                  <a:gd name="T14" fmla="*/ 1 w 324"/>
                  <a:gd name="T15" fmla="*/ 2 h 247"/>
                  <a:gd name="T16" fmla="*/ 2 w 324"/>
                  <a:gd name="T17" fmla="*/ 2 h 247"/>
                  <a:gd name="T18" fmla="*/ 2 w 324"/>
                  <a:gd name="T19" fmla="*/ 3 h 247"/>
                  <a:gd name="T20" fmla="*/ 2 w 324"/>
                  <a:gd name="T21" fmla="*/ 3 h 247"/>
                  <a:gd name="T22" fmla="*/ 2 w 324"/>
                  <a:gd name="T23" fmla="*/ 3 h 247"/>
                  <a:gd name="T24" fmla="*/ 3 w 324"/>
                  <a:gd name="T25" fmla="*/ 3 h 247"/>
                  <a:gd name="T26" fmla="*/ 3 w 324"/>
                  <a:gd name="T27" fmla="*/ 3 h 247"/>
                  <a:gd name="T28" fmla="*/ 3 w 324"/>
                  <a:gd name="T29" fmla="*/ 4 h 247"/>
                  <a:gd name="T30" fmla="*/ 4 w 324"/>
                  <a:gd name="T31" fmla="*/ 4 h 247"/>
                  <a:gd name="T32" fmla="*/ 4 w 324"/>
                  <a:gd name="T33" fmla="*/ 4 h 247"/>
                  <a:gd name="T34" fmla="*/ 4 w 324"/>
                  <a:gd name="T35" fmla="*/ 4 h 247"/>
                  <a:gd name="T36" fmla="*/ 4 w 324"/>
                  <a:gd name="T37" fmla="*/ 3 h 247"/>
                  <a:gd name="T38" fmla="*/ 5 w 324"/>
                  <a:gd name="T39" fmla="*/ 3 h 247"/>
                  <a:gd name="T40" fmla="*/ 5 w 324"/>
                  <a:gd name="T41" fmla="*/ 3 h 247"/>
                  <a:gd name="T42" fmla="*/ 5 w 324"/>
                  <a:gd name="T43" fmla="*/ 3 h 247"/>
                  <a:gd name="T44" fmla="*/ 5 w 324"/>
                  <a:gd name="T45" fmla="*/ 2 h 247"/>
                  <a:gd name="T46" fmla="*/ 5 w 324"/>
                  <a:gd name="T47" fmla="*/ 2 h 247"/>
                  <a:gd name="T48" fmla="*/ 5 w 324"/>
                  <a:gd name="T49" fmla="*/ 2 h 247"/>
                  <a:gd name="T50" fmla="*/ 5 w 324"/>
                  <a:gd name="T51" fmla="*/ 2 h 247"/>
                  <a:gd name="T52" fmla="*/ 5 w 324"/>
                  <a:gd name="T53" fmla="*/ 2 h 247"/>
                  <a:gd name="T54" fmla="*/ 4 w 324"/>
                  <a:gd name="T55" fmla="*/ 1 h 247"/>
                  <a:gd name="T56" fmla="*/ 4 w 324"/>
                  <a:gd name="T57" fmla="*/ 1 h 247"/>
                  <a:gd name="T58" fmla="*/ 4 w 324"/>
                  <a:gd name="T59" fmla="*/ 1 h 247"/>
                  <a:gd name="T60" fmla="*/ 3 w 324"/>
                  <a:gd name="T61" fmla="*/ 1 h 247"/>
                  <a:gd name="T62" fmla="*/ 3 w 324"/>
                  <a:gd name="T63" fmla="*/ 0 h 247"/>
                  <a:gd name="T64" fmla="*/ 3 w 324"/>
                  <a:gd name="T65" fmla="*/ 0 h 247"/>
                  <a:gd name="T66" fmla="*/ 3 w 324"/>
                  <a:gd name="T67" fmla="*/ 0 h 247"/>
                  <a:gd name="T68" fmla="*/ 2 w 324"/>
                  <a:gd name="T69" fmla="*/ 0 h 247"/>
                  <a:gd name="T70" fmla="*/ 2 w 324"/>
                  <a:gd name="T71" fmla="*/ 0 h 247"/>
                  <a:gd name="T72" fmla="*/ 2 w 324"/>
                  <a:gd name="T73" fmla="*/ 0 h 247"/>
                  <a:gd name="T74" fmla="*/ 1 w 324"/>
                  <a:gd name="T75" fmla="*/ 0 h 247"/>
                  <a:gd name="T76" fmla="*/ 1 w 324"/>
                  <a:gd name="T77" fmla="*/ 0 h 247"/>
                  <a:gd name="T78" fmla="*/ 0 w 324"/>
                  <a:gd name="T79" fmla="*/ 0 h 247"/>
                  <a:gd name="T80" fmla="*/ 0 w 324"/>
                  <a:gd name="T81" fmla="*/ 0 h 24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24"/>
                  <a:gd name="T124" fmla="*/ 0 h 247"/>
                  <a:gd name="T125" fmla="*/ 324 w 324"/>
                  <a:gd name="T126" fmla="*/ 247 h 24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24" h="247">
                    <a:moveTo>
                      <a:pt x="0" y="4"/>
                    </a:moveTo>
                    <a:lnTo>
                      <a:pt x="9" y="25"/>
                    </a:lnTo>
                    <a:lnTo>
                      <a:pt x="19" y="44"/>
                    </a:lnTo>
                    <a:lnTo>
                      <a:pt x="30" y="63"/>
                    </a:lnTo>
                    <a:lnTo>
                      <a:pt x="43" y="81"/>
                    </a:lnTo>
                    <a:lnTo>
                      <a:pt x="56" y="99"/>
                    </a:lnTo>
                    <a:lnTo>
                      <a:pt x="69" y="117"/>
                    </a:lnTo>
                    <a:lnTo>
                      <a:pt x="84" y="133"/>
                    </a:lnTo>
                    <a:lnTo>
                      <a:pt x="99" y="149"/>
                    </a:lnTo>
                    <a:lnTo>
                      <a:pt x="115" y="164"/>
                    </a:lnTo>
                    <a:lnTo>
                      <a:pt x="132" y="178"/>
                    </a:lnTo>
                    <a:lnTo>
                      <a:pt x="149" y="192"/>
                    </a:lnTo>
                    <a:lnTo>
                      <a:pt x="167" y="205"/>
                    </a:lnTo>
                    <a:lnTo>
                      <a:pt x="185" y="217"/>
                    </a:lnTo>
                    <a:lnTo>
                      <a:pt x="205" y="228"/>
                    </a:lnTo>
                    <a:lnTo>
                      <a:pt x="225" y="238"/>
                    </a:lnTo>
                    <a:lnTo>
                      <a:pt x="245" y="247"/>
                    </a:lnTo>
                    <a:lnTo>
                      <a:pt x="262" y="228"/>
                    </a:lnTo>
                    <a:lnTo>
                      <a:pt x="277" y="210"/>
                    </a:lnTo>
                    <a:lnTo>
                      <a:pt x="290" y="192"/>
                    </a:lnTo>
                    <a:lnTo>
                      <a:pt x="301" y="174"/>
                    </a:lnTo>
                    <a:lnTo>
                      <a:pt x="310" y="157"/>
                    </a:lnTo>
                    <a:lnTo>
                      <a:pt x="317" y="142"/>
                    </a:lnTo>
                    <a:lnTo>
                      <a:pt x="321" y="126"/>
                    </a:lnTo>
                    <a:lnTo>
                      <a:pt x="324" y="112"/>
                    </a:lnTo>
                    <a:lnTo>
                      <a:pt x="303" y="103"/>
                    </a:lnTo>
                    <a:lnTo>
                      <a:pt x="282" y="93"/>
                    </a:lnTo>
                    <a:lnTo>
                      <a:pt x="261" y="81"/>
                    </a:lnTo>
                    <a:lnTo>
                      <a:pt x="242" y="68"/>
                    </a:lnTo>
                    <a:lnTo>
                      <a:pt x="225" y="54"/>
                    </a:lnTo>
                    <a:lnTo>
                      <a:pt x="208" y="39"/>
                    </a:lnTo>
                    <a:lnTo>
                      <a:pt x="192" y="21"/>
                    </a:lnTo>
                    <a:lnTo>
                      <a:pt x="177" y="4"/>
                    </a:lnTo>
                    <a:lnTo>
                      <a:pt x="159" y="2"/>
                    </a:lnTo>
                    <a:lnTo>
                      <a:pt x="139" y="1"/>
                    </a:lnTo>
                    <a:lnTo>
                      <a:pt x="119" y="0"/>
                    </a:lnTo>
                    <a:lnTo>
                      <a:pt x="96" y="0"/>
                    </a:lnTo>
                    <a:lnTo>
                      <a:pt x="74" y="0"/>
                    </a:lnTo>
                    <a:lnTo>
                      <a:pt x="50" y="1"/>
                    </a:lnTo>
                    <a:lnTo>
                      <a:pt x="25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B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3" name="Freeform 548"/>
              <p:cNvSpPr>
                <a:spLocks/>
              </p:cNvSpPr>
              <p:nvPr/>
            </p:nvSpPr>
            <p:spPr bwMode="auto">
              <a:xfrm>
                <a:off x="2693" y="1452"/>
                <a:ext cx="30" cy="23"/>
              </a:xfrm>
              <a:custGeom>
                <a:avLst/>
                <a:gdLst>
                  <a:gd name="T0" fmla="*/ 0 w 240"/>
                  <a:gd name="T1" fmla="*/ 0 h 183"/>
                  <a:gd name="T2" fmla="*/ 0 w 240"/>
                  <a:gd name="T3" fmla="*/ 0 h 183"/>
                  <a:gd name="T4" fmla="*/ 0 w 240"/>
                  <a:gd name="T5" fmla="*/ 1 h 183"/>
                  <a:gd name="T6" fmla="*/ 1 w 240"/>
                  <a:gd name="T7" fmla="*/ 1 h 183"/>
                  <a:gd name="T8" fmla="*/ 1 w 240"/>
                  <a:gd name="T9" fmla="*/ 1 h 183"/>
                  <a:gd name="T10" fmla="*/ 1 w 240"/>
                  <a:gd name="T11" fmla="*/ 1 h 183"/>
                  <a:gd name="T12" fmla="*/ 1 w 240"/>
                  <a:gd name="T13" fmla="*/ 1 h 183"/>
                  <a:gd name="T14" fmla="*/ 1 w 240"/>
                  <a:gd name="T15" fmla="*/ 2 h 183"/>
                  <a:gd name="T16" fmla="*/ 1 w 240"/>
                  <a:gd name="T17" fmla="*/ 2 h 183"/>
                  <a:gd name="T18" fmla="*/ 2 w 240"/>
                  <a:gd name="T19" fmla="*/ 2 h 183"/>
                  <a:gd name="T20" fmla="*/ 2 w 240"/>
                  <a:gd name="T21" fmla="*/ 2 h 183"/>
                  <a:gd name="T22" fmla="*/ 2 w 240"/>
                  <a:gd name="T23" fmla="*/ 2 h 183"/>
                  <a:gd name="T24" fmla="*/ 2 w 240"/>
                  <a:gd name="T25" fmla="*/ 2 h 183"/>
                  <a:gd name="T26" fmla="*/ 3 w 240"/>
                  <a:gd name="T27" fmla="*/ 3 h 183"/>
                  <a:gd name="T28" fmla="*/ 3 w 240"/>
                  <a:gd name="T29" fmla="*/ 3 h 183"/>
                  <a:gd name="T30" fmla="*/ 3 w 240"/>
                  <a:gd name="T31" fmla="*/ 3 h 183"/>
                  <a:gd name="T32" fmla="*/ 3 w 240"/>
                  <a:gd name="T33" fmla="*/ 3 h 183"/>
                  <a:gd name="T34" fmla="*/ 4 w 240"/>
                  <a:gd name="T35" fmla="*/ 3 h 183"/>
                  <a:gd name="T36" fmla="*/ 4 w 240"/>
                  <a:gd name="T37" fmla="*/ 2 h 183"/>
                  <a:gd name="T38" fmla="*/ 4 w 240"/>
                  <a:gd name="T39" fmla="*/ 2 h 183"/>
                  <a:gd name="T40" fmla="*/ 4 w 240"/>
                  <a:gd name="T41" fmla="*/ 2 h 183"/>
                  <a:gd name="T42" fmla="*/ 4 w 240"/>
                  <a:gd name="T43" fmla="*/ 2 h 183"/>
                  <a:gd name="T44" fmla="*/ 4 w 240"/>
                  <a:gd name="T45" fmla="*/ 2 h 183"/>
                  <a:gd name="T46" fmla="*/ 4 w 240"/>
                  <a:gd name="T47" fmla="*/ 1 h 183"/>
                  <a:gd name="T48" fmla="*/ 4 w 240"/>
                  <a:gd name="T49" fmla="*/ 1 h 183"/>
                  <a:gd name="T50" fmla="*/ 4 w 240"/>
                  <a:gd name="T51" fmla="*/ 1 h 183"/>
                  <a:gd name="T52" fmla="*/ 4 w 240"/>
                  <a:gd name="T53" fmla="*/ 1 h 183"/>
                  <a:gd name="T54" fmla="*/ 4 w 240"/>
                  <a:gd name="T55" fmla="*/ 1 h 183"/>
                  <a:gd name="T56" fmla="*/ 4 w 240"/>
                  <a:gd name="T57" fmla="*/ 1 h 183"/>
                  <a:gd name="T58" fmla="*/ 3 w 240"/>
                  <a:gd name="T59" fmla="*/ 1 h 183"/>
                  <a:gd name="T60" fmla="*/ 3 w 240"/>
                  <a:gd name="T61" fmla="*/ 1 h 183"/>
                  <a:gd name="T62" fmla="*/ 3 w 240"/>
                  <a:gd name="T63" fmla="*/ 1 h 183"/>
                  <a:gd name="T64" fmla="*/ 3 w 240"/>
                  <a:gd name="T65" fmla="*/ 1 h 183"/>
                  <a:gd name="T66" fmla="*/ 3 w 240"/>
                  <a:gd name="T67" fmla="*/ 0 h 183"/>
                  <a:gd name="T68" fmla="*/ 3 w 240"/>
                  <a:gd name="T69" fmla="*/ 0 h 183"/>
                  <a:gd name="T70" fmla="*/ 2 w 240"/>
                  <a:gd name="T71" fmla="*/ 0 h 183"/>
                  <a:gd name="T72" fmla="*/ 2 w 240"/>
                  <a:gd name="T73" fmla="*/ 0 h 183"/>
                  <a:gd name="T74" fmla="*/ 2 w 240"/>
                  <a:gd name="T75" fmla="*/ 0 h 183"/>
                  <a:gd name="T76" fmla="*/ 1 w 240"/>
                  <a:gd name="T77" fmla="*/ 0 h 183"/>
                  <a:gd name="T78" fmla="*/ 1 w 240"/>
                  <a:gd name="T79" fmla="*/ 0 h 183"/>
                  <a:gd name="T80" fmla="*/ 1 w 240"/>
                  <a:gd name="T81" fmla="*/ 0 h 183"/>
                  <a:gd name="T82" fmla="*/ 0 w 240"/>
                  <a:gd name="T83" fmla="*/ 0 h 183"/>
                  <a:gd name="T84" fmla="*/ 0 w 240"/>
                  <a:gd name="T85" fmla="*/ 0 h 18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40"/>
                  <a:gd name="T130" fmla="*/ 0 h 183"/>
                  <a:gd name="T131" fmla="*/ 240 w 240"/>
                  <a:gd name="T132" fmla="*/ 183 h 183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40" h="183">
                    <a:moveTo>
                      <a:pt x="0" y="0"/>
                    </a:moveTo>
                    <a:lnTo>
                      <a:pt x="8" y="15"/>
                    </a:lnTo>
                    <a:lnTo>
                      <a:pt x="18" y="31"/>
                    </a:lnTo>
                    <a:lnTo>
                      <a:pt x="28" y="46"/>
                    </a:lnTo>
                    <a:lnTo>
                      <a:pt x="39" y="60"/>
                    </a:lnTo>
                    <a:lnTo>
                      <a:pt x="51" y="73"/>
                    </a:lnTo>
                    <a:lnTo>
                      <a:pt x="62" y="86"/>
                    </a:lnTo>
                    <a:lnTo>
                      <a:pt x="75" y="99"/>
                    </a:lnTo>
                    <a:lnTo>
                      <a:pt x="88" y="112"/>
                    </a:lnTo>
                    <a:lnTo>
                      <a:pt x="101" y="123"/>
                    </a:lnTo>
                    <a:lnTo>
                      <a:pt x="116" y="134"/>
                    </a:lnTo>
                    <a:lnTo>
                      <a:pt x="131" y="143"/>
                    </a:lnTo>
                    <a:lnTo>
                      <a:pt x="146" y="153"/>
                    </a:lnTo>
                    <a:lnTo>
                      <a:pt x="162" y="161"/>
                    </a:lnTo>
                    <a:lnTo>
                      <a:pt x="177" y="169"/>
                    </a:lnTo>
                    <a:lnTo>
                      <a:pt x="195" y="177"/>
                    </a:lnTo>
                    <a:lnTo>
                      <a:pt x="211" y="183"/>
                    </a:lnTo>
                    <a:lnTo>
                      <a:pt x="221" y="168"/>
                    </a:lnTo>
                    <a:lnTo>
                      <a:pt x="228" y="153"/>
                    </a:lnTo>
                    <a:lnTo>
                      <a:pt x="234" y="138"/>
                    </a:lnTo>
                    <a:lnTo>
                      <a:pt x="238" y="124"/>
                    </a:lnTo>
                    <a:lnTo>
                      <a:pt x="240" y="111"/>
                    </a:lnTo>
                    <a:lnTo>
                      <a:pt x="240" y="97"/>
                    </a:lnTo>
                    <a:lnTo>
                      <a:pt x="240" y="91"/>
                    </a:lnTo>
                    <a:lnTo>
                      <a:pt x="239" y="85"/>
                    </a:lnTo>
                    <a:lnTo>
                      <a:pt x="237" y="80"/>
                    </a:lnTo>
                    <a:lnTo>
                      <a:pt x="235" y="74"/>
                    </a:lnTo>
                    <a:lnTo>
                      <a:pt x="231" y="65"/>
                    </a:lnTo>
                    <a:lnTo>
                      <a:pt x="225" y="56"/>
                    </a:lnTo>
                    <a:lnTo>
                      <a:pt x="217" y="48"/>
                    </a:lnTo>
                    <a:lnTo>
                      <a:pt x="208" y="41"/>
                    </a:lnTo>
                    <a:lnTo>
                      <a:pt x="198" y="34"/>
                    </a:lnTo>
                    <a:lnTo>
                      <a:pt x="186" y="28"/>
                    </a:lnTo>
                    <a:lnTo>
                      <a:pt x="173" y="21"/>
                    </a:lnTo>
                    <a:lnTo>
                      <a:pt x="159" y="17"/>
                    </a:lnTo>
                    <a:lnTo>
                      <a:pt x="143" y="12"/>
                    </a:lnTo>
                    <a:lnTo>
                      <a:pt x="127" y="9"/>
                    </a:lnTo>
                    <a:lnTo>
                      <a:pt x="108" y="6"/>
                    </a:lnTo>
                    <a:lnTo>
                      <a:pt x="89" y="3"/>
                    </a:lnTo>
                    <a:lnTo>
                      <a:pt x="68" y="2"/>
                    </a:lnTo>
                    <a:lnTo>
                      <a:pt x="47" y="0"/>
                    </a:lnTo>
                    <a:lnTo>
                      <a:pt x="2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D8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4" name="Freeform 549"/>
              <p:cNvSpPr>
                <a:spLocks/>
              </p:cNvSpPr>
              <p:nvPr/>
            </p:nvSpPr>
            <p:spPr bwMode="auto">
              <a:xfrm>
                <a:off x="2704" y="1453"/>
                <a:ext cx="19" cy="13"/>
              </a:xfrm>
              <a:custGeom>
                <a:avLst/>
                <a:gdLst>
                  <a:gd name="T0" fmla="*/ 0 w 147"/>
                  <a:gd name="T1" fmla="*/ 0 h 108"/>
                  <a:gd name="T2" fmla="*/ 0 w 147"/>
                  <a:gd name="T3" fmla="*/ 0 h 108"/>
                  <a:gd name="T4" fmla="*/ 1 w 147"/>
                  <a:gd name="T5" fmla="*/ 0 h 108"/>
                  <a:gd name="T6" fmla="*/ 1 w 147"/>
                  <a:gd name="T7" fmla="*/ 1 h 108"/>
                  <a:gd name="T8" fmla="*/ 1 w 147"/>
                  <a:gd name="T9" fmla="*/ 1 h 108"/>
                  <a:gd name="T10" fmla="*/ 1 w 147"/>
                  <a:gd name="T11" fmla="*/ 1 h 108"/>
                  <a:gd name="T12" fmla="*/ 2 w 147"/>
                  <a:gd name="T13" fmla="*/ 1 h 108"/>
                  <a:gd name="T14" fmla="*/ 2 w 147"/>
                  <a:gd name="T15" fmla="*/ 1 h 108"/>
                  <a:gd name="T16" fmla="*/ 2 w 147"/>
                  <a:gd name="T17" fmla="*/ 2 h 108"/>
                  <a:gd name="T18" fmla="*/ 2 w 147"/>
                  <a:gd name="T19" fmla="*/ 1 h 108"/>
                  <a:gd name="T20" fmla="*/ 2 w 147"/>
                  <a:gd name="T21" fmla="*/ 1 h 108"/>
                  <a:gd name="T22" fmla="*/ 2 w 147"/>
                  <a:gd name="T23" fmla="*/ 1 h 108"/>
                  <a:gd name="T24" fmla="*/ 2 w 147"/>
                  <a:gd name="T25" fmla="*/ 1 h 108"/>
                  <a:gd name="T26" fmla="*/ 2 w 147"/>
                  <a:gd name="T27" fmla="*/ 1 h 108"/>
                  <a:gd name="T28" fmla="*/ 2 w 147"/>
                  <a:gd name="T29" fmla="*/ 1 h 108"/>
                  <a:gd name="T30" fmla="*/ 2 w 147"/>
                  <a:gd name="T31" fmla="*/ 1 h 108"/>
                  <a:gd name="T32" fmla="*/ 2 w 147"/>
                  <a:gd name="T33" fmla="*/ 1 h 108"/>
                  <a:gd name="T34" fmla="*/ 2 w 147"/>
                  <a:gd name="T35" fmla="*/ 1 h 108"/>
                  <a:gd name="T36" fmla="*/ 2 w 147"/>
                  <a:gd name="T37" fmla="*/ 0 h 108"/>
                  <a:gd name="T38" fmla="*/ 2 w 147"/>
                  <a:gd name="T39" fmla="*/ 0 h 108"/>
                  <a:gd name="T40" fmla="*/ 2 w 147"/>
                  <a:gd name="T41" fmla="*/ 0 h 108"/>
                  <a:gd name="T42" fmla="*/ 1 w 147"/>
                  <a:gd name="T43" fmla="*/ 0 h 108"/>
                  <a:gd name="T44" fmla="*/ 1 w 147"/>
                  <a:gd name="T45" fmla="*/ 0 h 108"/>
                  <a:gd name="T46" fmla="*/ 1 w 147"/>
                  <a:gd name="T47" fmla="*/ 0 h 108"/>
                  <a:gd name="T48" fmla="*/ 1 w 147"/>
                  <a:gd name="T49" fmla="*/ 0 h 108"/>
                  <a:gd name="T50" fmla="*/ 1 w 147"/>
                  <a:gd name="T51" fmla="*/ 0 h 108"/>
                  <a:gd name="T52" fmla="*/ 0 w 147"/>
                  <a:gd name="T53" fmla="*/ 0 h 10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47"/>
                  <a:gd name="T82" fmla="*/ 0 h 108"/>
                  <a:gd name="T83" fmla="*/ 147 w 147"/>
                  <a:gd name="T84" fmla="*/ 108 h 10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47" h="108">
                    <a:moveTo>
                      <a:pt x="0" y="0"/>
                    </a:moveTo>
                    <a:lnTo>
                      <a:pt x="14" y="17"/>
                    </a:lnTo>
                    <a:lnTo>
                      <a:pt x="30" y="35"/>
                    </a:lnTo>
                    <a:lnTo>
                      <a:pt x="47" y="50"/>
                    </a:lnTo>
                    <a:lnTo>
                      <a:pt x="65" y="64"/>
                    </a:lnTo>
                    <a:lnTo>
                      <a:pt x="83" y="77"/>
                    </a:lnTo>
                    <a:lnTo>
                      <a:pt x="104" y="89"/>
                    </a:lnTo>
                    <a:lnTo>
                      <a:pt x="125" y="99"/>
                    </a:lnTo>
                    <a:lnTo>
                      <a:pt x="146" y="108"/>
                    </a:lnTo>
                    <a:lnTo>
                      <a:pt x="147" y="97"/>
                    </a:lnTo>
                    <a:lnTo>
                      <a:pt x="146" y="88"/>
                    </a:lnTo>
                    <a:lnTo>
                      <a:pt x="144" y="79"/>
                    </a:lnTo>
                    <a:lnTo>
                      <a:pt x="141" y="70"/>
                    </a:lnTo>
                    <a:lnTo>
                      <a:pt x="138" y="63"/>
                    </a:lnTo>
                    <a:lnTo>
                      <a:pt x="134" y="57"/>
                    </a:lnTo>
                    <a:lnTo>
                      <a:pt x="129" y="50"/>
                    </a:lnTo>
                    <a:lnTo>
                      <a:pt x="124" y="45"/>
                    </a:lnTo>
                    <a:lnTo>
                      <a:pt x="118" y="39"/>
                    </a:lnTo>
                    <a:lnTo>
                      <a:pt x="110" y="34"/>
                    </a:lnTo>
                    <a:lnTo>
                      <a:pt x="103" y="29"/>
                    </a:lnTo>
                    <a:lnTo>
                      <a:pt x="93" y="25"/>
                    </a:lnTo>
                    <a:lnTo>
                      <a:pt x="84" y="20"/>
                    </a:lnTo>
                    <a:lnTo>
                      <a:pt x="74" y="16"/>
                    </a:lnTo>
                    <a:lnTo>
                      <a:pt x="64" y="12"/>
                    </a:lnTo>
                    <a:lnTo>
                      <a:pt x="52" y="9"/>
                    </a:lnTo>
                    <a:lnTo>
                      <a:pt x="28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6DE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5" name="Freeform 550"/>
              <p:cNvSpPr>
                <a:spLocks/>
              </p:cNvSpPr>
              <p:nvPr/>
            </p:nvSpPr>
            <p:spPr bwMode="auto">
              <a:xfrm>
                <a:off x="2300" y="1452"/>
                <a:ext cx="423" cy="189"/>
              </a:xfrm>
              <a:custGeom>
                <a:avLst/>
                <a:gdLst>
                  <a:gd name="T0" fmla="*/ 27 w 3385"/>
                  <a:gd name="T1" fmla="*/ 6 h 1507"/>
                  <a:gd name="T2" fmla="*/ 31 w 3385"/>
                  <a:gd name="T3" fmla="*/ 4 h 1507"/>
                  <a:gd name="T4" fmla="*/ 35 w 3385"/>
                  <a:gd name="T5" fmla="*/ 3 h 1507"/>
                  <a:gd name="T6" fmla="*/ 38 w 3385"/>
                  <a:gd name="T7" fmla="*/ 2 h 1507"/>
                  <a:gd name="T8" fmla="*/ 42 w 3385"/>
                  <a:gd name="T9" fmla="*/ 1 h 1507"/>
                  <a:gd name="T10" fmla="*/ 45 w 3385"/>
                  <a:gd name="T11" fmla="*/ 1 h 1507"/>
                  <a:gd name="T12" fmla="*/ 47 w 3385"/>
                  <a:gd name="T13" fmla="*/ 0 h 1507"/>
                  <a:gd name="T14" fmla="*/ 49 w 3385"/>
                  <a:gd name="T15" fmla="*/ 0 h 1507"/>
                  <a:gd name="T16" fmla="*/ 51 w 3385"/>
                  <a:gd name="T17" fmla="*/ 0 h 1507"/>
                  <a:gd name="T18" fmla="*/ 52 w 3385"/>
                  <a:gd name="T19" fmla="*/ 1 h 1507"/>
                  <a:gd name="T20" fmla="*/ 53 w 3385"/>
                  <a:gd name="T21" fmla="*/ 1 h 1507"/>
                  <a:gd name="T22" fmla="*/ 53 w 3385"/>
                  <a:gd name="T23" fmla="*/ 2 h 1507"/>
                  <a:gd name="T24" fmla="*/ 52 w 3385"/>
                  <a:gd name="T25" fmla="*/ 3 h 1507"/>
                  <a:gd name="T26" fmla="*/ 51 w 3385"/>
                  <a:gd name="T27" fmla="*/ 4 h 1507"/>
                  <a:gd name="T28" fmla="*/ 49 w 3385"/>
                  <a:gd name="T29" fmla="*/ 6 h 1507"/>
                  <a:gd name="T30" fmla="*/ 47 w 3385"/>
                  <a:gd name="T31" fmla="*/ 7 h 1507"/>
                  <a:gd name="T32" fmla="*/ 45 w 3385"/>
                  <a:gd name="T33" fmla="*/ 9 h 1507"/>
                  <a:gd name="T34" fmla="*/ 42 w 3385"/>
                  <a:gd name="T35" fmla="*/ 11 h 1507"/>
                  <a:gd name="T36" fmla="*/ 39 w 3385"/>
                  <a:gd name="T37" fmla="*/ 12 h 1507"/>
                  <a:gd name="T38" fmla="*/ 35 w 3385"/>
                  <a:gd name="T39" fmla="*/ 14 h 1507"/>
                  <a:gd name="T40" fmla="*/ 31 w 3385"/>
                  <a:gd name="T41" fmla="*/ 16 h 1507"/>
                  <a:gd name="T42" fmla="*/ 27 w 3385"/>
                  <a:gd name="T43" fmla="*/ 18 h 1507"/>
                  <a:gd name="T44" fmla="*/ 23 w 3385"/>
                  <a:gd name="T45" fmla="*/ 19 h 1507"/>
                  <a:gd name="T46" fmla="*/ 19 w 3385"/>
                  <a:gd name="T47" fmla="*/ 20 h 1507"/>
                  <a:gd name="T48" fmla="*/ 16 w 3385"/>
                  <a:gd name="T49" fmla="*/ 21 h 1507"/>
                  <a:gd name="T50" fmla="*/ 12 w 3385"/>
                  <a:gd name="T51" fmla="*/ 22 h 1507"/>
                  <a:gd name="T52" fmla="*/ 9 w 3385"/>
                  <a:gd name="T53" fmla="*/ 23 h 1507"/>
                  <a:gd name="T54" fmla="*/ 6 w 3385"/>
                  <a:gd name="T55" fmla="*/ 23 h 1507"/>
                  <a:gd name="T56" fmla="*/ 4 w 3385"/>
                  <a:gd name="T57" fmla="*/ 24 h 1507"/>
                  <a:gd name="T58" fmla="*/ 2 w 3385"/>
                  <a:gd name="T59" fmla="*/ 24 h 1507"/>
                  <a:gd name="T60" fmla="*/ 1 w 3385"/>
                  <a:gd name="T61" fmla="*/ 23 h 1507"/>
                  <a:gd name="T62" fmla="*/ 0 w 3385"/>
                  <a:gd name="T63" fmla="*/ 23 h 1507"/>
                  <a:gd name="T64" fmla="*/ 0 w 3385"/>
                  <a:gd name="T65" fmla="*/ 22 h 1507"/>
                  <a:gd name="T66" fmla="*/ 0 w 3385"/>
                  <a:gd name="T67" fmla="*/ 21 h 1507"/>
                  <a:gd name="T68" fmla="*/ 1 w 3385"/>
                  <a:gd name="T69" fmla="*/ 20 h 1507"/>
                  <a:gd name="T70" fmla="*/ 3 w 3385"/>
                  <a:gd name="T71" fmla="*/ 18 h 1507"/>
                  <a:gd name="T72" fmla="*/ 5 w 3385"/>
                  <a:gd name="T73" fmla="*/ 17 h 1507"/>
                  <a:gd name="T74" fmla="*/ 7 w 3385"/>
                  <a:gd name="T75" fmla="*/ 15 h 1507"/>
                  <a:gd name="T76" fmla="*/ 10 w 3385"/>
                  <a:gd name="T77" fmla="*/ 14 h 1507"/>
                  <a:gd name="T78" fmla="*/ 13 w 3385"/>
                  <a:gd name="T79" fmla="*/ 12 h 1507"/>
                  <a:gd name="T80" fmla="*/ 17 w 3385"/>
                  <a:gd name="T81" fmla="*/ 10 h 1507"/>
                  <a:gd name="T82" fmla="*/ 20 w 3385"/>
                  <a:gd name="T83" fmla="*/ 8 h 1507"/>
                  <a:gd name="T84" fmla="*/ 24 w 3385"/>
                  <a:gd name="T85" fmla="*/ 7 h 150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385"/>
                  <a:gd name="T130" fmla="*/ 0 h 1507"/>
                  <a:gd name="T131" fmla="*/ 3385 w 3385"/>
                  <a:gd name="T132" fmla="*/ 1507 h 150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385" h="1507">
                    <a:moveTo>
                      <a:pt x="1561" y="427"/>
                    </a:moveTo>
                    <a:lnTo>
                      <a:pt x="1649" y="393"/>
                    </a:lnTo>
                    <a:lnTo>
                      <a:pt x="1735" y="360"/>
                    </a:lnTo>
                    <a:lnTo>
                      <a:pt x="1820" y="327"/>
                    </a:lnTo>
                    <a:lnTo>
                      <a:pt x="1904" y="297"/>
                    </a:lnTo>
                    <a:lnTo>
                      <a:pt x="1987" y="268"/>
                    </a:lnTo>
                    <a:lnTo>
                      <a:pt x="2069" y="240"/>
                    </a:lnTo>
                    <a:lnTo>
                      <a:pt x="2150" y="214"/>
                    </a:lnTo>
                    <a:lnTo>
                      <a:pt x="2229" y="189"/>
                    </a:lnTo>
                    <a:lnTo>
                      <a:pt x="2306" y="165"/>
                    </a:lnTo>
                    <a:lnTo>
                      <a:pt x="2382" y="143"/>
                    </a:lnTo>
                    <a:lnTo>
                      <a:pt x="2456" y="123"/>
                    </a:lnTo>
                    <a:lnTo>
                      <a:pt x="2528" y="103"/>
                    </a:lnTo>
                    <a:lnTo>
                      <a:pt x="2597" y="85"/>
                    </a:lnTo>
                    <a:lnTo>
                      <a:pt x="2665" y="70"/>
                    </a:lnTo>
                    <a:lnTo>
                      <a:pt x="2731" y="55"/>
                    </a:lnTo>
                    <a:lnTo>
                      <a:pt x="2793" y="43"/>
                    </a:lnTo>
                    <a:lnTo>
                      <a:pt x="2854" y="32"/>
                    </a:lnTo>
                    <a:lnTo>
                      <a:pt x="2912" y="21"/>
                    </a:lnTo>
                    <a:lnTo>
                      <a:pt x="2967" y="14"/>
                    </a:lnTo>
                    <a:lnTo>
                      <a:pt x="3018" y="8"/>
                    </a:lnTo>
                    <a:lnTo>
                      <a:pt x="3068" y="3"/>
                    </a:lnTo>
                    <a:lnTo>
                      <a:pt x="3115" y="1"/>
                    </a:lnTo>
                    <a:lnTo>
                      <a:pt x="3157" y="0"/>
                    </a:lnTo>
                    <a:lnTo>
                      <a:pt x="3197" y="1"/>
                    </a:lnTo>
                    <a:lnTo>
                      <a:pt x="3233" y="3"/>
                    </a:lnTo>
                    <a:lnTo>
                      <a:pt x="3266" y="8"/>
                    </a:lnTo>
                    <a:lnTo>
                      <a:pt x="3295" y="14"/>
                    </a:lnTo>
                    <a:lnTo>
                      <a:pt x="3319" y="22"/>
                    </a:lnTo>
                    <a:lnTo>
                      <a:pt x="3342" y="33"/>
                    </a:lnTo>
                    <a:lnTo>
                      <a:pt x="3359" y="45"/>
                    </a:lnTo>
                    <a:lnTo>
                      <a:pt x="3372" y="58"/>
                    </a:lnTo>
                    <a:lnTo>
                      <a:pt x="3380" y="74"/>
                    </a:lnTo>
                    <a:lnTo>
                      <a:pt x="3385" y="92"/>
                    </a:lnTo>
                    <a:lnTo>
                      <a:pt x="3385" y="112"/>
                    </a:lnTo>
                    <a:lnTo>
                      <a:pt x="3381" y="132"/>
                    </a:lnTo>
                    <a:lnTo>
                      <a:pt x="3373" y="154"/>
                    </a:lnTo>
                    <a:lnTo>
                      <a:pt x="3360" y="177"/>
                    </a:lnTo>
                    <a:lnTo>
                      <a:pt x="3344" y="202"/>
                    </a:lnTo>
                    <a:lnTo>
                      <a:pt x="3323" y="228"/>
                    </a:lnTo>
                    <a:lnTo>
                      <a:pt x="3299" y="254"/>
                    </a:lnTo>
                    <a:lnTo>
                      <a:pt x="3271" y="283"/>
                    </a:lnTo>
                    <a:lnTo>
                      <a:pt x="3239" y="312"/>
                    </a:lnTo>
                    <a:lnTo>
                      <a:pt x="3204" y="341"/>
                    </a:lnTo>
                    <a:lnTo>
                      <a:pt x="3165" y="373"/>
                    </a:lnTo>
                    <a:lnTo>
                      <a:pt x="3124" y="404"/>
                    </a:lnTo>
                    <a:lnTo>
                      <a:pt x="3079" y="437"/>
                    </a:lnTo>
                    <a:lnTo>
                      <a:pt x="3031" y="470"/>
                    </a:lnTo>
                    <a:lnTo>
                      <a:pt x="2979" y="503"/>
                    </a:lnTo>
                    <a:lnTo>
                      <a:pt x="2925" y="538"/>
                    </a:lnTo>
                    <a:lnTo>
                      <a:pt x="2867" y="573"/>
                    </a:lnTo>
                    <a:lnTo>
                      <a:pt x="2808" y="609"/>
                    </a:lnTo>
                    <a:lnTo>
                      <a:pt x="2746" y="644"/>
                    </a:lnTo>
                    <a:lnTo>
                      <a:pt x="2680" y="680"/>
                    </a:lnTo>
                    <a:lnTo>
                      <a:pt x="2613" y="716"/>
                    </a:lnTo>
                    <a:lnTo>
                      <a:pt x="2543" y="753"/>
                    </a:lnTo>
                    <a:lnTo>
                      <a:pt x="2470" y="789"/>
                    </a:lnTo>
                    <a:lnTo>
                      <a:pt x="2396" y="826"/>
                    </a:lnTo>
                    <a:lnTo>
                      <a:pt x="2320" y="863"/>
                    </a:lnTo>
                    <a:lnTo>
                      <a:pt x="2242" y="899"/>
                    </a:lnTo>
                    <a:lnTo>
                      <a:pt x="2161" y="936"/>
                    </a:lnTo>
                    <a:lnTo>
                      <a:pt x="2079" y="972"/>
                    </a:lnTo>
                    <a:lnTo>
                      <a:pt x="1996" y="1008"/>
                    </a:lnTo>
                    <a:lnTo>
                      <a:pt x="1911" y="1044"/>
                    </a:lnTo>
                    <a:lnTo>
                      <a:pt x="1824" y="1080"/>
                    </a:lnTo>
                    <a:lnTo>
                      <a:pt x="1737" y="1114"/>
                    </a:lnTo>
                    <a:lnTo>
                      <a:pt x="1651" y="1147"/>
                    </a:lnTo>
                    <a:lnTo>
                      <a:pt x="1566" y="1179"/>
                    </a:lnTo>
                    <a:lnTo>
                      <a:pt x="1481" y="1209"/>
                    </a:lnTo>
                    <a:lnTo>
                      <a:pt x="1398" y="1239"/>
                    </a:lnTo>
                    <a:lnTo>
                      <a:pt x="1316" y="1267"/>
                    </a:lnTo>
                    <a:lnTo>
                      <a:pt x="1236" y="1293"/>
                    </a:lnTo>
                    <a:lnTo>
                      <a:pt x="1157" y="1317"/>
                    </a:lnTo>
                    <a:lnTo>
                      <a:pt x="1079" y="1342"/>
                    </a:lnTo>
                    <a:lnTo>
                      <a:pt x="1004" y="1363"/>
                    </a:lnTo>
                    <a:lnTo>
                      <a:pt x="930" y="1384"/>
                    </a:lnTo>
                    <a:lnTo>
                      <a:pt x="858" y="1403"/>
                    </a:lnTo>
                    <a:lnTo>
                      <a:pt x="788" y="1421"/>
                    </a:lnTo>
                    <a:lnTo>
                      <a:pt x="721" y="1437"/>
                    </a:lnTo>
                    <a:lnTo>
                      <a:pt x="656" y="1451"/>
                    </a:lnTo>
                    <a:lnTo>
                      <a:pt x="592" y="1463"/>
                    </a:lnTo>
                    <a:lnTo>
                      <a:pt x="532" y="1474"/>
                    </a:lnTo>
                    <a:lnTo>
                      <a:pt x="474" y="1485"/>
                    </a:lnTo>
                    <a:lnTo>
                      <a:pt x="419" y="1493"/>
                    </a:lnTo>
                    <a:lnTo>
                      <a:pt x="367" y="1499"/>
                    </a:lnTo>
                    <a:lnTo>
                      <a:pt x="317" y="1503"/>
                    </a:lnTo>
                    <a:lnTo>
                      <a:pt x="272" y="1506"/>
                    </a:lnTo>
                    <a:lnTo>
                      <a:pt x="228" y="1507"/>
                    </a:lnTo>
                    <a:lnTo>
                      <a:pt x="189" y="1506"/>
                    </a:lnTo>
                    <a:lnTo>
                      <a:pt x="152" y="1503"/>
                    </a:lnTo>
                    <a:lnTo>
                      <a:pt x="120" y="1499"/>
                    </a:lnTo>
                    <a:lnTo>
                      <a:pt x="91" y="1492"/>
                    </a:lnTo>
                    <a:lnTo>
                      <a:pt x="66" y="1484"/>
                    </a:lnTo>
                    <a:lnTo>
                      <a:pt x="45" y="1473"/>
                    </a:lnTo>
                    <a:lnTo>
                      <a:pt x="28" y="1462"/>
                    </a:lnTo>
                    <a:lnTo>
                      <a:pt x="14" y="1448"/>
                    </a:lnTo>
                    <a:lnTo>
                      <a:pt x="5" y="1432"/>
                    </a:lnTo>
                    <a:lnTo>
                      <a:pt x="0" y="1415"/>
                    </a:lnTo>
                    <a:lnTo>
                      <a:pt x="0" y="1395"/>
                    </a:lnTo>
                    <a:lnTo>
                      <a:pt x="4" y="1374"/>
                    </a:lnTo>
                    <a:lnTo>
                      <a:pt x="13" y="1353"/>
                    </a:lnTo>
                    <a:lnTo>
                      <a:pt x="26" y="1329"/>
                    </a:lnTo>
                    <a:lnTo>
                      <a:pt x="42" y="1304"/>
                    </a:lnTo>
                    <a:lnTo>
                      <a:pt x="62" y="1279"/>
                    </a:lnTo>
                    <a:lnTo>
                      <a:pt x="86" y="1252"/>
                    </a:lnTo>
                    <a:lnTo>
                      <a:pt x="115" y="1223"/>
                    </a:lnTo>
                    <a:lnTo>
                      <a:pt x="146" y="1195"/>
                    </a:lnTo>
                    <a:lnTo>
                      <a:pt x="182" y="1165"/>
                    </a:lnTo>
                    <a:lnTo>
                      <a:pt x="220" y="1134"/>
                    </a:lnTo>
                    <a:lnTo>
                      <a:pt x="262" y="1102"/>
                    </a:lnTo>
                    <a:lnTo>
                      <a:pt x="307" y="1069"/>
                    </a:lnTo>
                    <a:lnTo>
                      <a:pt x="355" y="1036"/>
                    </a:lnTo>
                    <a:lnTo>
                      <a:pt x="406" y="1003"/>
                    </a:lnTo>
                    <a:lnTo>
                      <a:pt x="461" y="968"/>
                    </a:lnTo>
                    <a:lnTo>
                      <a:pt x="518" y="934"/>
                    </a:lnTo>
                    <a:lnTo>
                      <a:pt x="578" y="898"/>
                    </a:lnTo>
                    <a:lnTo>
                      <a:pt x="641" y="862"/>
                    </a:lnTo>
                    <a:lnTo>
                      <a:pt x="705" y="826"/>
                    </a:lnTo>
                    <a:lnTo>
                      <a:pt x="773" y="790"/>
                    </a:lnTo>
                    <a:lnTo>
                      <a:pt x="843" y="754"/>
                    </a:lnTo>
                    <a:lnTo>
                      <a:pt x="915" y="717"/>
                    </a:lnTo>
                    <a:lnTo>
                      <a:pt x="989" y="681"/>
                    </a:lnTo>
                    <a:lnTo>
                      <a:pt x="1065" y="643"/>
                    </a:lnTo>
                    <a:lnTo>
                      <a:pt x="1144" y="607"/>
                    </a:lnTo>
                    <a:lnTo>
                      <a:pt x="1224" y="570"/>
                    </a:lnTo>
                    <a:lnTo>
                      <a:pt x="1306" y="534"/>
                    </a:lnTo>
                    <a:lnTo>
                      <a:pt x="1389" y="498"/>
                    </a:lnTo>
                    <a:lnTo>
                      <a:pt x="1474" y="463"/>
                    </a:lnTo>
                    <a:lnTo>
                      <a:pt x="1561" y="427"/>
                    </a:lnTo>
                    <a:close/>
                  </a:path>
                </a:pathLst>
              </a:custGeom>
              <a:noFill/>
              <a:ln w="10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86" name="Freeform 551"/>
              <p:cNvSpPr>
                <a:spLocks/>
              </p:cNvSpPr>
              <p:nvPr/>
            </p:nvSpPr>
            <p:spPr bwMode="auto">
              <a:xfrm>
                <a:off x="2300" y="1450"/>
                <a:ext cx="1142" cy="1973"/>
              </a:xfrm>
              <a:custGeom>
                <a:avLst/>
                <a:gdLst>
                  <a:gd name="T0" fmla="*/ 142 w 9140"/>
                  <a:gd name="T1" fmla="*/ 224 h 15786"/>
                  <a:gd name="T2" fmla="*/ 142 w 9140"/>
                  <a:gd name="T3" fmla="*/ 224 h 15786"/>
                  <a:gd name="T4" fmla="*/ 143 w 9140"/>
                  <a:gd name="T5" fmla="*/ 225 h 15786"/>
                  <a:gd name="T6" fmla="*/ 143 w 9140"/>
                  <a:gd name="T7" fmla="*/ 225 h 15786"/>
                  <a:gd name="T8" fmla="*/ 142 w 9140"/>
                  <a:gd name="T9" fmla="*/ 226 h 15786"/>
                  <a:gd name="T10" fmla="*/ 141 w 9140"/>
                  <a:gd name="T11" fmla="*/ 227 h 15786"/>
                  <a:gd name="T12" fmla="*/ 139 w 9140"/>
                  <a:gd name="T13" fmla="*/ 229 h 15786"/>
                  <a:gd name="T14" fmla="*/ 137 w 9140"/>
                  <a:gd name="T15" fmla="*/ 230 h 15786"/>
                  <a:gd name="T16" fmla="*/ 134 w 9140"/>
                  <a:gd name="T17" fmla="*/ 232 h 15786"/>
                  <a:gd name="T18" fmla="*/ 132 w 9140"/>
                  <a:gd name="T19" fmla="*/ 234 h 15786"/>
                  <a:gd name="T20" fmla="*/ 128 w 9140"/>
                  <a:gd name="T21" fmla="*/ 236 h 15786"/>
                  <a:gd name="T22" fmla="*/ 125 w 9140"/>
                  <a:gd name="T23" fmla="*/ 238 h 15786"/>
                  <a:gd name="T24" fmla="*/ 121 w 9140"/>
                  <a:gd name="T25" fmla="*/ 239 h 15786"/>
                  <a:gd name="T26" fmla="*/ 117 w 9140"/>
                  <a:gd name="T27" fmla="*/ 241 h 15786"/>
                  <a:gd name="T28" fmla="*/ 113 w 9140"/>
                  <a:gd name="T29" fmla="*/ 242 h 15786"/>
                  <a:gd name="T30" fmla="*/ 109 w 9140"/>
                  <a:gd name="T31" fmla="*/ 244 h 15786"/>
                  <a:gd name="T32" fmla="*/ 105 w 9140"/>
                  <a:gd name="T33" fmla="*/ 245 h 15786"/>
                  <a:gd name="T34" fmla="*/ 102 w 9140"/>
                  <a:gd name="T35" fmla="*/ 245 h 15786"/>
                  <a:gd name="T36" fmla="*/ 99 w 9140"/>
                  <a:gd name="T37" fmla="*/ 246 h 15786"/>
                  <a:gd name="T38" fmla="*/ 96 w 9140"/>
                  <a:gd name="T39" fmla="*/ 246 h 15786"/>
                  <a:gd name="T40" fmla="*/ 94 w 9140"/>
                  <a:gd name="T41" fmla="*/ 247 h 15786"/>
                  <a:gd name="T42" fmla="*/ 92 w 9140"/>
                  <a:gd name="T43" fmla="*/ 247 h 15786"/>
                  <a:gd name="T44" fmla="*/ 91 w 9140"/>
                  <a:gd name="T45" fmla="*/ 246 h 15786"/>
                  <a:gd name="T46" fmla="*/ 90 w 9140"/>
                  <a:gd name="T47" fmla="*/ 246 h 15786"/>
                  <a:gd name="T48" fmla="*/ 90 w 9140"/>
                  <a:gd name="T49" fmla="*/ 245 h 15786"/>
                  <a:gd name="T50" fmla="*/ 0 w 9140"/>
                  <a:gd name="T51" fmla="*/ 23 h 15786"/>
                  <a:gd name="T52" fmla="*/ 0 w 9140"/>
                  <a:gd name="T53" fmla="*/ 22 h 15786"/>
                  <a:gd name="T54" fmla="*/ 0 w 9140"/>
                  <a:gd name="T55" fmla="*/ 21 h 15786"/>
                  <a:gd name="T56" fmla="*/ 1 w 9140"/>
                  <a:gd name="T57" fmla="*/ 20 h 15786"/>
                  <a:gd name="T58" fmla="*/ 2 w 9140"/>
                  <a:gd name="T59" fmla="*/ 19 h 15786"/>
                  <a:gd name="T60" fmla="*/ 4 w 9140"/>
                  <a:gd name="T61" fmla="*/ 17 h 15786"/>
                  <a:gd name="T62" fmla="*/ 6 w 9140"/>
                  <a:gd name="T63" fmla="*/ 16 h 15786"/>
                  <a:gd name="T64" fmla="*/ 9 w 9140"/>
                  <a:gd name="T65" fmla="*/ 14 h 15786"/>
                  <a:gd name="T66" fmla="*/ 12 w 9140"/>
                  <a:gd name="T67" fmla="*/ 13 h 15786"/>
                  <a:gd name="T68" fmla="*/ 15 w 9140"/>
                  <a:gd name="T69" fmla="*/ 11 h 15786"/>
                  <a:gd name="T70" fmla="*/ 19 w 9140"/>
                  <a:gd name="T71" fmla="*/ 9 h 15786"/>
                  <a:gd name="T72" fmla="*/ 23 w 9140"/>
                  <a:gd name="T73" fmla="*/ 7 h 15786"/>
                  <a:gd name="T74" fmla="*/ 27 w 9140"/>
                  <a:gd name="T75" fmla="*/ 6 h 15786"/>
                  <a:gd name="T76" fmla="*/ 31 w 9140"/>
                  <a:gd name="T77" fmla="*/ 4 h 15786"/>
                  <a:gd name="T78" fmla="*/ 34 w 9140"/>
                  <a:gd name="T79" fmla="*/ 3 h 15786"/>
                  <a:gd name="T80" fmla="*/ 38 w 9140"/>
                  <a:gd name="T81" fmla="*/ 2 h 15786"/>
                  <a:gd name="T82" fmla="*/ 41 w 9140"/>
                  <a:gd name="T83" fmla="*/ 1 h 15786"/>
                  <a:gd name="T84" fmla="*/ 45 w 9140"/>
                  <a:gd name="T85" fmla="*/ 0 h 15786"/>
                  <a:gd name="T86" fmla="*/ 48 w 9140"/>
                  <a:gd name="T87" fmla="*/ 0 h 15786"/>
                  <a:gd name="T88" fmla="*/ 51 w 9140"/>
                  <a:gd name="T89" fmla="*/ 0 h 15786"/>
                  <a:gd name="T90" fmla="*/ 53 w 9140"/>
                  <a:gd name="T91" fmla="*/ 1 h 15786"/>
                  <a:gd name="T92" fmla="*/ 55 w 9140"/>
                  <a:gd name="T93" fmla="*/ 5 h 15786"/>
                  <a:gd name="T94" fmla="*/ 66 w 9140"/>
                  <a:gd name="T95" fmla="*/ 32 h 15786"/>
                  <a:gd name="T96" fmla="*/ 83 w 9140"/>
                  <a:gd name="T97" fmla="*/ 76 h 15786"/>
                  <a:gd name="T98" fmla="*/ 104 w 9140"/>
                  <a:gd name="T99" fmla="*/ 128 h 15786"/>
                  <a:gd name="T100" fmla="*/ 125 w 9140"/>
                  <a:gd name="T101" fmla="*/ 180 h 15786"/>
                  <a:gd name="T102" fmla="*/ 142 w 9140"/>
                  <a:gd name="T103" fmla="*/ 223 h 1578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140"/>
                  <a:gd name="T157" fmla="*/ 0 h 15786"/>
                  <a:gd name="T158" fmla="*/ 9140 w 9140"/>
                  <a:gd name="T159" fmla="*/ 15786 h 1578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140" h="15786">
                    <a:moveTo>
                      <a:pt x="9095" y="14281"/>
                    </a:moveTo>
                    <a:lnTo>
                      <a:pt x="9103" y="14304"/>
                    </a:lnTo>
                    <a:lnTo>
                      <a:pt x="9111" y="14319"/>
                    </a:lnTo>
                    <a:lnTo>
                      <a:pt x="9115" y="14330"/>
                    </a:lnTo>
                    <a:lnTo>
                      <a:pt x="9118" y="14339"/>
                    </a:lnTo>
                    <a:lnTo>
                      <a:pt x="9121" y="14347"/>
                    </a:lnTo>
                    <a:lnTo>
                      <a:pt x="9125" y="14357"/>
                    </a:lnTo>
                    <a:lnTo>
                      <a:pt x="9131" y="14370"/>
                    </a:lnTo>
                    <a:lnTo>
                      <a:pt x="9138" y="14390"/>
                    </a:lnTo>
                    <a:lnTo>
                      <a:pt x="9140" y="14401"/>
                    </a:lnTo>
                    <a:lnTo>
                      <a:pt x="9137" y="14413"/>
                    </a:lnTo>
                    <a:lnTo>
                      <a:pt x="9131" y="14428"/>
                    </a:lnTo>
                    <a:lnTo>
                      <a:pt x="9121" y="14445"/>
                    </a:lnTo>
                    <a:lnTo>
                      <a:pt x="9107" y="14466"/>
                    </a:lnTo>
                    <a:lnTo>
                      <a:pt x="9088" y="14487"/>
                    </a:lnTo>
                    <a:lnTo>
                      <a:pt x="9067" y="14510"/>
                    </a:lnTo>
                    <a:lnTo>
                      <a:pt x="9043" y="14535"/>
                    </a:lnTo>
                    <a:lnTo>
                      <a:pt x="9014" y="14562"/>
                    </a:lnTo>
                    <a:lnTo>
                      <a:pt x="8982" y="14590"/>
                    </a:lnTo>
                    <a:lnTo>
                      <a:pt x="8946" y="14620"/>
                    </a:lnTo>
                    <a:lnTo>
                      <a:pt x="8908" y="14652"/>
                    </a:lnTo>
                    <a:lnTo>
                      <a:pt x="8866" y="14684"/>
                    </a:lnTo>
                    <a:lnTo>
                      <a:pt x="8822" y="14718"/>
                    </a:lnTo>
                    <a:lnTo>
                      <a:pt x="8774" y="14752"/>
                    </a:lnTo>
                    <a:lnTo>
                      <a:pt x="8724" y="14789"/>
                    </a:lnTo>
                    <a:lnTo>
                      <a:pt x="8671" y="14825"/>
                    </a:lnTo>
                    <a:lnTo>
                      <a:pt x="8614" y="14861"/>
                    </a:lnTo>
                    <a:lnTo>
                      <a:pt x="8555" y="14900"/>
                    </a:lnTo>
                    <a:lnTo>
                      <a:pt x="8494" y="14937"/>
                    </a:lnTo>
                    <a:lnTo>
                      <a:pt x="8430" y="14976"/>
                    </a:lnTo>
                    <a:lnTo>
                      <a:pt x="8363" y="15015"/>
                    </a:lnTo>
                    <a:lnTo>
                      <a:pt x="8294" y="15054"/>
                    </a:lnTo>
                    <a:lnTo>
                      <a:pt x="8223" y="15093"/>
                    </a:lnTo>
                    <a:lnTo>
                      <a:pt x="8150" y="15133"/>
                    </a:lnTo>
                    <a:lnTo>
                      <a:pt x="8074" y="15171"/>
                    </a:lnTo>
                    <a:lnTo>
                      <a:pt x="7997" y="15210"/>
                    </a:lnTo>
                    <a:lnTo>
                      <a:pt x="7917" y="15248"/>
                    </a:lnTo>
                    <a:lnTo>
                      <a:pt x="7836" y="15286"/>
                    </a:lnTo>
                    <a:lnTo>
                      <a:pt x="7753" y="15323"/>
                    </a:lnTo>
                    <a:lnTo>
                      <a:pt x="7668" y="15360"/>
                    </a:lnTo>
                    <a:lnTo>
                      <a:pt x="7582" y="15395"/>
                    </a:lnTo>
                    <a:lnTo>
                      <a:pt x="7495" y="15429"/>
                    </a:lnTo>
                    <a:lnTo>
                      <a:pt x="7408" y="15462"/>
                    </a:lnTo>
                    <a:lnTo>
                      <a:pt x="7322" y="15492"/>
                    </a:lnTo>
                    <a:lnTo>
                      <a:pt x="7237" y="15522"/>
                    </a:lnTo>
                    <a:lnTo>
                      <a:pt x="7153" y="15549"/>
                    </a:lnTo>
                    <a:lnTo>
                      <a:pt x="7071" y="15575"/>
                    </a:lnTo>
                    <a:lnTo>
                      <a:pt x="6990" y="15599"/>
                    </a:lnTo>
                    <a:lnTo>
                      <a:pt x="6910" y="15622"/>
                    </a:lnTo>
                    <a:lnTo>
                      <a:pt x="6831" y="15643"/>
                    </a:lnTo>
                    <a:lnTo>
                      <a:pt x="6755" y="15662"/>
                    </a:lnTo>
                    <a:lnTo>
                      <a:pt x="6680" y="15681"/>
                    </a:lnTo>
                    <a:lnTo>
                      <a:pt x="6607" y="15697"/>
                    </a:lnTo>
                    <a:lnTo>
                      <a:pt x="6536" y="15712"/>
                    </a:lnTo>
                    <a:lnTo>
                      <a:pt x="6467" y="15725"/>
                    </a:lnTo>
                    <a:lnTo>
                      <a:pt x="6401" y="15737"/>
                    </a:lnTo>
                    <a:lnTo>
                      <a:pt x="6338" y="15748"/>
                    </a:lnTo>
                    <a:lnTo>
                      <a:pt x="6276" y="15758"/>
                    </a:lnTo>
                    <a:lnTo>
                      <a:pt x="6218" y="15766"/>
                    </a:lnTo>
                    <a:lnTo>
                      <a:pt x="6162" y="15772"/>
                    </a:lnTo>
                    <a:lnTo>
                      <a:pt x="6110" y="15778"/>
                    </a:lnTo>
                    <a:lnTo>
                      <a:pt x="6060" y="15782"/>
                    </a:lnTo>
                    <a:lnTo>
                      <a:pt x="6014" y="15784"/>
                    </a:lnTo>
                    <a:lnTo>
                      <a:pt x="5972" y="15786"/>
                    </a:lnTo>
                    <a:lnTo>
                      <a:pt x="5932" y="15786"/>
                    </a:lnTo>
                    <a:lnTo>
                      <a:pt x="5897" y="15785"/>
                    </a:lnTo>
                    <a:lnTo>
                      <a:pt x="5865" y="15783"/>
                    </a:lnTo>
                    <a:lnTo>
                      <a:pt x="5837" y="15780"/>
                    </a:lnTo>
                    <a:lnTo>
                      <a:pt x="5814" y="15776"/>
                    </a:lnTo>
                    <a:lnTo>
                      <a:pt x="5794" y="15771"/>
                    </a:lnTo>
                    <a:lnTo>
                      <a:pt x="5779" y="15764"/>
                    </a:lnTo>
                    <a:lnTo>
                      <a:pt x="5768" y="15757"/>
                    </a:lnTo>
                    <a:lnTo>
                      <a:pt x="5762" y="15747"/>
                    </a:lnTo>
                    <a:lnTo>
                      <a:pt x="5750" y="15715"/>
                    </a:lnTo>
                    <a:lnTo>
                      <a:pt x="5742" y="15697"/>
                    </a:lnTo>
                    <a:lnTo>
                      <a:pt x="5735" y="15677"/>
                    </a:lnTo>
                    <a:lnTo>
                      <a:pt x="5720" y="15639"/>
                    </a:lnTo>
                    <a:lnTo>
                      <a:pt x="6" y="1452"/>
                    </a:lnTo>
                    <a:lnTo>
                      <a:pt x="5" y="1451"/>
                    </a:lnTo>
                    <a:lnTo>
                      <a:pt x="5" y="1450"/>
                    </a:lnTo>
                    <a:lnTo>
                      <a:pt x="0" y="1433"/>
                    </a:lnTo>
                    <a:lnTo>
                      <a:pt x="0" y="1413"/>
                    </a:lnTo>
                    <a:lnTo>
                      <a:pt x="4" y="1392"/>
                    </a:lnTo>
                    <a:lnTo>
                      <a:pt x="13" y="1371"/>
                    </a:lnTo>
                    <a:lnTo>
                      <a:pt x="26" y="1348"/>
                    </a:lnTo>
                    <a:lnTo>
                      <a:pt x="42" y="1322"/>
                    </a:lnTo>
                    <a:lnTo>
                      <a:pt x="62" y="1297"/>
                    </a:lnTo>
                    <a:lnTo>
                      <a:pt x="86" y="1270"/>
                    </a:lnTo>
                    <a:lnTo>
                      <a:pt x="115" y="1241"/>
                    </a:lnTo>
                    <a:lnTo>
                      <a:pt x="146" y="1213"/>
                    </a:lnTo>
                    <a:lnTo>
                      <a:pt x="182" y="1183"/>
                    </a:lnTo>
                    <a:lnTo>
                      <a:pt x="220" y="1152"/>
                    </a:lnTo>
                    <a:lnTo>
                      <a:pt x="262" y="1120"/>
                    </a:lnTo>
                    <a:lnTo>
                      <a:pt x="307" y="1087"/>
                    </a:lnTo>
                    <a:lnTo>
                      <a:pt x="355" y="1054"/>
                    </a:lnTo>
                    <a:lnTo>
                      <a:pt x="406" y="1021"/>
                    </a:lnTo>
                    <a:lnTo>
                      <a:pt x="461" y="986"/>
                    </a:lnTo>
                    <a:lnTo>
                      <a:pt x="518" y="952"/>
                    </a:lnTo>
                    <a:lnTo>
                      <a:pt x="578" y="916"/>
                    </a:lnTo>
                    <a:lnTo>
                      <a:pt x="641" y="880"/>
                    </a:lnTo>
                    <a:lnTo>
                      <a:pt x="705" y="844"/>
                    </a:lnTo>
                    <a:lnTo>
                      <a:pt x="773" y="808"/>
                    </a:lnTo>
                    <a:lnTo>
                      <a:pt x="843" y="772"/>
                    </a:lnTo>
                    <a:lnTo>
                      <a:pt x="915" y="735"/>
                    </a:lnTo>
                    <a:lnTo>
                      <a:pt x="989" y="699"/>
                    </a:lnTo>
                    <a:lnTo>
                      <a:pt x="1065" y="661"/>
                    </a:lnTo>
                    <a:lnTo>
                      <a:pt x="1144" y="625"/>
                    </a:lnTo>
                    <a:lnTo>
                      <a:pt x="1224" y="588"/>
                    </a:lnTo>
                    <a:lnTo>
                      <a:pt x="1306" y="552"/>
                    </a:lnTo>
                    <a:lnTo>
                      <a:pt x="1389" y="516"/>
                    </a:lnTo>
                    <a:lnTo>
                      <a:pt x="1474" y="481"/>
                    </a:lnTo>
                    <a:lnTo>
                      <a:pt x="1561" y="445"/>
                    </a:lnTo>
                    <a:lnTo>
                      <a:pt x="1629" y="418"/>
                    </a:lnTo>
                    <a:lnTo>
                      <a:pt x="1716" y="383"/>
                    </a:lnTo>
                    <a:lnTo>
                      <a:pt x="1821" y="341"/>
                    </a:lnTo>
                    <a:lnTo>
                      <a:pt x="1940" y="297"/>
                    </a:lnTo>
                    <a:lnTo>
                      <a:pt x="2004" y="272"/>
                    </a:lnTo>
                    <a:lnTo>
                      <a:pt x="2070" y="249"/>
                    </a:lnTo>
                    <a:lnTo>
                      <a:pt x="2139" y="225"/>
                    </a:lnTo>
                    <a:lnTo>
                      <a:pt x="2210" y="200"/>
                    </a:lnTo>
                    <a:lnTo>
                      <a:pt x="2281" y="177"/>
                    </a:lnTo>
                    <a:lnTo>
                      <a:pt x="2354" y="154"/>
                    </a:lnTo>
                    <a:lnTo>
                      <a:pt x="2428" y="132"/>
                    </a:lnTo>
                    <a:lnTo>
                      <a:pt x="2502" y="110"/>
                    </a:lnTo>
                    <a:lnTo>
                      <a:pt x="2577" y="90"/>
                    </a:lnTo>
                    <a:lnTo>
                      <a:pt x="2651" y="72"/>
                    </a:lnTo>
                    <a:lnTo>
                      <a:pt x="2724" y="55"/>
                    </a:lnTo>
                    <a:lnTo>
                      <a:pt x="2796" y="39"/>
                    </a:lnTo>
                    <a:lnTo>
                      <a:pt x="2866" y="26"/>
                    </a:lnTo>
                    <a:lnTo>
                      <a:pt x="2936" y="16"/>
                    </a:lnTo>
                    <a:lnTo>
                      <a:pt x="3003" y="8"/>
                    </a:lnTo>
                    <a:lnTo>
                      <a:pt x="3068" y="3"/>
                    </a:lnTo>
                    <a:lnTo>
                      <a:pt x="3130" y="0"/>
                    </a:lnTo>
                    <a:lnTo>
                      <a:pt x="3190" y="1"/>
                    </a:lnTo>
                    <a:lnTo>
                      <a:pt x="3245" y="6"/>
                    </a:lnTo>
                    <a:lnTo>
                      <a:pt x="3297" y="14"/>
                    </a:lnTo>
                    <a:lnTo>
                      <a:pt x="3345" y="26"/>
                    </a:lnTo>
                    <a:lnTo>
                      <a:pt x="3388" y="43"/>
                    </a:lnTo>
                    <a:lnTo>
                      <a:pt x="3427" y="64"/>
                    </a:lnTo>
                    <a:lnTo>
                      <a:pt x="3459" y="89"/>
                    </a:lnTo>
                    <a:lnTo>
                      <a:pt x="3556" y="332"/>
                    </a:lnTo>
                    <a:lnTo>
                      <a:pt x="3725" y="754"/>
                    </a:lnTo>
                    <a:lnTo>
                      <a:pt x="3955" y="1335"/>
                    </a:lnTo>
                    <a:lnTo>
                      <a:pt x="4239" y="2055"/>
                    </a:lnTo>
                    <a:lnTo>
                      <a:pt x="4571" y="2895"/>
                    </a:lnTo>
                    <a:lnTo>
                      <a:pt x="4941" y="3832"/>
                    </a:lnTo>
                    <a:lnTo>
                      <a:pt x="5345" y="4850"/>
                    </a:lnTo>
                    <a:lnTo>
                      <a:pt x="5770" y="5926"/>
                    </a:lnTo>
                    <a:lnTo>
                      <a:pt x="6212" y="7042"/>
                    </a:lnTo>
                    <a:lnTo>
                      <a:pt x="6663" y="8178"/>
                    </a:lnTo>
                    <a:lnTo>
                      <a:pt x="7113" y="9313"/>
                    </a:lnTo>
                    <a:lnTo>
                      <a:pt x="7555" y="10427"/>
                    </a:lnTo>
                    <a:lnTo>
                      <a:pt x="7983" y="11501"/>
                    </a:lnTo>
                    <a:lnTo>
                      <a:pt x="8387" y="12514"/>
                    </a:lnTo>
                    <a:lnTo>
                      <a:pt x="8760" y="13448"/>
                    </a:lnTo>
                    <a:lnTo>
                      <a:pt x="9095" y="14281"/>
                    </a:lnTo>
                    <a:close/>
                  </a:path>
                </a:pathLst>
              </a:custGeom>
              <a:noFill/>
              <a:ln w="20">
                <a:solidFill>
                  <a:srgbClr val="9CD3D5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367" name="Freeform 553"/>
            <p:cNvSpPr>
              <a:spLocks/>
            </p:cNvSpPr>
            <p:nvPr/>
          </p:nvSpPr>
          <p:spPr bwMode="auto">
            <a:xfrm>
              <a:off x="2583" y="2963"/>
              <a:ext cx="120" cy="120"/>
            </a:xfrm>
            <a:custGeom>
              <a:avLst/>
              <a:gdLst>
                <a:gd name="T0" fmla="*/ 8 w 958"/>
                <a:gd name="T1" fmla="*/ 0 h 957"/>
                <a:gd name="T2" fmla="*/ 9 w 958"/>
                <a:gd name="T3" fmla="*/ 0 h 957"/>
                <a:gd name="T4" fmla="*/ 10 w 958"/>
                <a:gd name="T5" fmla="*/ 1 h 957"/>
                <a:gd name="T6" fmla="*/ 11 w 958"/>
                <a:gd name="T7" fmla="*/ 1 h 957"/>
                <a:gd name="T8" fmla="*/ 12 w 958"/>
                <a:gd name="T9" fmla="*/ 2 h 957"/>
                <a:gd name="T10" fmla="*/ 13 w 958"/>
                <a:gd name="T11" fmla="*/ 3 h 957"/>
                <a:gd name="T12" fmla="*/ 14 w 958"/>
                <a:gd name="T13" fmla="*/ 3 h 957"/>
                <a:gd name="T14" fmla="*/ 14 w 958"/>
                <a:gd name="T15" fmla="*/ 4 h 957"/>
                <a:gd name="T16" fmla="*/ 15 w 958"/>
                <a:gd name="T17" fmla="*/ 5 h 957"/>
                <a:gd name="T18" fmla="*/ 15 w 958"/>
                <a:gd name="T19" fmla="*/ 6 h 957"/>
                <a:gd name="T20" fmla="*/ 15 w 958"/>
                <a:gd name="T21" fmla="*/ 8 h 957"/>
                <a:gd name="T22" fmla="*/ 15 w 958"/>
                <a:gd name="T23" fmla="*/ 9 h 957"/>
                <a:gd name="T24" fmla="*/ 15 w 958"/>
                <a:gd name="T25" fmla="*/ 10 h 957"/>
                <a:gd name="T26" fmla="*/ 14 w 958"/>
                <a:gd name="T27" fmla="*/ 11 h 957"/>
                <a:gd name="T28" fmla="*/ 14 w 958"/>
                <a:gd name="T29" fmla="*/ 12 h 957"/>
                <a:gd name="T30" fmla="*/ 13 w 958"/>
                <a:gd name="T31" fmla="*/ 13 h 957"/>
                <a:gd name="T32" fmla="*/ 12 w 958"/>
                <a:gd name="T33" fmla="*/ 13 h 957"/>
                <a:gd name="T34" fmla="*/ 11 w 958"/>
                <a:gd name="T35" fmla="*/ 14 h 957"/>
                <a:gd name="T36" fmla="*/ 10 w 958"/>
                <a:gd name="T37" fmla="*/ 14 h 957"/>
                <a:gd name="T38" fmla="*/ 9 w 958"/>
                <a:gd name="T39" fmla="*/ 15 h 957"/>
                <a:gd name="T40" fmla="*/ 8 w 958"/>
                <a:gd name="T41" fmla="*/ 15 h 957"/>
                <a:gd name="T42" fmla="*/ 7 w 958"/>
                <a:gd name="T43" fmla="*/ 15 h 957"/>
                <a:gd name="T44" fmla="*/ 6 w 958"/>
                <a:gd name="T45" fmla="*/ 15 h 957"/>
                <a:gd name="T46" fmla="*/ 5 w 958"/>
                <a:gd name="T47" fmla="*/ 15 h 957"/>
                <a:gd name="T48" fmla="*/ 4 w 958"/>
                <a:gd name="T49" fmla="*/ 14 h 957"/>
                <a:gd name="T50" fmla="*/ 3 w 958"/>
                <a:gd name="T51" fmla="*/ 14 h 957"/>
                <a:gd name="T52" fmla="*/ 2 w 958"/>
                <a:gd name="T53" fmla="*/ 13 h 957"/>
                <a:gd name="T54" fmla="*/ 2 w 958"/>
                <a:gd name="T55" fmla="*/ 12 h 957"/>
                <a:gd name="T56" fmla="*/ 1 w 958"/>
                <a:gd name="T57" fmla="*/ 11 h 957"/>
                <a:gd name="T58" fmla="*/ 1 w 958"/>
                <a:gd name="T59" fmla="*/ 10 h 957"/>
                <a:gd name="T60" fmla="*/ 0 w 958"/>
                <a:gd name="T61" fmla="*/ 9 h 957"/>
                <a:gd name="T62" fmla="*/ 0 w 958"/>
                <a:gd name="T63" fmla="*/ 8 h 957"/>
                <a:gd name="T64" fmla="*/ 0 w 958"/>
                <a:gd name="T65" fmla="*/ 7 h 957"/>
                <a:gd name="T66" fmla="*/ 0 w 958"/>
                <a:gd name="T67" fmla="*/ 6 h 957"/>
                <a:gd name="T68" fmla="*/ 1 w 958"/>
                <a:gd name="T69" fmla="*/ 5 h 957"/>
                <a:gd name="T70" fmla="*/ 1 w 958"/>
                <a:gd name="T71" fmla="*/ 4 h 957"/>
                <a:gd name="T72" fmla="*/ 2 w 958"/>
                <a:gd name="T73" fmla="*/ 3 h 957"/>
                <a:gd name="T74" fmla="*/ 3 w 958"/>
                <a:gd name="T75" fmla="*/ 2 h 957"/>
                <a:gd name="T76" fmla="*/ 3 w 958"/>
                <a:gd name="T77" fmla="*/ 1 h 957"/>
                <a:gd name="T78" fmla="*/ 4 w 958"/>
                <a:gd name="T79" fmla="*/ 1 h 957"/>
                <a:gd name="T80" fmla="*/ 5 w 958"/>
                <a:gd name="T81" fmla="*/ 0 h 957"/>
                <a:gd name="T82" fmla="*/ 6 w 958"/>
                <a:gd name="T83" fmla="*/ 0 h 957"/>
                <a:gd name="T84" fmla="*/ 8 w 958"/>
                <a:gd name="T85" fmla="*/ 0 h 95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957"/>
                <a:gd name="T131" fmla="*/ 958 w 958"/>
                <a:gd name="T132" fmla="*/ 957 h 95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957">
                  <a:moveTo>
                    <a:pt x="479" y="0"/>
                  </a:moveTo>
                  <a:lnTo>
                    <a:pt x="503" y="0"/>
                  </a:lnTo>
                  <a:lnTo>
                    <a:pt x="527" y="2"/>
                  </a:lnTo>
                  <a:lnTo>
                    <a:pt x="552" y="6"/>
                  </a:lnTo>
                  <a:lnTo>
                    <a:pt x="575" y="10"/>
                  </a:lnTo>
                  <a:lnTo>
                    <a:pt x="598" y="16"/>
                  </a:lnTo>
                  <a:lnTo>
                    <a:pt x="621" y="22"/>
                  </a:lnTo>
                  <a:lnTo>
                    <a:pt x="643" y="29"/>
                  </a:lnTo>
                  <a:lnTo>
                    <a:pt x="665" y="38"/>
                  </a:lnTo>
                  <a:lnTo>
                    <a:pt x="687" y="47"/>
                  </a:lnTo>
                  <a:lnTo>
                    <a:pt x="707" y="58"/>
                  </a:lnTo>
                  <a:lnTo>
                    <a:pt x="727" y="69"/>
                  </a:lnTo>
                  <a:lnTo>
                    <a:pt x="746" y="81"/>
                  </a:lnTo>
                  <a:lnTo>
                    <a:pt x="766" y="96"/>
                  </a:lnTo>
                  <a:lnTo>
                    <a:pt x="784" y="110"/>
                  </a:lnTo>
                  <a:lnTo>
                    <a:pt x="801" y="124"/>
                  </a:lnTo>
                  <a:lnTo>
                    <a:pt x="817" y="140"/>
                  </a:lnTo>
                  <a:lnTo>
                    <a:pt x="833" y="157"/>
                  </a:lnTo>
                  <a:lnTo>
                    <a:pt x="849" y="175"/>
                  </a:lnTo>
                  <a:lnTo>
                    <a:pt x="863" y="193"/>
                  </a:lnTo>
                  <a:lnTo>
                    <a:pt x="876" y="211"/>
                  </a:lnTo>
                  <a:lnTo>
                    <a:pt x="888" y="230"/>
                  </a:lnTo>
                  <a:lnTo>
                    <a:pt x="900" y="251"/>
                  </a:lnTo>
                  <a:lnTo>
                    <a:pt x="910" y="271"/>
                  </a:lnTo>
                  <a:lnTo>
                    <a:pt x="920" y="292"/>
                  </a:lnTo>
                  <a:lnTo>
                    <a:pt x="929" y="314"/>
                  </a:lnTo>
                  <a:lnTo>
                    <a:pt x="936" y="337"/>
                  </a:lnTo>
                  <a:lnTo>
                    <a:pt x="943" y="359"/>
                  </a:lnTo>
                  <a:lnTo>
                    <a:pt x="948" y="382"/>
                  </a:lnTo>
                  <a:lnTo>
                    <a:pt x="952" y="405"/>
                  </a:lnTo>
                  <a:lnTo>
                    <a:pt x="955" y="430"/>
                  </a:lnTo>
                  <a:lnTo>
                    <a:pt x="957" y="454"/>
                  </a:lnTo>
                  <a:lnTo>
                    <a:pt x="958" y="478"/>
                  </a:lnTo>
                  <a:lnTo>
                    <a:pt x="957" y="504"/>
                  </a:lnTo>
                  <a:lnTo>
                    <a:pt x="955" y="528"/>
                  </a:lnTo>
                  <a:lnTo>
                    <a:pt x="952" y="551"/>
                  </a:lnTo>
                  <a:lnTo>
                    <a:pt x="948" y="576"/>
                  </a:lnTo>
                  <a:lnTo>
                    <a:pt x="943" y="599"/>
                  </a:lnTo>
                  <a:lnTo>
                    <a:pt x="936" y="621"/>
                  </a:lnTo>
                  <a:lnTo>
                    <a:pt x="929" y="643"/>
                  </a:lnTo>
                  <a:lnTo>
                    <a:pt x="920" y="665"/>
                  </a:lnTo>
                  <a:lnTo>
                    <a:pt x="910" y="686"/>
                  </a:lnTo>
                  <a:lnTo>
                    <a:pt x="900" y="707"/>
                  </a:lnTo>
                  <a:lnTo>
                    <a:pt x="888" y="727"/>
                  </a:lnTo>
                  <a:lnTo>
                    <a:pt x="876" y="747"/>
                  </a:lnTo>
                  <a:lnTo>
                    <a:pt x="863" y="765"/>
                  </a:lnTo>
                  <a:lnTo>
                    <a:pt x="849" y="783"/>
                  </a:lnTo>
                  <a:lnTo>
                    <a:pt x="833" y="800"/>
                  </a:lnTo>
                  <a:lnTo>
                    <a:pt x="817" y="818"/>
                  </a:lnTo>
                  <a:lnTo>
                    <a:pt x="801" y="833"/>
                  </a:lnTo>
                  <a:lnTo>
                    <a:pt x="784" y="848"/>
                  </a:lnTo>
                  <a:lnTo>
                    <a:pt x="766" y="862"/>
                  </a:lnTo>
                  <a:lnTo>
                    <a:pt x="746" y="876"/>
                  </a:lnTo>
                  <a:lnTo>
                    <a:pt x="727" y="888"/>
                  </a:lnTo>
                  <a:lnTo>
                    <a:pt x="707" y="900"/>
                  </a:lnTo>
                  <a:lnTo>
                    <a:pt x="687" y="911"/>
                  </a:lnTo>
                  <a:lnTo>
                    <a:pt x="665" y="920"/>
                  </a:lnTo>
                  <a:lnTo>
                    <a:pt x="643" y="929"/>
                  </a:lnTo>
                  <a:lnTo>
                    <a:pt x="621" y="936"/>
                  </a:lnTo>
                  <a:lnTo>
                    <a:pt x="598" y="942"/>
                  </a:lnTo>
                  <a:lnTo>
                    <a:pt x="575" y="948"/>
                  </a:lnTo>
                  <a:lnTo>
                    <a:pt x="552" y="952"/>
                  </a:lnTo>
                  <a:lnTo>
                    <a:pt x="527" y="955"/>
                  </a:lnTo>
                  <a:lnTo>
                    <a:pt x="503" y="957"/>
                  </a:lnTo>
                  <a:lnTo>
                    <a:pt x="479" y="957"/>
                  </a:lnTo>
                  <a:lnTo>
                    <a:pt x="454" y="957"/>
                  </a:lnTo>
                  <a:lnTo>
                    <a:pt x="429" y="955"/>
                  </a:lnTo>
                  <a:lnTo>
                    <a:pt x="406" y="952"/>
                  </a:lnTo>
                  <a:lnTo>
                    <a:pt x="383" y="948"/>
                  </a:lnTo>
                  <a:lnTo>
                    <a:pt x="359" y="942"/>
                  </a:lnTo>
                  <a:lnTo>
                    <a:pt x="336" y="936"/>
                  </a:lnTo>
                  <a:lnTo>
                    <a:pt x="314" y="929"/>
                  </a:lnTo>
                  <a:lnTo>
                    <a:pt x="292" y="920"/>
                  </a:lnTo>
                  <a:lnTo>
                    <a:pt x="271" y="911"/>
                  </a:lnTo>
                  <a:lnTo>
                    <a:pt x="250" y="900"/>
                  </a:lnTo>
                  <a:lnTo>
                    <a:pt x="231" y="888"/>
                  </a:lnTo>
                  <a:lnTo>
                    <a:pt x="210" y="876"/>
                  </a:lnTo>
                  <a:lnTo>
                    <a:pt x="192" y="862"/>
                  </a:lnTo>
                  <a:lnTo>
                    <a:pt x="174" y="848"/>
                  </a:lnTo>
                  <a:lnTo>
                    <a:pt x="157" y="833"/>
                  </a:lnTo>
                  <a:lnTo>
                    <a:pt x="139" y="818"/>
                  </a:lnTo>
                  <a:lnTo>
                    <a:pt x="124" y="800"/>
                  </a:lnTo>
                  <a:lnTo>
                    <a:pt x="109" y="783"/>
                  </a:lnTo>
                  <a:lnTo>
                    <a:pt x="95" y="765"/>
                  </a:lnTo>
                  <a:lnTo>
                    <a:pt x="82" y="747"/>
                  </a:lnTo>
                  <a:lnTo>
                    <a:pt x="69" y="727"/>
                  </a:lnTo>
                  <a:lnTo>
                    <a:pt x="57" y="707"/>
                  </a:lnTo>
                  <a:lnTo>
                    <a:pt x="47" y="686"/>
                  </a:lnTo>
                  <a:lnTo>
                    <a:pt x="37" y="665"/>
                  </a:lnTo>
                  <a:lnTo>
                    <a:pt x="29" y="643"/>
                  </a:lnTo>
                  <a:lnTo>
                    <a:pt x="21" y="621"/>
                  </a:lnTo>
                  <a:lnTo>
                    <a:pt x="15" y="599"/>
                  </a:lnTo>
                  <a:lnTo>
                    <a:pt x="10" y="576"/>
                  </a:lnTo>
                  <a:lnTo>
                    <a:pt x="5" y="551"/>
                  </a:lnTo>
                  <a:lnTo>
                    <a:pt x="2" y="528"/>
                  </a:lnTo>
                  <a:lnTo>
                    <a:pt x="1" y="504"/>
                  </a:lnTo>
                  <a:lnTo>
                    <a:pt x="0" y="478"/>
                  </a:lnTo>
                  <a:lnTo>
                    <a:pt x="1" y="454"/>
                  </a:lnTo>
                  <a:lnTo>
                    <a:pt x="2" y="430"/>
                  </a:lnTo>
                  <a:lnTo>
                    <a:pt x="5" y="405"/>
                  </a:lnTo>
                  <a:lnTo>
                    <a:pt x="10" y="382"/>
                  </a:lnTo>
                  <a:lnTo>
                    <a:pt x="15" y="359"/>
                  </a:lnTo>
                  <a:lnTo>
                    <a:pt x="21" y="337"/>
                  </a:lnTo>
                  <a:lnTo>
                    <a:pt x="29" y="314"/>
                  </a:lnTo>
                  <a:lnTo>
                    <a:pt x="37" y="292"/>
                  </a:lnTo>
                  <a:lnTo>
                    <a:pt x="47" y="271"/>
                  </a:lnTo>
                  <a:lnTo>
                    <a:pt x="57" y="251"/>
                  </a:lnTo>
                  <a:lnTo>
                    <a:pt x="69" y="230"/>
                  </a:lnTo>
                  <a:lnTo>
                    <a:pt x="82" y="211"/>
                  </a:lnTo>
                  <a:lnTo>
                    <a:pt x="95" y="193"/>
                  </a:lnTo>
                  <a:lnTo>
                    <a:pt x="109" y="175"/>
                  </a:lnTo>
                  <a:lnTo>
                    <a:pt x="124" y="157"/>
                  </a:lnTo>
                  <a:lnTo>
                    <a:pt x="139" y="140"/>
                  </a:lnTo>
                  <a:lnTo>
                    <a:pt x="157" y="124"/>
                  </a:lnTo>
                  <a:lnTo>
                    <a:pt x="174" y="110"/>
                  </a:lnTo>
                  <a:lnTo>
                    <a:pt x="192" y="96"/>
                  </a:lnTo>
                  <a:lnTo>
                    <a:pt x="210" y="81"/>
                  </a:lnTo>
                  <a:lnTo>
                    <a:pt x="231" y="69"/>
                  </a:lnTo>
                  <a:lnTo>
                    <a:pt x="250" y="58"/>
                  </a:lnTo>
                  <a:lnTo>
                    <a:pt x="271" y="47"/>
                  </a:lnTo>
                  <a:lnTo>
                    <a:pt x="292" y="38"/>
                  </a:lnTo>
                  <a:lnTo>
                    <a:pt x="314" y="29"/>
                  </a:lnTo>
                  <a:lnTo>
                    <a:pt x="336" y="22"/>
                  </a:lnTo>
                  <a:lnTo>
                    <a:pt x="359" y="16"/>
                  </a:lnTo>
                  <a:lnTo>
                    <a:pt x="383" y="10"/>
                  </a:lnTo>
                  <a:lnTo>
                    <a:pt x="406" y="6"/>
                  </a:lnTo>
                  <a:lnTo>
                    <a:pt x="429" y="2"/>
                  </a:lnTo>
                  <a:lnTo>
                    <a:pt x="454" y="0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8" name="Freeform 554"/>
            <p:cNvSpPr>
              <a:spLocks/>
            </p:cNvSpPr>
            <p:nvPr/>
          </p:nvSpPr>
          <p:spPr bwMode="auto">
            <a:xfrm>
              <a:off x="2583" y="2963"/>
              <a:ext cx="120" cy="120"/>
            </a:xfrm>
            <a:custGeom>
              <a:avLst/>
              <a:gdLst>
                <a:gd name="T0" fmla="*/ 8 w 958"/>
                <a:gd name="T1" fmla="*/ 0 h 957"/>
                <a:gd name="T2" fmla="*/ 9 w 958"/>
                <a:gd name="T3" fmla="*/ 0 h 957"/>
                <a:gd name="T4" fmla="*/ 10 w 958"/>
                <a:gd name="T5" fmla="*/ 1 h 957"/>
                <a:gd name="T6" fmla="*/ 11 w 958"/>
                <a:gd name="T7" fmla="*/ 1 h 957"/>
                <a:gd name="T8" fmla="*/ 12 w 958"/>
                <a:gd name="T9" fmla="*/ 2 h 957"/>
                <a:gd name="T10" fmla="*/ 13 w 958"/>
                <a:gd name="T11" fmla="*/ 3 h 957"/>
                <a:gd name="T12" fmla="*/ 14 w 958"/>
                <a:gd name="T13" fmla="*/ 3 h 957"/>
                <a:gd name="T14" fmla="*/ 14 w 958"/>
                <a:gd name="T15" fmla="*/ 4 h 957"/>
                <a:gd name="T16" fmla="*/ 15 w 958"/>
                <a:gd name="T17" fmla="*/ 5 h 957"/>
                <a:gd name="T18" fmla="*/ 15 w 958"/>
                <a:gd name="T19" fmla="*/ 6 h 957"/>
                <a:gd name="T20" fmla="*/ 15 w 958"/>
                <a:gd name="T21" fmla="*/ 8 h 957"/>
                <a:gd name="T22" fmla="*/ 15 w 958"/>
                <a:gd name="T23" fmla="*/ 9 h 957"/>
                <a:gd name="T24" fmla="*/ 15 w 958"/>
                <a:gd name="T25" fmla="*/ 10 h 957"/>
                <a:gd name="T26" fmla="*/ 14 w 958"/>
                <a:gd name="T27" fmla="*/ 11 h 957"/>
                <a:gd name="T28" fmla="*/ 14 w 958"/>
                <a:gd name="T29" fmla="*/ 12 h 957"/>
                <a:gd name="T30" fmla="*/ 13 w 958"/>
                <a:gd name="T31" fmla="*/ 13 h 957"/>
                <a:gd name="T32" fmla="*/ 12 w 958"/>
                <a:gd name="T33" fmla="*/ 13 h 957"/>
                <a:gd name="T34" fmla="*/ 11 w 958"/>
                <a:gd name="T35" fmla="*/ 14 h 957"/>
                <a:gd name="T36" fmla="*/ 10 w 958"/>
                <a:gd name="T37" fmla="*/ 14 h 957"/>
                <a:gd name="T38" fmla="*/ 9 w 958"/>
                <a:gd name="T39" fmla="*/ 15 h 957"/>
                <a:gd name="T40" fmla="*/ 8 w 958"/>
                <a:gd name="T41" fmla="*/ 15 h 957"/>
                <a:gd name="T42" fmla="*/ 7 w 958"/>
                <a:gd name="T43" fmla="*/ 15 h 957"/>
                <a:gd name="T44" fmla="*/ 6 w 958"/>
                <a:gd name="T45" fmla="*/ 15 h 957"/>
                <a:gd name="T46" fmla="*/ 5 w 958"/>
                <a:gd name="T47" fmla="*/ 15 h 957"/>
                <a:gd name="T48" fmla="*/ 4 w 958"/>
                <a:gd name="T49" fmla="*/ 14 h 957"/>
                <a:gd name="T50" fmla="*/ 3 w 958"/>
                <a:gd name="T51" fmla="*/ 14 h 957"/>
                <a:gd name="T52" fmla="*/ 2 w 958"/>
                <a:gd name="T53" fmla="*/ 13 h 957"/>
                <a:gd name="T54" fmla="*/ 2 w 958"/>
                <a:gd name="T55" fmla="*/ 12 h 957"/>
                <a:gd name="T56" fmla="*/ 1 w 958"/>
                <a:gd name="T57" fmla="*/ 11 h 957"/>
                <a:gd name="T58" fmla="*/ 1 w 958"/>
                <a:gd name="T59" fmla="*/ 10 h 957"/>
                <a:gd name="T60" fmla="*/ 0 w 958"/>
                <a:gd name="T61" fmla="*/ 9 h 957"/>
                <a:gd name="T62" fmla="*/ 0 w 958"/>
                <a:gd name="T63" fmla="*/ 8 h 957"/>
                <a:gd name="T64" fmla="*/ 0 w 958"/>
                <a:gd name="T65" fmla="*/ 7 h 957"/>
                <a:gd name="T66" fmla="*/ 0 w 958"/>
                <a:gd name="T67" fmla="*/ 6 h 957"/>
                <a:gd name="T68" fmla="*/ 1 w 958"/>
                <a:gd name="T69" fmla="*/ 5 h 957"/>
                <a:gd name="T70" fmla="*/ 1 w 958"/>
                <a:gd name="T71" fmla="*/ 4 h 957"/>
                <a:gd name="T72" fmla="*/ 2 w 958"/>
                <a:gd name="T73" fmla="*/ 3 h 957"/>
                <a:gd name="T74" fmla="*/ 3 w 958"/>
                <a:gd name="T75" fmla="*/ 2 h 957"/>
                <a:gd name="T76" fmla="*/ 3 w 958"/>
                <a:gd name="T77" fmla="*/ 1 h 957"/>
                <a:gd name="T78" fmla="*/ 4 w 958"/>
                <a:gd name="T79" fmla="*/ 1 h 957"/>
                <a:gd name="T80" fmla="*/ 5 w 958"/>
                <a:gd name="T81" fmla="*/ 0 h 957"/>
                <a:gd name="T82" fmla="*/ 6 w 958"/>
                <a:gd name="T83" fmla="*/ 0 h 957"/>
                <a:gd name="T84" fmla="*/ 8 w 958"/>
                <a:gd name="T85" fmla="*/ 0 h 95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957"/>
                <a:gd name="T131" fmla="*/ 958 w 958"/>
                <a:gd name="T132" fmla="*/ 957 h 95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957">
                  <a:moveTo>
                    <a:pt x="479" y="0"/>
                  </a:moveTo>
                  <a:lnTo>
                    <a:pt x="503" y="0"/>
                  </a:lnTo>
                  <a:lnTo>
                    <a:pt x="527" y="2"/>
                  </a:lnTo>
                  <a:lnTo>
                    <a:pt x="552" y="6"/>
                  </a:lnTo>
                  <a:lnTo>
                    <a:pt x="575" y="10"/>
                  </a:lnTo>
                  <a:lnTo>
                    <a:pt x="598" y="16"/>
                  </a:lnTo>
                  <a:lnTo>
                    <a:pt x="621" y="22"/>
                  </a:lnTo>
                  <a:lnTo>
                    <a:pt x="643" y="29"/>
                  </a:lnTo>
                  <a:lnTo>
                    <a:pt x="665" y="38"/>
                  </a:lnTo>
                  <a:lnTo>
                    <a:pt x="687" y="47"/>
                  </a:lnTo>
                  <a:lnTo>
                    <a:pt x="707" y="58"/>
                  </a:lnTo>
                  <a:lnTo>
                    <a:pt x="727" y="69"/>
                  </a:lnTo>
                  <a:lnTo>
                    <a:pt x="746" y="81"/>
                  </a:lnTo>
                  <a:lnTo>
                    <a:pt x="766" y="96"/>
                  </a:lnTo>
                  <a:lnTo>
                    <a:pt x="784" y="110"/>
                  </a:lnTo>
                  <a:lnTo>
                    <a:pt x="801" y="124"/>
                  </a:lnTo>
                  <a:lnTo>
                    <a:pt x="817" y="140"/>
                  </a:lnTo>
                  <a:lnTo>
                    <a:pt x="833" y="157"/>
                  </a:lnTo>
                  <a:lnTo>
                    <a:pt x="849" y="175"/>
                  </a:lnTo>
                  <a:lnTo>
                    <a:pt x="863" y="193"/>
                  </a:lnTo>
                  <a:lnTo>
                    <a:pt x="876" y="211"/>
                  </a:lnTo>
                  <a:lnTo>
                    <a:pt x="888" y="230"/>
                  </a:lnTo>
                  <a:lnTo>
                    <a:pt x="900" y="251"/>
                  </a:lnTo>
                  <a:lnTo>
                    <a:pt x="910" y="271"/>
                  </a:lnTo>
                  <a:lnTo>
                    <a:pt x="920" y="292"/>
                  </a:lnTo>
                  <a:lnTo>
                    <a:pt x="929" y="314"/>
                  </a:lnTo>
                  <a:lnTo>
                    <a:pt x="936" y="337"/>
                  </a:lnTo>
                  <a:lnTo>
                    <a:pt x="943" y="359"/>
                  </a:lnTo>
                  <a:lnTo>
                    <a:pt x="948" y="382"/>
                  </a:lnTo>
                  <a:lnTo>
                    <a:pt x="952" y="405"/>
                  </a:lnTo>
                  <a:lnTo>
                    <a:pt x="955" y="430"/>
                  </a:lnTo>
                  <a:lnTo>
                    <a:pt x="957" y="454"/>
                  </a:lnTo>
                  <a:lnTo>
                    <a:pt x="958" y="478"/>
                  </a:lnTo>
                  <a:lnTo>
                    <a:pt x="957" y="504"/>
                  </a:lnTo>
                  <a:lnTo>
                    <a:pt x="955" y="528"/>
                  </a:lnTo>
                  <a:lnTo>
                    <a:pt x="952" y="551"/>
                  </a:lnTo>
                  <a:lnTo>
                    <a:pt x="948" y="576"/>
                  </a:lnTo>
                  <a:lnTo>
                    <a:pt x="943" y="599"/>
                  </a:lnTo>
                  <a:lnTo>
                    <a:pt x="936" y="621"/>
                  </a:lnTo>
                  <a:lnTo>
                    <a:pt x="929" y="643"/>
                  </a:lnTo>
                  <a:lnTo>
                    <a:pt x="920" y="665"/>
                  </a:lnTo>
                  <a:lnTo>
                    <a:pt x="910" y="686"/>
                  </a:lnTo>
                  <a:lnTo>
                    <a:pt x="900" y="707"/>
                  </a:lnTo>
                  <a:lnTo>
                    <a:pt x="888" y="727"/>
                  </a:lnTo>
                  <a:lnTo>
                    <a:pt x="876" y="747"/>
                  </a:lnTo>
                  <a:lnTo>
                    <a:pt x="863" y="765"/>
                  </a:lnTo>
                  <a:lnTo>
                    <a:pt x="849" y="783"/>
                  </a:lnTo>
                  <a:lnTo>
                    <a:pt x="833" y="800"/>
                  </a:lnTo>
                  <a:lnTo>
                    <a:pt x="817" y="818"/>
                  </a:lnTo>
                  <a:lnTo>
                    <a:pt x="801" y="833"/>
                  </a:lnTo>
                  <a:lnTo>
                    <a:pt x="784" y="848"/>
                  </a:lnTo>
                  <a:lnTo>
                    <a:pt x="766" y="862"/>
                  </a:lnTo>
                  <a:lnTo>
                    <a:pt x="746" y="876"/>
                  </a:lnTo>
                  <a:lnTo>
                    <a:pt x="727" y="888"/>
                  </a:lnTo>
                  <a:lnTo>
                    <a:pt x="707" y="900"/>
                  </a:lnTo>
                  <a:lnTo>
                    <a:pt x="687" y="911"/>
                  </a:lnTo>
                  <a:lnTo>
                    <a:pt x="665" y="920"/>
                  </a:lnTo>
                  <a:lnTo>
                    <a:pt x="643" y="929"/>
                  </a:lnTo>
                  <a:lnTo>
                    <a:pt x="621" y="936"/>
                  </a:lnTo>
                  <a:lnTo>
                    <a:pt x="598" y="942"/>
                  </a:lnTo>
                  <a:lnTo>
                    <a:pt x="575" y="948"/>
                  </a:lnTo>
                  <a:lnTo>
                    <a:pt x="552" y="952"/>
                  </a:lnTo>
                  <a:lnTo>
                    <a:pt x="527" y="955"/>
                  </a:lnTo>
                  <a:lnTo>
                    <a:pt x="503" y="957"/>
                  </a:lnTo>
                  <a:lnTo>
                    <a:pt x="479" y="957"/>
                  </a:lnTo>
                  <a:lnTo>
                    <a:pt x="454" y="957"/>
                  </a:lnTo>
                  <a:lnTo>
                    <a:pt x="429" y="955"/>
                  </a:lnTo>
                  <a:lnTo>
                    <a:pt x="406" y="952"/>
                  </a:lnTo>
                  <a:lnTo>
                    <a:pt x="383" y="948"/>
                  </a:lnTo>
                  <a:lnTo>
                    <a:pt x="359" y="942"/>
                  </a:lnTo>
                  <a:lnTo>
                    <a:pt x="336" y="936"/>
                  </a:lnTo>
                  <a:lnTo>
                    <a:pt x="314" y="929"/>
                  </a:lnTo>
                  <a:lnTo>
                    <a:pt x="292" y="920"/>
                  </a:lnTo>
                  <a:lnTo>
                    <a:pt x="271" y="911"/>
                  </a:lnTo>
                  <a:lnTo>
                    <a:pt x="250" y="900"/>
                  </a:lnTo>
                  <a:lnTo>
                    <a:pt x="231" y="888"/>
                  </a:lnTo>
                  <a:lnTo>
                    <a:pt x="210" y="876"/>
                  </a:lnTo>
                  <a:lnTo>
                    <a:pt x="192" y="862"/>
                  </a:lnTo>
                  <a:lnTo>
                    <a:pt x="174" y="848"/>
                  </a:lnTo>
                  <a:lnTo>
                    <a:pt x="157" y="833"/>
                  </a:lnTo>
                  <a:lnTo>
                    <a:pt x="139" y="818"/>
                  </a:lnTo>
                  <a:lnTo>
                    <a:pt x="124" y="800"/>
                  </a:lnTo>
                  <a:lnTo>
                    <a:pt x="109" y="783"/>
                  </a:lnTo>
                  <a:lnTo>
                    <a:pt x="95" y="765"/>
                  </a:lnTo>
                  <a:lnTo>
                    <a:pt x="82" y="747"/>
                  </a:lnTo>
                  <a:lnTo>
                    <a:pt x="69" y="727"/>
                  </a:lnTo>
                  <a:lnTo>
                    <a:pt x="57" y="707"/>
                  </a:lnTo>
                  <a:lnTo>
                    <a:pt x="47" y="686"/>
                  </a:lnTo>
                  <a:lnTo>
                    <a:pt x="37" y="665"/>
                  </a:lnTo>
                  <a:lnTo>
                    <a:pt x="29" y="643"/>
                  </a:lnTo>
                  <a:lnTo>
                    <a:pt x="21" y="621"/>
                  </a:lnTo>
                  <a:lnTo>
                    <a:pt x="15" y="599"/>
                  </a:lnTo>
                  <a:lnTo>
                    <a:pt x="10" y="576"/>
                  </a:lnTo>
                  <a:lnTo>
                    <a:pt x="5" y="551"/>
                  </a:lnTo>
                  <a:lnTo>
                    <a:pt x="2" y="528"/>
                  </a:lnTo>
                  <a:lnTo>
                    <a:pt x="1" y="504"/>
                  </a:lnTo>
                  <a:lnTo>
                    <a:pt x="0" y="478"/>
                  </a:lnTo>
                  <a:lnTo>
                    <a:pt x="1" y="454"/>
                  </a:lnTo>
                  <a:lnTo>
                    <a:pt x="2" y="430"/>
                  </a:lnTo>
                  <a:lnTo>
                    <a:pt x="5" y="405"/>
                  </a:lnTo>
                  <a:lnTo>
                    <a:pt x="10" y="382"/>
                  </a:lnTo>
                  <a:lnTo>
                    <a:pt x="15" y="359"/>
                  </a:lnTo>
                  <a:lnTo>
                    <a:pt x="21" y="337"/>
                  </a:lnTo>
                  <a:lnTo>
                    <a:pt x="29" y="314"/>
                  </a:lnTo>
                  <a:lnTo>
                    <a:pt x="37" y="292"/>
                  </a:lnTo>
                  <a:lnTo>
                    <a:pt x="47" y="271"/>
                  </a:lnTo>
                  <a:lnTo>
                    <a:pt x="57" y="251"/>
                  </a:lnTo>
                  <a:lnTo>
                    <a:pt x="69" y="230"/>
                  </a:lnTo>
                  <a:lnTo>
                    <a:pt x="82" y="211"/>
                  </a:lnTo>
                  <a:lnTo>
                    <a:pt x="95" y="193"/>
                  </a:lnTo>
                  <a:lnTo>
                    <a:pt x="109" y="175"/>
                  </a:lnTo>
                  <a:lnTo>
                    <a:pt x="124" y="157"/>
                  </a:lnTo>
                  <a:lnTo>
                    <a:pt x="139" y="140"/>
                  </a:lnTo>
                  <a:lnTo>
                    <a:pt x="157" y="124"/>
                  </a:lnTo>
                  <a:lnTo>
                    <a:pt x="174" y="110"/>
                  </a:lnTo>
                  <a:lnTo>
                    <a:pt x="192" y="96"/>
                  </a:lnTo>
                  <a:lnTo>
                    <a:pt x="210" y="81"/>
                  </a:lnTo>
                  <a:lnTo>
                    <a:pt x="231" y="69"/>
                  </a:lnTo>
                  <a:lnTo>
                    <a:pt x="250" y="58"/>
                  </a:lnTo>
                  <a:lnTo>
                    <a:pt x="271" y="47"/>
                  </a:lnTo>
                  <a:lnTo>
                    <a:pt x="292" y="38"/>
                  </a:lnTo>
                  <a:lnTo>
                    <a:pt x="314" y="29"/>
                  </a:lnTo>
                  <a:lnTo>
                    <a:pt x="336" y="22"/>
                  </a:lnTo>
                  <a:lnTo>
                    <a:pt x="359" y="16"/>
                  </a:lnTo>
                  <a:lnTo>
                    <a:pt x="383" y="10"/>
                  </a:lnTo>
                  <a:lnTo>
                    <a:pt x="406" y="6"/>
                  </a:lnTo>
                  <a:lnTo>
                    <a:pt x="429" y="2"/>
                  </a:lnTo>
                  <a:lnTo>
                    <a:pt x="454" y="0"/>
                  </a:lnTo>
                  <a:lnTo>
                    <a:pt x="479" y="0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9" name="Freeform 555"/>
            <p:cNvSpPr>
              <a:spLocks/>
            </p:cNvSpPr>
            <p:nvPr/>
          </p:nvSpPr>
          <p:spPr bwMode="auto">
            <a:xfrm>
              <a:off x="2776" y="2310"/>
              <a:ext cx="120" cy="119"/>
            </a:xfrm>
            <a:custGeom>
              <a:avLst/>
              <a:gdLst>
                <a:gd name="T0" fmla="*/ 8 w 958"/>
                <a:gd name="T1" fmla="*/ 0 h 958"/>
                <a:gd name="T2" fmla="*/ 9 w 958"/>
                <a:gd name="T3" fmla="*/ 0 h 958"/>
                <a:gd name="T4" fmla="*/ 10 w 958"/>
                <a:gd name="T5" fmla="*/ 1 h 958"/>
                <a:gd name="T6" fmla="*/ 11 w 958"/>
                <a:gd name="T7" fmla="*/ 1 h 958"/>
                <a:gd name="T8" fmla="*/ 12 w 958"/>
                <a:gd name="T9" fmla="*/ 2 h 958"/>
                <a:gd name="T10" fmla="*/ 13 w 958"/>
                <a:gd name="T11" fmla="*/ 2 h 958"/>
                <a:gd name="T12" fmla="*/ 14 w 958"/>
                <a:gd name="T13" fmla="*/ 3 h 958"/>
                <a:gd name="T14" fmla="*/ 14 w 958"/>
                <a:gd name="T15" fmla="*/ 4 h 958"/>
                <a:gd name="T16" fmla="*/ 15 w 958"/>
                <a:gd name="T17" fmla="*/ 5 h 958"/>
                <a:gd name="T18" fmla="*/ 15 w 958"/>
                <a:gd name="T19" fmla="*/ 6 h 958"/>
                <a:gd name="T20" fmla="*/ 15 w 958"/>
                <a:gd name="T21" fmla="*/ 7 h 958"/>
                <a:gd name="T22" fmla="*/ 15 w 958"/>
                <a:gd name="T23" fmla="*/ 9 h 958"/>
                <a:gd name="T24" fmla="*/ 15 w 958"/>
                <a:gd name="T25" fmla="*/ 10 h 958"/>
                <a:gd name="T26" fmla="*/ 14 w 958"/>
                <a:gd name="T27" fmla="*/ 11 h 958"/>
                <a:gd name="T28" fmla="*/ 14 w 958"/>
                <a:gd name="T29" fmla="*/ 12 h 958"/>
                <a:gd name="T30" fmla="*/ 13 w 958"/>
                <a:gd name="T31" fmla="*/ 12 h 958"/>
                <a:gd name="T32" fmla="*/ 12 w 958"/>
                <a:gd name="T33" fmla="*/ 13 h 958"/>
                <a:gd name="T34" fmla="*/ 11 w 958"/>
                <a:gd name="T35" fmla="*/ 14 h 958"/>
                <a:gd name="T36" fmla="*/ 10 w 958"/>
                <a:gd name="T37" fmla="*/ 14 h 958"/>
                <a:gd name="T38" fmla="*/ 9 w 958"/>
                <a:gd name="T39" fmla="*/ 15 h 958"/>
                <a:gd name="T40" fmla="*/ 8 w 958"/>
                <a:gd name="T41" fmla="*/ 15 h 958"/>
                <a:gd name="T42" fmla="*/ 7 w 958"/>
                <a:gd name="T43" fmla="*/ 15 h 958"/>
                <a:gd name="T44" fmla="*/ 6 w 958"/>
                <a:gd name="T45" fmla="*/ 15 h 958"/>
                <a:gd name="T46" fmla="*/ 5 w 958"/>
                <a:gd name="T47" fmla="*/ 14 h 958"/>
                <a:gd name="T48" fmla="*/ 4 w 958"/>
                <a:gd name="T49" fmla="*/ 14 h 958"/>
                <a:gd name="T50" fmla="*/ 3 w 958"/>
                <a:gd name="T51" fmla="*/ 13 h 958"/>
                <a:gd name="T52" fmla="*/ 2 w 958"/>
                <a:gd name="T53" fmla="*/ 13 h 958"/>
                <a:gd name="T54" fmla="*/ 2 w 958"/>
                <a:gd name="T55" fmla="*/ 12 h 958"/>
                <a:gd name="T56" fmla="*/ 1 w 958"/>
                <a:gd name="T57" fmla="*/ 11 h 958"/>
                <a:gd name="T58" fmla="*/ 1 w 958"/>
                <a:gd name="T59" fmla="*/ 10 h 958"/>
                <a:gd name="T60" fmla="*/ 0 w 958"/>
                <a:gd name="T61" fmla="*/ 9 h 958"/>
                <a:gd name="T62" fmla="*/ 0 w 958"/>
                <a:gd name="T63" fmla="*/ 8 h 958"/>
                <a:gd name="T64" fmla="*/ 0 w 958"/>
                <a:gd name="T65" fmla="*/ 7 h 958"/>
                <a:gd name="T66" fmla="*/ 0 w 958"/>
                <a:gd name="T67" fmla="*/ 6 h 958"/>
                <a:gd name="T68" fmla="*/ 1 w 958"/>
                <a:gd name="T69" fmla="*/ 4 h 958"/>
                <a:gd name="T70" fmla="*/ 1 w 958"/>
                <a:gd name="T71" fmla="*/ 4 h 958"/>
                <a:gd name="T72" fmla="*/ 2 w 958"/>
                <a:gd name="T73" fmla="*/ 3 h 958"/>
                <a:gd name="T74" fmla="*/ 3 w 958"/>
                <a:gd name="T75" fmla="*/ 2 h 958"/>
                <a:gd name="T76" fmla="*/ 3 w 958"/>
                <a:gd name="T77" fmla="*/ 1 h 958"/>
                <a:gd name="T78" fmla="*/ 4 w 958"/>
                <a:gd name="T79" fmla="*/ 1 h 958"/>
                <a:gd name="T80" fmla="*/ 5 w 958"/>
                <a:gd name="T81" fmla="*/ 0 h 958"/>
                <a:gd name="T82" fmla="*/ 6 w 958"/>
                <a:gd name="T83" fmla="*/ 0 h 958"/>
                <a:gd name="T84" fmla="*/ 8 w 958"/>
                <a:gd name="T85" fmla="*/ 0 h 95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958"/>
                <a:gd name="T131" fmla="*/ 958 w 958"/>
                <a:gd name="T132" fmla="*/ 958 h 95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958">
                  <a:moveTo>
                    <a:pt x="479" y="0"/>
                  </a:moveTo>
                  <a:lnTo>
                    <a:pt x="504" y="1"/>
                  </a:lnTo>
                  <a:lnTo>
                    <a:pt x="529" y="3"/>
                  </a:lnTo>
                  <a:lnTo>
                    <a:pt x="552" y="6"/>
                  </a:lnTo>
                  <a:lnTo>
                    <a:pt x="576" y="10"/>
                  </a:lnTo>
                  <a:lnTo>
                    <a:pt x="599" y="15"/>
                  </a:lnTo>
                  <a:lnTo>
                    <a:pt x="622" y="21"/>
                  </a:lnTo>
                  <a:lnTo>
                    <a:pt x="644" y="29"/>
                  </a:lnTo>
                  <a:lnTo>
                    <a:pt x="665" y="37"/>
                  </a:lnTo>
                  <a:lnTo>
                    <a:pt x="687" y="47"/>
                  </a:lnTo>
                  <a:lnTo>
                    <a:pt x="708" y="58"/>
                  </a:lnTo>
                  <a:lnTo>
                    <a:pt x="727" y="70"/>
                  </a:lnTo>
                  <a:lnTo>
                    <a:pt x="747" y="82"/>
                  </a:lnTo>
                  <a:lnTo>
                    <a:pt x="766" y="95"/>
                  </a:lnTo>
                  <a:lnTo>
                    <a:pt x="784" y="109"/>
                  </a:lnTo>
                  <a:lnTo>
                    <a:pt x="801" y="124"/>
                  </a:lnTo>
                  <a:lnTo>
                    <a:pt x="818" y="141"/>
                  </a:lnTo>
                  <a:lnTo>
                    <a:pt x="834" y="157"/>
                  </a:lnTo>
                  <a:lnTo>
                    <a:pt x="849" y="174"/>
                  </a:lnTo>
                  <a:lnTo>
                    <a:pt x="863" y="192"/>
                  </a:lnTo>
                  <a:lnTo>
                    <a:pt x="876" y="212"/>
                  </a:lnTo>
                  <a:lnTo>
                    <a:pt x="889" y="231"/>
                  </a:lnTo>
                  <a:lnTo>
                    <a:pt x="900" y="251"/>
                  </a:lnTo>
                  <a:lnTo>
                    <a:pt x="911" y="271"/>
                  </a:lnTo>
                  <a:lnTo>
                    <a:pt x="921" y="293"/>
                  </a:lnTo>
                  <a:lnTo>
                    <a:pt x="929" y="314"/>
                  </a:lnTo>
                  <a:lnTo>
                    <a:pt x="937" y="336"/>
                  </a:lnTo>
                  <a:lnTo>
                    <a:pt x="943" y="359"/>
                  </a:lnTo>
                  <a:lnTo>
                    <a:pt x="949" y="383"/>
                  </a:lnTo>
                  <a:lnTo>
                    <a:pt x="953" y="406"/>
                  </a:lnTo>
                  <a:lnTo>
                    <a:pt x="956" y="430"/>
                  </a:lnTo>
                  <a:lnTo>
                    <a:pt x="957" y="455"/>
                  </a:lnTo>
                  <a:lnTo>
                    <a:pt x="958" y="479"/>
                  </a:lnTo>
                  <a:lnTo>
                    <a:pt x="957" y="503"/>
                  </a:lnTo>
                  <a:lnTo>
                    <a:pt x="956" y="527"/>
                  </a:lnTo>
                  <a:lnTo>
                    <a:pt x="953" y="552"/>
                  </a:lnTo>
                  <a:lnTo>
                    <a:pt x="949" y="575"/>
                  </a:lnTo>
                  <a:lnTo>
                    <a:pt x="943" y="598"/>
                  </a:lnTo>
                  <a:lnTo>
                    <a:pt x="937" y="622"/>
                  </a:lnTo>
                  <a:lnTo>
                    <a:pt x="929" y="644"/>
                  </a:lnTo>
                  <a:lnTo>
                    <a:pt x="921" y="665"/>
                  </a:lnTo>
                  <a:lnTo>
                    <a:pt x="911" y="686"/>
                  </a:lnTo>
                  <a:lnTo>
                    <a:pt x="900" y="707"/>
                  </a:lnTo>
                  <a:lnTo>
                    <a:pt x="889" y="727"/>
                  </a:lnTo>
                  <a:lnTo>
                    <a:pt x="876" y="746"/>
                  </a:lnTo>
                  <a:lnTo>
                    <a:pt x="863" y="765"/>
                  </a:lnTo>
                  <a:lnTo>
                    <a:pt x="849" y="784"/>
                  </a:lnTo>
                  <a:lnTo>
                    <a:pt x="834" y="801"/>
                  </a:lnTo>
                  <a:lnTo>
                    <a:pt x="818" y="817"/>
                  </a:lnTo>
                  <a:lnTo>
                    <a:pt x="801" y="833"/>
                  </a:lnTo>
                  <a:lnTo>
                    <a:pt x="784" y="848"/>
                  </a:lnTo>
                  <a:lnTo>
                    <a:pt x="766" y="863"/>
                  </a:lnTo>
                  <a:lnTo>
                    <a:pt x="747" y="876"/>
                  </a:lnTo>
                  <a:lnTo>
                    <a:pt x="727" y="888"/>
                  </a:lnTo>
                  <a:lnTo>
                    <a:pt x="708" y="900"/>
                  </a:lnTo>
                  <a:lnTo>
                    <a:pt x="687" y="910"/>
                  </a:lnTo>
                  <a:lnTo>
                    <a:pt x="665" y="920"/>
                  </a:lnTo>
                  <a:lnTo>
                    <a:pt x="644" y="928"/>
                  </a:lnTo>
                  <a:lnTo>
                    <a:pt x="622" y="936"/>
                  </a:lnTo>
                  <a:lnTo>
                    <a:pt x="599" y="943"/>
                  </a:lnTo>
                  <a:lnTo>
                    <a:pt x="576" y="948"/>
                  </a:lnTo>
                  <a:lnTo>
                    <a:pt x="552" y="952"/>
                  </a:lnTo>
                  <a:lnTo>
                    <a:pt x="529" y="955"/>
                  </a:lnTo>
                  <a:lnTo>
                    <a:pt x="504" y="957"/>
                  </a:lnTo>
                  <a:lnTo>
                    <a:pt x="479" y="958"/>
                  </a:lnTo>
                  <a:lnTo>
                    <a:pt x="455" y="957"/>
                  </a:lnTo>
                  <a:lnTo>
                    <a:pt x="430" y="955"/>
                  </a:lnTo>
                  <a:lnTo>
                    <a:pt x="406" y="952"/>
                  </a:lnTo>
                  <a:lnTo>
                    <a:pt x="383" y="948"/>
                  </a:lnTo>
                  <a:lnTo>
                    <a:pt x="359" y="943"/>
                  </a:lnTo>
                  <a:lnTo>
                    <a:pt x="337" y="936"/>
                  </a:lnTo>
                  <a:lnTo>
                    <a:pt x="315" y="928"/>
                  </a:lnTo>
                  <a:lnTo>
                    <a:pt x="293" y="920"/>
                  </a:lnTo>
                  <a:lnTo>
                    <a:pt x="271" y="910"/>
                  </a:lnTo>
                  <a:lnTo>
                    <a:pt x="251" y="900"/>
                  </a:lnTo>
                  <a:lnTo>
                    <a:pt x="231" y="888"/>
                  </a:lnTo>
                  <a:lnTo>
                    <a:pt x="211" y="876"/>
                  </a:lnTo>
                  <a:lnTo>
                    <a:pt x="192" y="863"/>
                  </a:lnTo>
                  <a:lnTo>
                    <a:pt x="175" y="848"/>
                  </a:lnTo>
                  <a:lnTo>
                    <a:pt x="157" y="833"/>
                  </a:lnTo>
                  <a:lnTo>
                    <a:pt x="141" y="817"/>
                  </a:lnTo>
                  <a:lnTo>
                    <a:pt x="124" y="801"/>
                  </a:lnTo>
                  <a:lnTo>
                    <a:pt x="109" y="784"/>
                  </a:lnTo>
                  <a:lnTo>
                    <a:pt x="95" y="765"/>
                  </a:lnTo>
                  <a:lnTo>
                    <a:pt x="82" y="746"/>
                  </a:lnTo>
                  <a:lnTo>
                    <a:pt x="70" y="727"/>
                  </a:lnTo>
                  <a:lnTo>
                    <a:pt x="58" y="707"/>
                  </a:lnTo>
                  <a:lnTo>
                    <a:pt x="47" y="686"/>
                  </a:lnTo>
                  <a:lnTo>
                    <a:pt x="38" y="665"/>
                  </a:lnTo>
                  <a:lnTo>
                    <a:pt x="29" y="644"/>
                  </a:lnTo>
                  <a:lnTo>
                    <a:pt x="22" y="622"/>
                  </a:lnTo>
                  <a:lnTo>
                    <a:pt x="15" y="598"/>
                  </a:lnTo>
                  <a:lnTo>
                    <a:pt x="10" y="575"/>
                  </a:lnTo>
                  <a:lnTo>
                    <a:pt x="6" y="552"/>
                  </a:lnTo>
                  <a:lnTo>
                    <a:pt x="3" y="527"/>
                  </a:lnTo>
                  <a:lnTo>
                    <a:pt x="1" y="503"/>
                  </a:lnTo>
                  <a:lnTo>
                    <a:pt x="0" y="479"/>
                  </a:lnTo>
                  <a:lnTo>
                    <a:pt x="1" y="455"/>
                  </a:lnTo>
                  <a:lnTo>
                    <a:pt x="3" y="430"/>
                  </a:lnTo>
                  <a:lnTo>
                    <a:pt x="6" y="406"/>
                  </a:lnTo>
                  <a:lnTo>
                    <a:pt x="10" y="383"/>
                  </a:lnTo>
                  <a:lnTo>
                    <a:pt x="15" y="359"/>
                  </a:lnTo>
                  <a:lnTo>
                    <a:pt x="22" y="336"/>
                  </a:lnTo>
                  <a:lnTo>
                    <a:pt x="29" y="314"/>
                  </a:lnTo>
                  <a:lnTo>
                    <a:pt x="38" y="293"/>
                  </a:lnTo>
                  <a:lnTo>
                    <a:pt x="47" y="271"/>
                  </a:lnTo>
                  <a:lnTo>
                    <a:pt x="58" y="251"/>
                  </a:lnTo>
                  <a:lnTo>
                    <a:pt x="70" y="231"/>
                  </a:lnTo>
                  <a:lnTo>
                    <a:pt x="82" y="212"/>
                  </a:lnTo>
                  <a:lnTo>
                    <a:pt x="95" y="192"/>
                  </a:lnTo>
                  <a:lnTo>
                    <a:pt x="109" y="174"/>
                  </a:lnTo>
                  <a:lnTo>
                    <a:pt x="124" y="157"/>
                  </a:lnTo>
                  <a:lnTo>
                    <a:pt x="141" y="141"/>
                  </a:lnTo>
                  <a:lnTo>
                    <a:pt x="157" y="124"/>
                  </a:lnTo>
                  <a:lnTo>
                    <a:pt x="175" y="109"/>
                  </a:lnTo>
                  <a:lnTo>
                    <a:pt x="192" y="95"/>
                  </a:lnTo>
                  <a:lnTo>
                    <a:pt x="211" y="82"/>
                  </a:lnTo>
                  <a:lnTo>
                    <a:pt x="231" y="70"/>
                  </a:lnTo>
                  <a:lnTo>
                    <a:pt x="251" y="58"/>
                  </a:lnTo>
                  <a:lnTo>
                    <a:pt x="271" y="47"/>
                  </a:lnTo>
                  <a:lnTo>
                    <a:pt x="293" y="37"/>
                  </a:lnTo>
                  <a:lnTo>
                    <a:pt x="315" y="29"/>
                  </a:lnTo>
                  <a:lnTo>
                    <a:pt x="337" y="21"/>
                  </a:lnTo>
                  <a:lnTo>
                    <a:pt x="359" y="15"/>
                  </a:lnTo>
                  <a:lnTo>
                    <a:pt x="383" y="10"/>
                  </a:lnTo>
                  <a:lnTo>
                    <a:pt x="406" y="6"/>
                  </a:lnTo>
                  <a:lnTo>
                    <a:pt x="430" y="3"/>
                  </a:lnTo>
                  <a:lnTo>
                    <a:pt x="455" y="1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0" name="Freeform 556"/>
            <p:cNvSpPr>
              <a:spLocks/>
            </p:cNvSpPr>
            <p:nvPr/>
          </p:nvSpPr>
          <p:spPr bwMode="auto">
            <a:xfrm>
              <a:off x="2776" y="2310"/>
              <a:ext cx="120" cy="119"/>
            </a:xfrm>
            <a:custGeom>
              <a:avLst/>
              <a:gdLst>
                <a:gd name="T0" fmla="*/ 8 w 958"/>
                <a:gd name="T1" fmla="*/ 0 h 958"/>
                <a:gd name="T2" fmla="*/ 9 w 958"/>
                <a:gd name="T3" fmla="*/ 0 h 958"/>
                <a:gd name="T4" fmla="*/ 10 w 958"/>
                <a:gd name="T5" fmla="*/ 1 h 958"/>
                <a:gd name="T6" fmla="*/ 11 w 958"/>
                <a:gd name="T7" fmla="*/ 1 h 958"/>
                <a:gd name="T8" fmla="*/ 12 w 958"/>
                <a:gd name="T9" fmla="*/ 2 h 958"/>
                <a:gd name="T10" fmla="*/ 13 w 958"/>
                <a:gd name="T11" fmla="*/ 2 h 958"/>
                <a:gd name="T12" fmla="*/ 14 w 958"/>
                <a:gd name="T13" fmla="*/ 3 h 958"/>
                <a:gd name="T14" fmla="*/ 14 w 958"/>
                <a:gd name="T15" fmla="*/ 4 h 958"/>
                <a:gd name="T16" fmla="*/ 15 w 958"/>
                <a:gd name="T17" fmla="*/ 5 h 958"/>
                <a:gd name="T18" fmla="*/ 15 w 958"/>
                <a:gd name="T19" fmla="*/ 6 h 958"/>
                <a:gd name="T20" fmla="*/ 15 w 958"/>
                <a:gd name="T21" fmla="*/ 7 h 958"/>
                <a:gd name="T22" fmla="*/ 15 w 958"/>
                <a:gd name="T23" fmla="*/ 9 h 958"/>
                <a:gd name="T24" fmla="*/ 15 w 958"/>
                <a:gd name="T25" fmla="*/ 10 h 958"/>
                <a:gd name="T26" fmla="*/ 14 w 958"/>
                <a:gd name="T27" fmla="*/ 11 h 958"/>
                <a:gd name="T28" fmla="*/ 14 w 958"/>
                <a:gd name="T29" fmla="*/ 12 h 958"/>
                <a:gd name="T30" fmla="*/ 13 w 958"/>
                <a:gd name="T31" fmla="*/ 12 h 958"/>
                <a:gd name="T32" fmla="*/ 12 w 958"/>
                <a:gd name="T33" fmla="*/ 13 h 958"/>
                <a:gd name="T34" fmla="*/ 11 w 958"/>
                <a:gd name="T35" fmla="*/ 14 h 958"/>
                <a:gd name="T36" fmla="*/ 10 w 958"/>
                <a:gd name="T37" fmla="*/ 14 h 958"/>
                <a:gd name="T38" fmla="*/ 9 w 958"/>
                <a:gd name="T39" fmla="*/ 15 h 958"/>
                <a:gd name="T40" fmla="*/ 8 w 958"/>
                <a:gd name="T41" fmla="*/ 15 h 958"/>
                <a:gd name="T42" fmla="*/ 7 w 958"/>
                <a:gd name="T43" fmla="*/ 15 h 958"/>
                <a:gd name="T44" fmla="*/ 6 w 958"/>
                <a:gd name="T45" fmla="*/ 15 h 958"/>
                <a:gd name="T46" fmla="*/ 5 w 958"/>
                <a:gd name="T47" fmla="*/ 14 h 958"/>
                <a:gd name="T48" fmla="*/ 4 w 958"/>
                <a:gd name="T49" fmla="*/ 14 h 958"/>
                <a:gd name="T50" fmla="*/ 3 w 958"/>
                <a:gd name="T51" fmla="*/ 13 h 958"/>
                <a:gd name="T52" fmla="*/ 2 w 958"/>
                <a:gd name="T53" fmla="*/ 13 h 958"/>
                <a:gd name="T54" fmla="*/ 2 w 958"/>
                <a:gd name="T55" fmla="*/ 12 h 958"/>
                <a:gd name="T56" fmla="*/ 1 w 958"/>
                <a:gd name="T57" fmla="*/ 11 h 958"/>
                <a:gd name="T58" fmla="*/ 1 w 958"/>
                <a:gd name="T59" fmla="*/ 10 h 958"/>
                <a:gd name="T60" fmla="*/ 0 w 958"/>
                <a:gd name="T61" fmla="*/ 9 h 958"/>
                <a:gd name="T62" fmla="*/ 0 w 958"/>
                <a:gd name="T63" fmla="*/ 8 h 958"/>
                <a:gd name="T64" fmla="*/ 0 w 958"/>
                <a:gd name="T65" fmla="*/ 7 h 958"/>
                <a:gd name="T66" fmla="*/ 0 w 958"/>
                <a:gd name="T67" fmla="*/ 6 h 958"/>
                <a:gd name="T68" fmla="*/ 1 w 958"/>
                <a:gd name="T69" fmla="*/ 4 h 958"/>
                <a:gd name="T70" fmla="*/ 1 w 958"/>
                <a:gd name="T71" fmla="*/ 4 h 958"/>
                <a:gd name="T72" fmla="*/ 2 w 958"/>
                <a:gd name="T73" fmla="*/ 3 h 958"/>
                <a:gd name="T74" fmla="*/ 3 w 958"/>
                <a:gd name="T75" fmla="*/ 2 h 958"/>
                <a:gd name="T76" fmla="*/ 3 w 958"/>
                <a:gd name="T77" fmla="*/ 1 h 958"/>
                <a:gd name="T78" fmla="*/ 4 w 958"/>
                <a:gd name="T79" fmla="*/ 1 h 958"/>
                <a:gd name="T80" fmla="*/ 5 w 958"/>
                <a:gd name="T81" fmla="*/ 0 h 958"/>
                <a:gd name="T82" fmla="*/ 6 w 958"/>
                <a:gd name="T83" fmla="*/ 0 h 958"/>
                <a:gd name="T84" fmla="*/ 8 w 958"/>
                <a:gd name="T85" fmla="*/ 0 h 95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958"/>
                <a:gd name="T131" fmla="*/ 958 w 958"/>
                <a:gd name="T132" fmla="*/ 958 h 95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958">
                  <a:moveTo>
                    <a:pt x="479" y="0"/>
                  </a:moveTo>
                  <a:lnTo>
                    <a:pt x="504" y="1"/>
                  </a:lnTo>
                  <a:lnTo>
                    <a:pt x="529" y="3"/>
                  </a:lnTo>
                  <a:lnTo>
                    <a:pt x="552" y="6"/>
                  </a:lnTo>
                  <a:lnTo>
                    <a:pt x="576" y="10"/>
                  </a:lnTo>
                  <a:lnTo>
                    <a:pt x="599" y="15"/>
                  </a:lnTo>
                  <a:lnTo>
                    <a:pt x="622" y="21"/>
                  </a:lnTo>
                  <a:lnTo>
                    <a:pt x="644" y="29"/>
                  </a:lnTo>
                  <a:lnTo>
                    <a:pt x="665" y="37"/>
                  </a:lnTo>
                  <a:lnTo>
                    <a:pt x="687" y="47"/>
                  </a:lnTo>
                  <a:lnTo>
                    <a:pt x="708" y="58"/>
                  </a:lnTo>
                  <a:lnTo>
                    <a:pt x="727" y="70"/>
                  </a:lnTo>
                  <a:lnTo>
                    <a:pt x="747" y="82"/>
                  </a:lnTo>
                  <a:lnTo>
                    <a:pt x="766" y="95"/>
                  </a:lnTo>
                  <a:lnTo>
                    <a:pt x="784" y="109"/>
                  </a:lnTo>
                  <a:lnTo>
                    <a:pt x="801" y="124"/>
                  </a:lnTo>
                  <a:lnTo>
                    <a:pt x="818" y="141"/>
                  </a:lnTo>
                  <a:lnTo>
                    <a:pt x="834" y="157"/>
                  </a:lnTo>
                  <a:lnTo>
                    <a:pt x="849" y="174"/>
                  </a:lnTo>
                  <a:lnTo>
                    <a:pt x="863" y="192"/>
                  </a:lnTo>
                  <a:lnTo>
                    <a:pt x="876" y="212"/>
                  </a:lnTo>
                  <a:lnTo>
                    <a:pt x="889" y="231"/>
                  </a:lnTo>
                  <a:lnTo>
                    <a:pt x="900" y="251"/>
                  </a:lnTo>
                  <a:lnTo>
                    <a:pt x="911" y="271"/>
                  </a:lnTo>
                  <a:lnTo>
                    <a:pt x="921" y="293"/>
                  </a:lnTo>
                  <a:lnTo>
                    <a:pt x="929" y="314"/>
                  </a:lnTo>
                  <a:lnTo>
                    <a:pt x="937" y="336"/>
                  </a:lnTo>
                  <a:lnTo>
                    <a:pt x="943" y="359"/>
                  </a:lnTo>
                  <a:lnTo>
                    <a:pt x="949" y="383"/>
                  </a:lnTo>
                  <a:lnTo>
                    <a:pt x="953" y="406"/>
                  </a:lnTo>
                  <a:lnTo>
                    <a:pt x="956" y="430"/>
                  </a:lnTo>
                  <a:lnTo>
                    <a:pt x="957" y="455"/>
                  </a:lnTo>
                  <a:lnTo>
                    <a:pt x="958" y="479"/>
                  </a:lnTo>
                  <a:lnTo>
                    <a:pt x="957" y="503"/>
                  </a:lnTo>
                  <a:lnTo>
                    <a:pt x="956" y="527"/>
                  </a:lnTo>
                  <a:lnTo>
                    <a:pt x="953" y="552"/>
                  </a:lnTo>
                  <a:lnTo>
                    <a:pt x="949" y="575"/>
                  </a:lnTo>
                  <a:lnTo>
                    <a:pt x="943" y="598"/>
                  </a:lnTo>
                  <a:lnTo>
                    <a:pt x="937" y="622"/>
                  </a:lnTo>
                  <a:lnTo>
                    <a:pt x="929" y="644"/>
                  </a:lnTo>
                  <a:lnTo>
                    <a:pt x="921" y="665"/>
                  </a:lnTo>
                  <a:lnTo>
                    <a:pt x="911" y="686"/>
                  </a:lnTo>
                  <a:lnTo>
                    <a:pt x="900" y="707"/>
                  </a:lnTo>
                  <a:lnTo>
                    <a:pt x="889" y="727"/>
                  </a:lnTo>
                  <a:lnTo>
                    <a:pt x="876" y="746"/>
                  </a:lnTo>
                  <a:lnTo>
                    <a:pt x="863" y="765"/>
                  </a:lnTo>
                  <a:lnTo>
                    <a:pt x="849" y="784"/>
                  </a:lnTo>
                  <a:lnTo>
                    <a:pt x="834" y="801"/>
                  </a:lnTo>
                  <a:lnTo>
                    <a:pt x="818" y="817"/>
                  </a:lnTo>
                  <a:lnTo>
                    <a:pt x="801" y="833"/>
                  </a:lnTo>
                  <a:lnTo>
                    <a:pt x="784" y="848"/>
                  </a:lnTo>
                  <a:lnTo>
                    <a:pt x="766" y="863"/>
                  </a:lnTo>
                  <a:lnTo>
                    <a:pt x="747" y="876"/>
                  </a:lnTo>
                  <a:lnTo>
                    <a:pt x="727" y="888"/>
                  </a:lnTo>
                  <a:lnTo>
                    <a:pt x="708" y="900"/>
                  </a:lnTo>
                  <a:lnTo>
                    <a:pt x="687" y="910"/>
                  </a:lnTo>
                  <a:lnTo>
                    <a:pt x="665" y="920"/>
                  </a:lnTo>
                  <a:lnTo>
                    <a:pt x="644" y="928"/>
                  </a:lnTo>
                  <a:lnTo>
                    <a:pt x="622" y="936"/>
                  </a:lnTo>
                  <a:lnTo>
                    <a:pt x="599" y="943"/>
                  </a:lnTo>
                  <a:lnTo>
                    <a:pt x="576" y="948"/>
                  </a:lnTo>
                  <a:lnTo>
                    <a:pt x="552" y="952"/>
                  </a:lnTo>
                  <a:lnTo>
                    <a:pt x="529" y="955"/>
                  </a:lnTo>
                  <a:lnTo>
                    <a:pt x="504" y="957"/>
                  </a:lnTo>
                  <a:lnTo>
                    <a:pt x="479" y="958"/>
                  </a:lnTo>
                  <a:lnTo>
                    <a:pt x="455" y="957"/>
                  </a:lnTo>
                  <a:lnTo>
                    <a:pt x="430" y="955"/>
                  </a:lnTo>
                  <a:lnTo>
                    <a:pt x="406" y="952"/>
                  </a:lnTo>
                  <a:lnTo>
                    <a:pt x="383" y="948"/>
                  </a:lnTo>
                  <a:lnTo>
                    <a:pt x="359" y="943"/>
                  </a:lnTo>
                  <a:lnTo>
                    <a:pt x="337" y="936"/>
                  </a:lnTo>
                  <a:lnTo>
                    <a:pt x="315" y="928"/>
                  </a:lnTo>
                  <a:lnTo>
                    <a:pt x="293" y="920"/>
                  </a:lnTo>
                  <a:lnTo>
                    <a:pt x="271" y="910"/>
                  </a:lnTo>
                  <a:lnTo>
                    <a:pt x="251" y="900"/>
                  </a:lnTo>
                  <a:lnTo>
                    <a:pt x="231" y="888"/>
                  </a:lnTo>
                  <a:lnTo>
                    <a:pt x="211" y="876"/>
                  </a:lnTo>
                  <a:lnTo>
                    <a:pt x="192" y="863"/>
                  </a:lnTo>
                  <a:lnTo>
                    <a:pt x="175" y="848"/>
                  </a:lnTo>
                  <a:lnTo>
                    <a:pt x="157" y="833"/>
                  </a:lnTo>
                  <a:lnTo>
                    <a:pt x="141" y="817"/>
                  </a:lnTo>
                  <a:lnTo>
                    <a:pt x="124" y="801"/>
                  </a:lnTo>
                  <a:lnTo>
                    <a:pt x="109" y="784"/>
                  </a:lnTo>
                  <a:lnTo>
                    <a:pt x="95" y="765"/>
                  </a:lnTo>
                  <a:lnTo>
                    <a:pt x="82" y="746"/>
                  </a:lnTo>
                  <a:lnTo>
                    <a:pt x="70" y="727"/>
                  </a:lnTo>
                  <a:lnTo>
                    <a:pt x="58" y="707"/>
                  </a:lnTo>
                  <a:lnTo>
                    <a:pt x="47" y="686"/>
                  </a:lnTo>
                  <a:lnTo>
                    <a:pt x="38" y="665"/>
                  </a:lnTo>
                  <a:lnTo>
                    <a:pt x="29" y="644"/>
                  </a:lnTo>
                  <a:lnTo>
                    <a:pt x="22" y="622"/>
                  </a:lnTo>
                  <a:lnTo>
                    <a:pt x="15" y="598"/>
                  </a:lnTo>
                  <a:lnTo>
                    <a:pt x="10" y="575"/>
                  </a:lnTo>
                  <a:lnTo>
                    <a:pt x="6" y="552"/>
                  </a:lnTo>
                  <a:lnTo>
                    <a:pt x="3" y="527"/>
                  </a:lnTo>
                  <a:lnTo>
                    <a:pt x="1" y="503"/>
                  </a:lnTo>
                  <a:lnTo>
                    <a:pt x="0" y="479"/>
                  </a:lnTo>
                  <a:lnTo>
                    <a:pt x="1" y="455"/>
                  </a:lnTo>
                  <a:lnTo>
                    <a:pt x="3" y="430"/>
                  </a:lnTo>
                  <a:lnTo>
                    <a:pt x="6" y="406"/>
                  </a:lnTo>
                  <a:lnTo>
                    <a:pt x="10" y="383"/>
                  </a:lnTo>
                  <a:lnTo>
                    <a:pt x="15" y="359"/>
                  </a:lnTo>
                  <a:lnTo>
                    <a:pt x="22" y="336"/>
                  </a:lnTo>
                  <a:lnTo>
                    <a:pt x="29" y="314"/>
                  </a:lnTo>
                  <a:lnTo>
                    <a:pt x="38" y="293"/>
                  </a:lnTo>
                  <a:lnTo>
                    <a:pt x="47" y="271"/>
                  </a:lnTo>
                  <a:lnTo>
                    <a:pt x="58" y="251"/>
                  </a:lnTo>
                  <a:lnTo>
                    <a:pt x="70" y="231"/>
                  </a:lnTo>
                  <a:lnTo>
                    <a:pt x="82" y="212"/>
                  </a:lnTo>
                  <a:lnTo>
                    <a:pt x="95" y="192"/>
                  </a:lnTo>
                  <a:lnTo>
                    <a:pt x="109" y="174"/>
                  </a:lnTo>
                  <a:lnTo>
                    <a:pt x="124" y="157"/>
                  </a:lnTo>
                  <a:lnTo>
                    <a:pt x="141" y="141"/>
                  </a:lnTo>
                  <a:lnTo>
                    <a:pt x="157" y="124"/>
                  </a:lnTo>
                  <a:lnTo>
                    <a:pt x="175" y="109"/>
                  </a:lnTo>
                  <a:lnTo>
                    <a:pt x="192" y="95"/>
                  </a:lnTo>
                  <a:lnTo>
                    <a:pt x="211" y="82"/>
                  </a:lnTo>
                  <a:lnTo>
                    <a:pt x="231" y="70"/>
                  </a:lnTo>
                  <a:lnTo>
                    <a:pt x="251" y="58"/>
                  </a:lnTo>
                  <a:lnTo>
                    <a:pt x="271" y="47"/>
                  </a:lnTo>
                  <a:lnTo>
                    <a:pt x="293" y="37"/>
                  </a:lnTo>
                  <a:lnTo>
                    <a:pt x="315" y="29"/>
                  </a:lnTo>
                  <a:lnTo>
                    <a:pt x="337" y="21"/>
                  </a:lnTo>
                  <a:lnTo>
                    <a:pt x="359" y="15"/>
                  </a:lnTo>
                  <a:lnTo>
                    <a:pt x="383" y="10"/>
                  </a:lnTo>
                  <a:lnTo>
                    <a:pt x="406" y="6"/>
                  </a:lnTo>
                  <a:lnTo>
                    <a:pt x="430" y="3"/>
                  </a:lnTo>
                  <a:lnTo>
                    <a:pt x="455" y="1"/>
                  </a:lnTo>
                  <a:lnTo>
                    <a:pt x="479" y="0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1" name="Freeform 557"/>
            <p:cNvSpPr>
              <a:spLocks/>
            </p:cNvSpPr>
            <p:nvPr/>
          </p:nvSpPr>
          <p:spPr bwMode="auto">
            <a:xfrm>
              <a:off x="2803" y="3217"/>
              <a:ext cx="120" cy="119"/>
            </a:xfrm>
            <a:custGeom>
              <a:avLst/>
              <a:gdLst>
                <a:gd name="T0" fmla="*/ 8 w 958"/>
                <a:gd name="T1" fmla="*/ 0 h 958"/>
                <a:gd name="T2" fmla="*/ 9 w 958"/>
                <a:gd name="T3" fmla="*/ 0 h 958"/>
                <a:gd name="T4" fmla="*/ 10 w 958"/>
                <a:gd name="T5" fmla="*/ 1 h 958"/>
                <a:gd name="T6" fmla="*/ 11 w 958"/>
                <a:gd name="T7" fmla="*/ 1 h 958"/>
                <a:gd name="T8" fmla="*/ 12 w 958"/>
                <a:gd name="T9" fmla="*/ 2 h 958"/>
                <a:gd name="T10" fmla="*/ 13 w 958"/>
                <a:gd name="T11" fmla="*/ 2 h 958"/>
                <a:gd name="T12" fmla="*/ 14 w 958"/>
                <a:gd name="T13" fmla="*/ 3 h 958"/>
                <a:gd name="T14" fmla="*/ 14 w 958"/>
                <a:gd name="T15" fmla="*/ 4 h 958"/>
                <a:gd name="T16" fmla="*/ 15 w 958"/>
                <a:gd name="T17" fmla="*/ 5 h 958"/>
                <a:gd name="T18" fmla="*/ 15 w 958"/>
                <a:gd name="T19" fmla="*/ 6 h 958"/>
                <a:gd name="T20" fmla="*/ 15 w 958"/>
                <a:gd name="T21" fmla="*/ 7 h 958"/>
                <a:gd name="T22" fmla="*/ 15 w 958"/>
                <a:gd name="T23" fmla="*/ 9 h 958"/>
                <a:gd name="T24" fmla="*/ 15 w 958"/>
                <a:gd name="T25" fmla="*/ 10 h 958"/>
                <a:gd name="T26" fmla="*/ 14 w 958"/>
                <a:gd name="T27" fmla="*/ 11 h 958"/>
                <a:gd name="T28" fmla="*/ 14 w 958"/>
                <a:gd name="T29" fmla="*/ 12 h 958"/>
                <a:gd name="T30" fmla="*/ 13 w 958"/>
                <a:gd name="T31" fmla="*/ 12 h 958"/>
                <a:gd name="T32" fmla="*/ 12 w 958"/>
                <a:gd name="T33" fmla="*/ 13 h 958"/>
                <a:gd name="T34" fmla="*/ 11 w 958"/>
                <a:gd name="T35" fmla="*/ 14 h 958"/>
                <a:gd name="T36" fmla="*/ 10 w 958"/>
                <a:gd name="T37" fmla="*/ 14 h 958"/>
                <a:gd name="T38" fmla="*/ 9 w 958"/>
                <a:gd name="T39" fmla="*/ 15 h 958"/>
                <a:gd name="T40" fmla="*/ 8 w 958"/>
                <a:gd name="T41" fmla="*/ 15 h 958"/>
                <a:gd name="T42" fmla="*/ 7 w 958"/>
                <a:gd name="T43" fmla="*/ 15 h 958"/>
                <a:gd name="T44" fmla="*/ 6 w 958"/>
                <a:gd name="T45" fmla="*/ 15 h 958"/>
                <a:gd name="T46" fmla="*/ 5 w 958"/>
                <a:gd name="T47" fmla="*/ 14 h 958"/>
                <a:gd name="T48" fmla="*/ 4 w 958"/>
                <a:gd name="T49" fmla="*/ 14 h 958"/>
                <a:gd name="T50" fmla="*/ 3 w 958"/>
                <a:gd name="T51" fmla="*/ 13 h 958"/>
                <a:gd name="T52" fmla="*/ 2 w 958"/>
                <a:gd name="T53" fmla="*/ 13 h 958"/>
                <a:gd name="T54" fmla="*/ 2 w 958"/>
                <a:gd name="T55" fmla="*/ 12 h 958"/>
                <a:gd name="T56" fmla="*/ 1 w 958"/>
                <a:gd name="T57" fmla="*/ 11 h 958"/>
                <a:gd name="T58" fmla="*/ 1 w 958"/>
                <a:gd name="T59" fmla="*/ 10 h 958"/>
                <a:gd name="T60" fmla="*/ 0 w 958"/>
                <a:gd name="T61" fmla="*/ 9 h 958"/>
                <a:gd name="T62" fmla="*/ 0 w 958"/>
                <a:gd name="T63" fmla="*/ 8 h 958"/>
                <a:gd name="T64" fmla="*/ 0 w 958"/>
                <a:gd name="T65" fmla="*/ 7 h 958"/>
                <a:gd name="T66" fmla="*/ 0 w 958"/>
                <a:gd name="T67" fmla="*/ 6 h 958"/>
                <a:gd name="T68" fmla="*/ 1 w 958"/>
                <a:gd name="T69" fmla="*/ 4 h 958"/>
                <a:gd name="T70" fmla="*/ 1 w 958"/>
                <a:gd name="T71" fmla="*/ 4 h 958"/>
                <a:gd name="T72" fmla="*/ 2 w 958"/>
                <a:gd name="T73" fmla="*/ 3 h 958"/>
                <a:gd name="T74" fmla="*/ 3 w 958"/>
                <a:gd name="T75" fmla="*/ 2 h 958"/>
                <a:gd name="T76" fmla="*/ 3 w 958"/>
                <a:gd name="T77" fmla="*/ 1 h 958"/>
                <a:gd name="T78" fmla="*/ 4 w 958"/>
                <a:gd name="T79" fmla="*/ 1 h 958"/>
                <a:gd name="T80" fmla="*/ 5 w 958"/>
                <a:gd name="T81" fmla="*/ 0 h 958"/>
                <a:gd name="T82" fmla="*/ 6 w 958"/>
                <a:gd name="T83" fmla="*/ 0 h 958"/>
                <a:gd name="T84" fmla="*/ 8 w 958"/>
                <a:gd name="T85" fmla="*/ 0 h 95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958"/>
                <a:gd name="T131" fmla="*/ 958 w 958"/>
                <a:gd name="T132" fmla="*/ 958 h 95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958">
                  <a:moveTo>
                    <a:pt x="479" y="0"/>
                  </a:moveTo>
                  <a:lnTo>
                    <a:pt x="503" y="1"/>
                  </a:lnTo>
                  <a:lnTo>
                    <a:pt x="527" y="3"/>
                  </a:lnTo>
                  <a:lnTo>
                    <a:pt x="552" y="6"/>
                  </a:lnTo>
                  <a:lnTo>
                    <a:pt x="575" y="11"/>
                  </a:lnTo>
                  <a:lnTo>
                    <a:pt x="598" y="16"/>
                  </a:lnTo>
                  <a:lnTo>
                    <a:pt x="621" y="22"/>
                  </a:lnTo>
                  <a:lnTo>
                    <a:pt x="643" y="30"/>
                  </a:lnTo>
                  <a:lnTo>
                    <a:pt x="665" y="38"/>
                  </a:lnTo>
                  <a:lnTo>
                    <a:pt x="686" y="48"/>
                  </a:lnTo>
                  <a:lnTo>
                    <a:pt x="707" y="58"/>
                  </a:lnTo>
                  <a:lnTo>
                    <a:pt x="727" y="69"/>
                  </a:lnTo>
                  <a:lnTo>
                    <a:pt x="746" y="82"/>
                  </a:lnTo>
                  <a:lnTo>
                    <a:pt x="765" y="96"/>
                  </a:lnTo>
                  <a:lnTo>
                    <a:pt x="784" y="110"/>
                  </a:lnTo>
                  <a:lnTo>
                    <a:pt x="801" y="125"/>
                  </a:lnTo>
                  <a:lnTo>
                    <a:pt x="817" y="140"/>
                  </a:lnTo>
                  <a:lnTo>
                    <a:pt x="833" y="157"/>
                  </a:lnTo>
                  <a:lnTo>
                    <a:pt x="849" y="175"/>
                  </a:lnTo>
                  <a:lnTo>
                    <a:pt x="863" y="193"/>
                  </a:lnTo>
                  <a:lnTo>
                    <a:pt x="876" y="211"/>
                  </a:lnTo>
                  <a:lnTo>
                    <a:pt x="888" y="231"/>
                  </a:lnTo>
                  <a:lnTo>
                    <a:pt x="900" y="251"/>
                  </a:lnTo>
                  <a:lnTo>
                    <a:pt x="910" y="272"/>
                  </a:lnTo>
                  <a:lnTo>
                    <a:pt x="919" y="293"/>
                  </a:lnTo>
                  <a:lnTo>
                    <a:pt x="929" y="314"/>
                  </a:lnTo>
                  <a:lnTo>
                    <a:pt x="936" y="337"/>
                  </a:lnTo>
                  <a:lnTo>
                    <a:pt x="943" y="360"/>
                  </a:lnTo>
                  <a:lnTo>
                    <a:pt x="948" y="382"/>
                  </a:lnTo>
                  <a:lnTo>
                    <a:pt x="952" y="406"/>
                  </a:lnTo>
                  <a:lnTo>
                    <a:pt x="955" y="430"/>
                  </a:lnTo>
                  <a:lnTo>
                    <a:pt x="957" y="454"/>
                  </a:lnTo>
                  <a:lnTo>
                    <a:pt x="958" y="479"/>
                  </a:lnTo>
                  <a:lnTo>
                    <a:pt x="957" y="504"/>
                  </a:lnTo>
                  <a:lnTo>
                    <a:pt x="955" y="528"/>
                  </a:lnTo>
                  <a:lnTo>
                    <a:pt x="952" y="552"/>
                  </a:lnTo>
                  <a:lnTo>
                    <a:pt x="948" y="576"/>
                  </a:lnTo>
                  <a:lnTo>
                    <a:pt x="943" y="599"/>
                  </a:lnTo>
                  <a:lnTo>
                    <a:pt x="936" y="621"/>
                  </a:lnTo>
                  <a:lnTo>
                    <a:pt x="929" y="643"/>
                  </a:lnTo>
                  <a:lnTo>
                    <a:pt x="919" y="666"/>
                  </a:lnTo>
                  <a:lnTo>
                    <a:pt x="910" y="687"/>
                  </a:lnTo>
                  <a:lnTo>
                    <a:pt x="900" y="707"/>
                  </a:lnTo>
                  <a:lnTo>
                    <a:pt x="888" y="727"/>
                  </a:lnTo>
                  <a:lnTo>
                    <a:pt x="876" y="747"/>
                  </a:lnTo>
                  <a:lnTo>
                    <a:pt x="863" y="766"/>
                  </a:lnTo>
                  <a:lnTo>
                    <a:pt x="849" y="783"/>
                  </a:lnTo>
                  <a:lnTo>
                    <a:pt x="833" y="801"/>
                  </a:lnTo>
                  <a:lnTo>
                    <a:pt x="817" y="818"/>
                  </a:lnTo>
                  <a:lnTo>
                    <a:pt x="801" y="834"/>
                  </a:lnTo>
                  <a:lnTo>
                    <a:pt x="784" y="849"/>
                  </a:lnTo>
                  <a:lnTo>
                    <a:pt x="765" y="863"/>
                  </a:lnTo>
                  <a:lnTo>
                    <a:pt x="746" y="876"/>
                  </a:lnTo>
                  <a:lnTo>
                    <a:pt x="727" y="888"/>
                  </a:lnTo>
                  <a:lnTo>
                    <a:pt x="707" y="900"/>
                  </a:lnTo>
                  <a:lnTo>
                    <a:pt x="686" y="911"/>
                  </a:lnTo>
                  <a:lnTo>
                    <a:pt x="665" y="920"/>
                  </a:lnTo>
                  <a:lnTo>
                    <a:pt x="643" y="929"/>
                  </a:lnTo>
                  <a:lnTo>
                    <a:pt x="621" y="936"/>
                  </a:lnTo>
                  <a:lnTo>
                    <a:pt x="598" y="943"/>
                  </a:lnTo>
                  <a:lnTo>
                    <a:pt x="575" y="948"/>
                  </a:lnTo>
                  <a:lnTo>
                    <a:pt x="552" y="952"/>
                  </a:lnTo>
                  <a:lnTo>
                    <a:pt x="527" y="955"/>
                  </a:lnTo>
                  <a:lnTo>
                    <a:pt x="503" y="957"/>
                  </a:lnTo>
                  <a:lnTo>
                    <a:pt x="479" y="958"/>
                  </a:lnTo>
                  <a:lnTo>
                    <a:pt x="453" y="957"/>
                  </a:lnTo>
                  <a:lnTo>
                    <a:pt x="429" y="955"/>
                  </a:lnTo>
                  <a:lnTo>
                    <a:pt x="406" y="952"/>
                  </a:lnTo>
                  <a:lnTo>
                    <a:pt x="383" y="948"/>
                  </a:lnTo>
                  <a:lnTo>
                    <a:pt x="359" y="943"/>
                  </a:lnTo>
                  <a:lnTo>
                    <a:pt x="336" y="936"/>
                  </a:lnTo>
                  <a:lnTo>
                    <a:pt x="314" y="929"/>
                  </a:lnTo>
                  <a:lnTo>
                    <a:pt x="292" y="920"/>
                  </a:lnTo>
                  <a:lnTo>
                    <a:pt x="271" y="911"/>
                  </a:lnTo>
                  <a:lnTo>
                    <a:pt x="250" y="900"/>
                  </a:lnTo>
                  <a:lnTo>
                    <a:pt x="231" y="888"/>
                  </a:lnTo>
                  <a:lnTo>
                    <a:pt x="210" y="876"/>
                  </a:lnTo>
                  <a:lnTo>
                    <a:pt x="192" y="863"/>
                  </a:lnTo>
                  <a:lnTo>
                    <a:pt x="174" y="849"/>
                  </a:lnTo>
                  <a:lnTo>
                    <a:pt x="157" y="834"/>
                  </a:lnTo>
                  <a:lnTo>
                    <a:pt x="140" y="818"/>
                  </a:lnTo>
                  <a:lnTo>
                    <a:pt x="124" y="801"/>
                  </a:lnTo>
                  <a:lnTo>
                    <a:pt x="109" y="783"/>
                  </a:lnTo>
                  <a:lnTo>
                    <a:pt x="95" y="766"/>
                  </a:lnTo>
                  <a:lnTo>
                    <a:pt x="82" y="747"/>
                  </a:lnTo>
                  <a:lnTo>
                    <a:pt x="68" y="727"/>
                  </a:lnTo>
                  <a:lnTo>
                    <a:pt x="57" y="707"/>
                  </a:lnTo>
                  <a:lnTo>
                    <a:pt x="47" y="687"/>
                  </a:lnTo>
                  <a:lnTo>
                    <a:pt x="37" y="666"/>
                  </a:lnTo>
                  <a:lnTo>
                    <a:pt x="29" y="643"/>
                  </a:lnTo>
                  <a:lnTo>
                    <a:pt x="21" y="621"/>
                  </a:lnTo>
                  <a:lnTo>
                    <a:pt x="15" y="599"/>
                  </a:lnTo>
                  <a:lnTo>
                    <a:pt x="10" y="576"/>
                  </a:lnTo>
                  <a:lnTo>
                    <a:pt x="5" y="552"/>
                  </a:lnTo>
                  <a:lnTo>
                    <a:pt x="2" y="528"/>
                  </a:lnTo>
                  <a:lnTo>
                    <a:pt x="1" y="504"/>
                  </a:lnTo>
                  <a:lnTo>
                    <a:pt x="0" y="479"/>
                  </a:lnTo>
                  <a:lnTo>
                    <a:pt x="1" y="454"/>
                  </a:lnTo>
                  <a:lnTo>
                    <a:pt x="2" y="430"/>
                  </a:lnTo>
                  <a:lnTo>
                    <a:pt x="5" y="406"/>
                  </a:lnTo>
                  <a:lnTo>
                    <a:pt x="10" y="382"/>
                  </a:lnTo>
                  <a:lnTo>
                    <a:pt x="15" y="360"/>
                  </a:lnTo>
                  <a:lnTo>
                    <a:pt x="21" y="337"/>
                  </a:lnTo>
                  <a:lnTo>
                    <a:pt x="29" y="314"/>
                  </a:lnTo>
                  <a:lnTo>
                    <a:pt x="37" y="293"/>
                  </a:lnTo>
                  <a:lnTo>
                    <a:pt x="47" y="272"/>
                  </a:lnTo>
                  <a:lnTo>
                    <a:pt x="57" y="251"/>
                  </a:lnTo>
                  <a:lnTo>
                    <a:pt x="68" y="231"/>
                  </a:lnTo>
                  <a:lnTo>
                    <a:pt x="82" y="211"/>
                  </a:lnTo>
                  <a:lnTo>
                    <a:pt x="95" y="193"/>
                  </a:lnTo>
                  <a:lnTo>
                    <a:pt x="109" y="175"/>
                  </a:lnTo>
                  <a:lnTo>
                    <a:pt x="124" y="157"/>
                  </a:lnTo>
                  <a:lnTo>
                    <a:pt x="140" y="140"/>
                  </a:lnTo>
                  <a:lnTo>
                    <a:pt x="157" y="125"/>
                  </a:lnTo>
                  <a:lnTo>
                    <a:pt x="174" y="110"/>
                  </a:lnTo>
                  <a:lnTo>
                    <a:pt x="192" y="96"/>
                  </a:lnTo>
                  <a:lnTo>
                    <a:pt x="210" y="82"/>
                  </a:lnTo>
                  <a:lnTo>
                    <a:pt x="231" y="69"/>
                  </a:lnTo>
                  <a:lnTo>
                    <a:pt x="250" y="58"/>
                  </a:lnTo>
                  <a:lnTo>
                    <a:pt x="271" y="48"/>
                  </a:lnTo>
                  <a:lnTo>
                    <a:pt x="292" y="38"/>
                  </a:lnTo>
                  <a:lnTo>
                    <a:pt x="314" y="30"/>
                  </a:lnTo>
                  <a:lnTo>
                    <a:pt x="336" y="22"/>
                  </a:lnTo>
                  <a:lnTo>
                    <a:pt x="359" y="16"/>
                  </a:lnTo>
                  <a:lnTo>
                    <a:pt x="383" y="11"/>
                  </a:lnTo>
                  <a:lnTo>
                    <a:pt x="406" y="6"/>
                  </a:lnTo>
                  <a:lnTo>
                    <a:pt x="429" y="3"/>
                  </a:lnTo>
                  <a:lnTo>
                    <a:pt x="453" y="1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2" name="Freeform 558"/>
            <p:cNvSpPr>
              <a:spLocks/>
            </p:cNvSpPr>
            <p:nvPr/>
          </p:nvSpPr>
          <p:spPr bwMode="auto">
            <a:xfrm>
              <a:off x="2803" y="3217"/>
              <a:ext cx="120" cy="119"/>
            </a:xfrm>
            <a:custGeom>
              <a:avLst/>
              <a:gdLst>
                <a:gd name="T0" fmla="*/ 8 w 958"/>
                <a:gd name="T1" fmla="*/ 0 h 958"/>
                <a:gd name="T2" fmla="*/ 9 w 958"/>
                <a:gd name="T3" fmla="*/ 0 h 958"/>
                <a:gd name="T4" fmla="*/ 10 w 958"/>
                <a:gd name="T5" fmla="*/ 1 h 958"/>
                <a:gd name="T6" fmla="*/ 11 w 958"/>
                <a:gd name="T7" fmla="*/ 1 h 958"/>
                <a:gd name="T8" fmla="*/ 12 w 958"/>
                <a:gd name="T9" fmla="*/ 2 h 958"/>
                <a:gd name="T10" fmla="*/ 13 w 958"/>
                <a:gd name="T11" fmla="*/ 2 h 958"/>
                <a:gd name="T12" fmla="*/ 14 w 958"/>
                <a:gd name="T13" fmla="*/ 3 h 958"/>
                <a:gd name="T14" fmla="*/ 14 w 958"/>
                <a:gd name="T15" fmla="*/ 4 h 958"/>
                <a:gd name="T16" fmla="*/ 15 w 958"/>
                <a:gd name="T17" fmla="*/ 5 h 958"/>
                <a:gd name="T18" fmla="*/ 15 w 958"/>
                <a:gd name="T19" fmla="*/ 6 h 958"/>
                <a:gd name="T20" fmla="*/ 15 w 958"/>
                <a:gd name="T21" fmla="*/ 7 h 958"/>
                <a:gd name="T22" fmla="*/ 15 w 958"/>
                <a:gd name="T23" fmla="*/ 9 h 958"/>
                <a:gd name="T24" fmla="*/ 15 w 958"/>
                <a:gd name="T25" fmla="*/ 10 h 958"/>
                <a:gd name="T26" fmla="*/ 14 w 958"/>
                <a:gd name="T27" fmla="*/ 11 h 958"/>
                <a:gd name="T28" fmla="*/ 14 w 958"/>
                <a:gd name="T29" fmla="*/ 12 h 958"/>
                <a:gd name="T30" fmla="*/ 13 w 958"/>
                <a:gd name="T31" fmla="*/ 12 h 958"/>
                <a:gd name="T32" fmla="*/ 12 w 958"/>
                <a:gd name="T33" fmla="*/ 13 h 958"/>
                <a:gd name="T34" fmla="*/ 11 w 958"/>
                <a:gd name="T35" fmla="*/ 14 h 958"/>
                <a:gd name="T36" fmla="*/ 10 w 958"/>
                <a:gd name="T37" fmla="*/ 14 h 958"/>
                <a:gd name="T38" fmla="*/ 9 w 958"/>
                <a:gd name="T39" fmla="*/ 15 h 958"/>
                <a:gd name="T40" fmla="*/ 8 w 958"/>
                <a:gd name="T41" fmla="*/ 15 h 958"/>
                <a:gd name="T42" fmla="*/ 7 w 958"/>
                <a:gd name="T43" fmla="*/ 15 h 958"/>
                <a:gd name="T44" fmla="*/ 6 w 958"/>
                <a:gd name="T45" fmla="*/ 15 h 958"/>
                <a:gd name="T46" fmla="*/ 5 w 958"/>
                <a:gd name="T47" fmla="*/ 14 h 958"/>
                <a:gd name="T48" fmla="*/ 4 w 958"/>
                <a:gd name="T49" fmla="*/ 14 h 958"/>
                <a:gd name="T50" fmla="*/ 3 w 958"/>
                <a:gd name="T51" fmla="*/ 13 h 958"/>
                <a:gd name="T52" fmla="*/ 2 w 958"/>
                <a:gd name="T53" fmla="*/ 13 h 958"/>
                <a:gd name="T54" fmla="*/ 2 w 958"/>
                <a:gd name="T55" fmla="*/ 12 h 958"/>
                <a:gd name="T56" fmla="*/ 1 w 958"/>
                <a:gd name="T57" fmla="*/ 11 h 958"/>
                <a:gd name="T58" fmla="*/ 1 w 958"/>
                <a:gd name="T59" fmla="*/ 10 h 958"/>
                <a:gd name="T60" fmla="*/ 0 w 958"/>
                <a:gd name="T61" fmla="*/ 9 h 958"/>
                <a:gd name="T62" fmla="*/ 0 w 958"/>
                <a:gd name="T63" fmla="*/ 8 h 958"/>
                <a:gd name="T64" fmla="*/ 0 w 958"/>
                <a:gd name="T65" fmla="*/ 7 h 958"/>
                <a:gd name="T66" fmla="*/ 0 w 958"/>
                <a:gd name="T67" fmla="*/ 6 h 958"/>
                <a:gd name="T68" fmla="*/ 1 w 958"/>
                <a:gd name="T69" fmla="*/ 4 h 958"/>
                <a:gd name="T70" fmla="*/ 1 w 958"/>
                <a:gd name="T71" fmla="*/ 4 h 958"/>
                <a:gd name="T72" fmla="*/ 2 w 958"/>
                <a:gd name="T73" fmla="*/ 3 h 958"/>
                <a:gd name="T74" fmla="*/ 3 w 958"/>
                <a:gd name="T75" fmla="*/ 2 h 958"/>
                <a:gd name="T76" fmla="*/ 3 w 958"/>
                <a:gd name="T77" fmla="*/ 1 h 958"/>
                <a:gd name="T78" fmla="*/ 4 w 958"/>
                <a:gd name="T79" fmla="*/ 1 h 958"/>
                <a:gd name="T80" fmla="*/ 5 w 958"/>
                <a:gd name="T81" fmla="*/ 0 h 958"/>
                <a:gd name="T82" fmla="*/ 6 w 958"/>
                <a:gd name="T83" fmla="*/ 0 h 958"/>
                <a:gd name="T84" fmla="*/ 8 w 958"/>
                <a:gd name="T85" fmla="*/ 0 h 95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958"/>
                <a:gd name="T131" fmla="*/ 958 w 958"/>
                <a:gd name="T132" fmla="*/ 958 h 95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958">
                  <a:moveTo>
                    <a:pt x="479" y="0"/>
                  </a:moveTo>
                  <a:lnTo>
                    <a:pt x="503" y="1"/>
                  </a:lnTo>
                  <a:lnTo>
                    <a:pt x="527" y="3"/>
                  </a:lnTo>
                  <a:lnTo>
                    <a:pt x="552" y="6"/>
                  </a:lnTo>
                  <a:lnTo>
                    <a:pt x="575" y="11"/>
                  </a:lnTo>
                  <a:lnTo>
                    <a:pt x="598" y="16"/>
                  </a:lnTo>
                  <a:lnTo>
                    <a:pt x="621" y="22"/>
                  </a:lnTo>
                  <a:lnTo>
                    <a:pt x="643" y="30"/>
                  </a:lnTo>
                  <a:lnTo>
                    <a:pt x="665" y="38"/>
                  </a:lnTo>
                  <a:lnTo>
                    <a:pt x="686" y="48"/>
                  </a:lnTo>
                  <a:lnTo>
                    <a:pt x="707" y="58"/>
                  </a:lnTo>
                  <a:lnTo>
                    <a:pt x="727" y="69"/>
                  </a:lnTo>
                  <a:lnTo>
                    <a:pt x="746" y="82"/>
                  </a:lnTo>
                  <a:lnTo>
                    <a:pt x="765" y="96"/>
                  </a:lnTo>
                  <a:lnTo>
                    <a:pt x="784" y="110"/>
                  </a:lnTo>
                  <a:lnTo>
                    <a:pt x="801" y="125"/>
                  </a:lnTo>
                  <a:lnTo>
                    <a:pt x="817" y="140"/>
                  </a:lnTo>
                  <a:lnTo>
                    <a:pt x="833" y="157"/>
                  </a:lnTo>
                  <a:lnTo>
                    <a:pt x="849" y="175"/>
                  </a:lnTo>
                  <a:lnTo>
                    <a:pt x="863" y="193"/>
                  </a:lnTo>
                  <a:lnTo>
                    <a:pt x="876" y="211"/>
                  </a:lnTo>
                  <a:lnTo>
                    <a:pt x="888" y="231"/>
                  </a:lnTo>
                  <a:lnTo>
                    <a:pt x="900" y="251"/>
                  </a:lnTo>
                  <a:lnTo>
                    <a:pt x="910" y="272"/>
                  </a:lnTo>
                  <a:lnTo>
                    <a:pt x="919" y="293"/>
                  </a:lnTo>
                  <a:lnTo>
                    <a:pt x="929" y="314"/>
                  </a:lnTo>
                  <a:lnTo>
                    <a:pt x="936" y="337"/>
                  </a:lnTo>
                  <a:lnTo>
                    <a:pt x="943" y="360"/>
                  </a:lnTo>
                  <a:lnTo>
                    <a:pt x="948" y="382"/>
                  </a:lnTo>
                  <a:lnTo>
                    <a:pt x="952" y="406"/>
                  </a:lnTo>
                  <a:lnTo>
                    <a:pt x="955" y="430"/>
                  </a:lnTo>
                  <a:lnTo>
                    <a:pt x="957" y="454"/>
                  </a:lnTo>
                  <a:lnTo>
                    <a:pt x="958" y="479"/>
                  </a:lnTo>
                  <a:lnTo>
                    <a:pt x="957" y="504"/>
                  </a:lnTo>
                  <a:lnTo>
                    <a:pt x="955" y="528"/>
                  </a:lnTo>
                  <a:lnTo>
                    <a:pt x="952" y="552"/>
                  </a:lnTo>
                  <a:lnTo>
                    <a:pt x="948" y="576"/>
                  </a:lnTo>
                  <a:lnTo>
                    <a:pt x="943" y="599"/>
                  </a:lnTo>
                  <a:lnTo>
                    <a:pt x="936" y="621"/>
                  </a:lnTo>
                  <a:lnTo>
                    <a:pt x="929" y="643"/>
                  </a:lnTo>
                  <a:lnTo>
                    <a:pt x="919" y="666"/>
                  </a:lnTo>
                  <a:lnTo>
                    <a:pt x="910" y="687"/>
                  </a:lnTo>
                  <a:lnTo>
                    <a:pt x="900" y="707"/>
                  </a:lnTo>
                  <a:lnTo>
                    <a:pt x="888" y="727"/>
                  </a:lnTo>
                  <a:lnTo>
                    <a:pt x="876" y="747"/>
                  </a:lnTo>
                  <a:lnTo>
                    <a:pt x="863" y="766"/>
                  </a:lnTo>
                  <a:lnTo>
                    <a:pt x="849" y="783"/>
                  </a:lnTo>
                  <a:lnTo>
                    <a:pt x="833" y="801"/>
                  </a:lnTo>
                  <a:lnTo>
                    <a:pt x="817" y="818"/>
                  </a:lnTo>
                  <a:lnTo>
                    <a:pt x="801" y="834"/>
                  </a:lnTo>
                  <a:lnTo>
                    <a:pt x="784" y="849"/>
                  </a:lnTo>
                  <a:lnTo>
                    <a:pt x="765" y="863"/>
                  </a:lnTo>
                  <a:lnTo>
                    <a:pt x="746" y="876"/>
                  </a:lnTo>
                  <a:lnTo>
                    <a:pt x="727" y="888"/>
                  </a:lnTo>
                  <a:lnTo>
                    <a:pt x="707" y="900"/>
                  </a:lnTo>
                  <a:lnTo>
                    <a:pt x="686" y="911"/>
                  </a:lnTo>
                  <a:lnTo>
                    <a:pt x="665" y="920"/>
                  </a:lnTo>
                  <a:lnTo>
                    <a:pt x="643" y="929"/>
                  </a:lnTo>
                  <a:lnTo>
                    <a:pt x="621" y="936"/>
                  </a:lnTo>
                  <a:lnTo>
                    <a:pt x="598" y="943"/>
                  </a:lnTo>
                  <a:lnTo>
                    <a:pt x="575" y="948"/>
                  </a:lnTo>
                  <a:lnTo>
                    <a:pt x="552" y="952"/>
                  </a:lnTo>
                  <a:lnTo>
                    <a:pt x="527" y="955"/>
                  </a:lnTo>
                  <a:lnTo>
                    <a:pt x="503" y="957"/>
                  </a:lnTo>
                  <a:lnTo>
                    <a:pt x="479" y="958"/>
                  </a:lnTo>
                  <a:lnTo>
                    <a:pt x="453" y="957"/>
                  </a:lnTo>
                  <a:lnTo>
                    <a:pt x="429" y="955"/>
                  </a:lnTo>
                  <a:lnTo>
                    <a:pt x="406" y="952"/>
                  </a:lnTo>
                  <a:lnTo>
                    <a:pt x="383" y="948"/>
                  </a:lnTo>
                  <a:lnTo>
                    <a:pt x="359" y="943"/>
                  </a:lnTo>
                  <a:lnTo>
                    <a:pt x="336" y="936"/>
                  </a:lnTo>
                  <a:lnTo>
                    <a:pt x="314" y="929"/>
                  </a:lnTo>
                  <a:lnTo>
                    <a:pt x="292" y="920"/>
                  </a:lnTo>
                  <a:lnTo>
                    <a:pt x="271" y="911"/>
                  </a:lnTo>
                  <a:lnTo>
                    <a:pt x="250" y="900"/>
                  </a:lnTo>
                  <a:lnTo>
                    <a:pt x="231" y="888"/>
                  </a:lnTo>
                  <a:lnTo>
                    <a:pt x="210" y="876"/>
                  </a:lnTo>
                  <a:lnTo>
                    <a:pt x="192" y="863"/>
                  </a:lnTo>
                  <a:lnTo>
                    <a:pt x="174" y="849"/>
                  </a:lnTo>
                  <a:lnTo>
                    <a:pt x="157" y="834"/>
                  </a:lnTo>
                  <a:lnTo>
                    <a:pt x="140" y="818"/>
                  </a:lnTo>
                  <a:lnTo>
                    <a:pt x="124" y="801"/>
                  </a:lnTo>
                  <a:lnTo>
                    <a:pt x="109" y="783"/>
                  </a:lnTo>
                  <a:lnTo>
                    <a:pt x="95" y="766"/>
                  </a:lnTo>
                  <a:lnTo>
                    <a:pt x="82" y="747"/>
                  </a:lnTo>
                  <a:lnTo>
                    <a:pt x="68" y="727"/>
                  </a:lnTo>
                  <a:lnTo>
                    <a:pt x="57" y="707"/>
                  </a:lnTo>
                  <a:lnTo>
                    <a:pt x="47" y="687"/>
                  </a:lnTo>
                  <a:lnTo>
                    <a:pt x="37" y="666"/>
                  </a:lnTo>
                  <a:lnTo>
                    <a:pt x="29" y="643"/>
                  </a:lnTo>
                  <a:lnTo>
                    <a:pt x="21" y="621"/>
                  </a:lnTo>
                  <a:lnTo>
                    <a:pt x="15" y="599"/>
                  </a:lnTo>
                  <a:lnTo>
                    <a:pt x="10" y="576"/>
                  </a:lnTo>
                  <a:lnTo>
                    <a:pt x="5" y="552"/>
                  </a:lnTo>
                  <a:lnTo>
                    <a:pt x="2" y="528"/>
                  </a:lnTo>
                  <a:lnTo>
                    <a:pt x="1" y="504"/>
                  </a:lnTo>
                  <a:lnTo>
                    <a:pt x="0" y="479"/>
                  </a:lnTo>
                  <a:lnTo>
                    <a:pt x="1" y="454"/>
                  </a:lnTo>
                  <a:lnTo>
                    <a:pt x="2" y="430"/>
                  </a:lnTo>
                  <a:lnTo>
                    <a:pt x="5" y="406"/>
                  </a:lnTo>
                  <a:lnTo>
                    <a:pt x="10" y="382"/>
                  </a:lnTo>
                  <a:lnTo>
                    <a:pt x="15" y="360"/>
                  </a:lnTo>
                  <a:lnTo>
                    <a:pt x="21" y="337"/>
                  </a:lnTo>
                  <a:lnTo>
                    <a:pt x="29" y="314"/>
                  </a:lnTo>
                  <a:lnTo>
                    <a:pt x="37" y="293"/>
                  </a:lnTo>
                  <a:lnTo>
                    <a:pt x="47" y="272"/>
                  </a:lnTo>
                  <a:lnTo>
                    <a:pt x="57" y="251"/>
                  </a:lnTo>
                  <a:lnTo>
                    <a:pt x="68" y="231"/>
                  </a:lnTo>
                  <a:lnTo>
                    <a:pt x="82" y="211"/>
                  </a:lnTo>
                  <a:lnTo>
                    <a:pt x="95" y="193"/>
                  </a:lnTo>
                  <a:lnTo>
                    <a:pt x="109" y="175"/>
                  </a:lnTo>
                  <a:lnTo>
                    <a:pt x="124" y="157"/>
                  </a:lnTo>
                  <a:lnTo>
                    <a:pt x="140" y="140"/>
                  </a:lnTo>
                  <a:lnTo>
                    <a:pt x="157" y="125"/>
                  </a:lnTo>
                  <a:lnTo>
                    <a:pt x="174" y="110"/>
                  </a:lnTo>
                  <a:lnTo>
                    <a:pt x="192" y="96"/>
                  </a:lnTo>
                  <a:lnTo>
                    <a:pt x="210" y="82"/>
                  </a:lnTo>
                  <a:lnTo>
                    <a:pt x="231" y="69"/>
                  </a:lnTo>
                  <a:lnTo>
                    <a:pt x="250" y="58"/>
                  </a:lnTo>
                  <a:lnTo>
                    <a:pt x="271" y="48"/>
                  </a:lnTo>
                  <a:lnTo>
                    <a:pt x="292" y="38"/>
                  </a:lnTo>
                  <a:lnTo>
                    <a:pt x="314" y="30"/>
                  </a:lnTo>
                  <a:lnTo>
                    <a:pt x="336" y="22"/>
                  </a:lnTo>
                  <a:lnTo>
                    <a:pt x="359" y="16"/>
                  </a:lnTo>
                  <a:lnTo>
                    <a:pt x="383" y="11"/>
                  </a:lnTo>
                  <a:lnTo>
                    <a:pt x="406" y="6"/>
                  </a:lnTo>
                  <a:lnTo>
                    <a:pt x="429" y="3"/>
                  </a:lnTo>
                  <a:lnTo>
                    <a:pt x="453" y="1"/>
                  </a:lnTo>
                  <a:lnTo>
                    <a:pt x="479" y="0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3" name="Freeform 559"/>
            <p:cNvSpPr>
              <a:spLocks/>
            </p:cNvSpPr>
            <p:nvPr/>
          </p:nvSpPr>
          <p:spPr bwMode="auto">
            <a:xfrm>
              <a:off x="3168" y="3335"/>
              <a:ext cx="119" cy="107"/>
            </a:xfrm>
            <a:custGeom>
              <a:avLst/>
              <a:gdLst>
                <a:gd name="T0" fmla="*/ 6 w 958"/>
                <a:gd name="T1" fmla="*/ 0 h 853"/>
                <a:gd name="T2" fmla="*/ 7 w 958"/>
                <a:gd name="T3" fmla="*/ 0 h 853"/>
                <a:gd name="T4" fmla="*/ 8 w 958"/>
                <a:gd name="T5" fmla="*/ 0 h 853"/>
                <a:gd name="T6" fmla="*/ 9 w 958"/>
                <a:gd name="T7" fmla="*/ 0 h 853"/>
                <a:gd name="T8" fmla="*/ 10 w 958"/>
                <a:gd name="T9" fmla="*/ 0 h 853"/>
                <a:gd name="T10" fmla="*/ 11 w 958"/>
                <a:gd name="T11" fmla="*/ 0 h 853"/>
                <a:gd name="T12" fmla="*/ 12 w 958"/>
                <a:gd name="T13" fmla="*/ 1 h 853"/>
                <a:gd name="T14" fmla="*/ 13 w 958"/>
                <a:gd name="T15" fmla="*/ 1 h 853"/>
                <a:gd name="T16" fmla="*/ 14 w 958"/>
                <a:gd name="T17" fmla="*/ 2 h 853"/>
                <a:gd name="T18" fmla="*/ 14 w 958"/>
                <a:gd name="T19" fmla="*/ 3 h 853"/>
                <a:gd name="T20" fmla="*/ 15 w 958"/>
                <a:gd name="T21" fmla="*/ 4 h 853"/>
                <a:gd name="T22" fmla="*/ 15 w 958"/>
                <a:gd name="T23" fmla="*/ 5 h 853"/>
                <a:gd name="T24" fmla="*/ 15 w 958"/>
                <a:gd name="T25" fmla="*/ 6 h 853"/>
                <a:gd name="T26" fmla="*/ 15 w 958"/>
                <a:gd name="T27" fmla="*/ 7 h 853"/>
                <a:gd name="T28" fmla="*/ 14 w 958"/>
                <a:gd name="T29" fmla="*/ 8 h 853"/>
                <a:gd name="T30" fmla="*/ 14 w 958"/>
                <a:gd name="T31" fmla="*/ 9 h 853"/>
                <a:gd name="T32" fmla="*/ 14 w 958"/>
                <a:gd name="T33" fmla="*/ 10 h 853"/>
                <a:gd name="T34" fmla="*/ 13 w 958"/>
                <a:gd name="T35" fmla="*/ 11 h 853"/>
                <a:gd name="T36" fmla="*/ 12 w 958"/>
                <a:gd name="T37" fmla="*/ 12 h 853"/>
                <a:gd name="T38" fmla="*/ 11 w 958"/>
                <a:gd name="T39" fmla="*/ 12 h 853"/>
                <a:gd name="T40" fmla="*/ 10 w 958"/>
                <a:gd name="T41" fmla="*/ 13 h 853"/>
                <a:gd name="T42" fmla="*/ 9 w 958"/>
                <a:gd name="T43" fmla="*/ 13 h 853"/>
                <a:gd name="T44" fmla="*/ 8 w 958"/>
                <a:gd name="T45" fmla="*/ 13 h 853"/>
                <a:gd name="T46" fmla="*/ 7 w 958"/>
                <a:gd name="T47" fmla="*/ 13 h 853"/>
                <a:gd name="T48" fmla="*/ 6 w 958"/>
                <a:gd name="T49" fmla="*/ 13 h 853"/>
                <a:gd name="T50" fmla="*/ 5 w 958"/>
                <a:gd name="T51" fmla="*/ 13 h 853"/>
                <a:gd name="T52" fmla="*/ 4 w 958"/>
                <a:gd name="T53" fmla="*/ 13 h 853"/>
                <a:gd name="T54" fmla="*/ 3 w 958"/>
                <a:gd name="T55" fmla="*/ 12 h 853"/>
                <a:gd name="T56" fmla="*/ 2 w 958"/>
                <a:gd name="T57" fmla="*/ 11 h 853"/>
                <a:gd name="T58" fmla="*/ 1 w 958"/>
                <a:gd name="T59" fmla="*/ 10 h 853"/>
                <a:gd name="T60" fmla="*/ 1 w 958"/>
                <a:gd name="T61" fmla="*/ 9 h 853"/>
                <a:gd name="T62" fmla="*/ 0 w 958"/>
                <a:gd name="T63" fmla="*/ 8 h 853"/>
                <a:gd name="T64" fmla="*/ 0 w 958"/>
                <a:gd name="T65" fmla="*/ 7 h 853"/>
                <a:gd name="T66" fmla="*/ 0 w 958"/>
                <a:gd name="T67" fmla="*/ 6 h 853"/>
                <a:gd name="T68" fmla="*/ 0 w 958"/>
                <a:gd name="T69" fmla="*/ 5 h 853"/>
                <a:gd name="T70" fmla="*/ 0 w 958"/>
                <a:gd name="T71" fmla="*/ 5 h 853"/>
                <a:gd name="T72" fmla="*/ 1 w 958"/>
                <a:gd name="T73" fmla="*/ 4 h 853"/>
                <a:gd name="T74" fmla="*/ 1 w 958"/>
                <a:gd name="T75" fmla="*/ 3 h 853"/>
                <a:gd name="T76" fmla="*/ 2 w 958"/>
                <a:gd name="T77" fmla="*/ 2 h 853"/>
                <a:gd name="T78" fmla="*/ 2 w 958"/>
                <a:gd name="T79" fmla="*/ 2 h 853"/>
                <a:gd name="T80" fmla="*/ 3 w 958"/>
                <a:gd name="T81" fmla="*/ 1 h 853"/>
                <a:gd name="T82" fmla="*/ 4 w 958"/>
                <a:gd name="T83" fmla="*/ 1 h 853"/>
                <a:gd name="T84" fmla="*/ 5 w 958"/>
                <a:gd name="T85" fmla="*/ 1 h 85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853"/>
                <a:gd name="T131" fmla="*/ 958 w 958"/>
                <a:gd name="T132" fmla="*/ 853 h 85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853">
                  <a:moveTo>
                    <a:pt x="343" y="38"/>
                  </a:moveTo>
                  <a:lnTo>
                    <a:pt x="367" y="32"/>
                  </a:lnTo>
                  <a:lnTo>
                    <a:pt x="390" y="26"/>
                  </a:lnTo>
                  <a:lnTo>
                    <a:pt x="415" y="19"/>
                  </a:lnTo>
                  <a:lnTo>
                    <a:pt x="438" y="14"/>
                  </a:lnTo>
                  <a:lnTo>
                    <a:pt x="462" y="10"/>
                  </a:lnTo>
                  <a:lnTo>
                    <a:pt x="486" y="7"/>
                  </a:lnTo>
                  <a:lnTo>
                    <a:pt x="509" y="4"/>
                  </a:lnTo>
                  <a:lnTo>
                    <a:pt x="532" y="2"/>
                  </a:lnTo>
                  <a:lnTo>
                    <a:pt x="556" y="1"/>
                  </a:lnTo>
                  <a:lnTo>
                    <a:pt x="578" y="0"/>
                  </a:lnTo>
                  <a:lnTo>
                    <a:pt x="601" y="0"/>
                  </a:lnTo>
                  <a:lnTo>
                    <a:pt x="623" y="1"/>
                  </a:lnTo>
                  <a:lnTo>
                    <a:pt x="645" y="3"/>
                  </a:lnTo>
                  <a:lnTo>
                    <a:pt x="666" y="6"/>
                  </a:lnTo>
                  <a:lnTo>
                    <a:pt x="687" y="10"/>
                  </a:lnTo>
                  <a:lnTo>
                    <a:pt x="708" y="15"/>
                  </a:lnTo>
                  <a:lnTo>
                    <a:pt x="728" y="20"/>
                  </a:lnTo>
                  <a:lnTo>
                    <a:pt x="747" y="28"/>
                  </a:lnTo>
                  <a:lnTo>
                    <a:pt x="765" y="35"/>
                  </a:lnTo>
                  <a:lnTo>
                    <a:pt x="784" y="44"/>
                  </a:lnTo>
                  <a:lnTo>
                    <a:pt x="801" y="54"/>
                  </a:lnTo>
                  <a:lnTo>
                    <a:pt x="818" y="64"/>
                  </a:lnTo>
                  <a:lnTo>
                    <a:pt x="834" y="76"/>
                  </a:lnTo>
                  <a:lnTo>
                    <a:pt x="849" y="89"/>
                  </a:lnTo>
                  <a:lnTo>
                    <a:pt x="864" y="103"/>
                  </a:lnTo>
                  <a:lnTo>
                    <a:pt x="877" y="119"/>
                  </a:lnTo>
                  <a:lnTo>
                    <a:pt x="890" y="136"/>
                  </a:lnTo>
                  <a:lnTo>
                    <a:pt x="901" y="154"/>
                  </a:lnTo>
                  <a:lnTo>
                    <a:pt x="912" y="173"/>
                  </a:lnTo>
                  <a:lnTo>
                    <a:pt x="922" y="194"/>
                  </a:lnTo>
                  <a:lnTo>
                    <a:pt x="931" y="215"/>
                  </a:lnTo>
                  <a:lnTo>
                    <a:pt x="939" y="238"/>
                  </a:lnTo>
                  <a:lnTo>
                    <a:pt x="945" y="262"/>
                  </a:lnTo>
                  <a:lnTo>
                    <a:pt x="950" y="286"/>
                  </a:lnTo>
                  <a:lnTo>
                    <a:pt x="954" y="310"/>
                  </a:lnTo>
                  <a:lnTo>
                    <a:pt x="957" y="333"/>
                  </a:lnTo>
                  <a:lnTo>
                    <a:pt x="958" y="358"/>
                  </a:lnTo>
                  <a:lnTo>
                    <a:pt x="958" y="381"/>
                  </a:lnTo>
                  <a:lnTo>
                    <a:pt x="957" y="404"/>
                  </a:lnTo>
                  <a:lnTo>
                    <a:pt x="955" y="427"/>
                  </a:lnTo>
                  <a:lnTo>
                    <a:pt x="952" y="451"/>
                  </a:lnTo>
                  <a:lnTo>
                    <a:pt x="948" y="473"/>
                  </a:lnTo>
                  <a:lnTo>
                    <a:pt x="943" y="496"/>
                  </a:lnTo>
                  <a:lnTo>
                    <a:pt x="936" y="518"/>
                  </a:lnTo>
                  <a:lnTo>
                    <a:pt x="928" y="540"/>
                  </a:lnTo>
                  <a:lnTo>
                    <a:pt x="920" y="561"/>
                  </a:lnTo>
                  <a:lnTo>
                    <a:pt x="910" y="582"/>
                  </a:lnTo>
                  <a:lnTo>
                    <a:pt x="900" y="603"/>
                  </a:lnTo>
                  <a:lnTo>
                    <a:pt x="889" y="623"/>
                  </a:lnTo>
                  <a:lnTo>
                    <a:pt x="876" y="642"/>
                  </a:lnTo>
                  <a:lnTo>
                    <a:pt x="863" y="660"/>
                  </a:lnTo>
                  <a:lnTo>
                    <a:pt x="848" y="679"/>
                  </a:lnTo>
                  <a:lnTo>
                    <a:pt x="833" y="696"/>
                  </a:lnTo>
                  <a:lnTo>
                    <a:pt x="818" y="713"/>
                  </a:lnTo>
                  <a:lnTo>
                    <a:pt x="801" y="729"/>
                  </a:lnTo>
                  <a:lnTo>
                    <a:pt x="784" y="744"/>
                  </a:lnTo>
                  <a:lnTo>
                    <a:pt x="764" y="759"/>
                  </a:lnTo>
                  <a:lnTo>
                    <a:pt x="745" y="772"/>
                  </a:lnTo>
                  <a:lnTo>
                    <a:pt x="726" y="785"/>
                  </a:lnTo>
                  <a:lnTo>
                    <a:pt x="705" y="796"/>
                  </a:lnTo>
                  <a:lnTo>
                    <a:pt x="683" y="807"/>
                  </a:lnTo>
                  <a:lnTo>
                    <a:pt x="661" y="817"/>
                  </a:lnTo>
                  <a:lnTo>
                    <a:pt x="639" y="825"/>
                  </a:lnTo>
                  <a:lnTo>
                    <a:pt x="615" y="833"/>
                  </a:lnTo>
                  <a:lnTo>
                    <a:pt x="591" y="840"/>
                  </a:lnTo>
                  <a:lnTo>
                    <a:pt x="568" y="845"/>
                  </a:lnTo>
                  <a:lnTo>
                    <a:pt x="543" y="849"/>
                  </a:lnTo>
                  <a:lnTo>
                    <a:pt x="520" y="852"/>
                  </a:lnTo>
                  <a:lnTo>
                    <a:pt x="496" y="853"/>
                  </a:lnTo>
                  <a:lnTo>
                    <a:pt x="473" y="853"/>
                  </a:lnTo>
                  <a:lnTo>
                    <a:pt x="449" y="852"/>
                  </a:lnTo>
                  <a:lnTo>
                    <a:pt x="426" y="850"/>
                  </a:lnTo>
                  <a:lnTo>
                    <a:pt x="403" y="847"/>
                  </a:lnTo>
                  <a:lnTo>
                    <a:pt x="379" y="843"/>
                  </a:lnTo>
                  <a:lnTo>
                    <a:pt x="357" y="838"/>
                  </a:lnTo>
                  <a:lnTo>
                    <a:pt x="335" y="830"/>
                  </a:lnTo>
                  <a:lnTo>
                    <a:pt x="313" y="823"/>
                  </a:lnTo>
                  <a:lnTo>
                    <a:pt x="292" y="815"/>
                  </a:lnTo>
                  <a:lnTo>
                    <a:pt x="271" y="805"/>
                  </a:lnTo>
                  <a:lnTo>
                    <a:pt x="251" y="795"/>
                  </a:lnTo>
                  <a:lnTo>
                    <a:pt x="230" y="784"/>
                  </a:lnTo>
                  <a:lnTo>
                    <a:pt x="211" y="771"/>
                  </a:lnTo>
                  <a:lnTo>
                    <a:pt x="192" y="758"/>
                  </a:lnTo>
                  <a:lnTo>
                    <a:pt x="175" y="743"/>
                  </a:lnTo>
                  <a:lnTo>
                    <a:pt x="156" y="728"/>
                  </a:lnTo>
                  <a:lnTo>
                    <a:pt x="140" y="712"/>
                  </a:lnTo>
                  <a:lnTo>
                    <a:pt x="124" y="696"/>
                  </a:lnTo>
                  <a:lnTo>
                    <a:pt x="109" y="678"/>
                  </a:lnTo>
                  <a:lnTo>
                    <a:pt x="95" y="659"/>
                  </a:lnTo>
                  <a:lnTo>
                    <a:pt x="80" y="640"/>
                  </a:lnTo>
                  <a:lnTo>
                    <a:pt x="68" y="621"/>
                  </a:lnTo>
                  <a:lnTo>
                    <a:pt x="56" y="600"/>
                  </a:lnTo>
                  <a:lnTo>
                    <a:pt x="46" y="578"/>
                  </a:lnTo>
                  <a:lnTo>
                    <a:pt x="36" y="556"/>
                  </a:lnTo>
                  <a:lnTo>
                    <a:pt x="28" y="534"/>
                  </a:lnTo>
                  <a:lnTo>
                    <a:pt x="20" y="510"/>
                  </a:lnTo>
                  <a:lnTo>
                    <a:pt x="14" y="486"/>
                  </a:lnTo>
                  <a:lnTo>
                    <a:pt x="9" y="464"/>
                  </a:lnTo>
                  <a:lnTo>
                    <a:pt x="4" y="442"/>
                  </a:lnTo>
                  <a:lnTo>
                    <a:pt x="1" y="420"/>
                  </a:lnTo>
                  <a:lnTo>
                    <a:pt x="0" y="399"/>
                  </a:lnTo>
                  <a:lnTo>
                    <a:pt x="0" y="379"/>
                  </a:lnTo>
                  <a:lnTo>
                    <a:pt x="0" y="360"/>
                  </a:lnTo>
                  <a:lnTo>
                    <a:pt x="2" y="340"/>
                  </a:lnTo>
                  <a:lnTo>
                    <a:pt x="7" y="321"/>
                  </a:lnTo>
                  <a:lnTo>
                    <a:pt x="11" y="304"/>
                  </a:lnTo>
                  <a:lnTo>
                    <a:pt x="16" y="286"/>
                  </a:lnTo>
                  <a:lnTo>
                    <a:pt x="22" y="270"/>
                  </a:lnTo>
                  <a:lnTo>
                    <a:pt x="30" y="253"/>
                  </a:lnTo>
                  <a:lnTo>
                    <a:pt x="38" y="237"/>
                  </a:lnTo>
                  <a:lnTo>
                    <a:pt x="48" y="222"/>
                  </a:lnTo>
                  <a:lnTo>
                    <a:pt x="58" y="207"/>
                  </a:lnTo>
                  <a:lnTo>
                    <a:pt x="69" y="194"/>
                  </a:lnTo>
                  <a:lnTo>
                    <a:pt x="81" y="179"/>
                  </a:lnTo>
                  <a:lnTo>
                    <a:pt x="96" y="166"/>
                  </a:lnTo>
                  <a:lnTo>
                    <a:pt x="110" y="154"/>
                  </a:lnTo>
                  <a:lnTo>
                    <a:pt x="125" y="142"/>
                  </a:lnTo>
                  <a:lnTo>
                    <a:pt x="140" y="130"/>
                  </a:lnTo>
                  <a:lnTo>
                    <a:pt x="157" y="119"/>
                  </a:lnTo>
                  <a:lnTo>
                    <a:pt x="175" y="108"/>
                  </a:lnTo>
                  <a:lnTo>
                    <a:pt x="193" y="97"/>
                  </a:lnTo>
                  <a:lnTo>
                    <a:pt x="212" y="88"/>
                  </a:lnTo>
                  <a:lnTo>
                    <a:pt x="232" y="78"/>
                  </a:lnTo>
                  <a:lnTo>
                    <a:pt x="253" y="70"/>
                  </a:lnTo>
                  <a:lnTo>
                    <a:pt x="275" y="61"/>
                  </a:lnTo>
                  <a:lnTo>
                    <a:pt x="296" y="53"/>
                  </a:lnTo>
                  <a:lnTo>
                    <a:pt x="320" y="46"/>
                  </a:lnTo>
                  <a:lnTo>
                    <a:pt x="343" y="38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4" name="Freeform 560"/>
            <p:cNvSpPr>
              <a:spLocks/>
            </p:cNvSpPr>
            <p:nvPr/>
          </p:nvSpPr>
          <p:spPr bwMode="auto">
            <a:xfrm>
              <a:off x="3168" y="3335"/>
              <a:ext cx="119" cy="107"/>
            </a:xfrm>
            <a:custGeom>
              <a:avLst/>
              <a:gdLst>
                <a:gd name="T0" fmla="*/ 6 w 958"/>
                <a:gd name="T1" fmla="*/ 0 h 853"/>
                <a:gd name="T2" fmla="*/ 7 w 958"/>
                <a:gd name="T3" fmla="*/ 0 h 853"/>
                <a:gd name="T4" fmla="*/ 8 w 958"/>
                <a:gd name="T5" fmla="*/ 0 h 853"/>
                <a:gd name="T6" fmla="*/ 9 w 958"/>
                <a:gd name="T7" fmla="*/ 0 h 853"/>
                <a:gd name="T8" fmla="*/ 10 w 958"/>
                <a:gd name="T9" fmla="*/ 0 h 853"/>
                <a:gd name="T10" fmla="*/ 11 w 958"/>
                <a:gd name="T11" fmla="*/ 0 h 853"/>
                <a:gd name="T12" fmla="*/ 12 w 958"/>
                <a:gd name="T13" fmla="*/ 1 h 853"/>
                <a:gd name="T14" fmla="*/ 13 w 958"/>
                <a:gd name="T15" fmla="*/ 1 h 853"/>
                <a:gd name="T16" fmla="*/ 14 w 958"/>
                <a:gd name="T17" fmla="*/ 2 h 853"/>
                <a:gd name="T18" fmla="*/ 14 w 958"/>
                <a:gd name="T19" fmla="*/ 3 h 853"/>
                <a:gd name="T20" fmla="*/ 15 w 958"/>
                <a:gd name="T21" fmla="*/ 4 h 853"/>
                <a:gd name="T22" fmla="*/ 15 w 958"/>
                <a:gd name="T23" fmla="*/ 5 h 853"/>
                <a:gd name="T24" fmla="*/ 15 w 958"/>
                <a:gd name="T25" fmla="*/ 6 h 853"/>
                <a:gd name="T26" fmla="*/ 15 w 958"/>
                <a:gd name="T27" fmla="*/ 7 h 853"/>
                <a:gd name="T28" fmla="*/ 14 w 958"/>
                <a:gd name="T29" fmla="*/ 8 h 853"/>
                <a:gd name="T30" fmla="*/ 14 w 958"/>
                <a:gd name="T31" fmla="*/ 9 h 853"/>
                <a:gd name="T32" fmla="*/ 14 w 958"/>
                <a:gd name="T33" fmla="*/ 10 h 853"/>
                <a:gd name="T34" fmla="*/ 13 w 958"/>
                <a:gd name="T35" fmla="*/ 11 h 853"/>
                <a:gd name="T36" fmla="*/ 12 w 958"/>
                <a:gd name="T37" fmla="*/ 12 h 853"/>
                <a:gd name="T38" fmla="*/ 11 w 958"/>
                <a:gd name="T39" fmla="*/ 12 h 853"/>
                <a:gd name="T40" fmla="*/ 10 w 958"/>
                <a:gd name="T41" fmla="*/ 13 h 853"/>
                <a:gd name="T42" fmla="*/ 9 w 958"/>
                <a:gd name="T43" fmla="*/ 13 h 853"/>
                <a:gd name="T44" fmla="*/ 8 w 958"/>
                <a:gd name="T45" fmla="*/ 13 h 853"/>
                <a:gd name="T46" fmla="*/ 7 w 958"/>
                <a:gd name="T47" fmla="*/ 13 h 853"/>
                <a:gd name="T48" fmla="*/ 6 w 958"/>
                <a:gd name="T49" fmla="*/ 13 h 853"/>
                <a:gd name="T50" fmla="*/ 5 w 958"/>
                <a:gd name="T51" fmla="*/ 13 h 853"/>
                <a:gd name="T52" fmla="*/ 4 w 958"/>
                <a:gd name="T53" fmla="*/ 13 h 853"/>
                <a:gd name="T54" fmla="*/ 3 w 958"/>
                <a:gd name="T55" fmla="*/ 12 h 853"/>
                <a:gd name="T56" fmla="*/ 2 w 958"/>
                <a:gd name="T57" fmla="*/ 11 h 853"/>
                <a:gd name="T58" fmla="*/ 1 w 958"/>
                <a:gd name="T59" fmla="*/ 10 h 853"/>
                <a:gd name="T60" fmla="*/ 1 w 958"/>
                <a:gd name="T61" fmla="*/ 9 h 853"/>
                <a:gd name="T62" fmla="*/ 0 w 958"/>
                <a:gd name="T63" fmla="*/ 8 h 853"/>
                <a:gd name="T64" fmla="*/ 0 w 958"/>
                <a:gd name="T65" fmla="*/ 7 h 853"/>
                <a:gd name="T66" fmla="*/ 0 w 958"/>
                <a:gd name="T67" fmla="*/ 6 h 853"/>
                <a:gd name="T68" fmla="*/ 0 w 958"/>
                <a:gd name="T69" fmla="*/ 5 h 853"/>
                <a:gd name="T70" fmla="*/ 0 w 958"/>
                <a:gd name="T71" fmla="*/ 5 h 853"/>
                <a:gd name="T72" fmla="*/ 1 w 958"/>
                <a:gd name="T73" fmla="*/ 4 h 853"/>
                <a:gd name="T74" fmla="*/ 1 w 958"/>
                <a:gd name="T75" fmla="*/ 3 h 853"/>
                <a:gd name="T76" fmla="*/ 2 w 958"/>
                <a:gd name="T77" fmla="*/ 2 h 853"/>
                <a:gd name="T78" fmla="*/ 2 w 958"/>
                <a:gd name="T79" fmla="*/ 2 h 853"/>
                <a:gd name="T80" fmla="*/ 3 w 958"/>
                <a:gd name="T81" fmla="*/ 1 h 853"/>
                <a:gd name="T82" fmla="*/ 4 w 958"/>
                <a:gd name="T83" fmla="*/ 1 h 853"/>
                <a:gd name="T84" fmla="*/ 5 w 958"/>
                <a:gd name="T85" fmla="*/ 1 h 85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58"/>
                <a:gd name="T130" fmla="*/ 0 h 853"/>
                <a:gd name="T131" fmla="*/ 958 w 958"/>
                <a:gd name="T132" fmla="*/ 853 h 85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58" h="853">
                  <a:moveTo>
                    <a:pt x="343" y="38"/>
                  </a:moveTo>
                  <a:lnTo>
                    <a:pt x="367" y="32"/>
                  </a:lnTo>
                  <a:lnTo>
                    <a:pt x="390" y="26"/>
                  </a:lnTo>
                  <a:lnTo>
                    <a:pt x="415" y="19"/>
                  </a:lnTo>
                  <a:lnTo>
                    <a:pt x="438" y="14"/>
                  </a:lnTo>
                  <a:lnTo>
                    <a:pt x="462" y="10"/>
                  </a:lnTo>
                  <a:lnTo>
                    <a:pt x="486" y="7"/>
                  </a:lnTo>
                  <a:lnTo>
                    <a:pt x="509" y="4"/>
                  </a:lnTo>
                  <a:lnTo>
                    <a:pt x="532" y="2"/>
                  </a:lnTo>
                  <a:lnTo>
                    <a:pt x="556" y="1"/>
                  </a:lnTo>
                  <a:lnTo>
                    <a:pt x="578" y="0"/>
                  </a:lnTo>
                  <a:lnTo>
                    <a:pt x="601" y="0"/>
                  </a:lnTo>
                  <a:lnTo>
                    <a:pt x="623" y="1"/>
                  </a:lnTo>
                  <a:lnTo>
                    <a:pt x="645" y="3"/>
                  </a:lnTo>
                  <a:lnTo>
                    <a:pt x="666" y="6"/>
                  </a:lnTo>
                  <a:lnTo>
                    <a:pt x="687" y="10"/>
                  </a:lnTo>
                  <a:lnTo>
                    <a:pt x="708" y="15"/>
                  </a:lnTo>
                  <a:lnTo>
                    <a:pt x="728" y="20"/>
                  </a:lnTo>
                  <a:lnTo>
                    <a:pt x="747" y="28"/>
                  </a:lnTo>
                  <a:lnTo>
                    <a:pt x="765" y="35"/>
                  </a:lnTo>
                  <a:lnTo>
                    <a:pt x="784" y="44"/>
                  </a:lnTo>
                  <a:lnTo>
                    <a:pt x="801" y="54"/>
                  </a:lnTo>
                  <a:lnTo>
                    <a:pt x="818" y="64"/>
                  </a:lnTo>
                  <a:lnTo>
                    <a:pt x="834" y="76"/>
                  </a:lnTo>
                  <a:lnTo>
                    <a:pt x="849" y="89"/>
                  </a:lnTo>
                  <a:lnTo>
                    <a:pt x="864" y="103"/>
                  </a:lnTo>
                  <a:lnTo>
                    <a:pt x="877" y="119"/>
                  </a:lnTo>
                  <a:lnTo>
                    <a:pt x="890" y="136"/>
                  </a:lnTo>
                  <a:lnTo>
                    <a:pt x="901" y="154"/>
                  </a:lnTo>
                  <a:lnTo>
                    <a:pt x="912" y="173"/>
                  </a:lnTo>
                  <a:lnTo>
                    <a:pt x="922" y="194"/>
                  </a:lnTo>
                  <a:lnTo>
                    <a:pt x="931" y="215"/>
                  </a:lnTo>
                  <a:lnTo>
                    <a:pt x="939" y="238"/>
                  </a:lnTo>
                  <a:lnTo>
                    <a:pt x="945" y="262"/>
                  </a:lnTo>
                  <a:lnTo>
                    <a:pt x="950" y="286"/>
                  </a:lnTo>
                  <a:lnTo>
                    <a:pt x="954" y="310"/>
                  </a:lnTo>
                  <a:lnTo>
                    <a:pt x="957" y="333"/>
                  </a:lnTo>
                  <a:lnTo>
                    <a:pt x="958" y="358"/>
                  </a:lnTo>
                  <a:lnTo>
                    <a:pt x="958" y="381"/>
                  </a:lnTo>
                  <a:lnTo>
                    <a:pt x="957" y="404"/>
                  </a:lnTo>
                  <a:lnTo>
                    <a:pt x="955" y="427"/>
                  </a:lnTo>
                  <a:lnTo>
                    <a:pt x="952" y="451"/>
                  </a:lnTo>
                  <a:lnTo>
                    <a:pt x="948" y="473"/>
                  </a:lnTo>
                  <a:lnTo>
                    <a:pt x="943" y="496"/>
                  </a:lnTo>
                  <a:lnTo>
                    <a:pt x="936" y="518"/>
                  </a:lnTo>
                  <a:lnTo>
                    <a:pt x="928" y="540"/>
                  </a:lnTo>
                  <a:lnTo>
                    <a:pt x="920" y="561"/>
                  </a:lnTo>
                  <a:lnTo>
                    <a:pt x="910" y="582"/>
                  </a:lnTo>
                  <a:lnTo>
                    <a:pt x="900" y="603"/>
                  </a:lnTo>
                  <a:lnTo>
                    <a:pt x="889" y="623"/>
                  </a:lnTo>
                  <a:lnTo>
                    <a:pt x="876" y="642"/>
                  </a:lnTo>
                  <a:lnTo>
                    <a:pt x="863" y="660"/>
                  </a:lnTo>
                  <a:lnTo>
                    <a:pt x="848" y="679"/>
                  </a:lnTo>
                  <a:lnTo>
                    <a:pt x="833" y="696"/>
                  </a:lnTo>
                  <a:lnTo>
                    <a:pt x="818" y="713"/>
                  </a:lnTo>
                  <a:lnTo>
                    <a:pt x="801" y="729"/>
                  </a:lnTo>
                  <a:lnTo>
                    <a:pt x="784" y="744"/>
                  </a:lnTo>
                  <a:lnTo>
                    <a:pt x="764" y="759"/>
                  </a:lnTo>
                  <a:lnTo>
                    <a:pt x="745" y="772"/>
                  </a:lnTo>
                  <a:lnTo>
                    <a:pt x="726" y="785"/>
                  </a:lnTo>
                  <a:lnTo>
                    <a:pt x="705" y="796"/>
                  </a:lnTo>
                  <a:lnTo>
                    <a:pt x="683" y="807"/>
                  </a:lnTo>
                  <a:lnTo>
                    <a:pt x="661" y="817"/>
                  </a:lnTo>
                  <a:lnTo>
                    <a:pt x="639" y="825"/>
                  </a:lnTo>
                  <a:lnTo>
                    <a:pt x="615" y="833"/>
                  </a:lnTo>
                  <a:lnTo>
                    <a:pt x="591" y="840"/>
                  </a:lnTo>
                  <a:lnTo>
                    <a:pt x="568" y="845"/>
                  </a:lnTo>
                  <a:lnTo>
                    <a:pt x="543" y="849"/>
                  </a:lnTo>
                  <a:lnTo>
                    <a:pt x="520" y="852"/>
                  </a:lnTo>
                  <a:lnTo>
                    <a:pt x="496" y="853"/>
                  </a:lnTo>
                  <a:lnTo>
                    <a:pt x="473" y="853"/>
                  </a:lnTo>
                  <a:lnTo>
                    <a:pt x="449" y="852"/>
                  </a:lnTo>
                  <a:lnTo>
                    <a:pt x="426" y="850"/>
                  </a:lnTo>
                  <a:lnTo>
                    <a:pt x="403" y="847"/>
                  </a:lnTo>
                  <a:lnTo>
                    <a:pt x="379" y="843"/>
                  </a:lnTo>
                  <a:lnTo>
                    <a:pt x="357" y="838"/>
                  </a:lnTo>
                  <a:lnTo>
                    <a:pt x="335" y="830"/>
                  </a:lnTo>
                  <a:lnTo>
                    <a:pt x="313" y="823"/>
                  </a:lnTo>
                  <a:lnTo>
                    <a:pt x="292" y="815"/>
                  </a:lnTo>
                  <a:lnTo>
                    <a:pt x="271" y="805"/>
                  </a:lnTo>
                  <a:lnTo>
                    <a:pt x="251" y="795"/>
                  </a:lnTo>
                  <a:lnTo>
                    <a:pt x="230" y="784"/>
                  </a:lnTo>
                  <a:lnTo>
                    <a:pt x="211" y="771"/>
                  </a:lnTo>
                  <a:lnTo>
                    <a:pt x="192" y="758"/>
                  </a:lnTo>
                  <a:lnTo>
                    <a:pt x="175" y="743"/>
                  </a:lnTo>
                  <a:lnTo>
                    <a:pt x="156" y="728"/>
                  </a:lnTo>
                  <a:lnTo>
                    <a:pt x="140" y="712"/>
                  </a:lnTo>
                  <a:lnTo>
                    <a:pt x="124" y="696"/>
                  </a:lnTo>
                  <a:lnTo>
                    <a:pt x="109" y="678"/>
                  </a:lnTo>
                  <a:lnTo>
                    <a:pt x="95" y="659"/>
                  </a:lnTo>
                  <a:lnTo>
                    <a:pt x="80" y="640"/>
                  </a:lnTo>
                  <a:lnTo>
                    <a:pt x="68" y="621"/>
                  </a:lnTo>
                  <a:lnTo>
                    <a:pt x="56" y="600"/>
                  </a:lnTo>
                  <a:lnTo>
                    <a:pt x="46" y="578"/>
                  </a:lnTo>
                  <a:lnTo>
                    <a:pt x="36" y="556"/>
                  </a:lnTo>
                  <a:lnTo>
                    <a:pt x="28" y="534"/>
                  </a:lnTo>
                  <a:lnTo>
                    <a:pt x="20" y="510"/>
                  </a:lnTo>
                  <a:lnTo>
                    <a:pt x="14" y="486"/>
                  </a:lnTo>
                  <a:lnTo>
                    <a:pt x="9" y="464"/>
                  </a:lnTo>
                  <a:lnTo>
                    <a:pt x="4" y="442"/>
                  </a:lnTo>
                  <a:lnTo>
                    <a:pt x="1" y="420"/>
                  </a:lnTo>
                  <a:lnTo>
                    <a:pt x="0" y="399"/>
                  </a:lnTo>
                  <a:lnTo>
                    <a:pt x="0" y="379"/>
                  </a:lnTo>
                  <a:lnTo>
                    <a:pt x="0" y="360"/>
                  </a:lnTo>
                  <a:lnTo>
                    <a:pt x="2" y="340"/>
                  </a:lnTo>
                  <a:lnTo>
                    <a:pt x="7" y="321"/>
                  </a:lnTo>
                  <a:lnTo>
                    <a:pt x="11" y="304"/>
                  </a:lnTo>
                  <a:lnTo>
                    <a:pt x="16" y="286"/>
                  </a:lnTo>
                  <a:lnTo>
                    <a:pt x="22" y="270"/>
                  </a:lnTo>
                  <a:lnTo>
                    <a:pt x="30" y="253"/>
                  </a:lnTo>
                  <a:lnTo>
                    <a:pt x="38" y="237"/>
                  </a:lnTo>
                  <a:lnTo>
                    <a:pt x="48" y="222"/>
                  </a:lnTo>
                  <a:lnTo>
                    <a:pt x="58" y="207"/>
                  </a:lnTo>
                  <a:lnTo>
                    <a:pt x="69" y="194"/>
                  </a:lnTo>
                  <a:lnTo>
                    <a:pt x="81" y="179"/>
                  </a:lnTo>
                  <a:lnTo>
                    <a:pt x="96" y="166"/>
                  </a:lnTo>
                  <a:lnTo>
                    <a:pt x="110" y="154"/>
                  </a:lnTo>
                  <a:lnTo>
                    <a:pt x="125" y="142"/>
                  </a:lnTo>
                  <a:lnTo>
                    <a:pt x="140" y="130"/>
                  </a:lnTo>
                  <a:lnTo>
                    <a:pt x="157" y="119"/>
                  </a:lnTo>
                  <a:lnTo>
                    <a:pt x="175" y="108"/>
                  </a:lnTo>
                  <a:lnTo>
                    <a:pt x="193" y="97"/>
                  </a:lnTo>
                  <a:lnTo>
                    <a:pt x="212" y="88"/>
                  </a:lnTo>
                  <a:lnTo>
                    <a:pt x="232" y="78"/>
                  </a:lnTo>
                  <a:lnTo>
                    <a:pt x="253" y="70"/>
                  </a:lnTo>
                  <a:lnTo>
                    <a:pt x="275" y="61"/>
                  </a:lnTo>
                  <a:lnTo>
                    <a:pt x="296" y="53"/>
                  </a:lnTo>
                  <a:lnTo>
                    <a:pt x="320" y="46"/>
                  </a:lnTo>
                  <a:lnTo>
                    <a:pt x="343" y="38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5" name="Freeform 561"/>
            <p:cNvSpPr>
              <a:spLocks/>
            </p:cNvSpPr>
            <p:nvPr/>
          </p:nvSpPr>
          <p:spPr bwMode="auto">
            <a:xfrm>
              <a:off x="2125" y="1665"/>
              <a:ext cx="269" cy="1692"/>
            </a:xfrm>
            <a:custGeom>
              <a:avLst/>
              <a:gdLst>
                <a:gd name="T0" fmla="*/ 34 w 2150"/>
                <a:gd name="T1" fmla="*/ 3 h 13531"/>
                <a:gd name="T2" fmla="*/ 1 w 2150"/>
                <a:gd name="T3" fmla="*/ 212 h 13531"/>
                <a:gd name="T4" fmla="*/ 1 w 2150"/>
                <a:gd name="T5" fmla="*/ 211 h 13531"/>
                <a:gd name="T6" fmla="*/ 1 w 2150"/>
                <a:gd name="T7" fmla="*/ 211 h 13531"/>
                <a:gd name="T8" fmla="*/ 1 w 2150"/>
                <a:gd name="T9" fmla="*/ 211 h 13531"/>
                <a:gd name="T10" fmla="*/ 0 w 2150"/>
                <a:gd name="T11" fmla="*/ 211 h 13531"/>
                <a:gd name="T12" fmla="*/ 0 w 2150"/>
                <a:gd name="T13" fmla="*/ 211 h 13531"/>
                <a:gd name="T14" fmla="*/ 0 w 2150"/>
                <a:gd name="T15" fmla="*/ 210 h 13531"/>
                <a:gd name="T16" fmla="*/ 0 w 2150"/>
                <a:gd name="T17" fmla="*/ 210 h 13531"/>
                <a:gd name="T18" fmla="*/ 0 w 2150"/>
                <a:gd name="T19" fmla="*/ 210 h 13531"/>
                <a:gd name="T20" fmla="*/ 0 w 2150"/>
                <a:gd name="T21" fmla="*/ 210 h 13531"/>
                <a:gd name="T22" fmla="*/ 0 w 2150"/>
                <a:gd name="T23" fmla="*/ 210 h 13531"/>
                <a:gd name="T24" fmla="*/ 0 w 2150"/>
                <a:gd name="T25" fmla="*/ 209 h 13531"/>
                <a:gd name="T26" fmla="*/ 0 w 2150"/>
                <a:gd name="T27" fmla="*/ 209 h 13531"/>
                <a:gd name="T28" fmla="*/ 0 w 2150"/>
                <a:gd name="T29" fmla="*/ 209 h 13531"/>
                <a:gd name="T30" fmla="*/ 0 w 2150"/>
                <a:gd name="T31" fmla="*/ 209 h 13531"/>
                <a:gd name="T32" fmla="*/ 0 w 2150"/>
                <a:gd name="T33" fmla="*/ 208 h 13531"/>
                <a:gd name="T34" fmla="*/ 0 w 2150"/>
                <a:gd name="T35" fmla="*/ 208 h 13531"/>
                <a:gd name="T36" fmla="*/ 33 w 2150"/>
                <a:gd name="T37" fmla="*/ 0 h 13531"/>
                <a:gd name="T38" fmla="*/ 33 w 2150"/>
                <a:gd name="T39" fmla="*/ 0 h 13531"/>
                <a:gd name="T40" fmla="*/ 33 w 2150"/>
                <a:gd name="T41" fmla="*/ 0 h 13531"/>
                <a:gd name="T42" fmla="*/ 33 w 2150"/>
                <a:gd name="T43" fmla="*/ 1 h 13531"/>
                <a:gd name="T44" fmla="*/ 33 w 2150"/>
                <a:gd name="T45" fmla="*/ 1 h 13531"/>
                <a:gd name="T46" fmla="*/ 33 w 2150"/>
                <a:gd name="T47" fmla="*/ 1 h 13531"/>
                <a:gd name="T48" fmla="*/ 33 w 2150"/>
                <a:gd name="T49" fmla="*/ 1 h 13531"/>
                <a:gd name="T50" fmla="*/ 33 w 2150"/>
                <a:gd name="T51" fmla="*/ 1 h 13531"/>
                <a:gd name="T52" fmla="*/ 33 w 2150"/>
                <a:gd name="T53" fmla="*/ 2 h 13531"/>
                <a:gd name="T54" fmla="*/ 33 w 2150"/>
                <a:gd name="T55" fmla="*/ 2 h 13531"/>
                <a:gd name="T56" fmla="*/ 33 w 2150"/>
                <a:gd name="T57" fmla="*/ 2 h 13531"/>
                <a:gd name="T58" fmla="*/ 33 w 2150"/>
                <a:gd name="T59" fmla="*/ 2 h 13531"/>
                <a:gd name="T60" fmla="*/ 33 w 2150"/>
                <a:gd name="T61" fmla="*/ 3 h 13531"/>
                <a:gd name="T62" fmla="*/ 33 w 2150"/>
                <a:gd name="T63" fmla="*/ 3 h 13531"/>
                <a:gd name="T64" fmla="*/ 33 w 2150"/>
                <a:gd name="T65" fmla="*/ 3 h 13531"/>
                <a:gd name="T66" fmla="*/ 34 w 2150"/>
                <a:gd name="T67" fmla="*/ 3 h 13531"/>
                <a:gd name="T68" fmla="*/ 34 w 2150"/>
                <a:gd name="T69" fmla="*/ 3 h 135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50"/>
                <a:gd name="T106" fmla="*/ 0 h 13531"/>
                <a:gd name="T107" fmla="*/ 2150 w 2150"/>
                <a:gd name="T108" fmla="*/ 13531 h 135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50" h="13531">
                  <a:moveTo>
                    <a:pt x="2150" y="209"/>
                  </a:moveTo>
                  <a:lnTo>
                    <a:pt x="55" y="13531"/>
                  </a:lnTo>
                  <a:lnTo>
                    <a:pt x="47" y="13518"/>
                  </a:lnTo>
                  <a:lnTo>
                    <a:pt x="40" y="13505"/>
                  </a:lnTo>
                  <a:lnTo>
                    <a:pt x="32" y="13492"/>
                  </a:lnTo>
                  <a:lnTo>
                    <a:pt x="26" y="13479"/>
                  </a:lnTo>
                  <a:lnTo>
                    <a:pt x="21" y="13465"/>
                  </a:lnTo>
                  <a:lnTo>
                    <a:pt x="16" y="13452"/>
                  </a:lnTo>
                  <a:lnTo>
                    <a:pt x="12" y="13439"/>
                  </a:lnTo>
                  <a:lnTo>
                    <a:pt x="8" y="13426"/>
                  </a:lnTo>
                  <a:lnTo>
                    <a:pt x="6" y="13413"/>
                  </a:lnTo>
                  <a:lnTo>
                    <a:pt x="3" y="13400"/>
                  </a:lnTo>
                  <a:lnTo>
                    <a:pt x="2" y="13387"/>
                  </a:lnTo>
                  <a:lnTo>
                    <a:pt x="1" y="13373"/>
                  </a:lnTo>
                  <a:lnTo>
                    <a:pt x="0" y="13360"/>
                  </a:lnTo>
                  <a:lnTo>
                    <a:pt x="1" y="13348"/>
                  </a:lnTo>
                  <a:lnTo>
                    <a:pt x="2" y="13335"/>
                  </a:lnTo>
                  <a:lnTo>
                    <a:pt x="3" y="13322"/>
                  </a:lnTo>
                  <a:lnTo>
                    <a:pt x="2098" y="0"/>
                  </a:lnTo>
                  <a:lnTo>
                    <a:pt x="2097" y="13"/>
                  </a:lnTo>
                  <a:lnTo>
                    <a:pt x="2096" y="26"/>
                  </a:lnTo>
                  <a:lnTo>
                    <a:pt x="2096" y="39"/>
                  </a:lnTo>
                  <a:lnTo>
                    <a:pt x="2096" y="52"/>
                  </a:lnTo>
                  <a:lnTo>
                    <a:pt x="2097" y="65"/>
                  </a:lnTo>
                  <a:lnTo>
                    <a:pt x="2098" y="78"/>
                  </a:lnTo>
                  <a:lnTo>
                    <a:pt x="2101" y="90"/>
                  </a:lnTo>
                  <a:lnTo>
                    <a:pt x="2104" y="104"/>
                  </a:lnTo>
                  <a:lnTo>
                    <a:pt x="2107" y="117"/>
                  </a:lnTo>
                  <a:lnTo>
                    <a:pt x="2111" y="130"/>
                  </a:lnTo>
                  <a:lnTo>
                    <a:pt x="2117" y="143"/>
                  </a:lnTo>
                  <a:lnTo>
                    <a:pt x="2123" y="156"/>
                  </a:lnTo>
                  <a:lnTo>
                    <a:pt x="2129" y="169"/>
                  </a:lnTo>
                  <a:lnTo>
                    <a:pt x="2135" y="183"/>
                  </a:lnTo>
                  <a:lnTo>
                    <a:pt x="2142" y="196"/>
                  </a:lnTo>
                  <a:lnTo>
                    <a:pt x="2150" y="209"/>
                  </a:lnTo>
                  <a:close/>
                </a:path>
              </a:pathLst>
            </a:custGeom>
            <a:solidFill>
              <a:srgbClr val="A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6" name="Freeform 562"/>
            <p:cNvSpPr>
              <a:spLocks/>
            </p:cNvSpPr>
            <p:nvPr/>
          </p:nvSpPr>
          <p:spPr bwMode="auto">
            <a:xfrm>
              <a:off x="2125" y="1673"/>
              <a:ext cx="277" cy="1694"/>
            </a:xfrm>
            <a:custGeom>
              <a:avLst/>
              <a:gdLst>
                <a:gd name="T0" fmla="*/ 0 w 2213"/>
                <a:gd name="T1" fmla="*/ 208 h 13553"/>
                <a:gd name="T2" fmla="*/ 33 w 2213"/>
                <a:gd name="T3" fmla="*/ 0 h 13553"/>
                <a:gd name="T4" fmla="*/ 33 w 2213"/>
                <a:gd name="T5" fmla="*/ 0 h 13553"/>
                <a:gd name="T6" fmla="*/ 33 w 2213"/>
                <a:gd name="T7" fmla="*/ 0 h 13553"/>
                <a:gd name="T8" fmla="*/ 33 w 2213"/>
                <a:gd name="T9" fmla="*/ 1 h 13553"/>
                <a:gd name="T10" fmla="*/ 33 w 2213"/>
                <a:gd name="T11" fmla="*/ 1 h 13553"/>
                <a:gd name="T12" fmla="*/ 33 w 2213"/>
                <a:gd name="T13" fmla="*/ 1 h 13553"/>
                <a:gd name="T14" fmla="*/ 33 w 2213"/>
                <a:gd name="T15" fmla="*/ 1 h 13553"/>
                <a:gd name="T16" fmla="*/ 33 w 2213"/>
                <a:gd name="T17" fmla="*/ 2 h 13553"/>
                <a:gd name="T18" fmla="*/ 33 w 2213"/>
                <a:gd name="T19" fmla="*/ 2 h 13553"/>
                <a:gd name="T20" fmla="*/ 34 w 2213"/>
                <a:gd name="T21" fmla="*/ 2 h 13553"/>
                <a:gd name="T22" fmla="*/ 34 w 2213"/>
                <a:gd name="T23" fmla="*/ 2 h 13553"/>
                <a:gd name="T24" fmla="*/ 34 w 2213"/>
                <a:gd name="T25" fmla="*/ 2 h 13553"/>
                <a:gd name="T26" fmla="*/ 34 w 2213"/>
                <a:gd name="T27" fmla="*/ 3 h 13553"/>
                <a:gd name="T28" fmla="*/ 34 w 2213"/>
                <a:gd name="T29" fmla="*/ 3 h 13553"/>
                <a:gd name="T30" fmla="*/ 34 w 2213"/>
                <a:gd name="T31" fmla="*/ 3 h 13553"/>
                <a:gd name="T32" fmla="*/ 34 w 2213"/>
                <a:gd name="T33" fmla="*/ 3 h 13553"/>
                <a:gd name="T34" fmla="*/ 35 w 2213"/>
                <a:gd name="T35" fmla="*/ 4 h 13553"/>
                <a:gd name="T36" fmla="*/ 2 w 2213"/>
                <a:gd name="T37" fmla="*/ 212 h 13553"/>
                <a:gd name="T38" fmla="*/ 2 w 2213"/>
                <a:gd name="T39" fmla="*/ 211 h 13553"/>
                <a:gd name="T40" fmla="*/ 2 w 2213"/>
                <a:gd name="T41" fmla="*/ 211 h 13553"/>
                <a:gd name="T42" fmla="*/ 1 w 2213"/>
                <a:gd name="T43" fmla="*/ 211 h 13553"/>
                <a:gd name="T44" fmla="*/ 1 w 2213"/>
                <a:gd name="T45" fmla="*/ 211 h 13553"/>
                <a:gd name="T46" fmla="*/ 1 w 2213"/>
                <a:gd name="T47" fmla="*/ 211 h 13553"/>
                <a:gd name="T48" fmla="*/ 1 w 2213"/>
                <a:gd name="T49" fmla="*/ 210 h 13553"/>
                <a:gd name="T50" fmla="*/ 1 w 2213"/>
                <a:gd name="T51" fmla="*/ 210 h 13553"/>
                <a:gd name="T52" fmla="*/ 1 w 2213"/>
                <a:gd name="T53" fmla="*/ 210 h 13553"/>
                <a:gd name="T54" fmla="*/ 1 w 2213"/>
                <a:gd name="T55" fmla="*/ 210 h 13553"/>
                <a:gd name="T56" fmla="*/ 0 w 2213"/>
                <a:gd name="T57" fmla="*/ 209 h 13553"/>
                <a:gd name="T58" fmla="*/ 0 w 2213"/>
                <a:gd name="T59" fmla="*/ 209 h 13553"/>
                <a:gd name="T60" fmla="*/ 0 w 2213"/>
                <a:gd name="T61" fmla="*/ 209 h 13553"/>
                <a:gd name="T62" fmla="*/ 0 w 2213"/>
                <a:gd name="T63" fmla="*/ 209 h 13553"/>
                <a:gd name="T64" fmla="*/ 0 w 2213"/>
                <a:gd name="T65" fmla="*/ 209 h 13553"/>
                <a:gd name="T66" fmla="*/ 0 w 2213"/>
                <a:gd name="T67" fmla="*/ 208 h 13553"/>
                <a:gd name="T68" fmla="*/ 0 w 2213"/>
                <a:gd name="T69" fmla="*/ 208 h 1355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3"/>
                <a:gd name="T106" fmla="*/ 0 h 13553"/>
                <a:gd name="T107" fmla="*/ 2213 w 2213"/>
                <a:gd name="T108" fmla="*/ 13553 h 1355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3" h="13553">
                  <a:moveTo>
                    <a:pt x="0" y="13321"/>
                  </a:moveTo>
                  <a:lnTo>
                    <a:pt x="2096" y="0"/>
                  </a:lnTo>
                  <a:lnTo>
                    <a:pt x="2097" y="14"/>
                  </a:lnTo>
                  <a:lnTo>
                    <a:pt x="2100" y="29"/>
                  </a:lnTo>
                  <a:lnTo>
                    <a:pt x="2103" y="44"/>
                  </a:lnTo>
                  <a:lnTo>
                    <a:pt x="2107" y="58"/>
                  </a:lnTo>
                  <a:lnTo>
                    <a:pt x="2111" y="72"/>
                  </a:lnTo>
                  <a:lnTo>
                    <a:pt x="2118" y="87"/>
                  </a:lnTo>
                  <a:lnTo>
                    <a:pt x="2124" y="101"/>
                  </a:lnTo>
                  <a:lnTo>
                    <a:pt x="2131" y="115"/>
                  </a:lnTo>
                  <a:lnTo>
                    <a:pt x="2139" y="131"/>
                  </a:lnTo>
                  <a:lnTo>
                    <a:pt x="2147" y="145"/>
                  </a:lnTo>
                  <a:lnTo>
                    <a:pt x="2156" y="159"/>
                  </a:lnTo>
                  <a:lnTo>
                    <a:pt x="2166" y="174"/>
                  </a:lnTo>
                  <a:lnTo>
                    <a:pt x="2176" y="188"/>
                  </a:lnTo>
                  <a:lnTo>
                    <a:pt x="2187" y="203"/>
                  </a:lnTo>
                  <a:lnTo>
                    <a:pt x="2200" y="217"/>
                  </a:lnTo>
                  <a:lnTo>
                    <a:pt x="2213" y="232"/>
                  </a:lnTo>
                  <a:lnTo>
                    <a:pt x="117" y="13553"/>
                  </a:lnTo>
                  <a:lnTo>
                    <a:pt x="104" y="13539"/>
                  </a:lnTo>
                  <a:lnTo>
                    <a:pt x="92" y="13524"/>
                  </a:lnTo>
                  <a:lnTo>
                    <a:pt x="81" y="13510"/>
                  </a:lnTo>
                  <a:lnTo>
                    <a:pt x="70" y="13496"/>
                  </a:lnTo>
                  <a:lnTo>
                    <a:pt x="61" y="13480"/>
                  </a:lnTo>
                  <a:lnTo>
                    <a:pt x="52" y="13466"/>
                  </a:lnTo>
                  <a:lnTo>
                    <a:pt x="43" y="13452"/>
                  </a:lnTo>
                  <a:lnTo>
                    <a:pt x="36" y="13437"/>
                  </a:lnTo>
                  <a:lnTo>
                    <a:pt x="28" y="13423"/>
                  </a:lnTo>
                  <a:lnTo>
                    <a:pt x="22" y="13409"/>
                  </a:lnTo>
                  <a:lnTo>
                    <a:pt x="16" y="13393"/>
                  </a:lnTo>
                  <a:lnTo>
                    <a:pt x="11" y="13379"/>
                  </a:lnTo>
                  <a:lnTo>
                    <a:pt x="8" y="13365"/>
                  </a:lnTo>
                  <a:lnTo>
                    <a:pt x="4" y="13351"/>
                  </a:lnTo>
                  <a:lnTo>
                    <a:pt x="2" y="13336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9FC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7" name="Freeform 563"/>
            <p:cNvSpPr>
              <a:spLocks/>
            </p:cNvSpPr>
            <p:nvPr/>
          </p:nvSpPr>
          <p:spPr bwMode="auto">
            <a:xfrm>
              <a:off x="2132" y="1691"/>
              <a:ext cx="278" cy="1684"/>
            </a:xfrm>
            <a:custGeom>
              <a:avLst/>
              <a:gdLst>
                <a:gd name="T0" fmla="*/ 0 w 2225"/>
                <a:gd name="T1" fmla="*/ 208 h 13471"/>
                <a:gd name="T2" fmla="*/ 33 w 2225"/>
                <a:gd name="T3" fmla="*/ 0 h 13471"/>
                <a:gd name="T4" fmla="*/ 33 w 2225"/>
                <a:gd name="T5" fmla="*/ 0 h 13471"/>
                <a:gd name="T6" fmla="*/ 33 w 2225"/>
                <a:gd name="T7" fmla="*/ 1 h 13471"/>
                <a:gd name="T8" fmla="*/ 33 w 2225"/>
                <a:gd name="T9" fmla="*/ 1 h 13471"/>
                <a:gd name="T10" fmla="*/ 34 w 2225"/>
                <a:gd name="T11" fmla="*/ 1 h 13471"/>
                <a:gd name="T12" fmla="*/ 34 w 2225"/>
                <a:gd name="T13" fmla="*/ 2 h 13471"/>
                <a:gd name="T14" fmla="*/ 34 w 2225"/>
                <a:gd name="T15" fmla="*/ 2 h 13471"/>
                <a:gd name="T16" fmla="*/ 34 w 2225"/>
                <a:gd name="T17" fmla="*/ 2 h 13471"/>
                <a:gd name="T18" fmla="*/ 35 w 2225"/>
                <a:gd name="T19" fmla="*/ 2 h 13471"/>
                <a:gd name="T20" fmla="*/ 2 w 2225"/>
                <a:gd name="T21" fmla="*/ 211 h 13471"/>
                <a:gd name="T22" fmla="*/ 2 w 2225"/>
                <a:gd name="T23" fmla="*/ 210 h 13471"/>
                <a:gd name="T24" fmla="*/ 1 w 2225"/>
                <a:gd name="T25" fmla="*/ 210 h 13471"/>
                <a:gd name="T26" fmla="*/ 1 w 2225"/>
                <a:gd name="T27" fmla="*/ 210 h 13471"/>
                <a:gd name="T28" fmla="*/ 1 w 2225"/>
                <a:gd name="T29" fmla="*/ 209 h 13471"/>
                <a:gd name="T30" fmla="*/ 1 w 2225"/>
                <a:gd name="T31" fmla="*/ 209 h 13471"/>
                <a:gd name="T32" fmla="*/ 0 w 2225"/>
                <a:gd name="T33" fmla="*/ 209 h 13471"/>
                <a:gd name="T34" fmla="*/ 0 w 2225"/>
                <a:gd name="T35" fmla="*/ 209 h 13471"/>
                <a:gd name="T36" fmla="*/ 0 w 2225"/>
                <a:gd name="T37" fmla="*/ 208 h 1347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25"/>
                <a:gd name="T58" fmla="*/ 0 h 13471"/>
                <a:gd name="T59" fmla="*/ 2225 w 2225"/>
                <a:gd name="T60" fmla="*/ 13471 h 1347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25" h="13471">
                  <a:moveTo>
                    <a:pt x="0" y="13322"/>
                  </a:moveTo>
                  <a:lnTo>
                    <a:pt x="2095" y="0"/>
                  </a:lnTo>
                  <a:lnTo>
                    <a:pt x="2107" y="19"/>
                  </a:lnTo>
                  <a:lnTo>
                    <a:pt x="2120" y="37"/>
                  </a:lnTo>
                  <a:lnTo>
                    <a:pt x="2136" y="57"/>
                  </a:lnTo>
                  <a:lnTo>
                    <a:pt x="2151" y="75"/>
                  </a:lnTo>
                  <a:lnTo>
                    <a:pt x="2168" y="94"/>
                  </a:lnTo>
                  <a:lnTo>
                    <a:pt x="2185" y="112"/>
                  </a:lnTo>
                  <a:lnTo>
                    <a:pt x="2204" y="130"/>
                  </a:lnTo>
                  <a:lnTo>
                    <a:pt x="2225" y="149"/>
                  </a:lnTo>
                  <a:lnTo>
                    <a:pt x="129" y="13471"/>
                  </a:lnTo>
                  <a:lnTo>
                    <a:pt x="109" y="13452"/>
                  </a:lnTo>
                  <a:lnTo>
                    <a:pt x="90" y="13434"/>
                  </a:lnTo>
                  <a:lnTo>
                    <a:pt x="72" y="13415"/>
                  </a:lnTo>
                  <a:lnTo>
                    <a:pt x="55" y="13396"/>
                  </a:lnTo>
                  <a:lnTo>
                    <a:pt x="39" y="13378"/>
                  </a:lnTo>
                  <a:lnTo>
                    <a:pt x="25" y="13360"/>
                  </a:lnTo>
                  <a:lnTo>
                    <a:pt x="12" y="13341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8FB1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8" name="Freeform 564"/>
            <p:cNvSpPr>
              <a:spLocks/>
            </p:cNvSpPr>
            <p:nvPr/>
          </p:nvSpPr>
          <p:spPr bwMode="auto">
            <a:xfrm>
              <a:off x="2140" y="1702"/>
              <a:ext cx="278" cy="1680"/>
            </a:xfrm>
            <a:custGeom>
              <a:avLst/>
              <a:gdLst>
                <a:gd name="T0" fmla="*/ 0 w 2230"/>
                <a:gd name="T1" fmla="*/ 208 h 13443"/>
                <a:gd name="T2" fmla="*/ 33 w 2230"/>
                <a:gd name="T3" fmla="*/ 0 h 13443"/>
                <a:gd name="T4" fmla="*/ 33 w 2230"/>
                <a:gd name="T5" fmla="*/ 0 h 13443"/>
                <a:gd name="T6" fmla="*/ 33 w 2230"/>
                <a:gd name="T7" fmla="*/ 0 h 13443"/>
                <a:gd name="T8" fmla="*/ 33 w 2230"/>
                <a:gd name="T9" fmla="*/ 1 h 13443"/>
                <a:gd name="T10" fmla="*/ 34 w 2230"/>
                <a:gd name="T11" fmla="*/ 1 h 13443"/>
                <a:gd name="T12" fmla="*/ 34 w 2230"/>
                <a:gd name="T13" fmla="*/ 1 h 13443"/>
                <a:gd name="T14" fmla="*/ 35 w 2230"/>
                <a:gd name="T15" fmla="*/ 2 h 13443"/>
                <a:gd name="T16" fmla="*/ 2 w 2230"/>
                <a:gd name="T17" fmla="*/ 210 h 13443"/>
                <a:gd name="T18" fmla="*/ 1 w 2230"/>
                <a:gd name="T19" fmla="*/ 209 h 13443"/>
                <a:gd name="T20" fmla="*/ 1 w 2230"/>
                <a:gd name="T21" fmla="*/ 209 h 13443"/>
                <a:gd name="T22" fmla="*/ 1 w 2230"/>
                <a:gd name="T23" fmla="*/ 209 h 13443"/>
                <a:gd name="T24" fmla="*/ 0 w 2230"/>
                <a:gd name="T25" fmla="*/ 209 h 13443"/>
                <a:gd name="T26" fmla="*/ 0 w 2230"/>
                <a:gd name="T27" fmla="*/ 208 h 13443"/>
                <a:gd name="T28" fmla="*/ 0 w 2230"/>
                <a:gd name="T29" fmla="*/ 208 h 134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230"/>
                <a:gd name="T46" fmla="*/ 0 h 13443"/>
                <a:gd name="T47" fmla="*/ 2230 w 2230"/>
                <a:gd name="T48" fmla="*/ 13443 h 134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230" h="13443">
                  <a:moveTo>
                    <a:pt x="0" y="13321"/>
                  </a:moveTo>
                  <a:lnTo>
                    <a:pt x="2096" y="0"/>
                  </a:lnTo>
                  <a:lnTo>
                    <a:pt x="2110" y="15"/>
                  </a:lnTo>
                  <a:lnTo>
                    <a:pt x="2124" y="30"/>
                  </a:lnTo>
                  <a:lnTo>
                    <a:pt x="2140" y="45"/>
                  </a:lnTo>
                  <a:lnTo>
                    <a:pt x="2157" y="61"/>
                  </a:lnTo>
                  <a:lnTo>
                    <a:pt x="2191" y="91"/>
                  </a:lnTo>
                  <a:lnTo>
                    <a:pt x="2230" y="120"/>
                  </a:lnTo>
                  <a:lnTo>
                    <a:pt x="133" y="13443"/>
                  </a:lnTo>
                  <a:lnTo>
                    <a:pt x="96" y="13412"/>
                  </a:lnTo>
                  <a:lnTo>
                    <a:pt x="61" y="13382"/>
                  </a:lnTo>
                  <a:lnTo>
                    <a:pt x="44" y="13367"/>
                  </a:lnTo>
                  <a:lnTo>
                    <a:pt x="29" y="13352"/>
                  </a:lnTo>
                  <a:lnTo>
                    <a:pt x="14" y="13337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7FA3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9" name="Freeform 565"/>
            <p:cNvSpPr>
              <a:spLocks/>
            </p:cNvSpPr>
            <p:nvPr/>
          </p:nvSpPr>
          <p:spPr bwMode="auto">
            <a:xfrm>
              <a:off x="2148" y="1710"/>
              <a:ext cx="279" cy="1678"/>
            </a:xfrm>
            <a:custGeom>
              <a:avLst/>
              <a:gdLst>
                <a:gd name="T0" fmla="*/ 0 w 2231"/>
                <a:gd name="T1" fmla="*/ 208 h 13426"/>
                <a:gd name="T2" fmla="*/ 33 w 2231"/>
                <a:gd name="T3" fmla="*/ 0 h 13426"/>
                <a:gd name="T4" fmla="*/ 33 w 2231"/>
                <a:gd name="T5" fmla="*/ 0 h 13426"/>
                <a:gd name="T6" fmla="*/ 34 w 2231"/>
                <a:gd name="T7" fmla="*/ 1 h 13426"/>
                <a:gd name="T8" fmla="*/ 34 w 2231"/>
                <a:gd name="T9" fmla="*/ 1 h 13426"/>
                <a:gd name="T10" fmla="*/ 35 w 2231"/>
                <a:gd name="T11" fmla="*/ 2 h 13426"/>
                <a:gd name="T12" fmla="*/ 2 w 2231"/>
                <a:gd name="T13" fmla="*/ 210 h 13426"/>
                <a:gd name="T14" fmla="*/ 2 w 2231"/>
                <a:gd name="T15" fmla="*/ 209 h 13426"/>
                <a:gd name="T16" fmla="*/ 1 w 2231"/>
                <a:gd name="T17" fmla="*/ 209 h 13426"/>
                <a:gd name="T18" fmla="*/ 1 w 2231"/>
                <a:gd name="T19" fmla="*/ 208 h 13426"/>
                <a:gd name="T20" fmla="*/ 0 w 2231"/>
                <a:gd name="T21" fmla="*/ 208 h 134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1"/>
                <a:gd name="T34" fmla="*/ 0 h 13426"/>
                <a:gd name="T35" fmla="*/ 2231 w 2231"/>
                <a:gd name="T36" fmla="*/ 13426 h 1342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1" h="13426">
                  <a:moveTo>
                    <a:pt x="0" y="13322"/>
                  </a:moveTo>
                  <a:lnTo>
                    <a:pt x="2096" y="0"/>
                  </a:lnTo>
                  <a:lnTo>
                    <a:pt x="2126" y="27"/>
                  </a:lnTo>
                  <a:lnTo>
                    <a:pt x="2159" y="53"/>
                  </a:lnTo>
                  <a:lnTo>
                    <a:pt x="2195" y="79"/>
                  </a:lnTo>
                  <a:lnTo>
                    <a:pt x="2231" y="105"/>
                  </a:lnTo>
                  <a:lnTo>
                    <a:pt x="136" y="13426"/>
                  </a:lnTo>
                  <a:lnTo>
                    <a:pt x="99" y="13401"/>
                  </a:lnTo>
                  <a:lnTo>
                    <a:pt x="64" y="13375"/>
                  </a:lnTo>
                  <a:lnTo>
                    <a:pt x="31" y="13348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7095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0" name="Freeform 566"/>
            <p:cNvSpPr>
              <a:spLocks/>
            </p:cNvSpPr>
            <p:nvPr/>
          </p:nvSpPr>
          <p:spPr bwMode="auto">
            <a:xfrm>
              <a:off x="2156" y="1717"/>
              <a:ext cx="280" cy="1677"/>
            </a:xfrm>
            <a:custGeom>
              <a:avLst/>
              <a:gdLst>
                <a:gd name="T0" fmla="*/ 0 w 2234"/>
                <a:gd name="T1" fmla="*/ 208 h 13416"/>
                <a:gd name="T2" fmla="*/ 33 w 2234"/>
                <a:gd name="T3" fmla="*/ 0 h 13416"/>
                <a:gd name="T4" fmla="*/ 33 w 2234"/>
                <a:gd name="T5" fmla="*/ 0 h 13416"/>
                <a:gd name="T6" fmla="*/ 34 w 2234"/>
                <a:gd name="T7" fmla="*/ 1 h 13416"/>
                <a:gd name="T8" fmla="*/ 34 w 2234"/>
                <a:gd name="T9" fmla="*/ 1 h 13416"/>
                <a:gd name="T10" fmla="*/ 35 w 2234"/>
                <a:gd name="T11" fmla="*/ 2 h 13416"/>
                <a:gd name="T12" fmla="*/ 2 w 2234"/>
                <a:gd name="T13" fmla="*/ 210 h 13416"/>
                <a:gd name="T14" fmla="*/ 2 w 2234"/>
                <a:gd name="T15" fmla="*/ 209 h 13416"/>
                <a:gd name="T16" fmla="*/ 1 w 2234"/>
                <a:gd name="T17" fmla="*/ 209 h 13416"/>
                <a:gd name="T18" fmla="*/ 1 w 2234"/>
                <a:gd name="T19" fmla="*/ 209 h 13416"/>
                <a:gd name="T20" fmla="*/ 0 w 2234"/>
                <a:gd name="T21" fmla="*/ 208 h 13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4"/>
                <a:gd name="T34" fmla="*/ 0 h 13416"/>
                <a:gd name="T35" fmla="*/ 2234 w 2234"/>
                <a:gd name="T36" fmla="*/ 13416 h 13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4" h="13416">
                  <a:moveTo>
                    <a:pt x="0" y="13323"/>
                  </a:moveTo>
                  <a:lnTo>
                    <a:pt x="2097" y="0"/>
                  </a:lnTo>
                  <a:lnTo>
                    <a:pt x="2128" y="25"/>
                  </a:lnTo>
                  <a:lnTo>
                    <a:pt x="2161" y="48"/>
                  </a:lnTo>
                  <a:lnTo>
                    <a:pt x="2197" y="71"/>
                  </a:lnTo>
                  <a:lnTo>
                    <a:pt x="2234" y="95"/>
                  </a:lnTo>
                  <a:lnTo>
                    <a:pt x="139" y="13416"/>
                  </a:lnTo>
                  <a:lnTo>
                    <a:pt x="102" y="13393"/>
                  </a:lnTo>
                  <a:lnTo>
                    <a:pt x="66" y="13369"/>
                  </a:lnTo>
                  <a:lnTo>
                    <a:pt x="33" y="13346"/>
                  </a:lnTo>
                  <a:lnTo>
                    <a:pt x="0" y="13323"/>
                  </a:lnTo>
                  <a:close/>
                </a:path>
              </a:pathLst>
            </a:custGeom>
            <a:solidFill>
              <a:srgbClr val="638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1" name="Freeform 567"/>
            <p:cNvSpPr>
              <a:spLocks/>
            </p:cNvSpPr>
            <p:nvPr/>
          </p:nvSpPr>
          <p:spPr bwMode="auto">
            <a:xfrm>
              <a:off x="2165" y="1723"/>
              <a:ext cx="279" cy="1676"/>
            </a:xfrm>
            <a:custGeom>
              <a:avLst/>
              <a:gdLst>
                <a:gd name="T0" fmla="*/ 0 w 2235"/>
                <a:gd name="T1" fmla="*/ 208 h 13406"/>
                <a:gd name="T2" fmla="*/ 33 w 2235"/>
                <a:gd name="T3" fmla="*/ 0 h 13406"/>
                <a:gd name="T4" fmla="*/ 33 w 2235"/>
                <a:gd name="T5" fmla="*/ 0 h 13406"/>
                <a:gd name="T6" fmla="*/ 34 w 2235"/>
                <a:gd name="T7" fmla="*/ 1 h 13406"/>
                <a:gd name="T8" fmla="*/ 34 w 2235"/>
                <a:gd name="T9" fmla="*/ 1 h 13406"/>
                <a:gd name="T10" fmla="*/ 35 w 2235"/>
                <a:gd name="T11" fmla="*/ 1 h 13406"/>
                <a:gd name="T12" fmla="*/ 2 w 2235"/>
                <a:gd name="T13" fmla="*/ 210 h 13406"/>
                <a:gd name="T14" fmla="*/ 2 w 2235"/>
                <a:gd name="T15" fmla="*/ 209 h 13406"/>
                <a:gd name="T16" fmla="*/ 1 w 2235"/>
                <a:gd name="T17" fmla="*/ 209 h 13406"/>
                <a:gd name="T18" fmla="*/ 0 w 2235"/>
                <a:gd name="T19" fmla="*/ 209 h 13406"/>
                <a:gd name="T20" fmla="*/ 0 w 2235"/>
                <a:gd name="T21" fmla="*/ 208 h 134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5"/>
                <a:gd name="T34" fmla="*/ 0 h 13406"/>
                <a:gd name="T35" fmla="*/ 2235 w 2235"/>
                <a:gd name="T36" fmla="*/ 13406 h 1340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5" h="13406">
                  <a:moveTo>
                    <a:pt x="0" y="13321"/>
                  </a:moveTo>
                  <a:lnTo>
                    <a:pt x="2095" y="0"/>
                  </a:lnTo>
                  <a:lnTo>
                    <a:pt x="2129" y="21"/>
                  </a:lnTo>
                  <a:lnTo>
                    <a:pt x="2163" y="42"/>
                  </a:lnTo>
                  <a:lnTo>
                    <a:pt x="2199" y="64"/>
                  </a:lnTo>
                  <a:lnTo>
                    <a:pt x="2235" y="85"/>
                  </a:lnTo>
                  <a:lnTo>
                    <a:pt x="140" y="13406"/>
                  </a:lnTo>
                  <a:lnTo>
                    <a:pt x="103" y="13385"/>
                  </a:lnTo>
                  <a:lnTo>
                    <a:pt x="67" y="13364"/>
                  </a:lnTo>
                  <a:lnTo>
                    <a:pt x="34" y="13343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557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2" name="Freeform 568"/>
            <p:cNvSpPr>
              <a:spLocks/>
            </p:cNvSpPr>
            <p:nvPr/>
          </p:nvSpPr>
          <p:spPr bwMode="auto">
            <a:xfrm>
              <a:off x="2174" y="1729"/>
              <a:ext cx="279" cy="1675"/>
            </a:xfrm>
            <a:custGeom>
              <a:avLst/>
              <a:gdLst>
                <a:gd name="T0" fmla="*/ 0 w 2236"/>
                <a:gd name="T1" fmla="*/ 208 h 13399"/>
                <a:gd name="T2" fmla="*/ 33 w 2236"/>
                <a:gd name="T3" fmla="*/ 0 h 13399"/>
                <a:gd name="T4" fmla="*/ 33 w 2236"/>
                <a:gd name="T5" fmla="*/ 0 h 13399"/>
                <a:gd name="T6" fmla="*/ 34 w 2236"/>
                <a:gd name="T7" fmla="*/ 1 h 13399"/>
                <a:gd name="T8" fmla="*/ 34 w 2236"/>
                <a:gd name="T9" fmla="*/ 1 h 13399"/>
                <a:gd name="T10" fmla="*/ 35 w 2236"/>
                <a:gd name="T11" fmla="*/ 1 h 13399"/>
                <a:gd name="T12" fmla="*/ 2 w 2236"/>
                <a:gd name="T13" fmla="*/ 209 h 13399"/>
                <a:gd name="T14" fmla="*/ 2 w 2236"/>
                <a:gd name="T15" fmla="*/ 209 h 13399"/>
                <a:gd name="T16" fmla="*/ 1 w 2236"/>
                <a:gd name="T17" fmla="*/ 209 h 13399"/>
                <a:gd name="T18" fmla="*/ 0 w 2236"/>
                <a:gd name="T19" fmla="*/ 209 h 13399"/>
                <a:gd name="T20" fmla="*/ 0 w 2236"/>
                <a:gd name="T21" fmla="*/ 208 h 1339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6"/>
                <a:gd name="T34" fmla="*/ 0 h 13399"/>
                <a:gd name="T35" fmla="*/ 2236 w 2236"/>
                <a:gd name="T36" fmla="*/ 13399 h 1339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6" h="13399">
                  <a:moveTo>
                    <a:pt x="0" y="13321"/>
                  </a:moveTo>
                  <a:lnTo>
                    <a:pt x="2095" y="0"/>
                  </a:lnTo>
                  <a:lnTo>
                    <a:pt x="2129" y="19"/>
                  </a:lnTo>
                  <a:lnTo>
                    <a:pt x="2163" y="38"/>
                  </a:lnTo>
                  <a:lnTo>
                    <a:pt x="2199" y="58"/>
                  </a:lnTo>
                  <a:lnTo>
                    <a:pt x="2236" y="76"/>
                  </a:lnTo>
                  <a:lnTo>
                    <a:pt x="140" y="13399"/>
                  </a:lnTo>
                  <a:lnTo>
                    <a:pt x="103" y="13380"/>
                  </a:lnTo>
                  <a:lnTo>
                    <a:pt x="68" y="13360"/>
                  </a:lnTo>
                  <a:lnTo>
                    <a:pt x="34" y="13340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577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3" name="Freeform 569"/>
            <p:cNvSpPr>
              <a:spLocks/>
            </p:cNvSpPr>
            <p:nvPr/>
          </p:nvSpPr>
          <p:spPr bwMode="auto">
            <a:xfrm>
              <a:off x="2183" y="1734"/>
              <a:ext cx="279" cy="1674"/>
            </a:xfrm>
            <a:custGeom>
              <a:avLst/>
              <a:gdLst>
                <a:gd name="T0" fmla="*/ 0 w 2237"/>
                <a:gd name="T1" fmla="*/ 208 h 13393"/>
                <a:gd name="T2" fmla="*/ 33 w 2237"/>
                <a:gd name="T3" fmla="*/ 0 h 13393"/>
                <a:gd name="T4" fmla="*/ 33 w 2237"/>
                <a:gd name="T5" fmla="*/ 0 h 13393"/>
                <a:gd name="T6" fmla="*/ 34 w 2237"/>
                <a:gd name="T7" fmla="*/ 0 h 13393"/>
                <a:gd name="T8" fmla="*/ 34 w 2237"/>
                <a:gd name="T9" fmla="*/ 1 h 13393"/>
                <a:gd name="T10" fmla="*/ 35 w 2237"/>
                <a:gd name="T11" fmla="*/ 1 h 13393"/>
                <a:gd name="T12" fmla="*/ 2 w 2237"/>
                <a:gd name="T13" fmla="*/ 209 h 13393"/>
                <a:gd name="T14" fmla="*/ 2 w 2237"/>
                <a:gd name="T15" fmla="*/ 209 h 13393"/>
                <a:gd name="T16" fmla="*/ 1 w 2237"/>
                <a:gd name="T17" fmla="*/ 209 h 13393"/>
                <a:gd name="T18" fmla="*/ 0 w 2237"/>
                <a:gd name="T19" fmla="*/ 208 h 13393"/>
                <a:gd name="T20" fmla="*/ 0 w 2237"/>
                <a:gd name="T21" fmla="*/ 208 h 133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7"/>
                <a:gd name="T34" fmla="*/ 0 h 13393"/>
                <a:gd name="T35" fmla="*/ 2237 w 2237"/>
                <a:gd name="T36" fmla="*/ 13393 h 1339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7" h="13393">
                  <a:moveTo>
                    <a:pt x="0" y="13321"/>
                  </a:moveTo>
                  <a:lnTo>
                    <a:pt x="2095" y="0"/>
                  </a:lnTo>
                  <a:lnTo>
                    <a:pt x="2130" y="18"/>
                  </a:lnTo>
                  <a:lnTo>
                    <a:pt x="2164" y="36"/>
                  </a:lnTo>
                  <a:lnTo>
                    <a:pt x="2200" y="54"/>
                  </a:lnTo>
                  <a:lnTo>
                    <a:pt x="2237" y="72"/>
                  </a:lnTo>
                  <a:lnTo>
                    <a:pt x="141" y="13393"/>
                  </a:lnTo>
                  <a:lnTo>
                    <a:pt x="104" y="13375"/>
                  </a:lnTo>
                  <a:lnTo>
                    <a:pt x="69" y="13358"/>
                  </a:lnTo>
                  <a:lnTo>
                    <a:pt x="33" y="13340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5983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4" name="Freeform 570"/>
            <p:cNvSpPr>
              <a:spLocks/>
            </p:cNvSpPr>
            <p:nvPr/>
          </p:nvSpPr>
          <p:spPr bwMode="auto">
            <a:xfrm>
              <a:off x="2191" y="1738"/>
              <a:ext cx="280" cy="1674"/>
            </a:xfrm>
            <a:custGeom>
              <a:avLst/>
              <a:gdLst>
                <a:gd name="T0" fmla="*/ 0 w 2238"/>
                <a:gd name="T1" fmla="*/ 208 h 13390"/>
                <a:gd name="T2" fmla="*/ 33 w 2238"/>
                <a:gd name="T3" fmla="*/ 0 h 13390"/>
                <a:gd name="T4" fmla="*/ 33 w 2238"/>
                <a:gd name="T5" fmla="*/ 0 h 13390"/>
                <a:gd name="T6" fmla="*/ 34 w 2238"/>
                <a:gd name="T7" fmla="*/ 1 h 13390"/>
                <a:gd name="T8" fmla="*/ 34 w 2238"/>
                <a:gd name="T9" fmla="*/ 1 h 13390"/>
                <a:gd name="T10" fmla="*/ 35 w 2238"/>
                <a:gd name="T11" fmla="*/ 1 h 13390"/>
                <a:gd name="T12" fmla="*/ 2 w 2238"/>
                <a:gd name="T13" fmla="*/ 209 h 13390"/>
                <a:gd name="T14" fmla="*/ 2 w 2238"/>
                <a:gd name="T15" fmla="*/ 209 h 13390"/>
                <a:gd name="T16" fmla="*/ 1 w 2238"/>
                <a:gd name="T17" fmla="*/ 209 h 13390"/>
                <a:gd name="T18" fmla="*/ 1 w 2238"/>
                <a:gd name="T19" fmla="*/ 209 h 13390"/>
                <a:gd name="T20" fmla="*/ 0 w 2238"/>
                <a:gd name="T21" fmla="*/ 208 h 133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8"/>
                <a:gd name="T34" fmla="*/ 0 h 13390"/>
                <a:gd name="T35" fmla="*/ 2238 w 2238"/>
                <a:gd name="T36" fmla="*/ 13390 h 1339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8" h="13390">
                  <a:moveTo>
                    <a:pt x="0" y="13323"/>
                  </a:moveTo>
                  <a:lnTo>
                    <a:pt x="2096" y="0"/>
                  </a:lnTo>
                  <a:lnTo>
                    <a:pt x="2131" y="18"/>
                  </a:lnTo>
                  <a:lnTo>
                    <a:pt x="2165" y="35"/>
                  </a:lnTo>
                  <a:lnTo>
                    <a:pt x="2202" y="51"/>
                  </a:lnTo>
                  <a:lnTo>
                    <a:pt x="2238" y="67"/>
                  </a:lnTo>
                  <a:lnTo>
                    <a:pt x="143" y="13390"/>
                  </a:lnTo>
                  <a:lnTo>
                    <a:pt x="106" y="13373"/>
                  </a:lnTo>
                  <a:lnTo>
                    <a:pt x="70" y="13356"/>
                  </a:lnTo>
                  <a:lnTo>
                    <a:pt x="34" y="13339"/>
                  </a:lnTo>
                  <a:lnTo>
                    <a:pt x="0" y="13323"/>
                  </a:lnTo>
                  <a:close/>
                </a:path>
              </a:pathLst>
            </a:custGeom>
            <a:solidFill>
              <a:srgbClr val="5B86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5" name="Freeform 571"/>
            <p:cNvSpPr>
              <a:spLocks/>
            </p:cNvSpPr>
            <p:nvPr/>
          </p:nvSpPr>
          <p:spPr bwMode="auto">
            <a:xfrm>
              <a:off x="2200" y="1743"/>
              <a:ext cx="280" cy="1673"/>
            </a:xfrm>
            <a:custGeom>
              <a:avLst/>
              <a:gdLst>
                <a:gd name="T0" fmla="*/ 0 w 2239"/>
                <a:gd name="T1" fmla="*/ 208 h 13383"/>
                <a:gd name="T2" fmla="*/ 33 w 2239"/>
                <a:gd name="T3" fmla="*/ 0 h 13383"/>
                <a:gd name="T4" fmla="*/ 33 w 2239"/>
                <a:gd name="T5" fmla="*/ 0 h 13383"/>
                <a:gd name="T6" fmla="*/ 34 w 2239"/>
                <a:gd name="T7" fmla="*/ 1 h 13383"/>
                <a:gd name="T8" fmla="*/ 34 w 2239"/>
                <a:gd name="T9" fmla="*/ 1 h 13383"/>
                <a:gd name="T10" fmla="*/ 35 w 2239"/>
                <a:gd name="T11" fmla="*/ 1 h 13383"/>
                <a:gd name="T12" fmla="*/ 2 w 2239"/>
                <a:gd name="T13" fmla="*/ 209 h 13383"/>
                <a:gd name="T14" fmla="*/ 2 w 2239"/>
                <a:gd name="T15" fmla="*/ 209 h 13383"/>
                <a:gd name="T16" fmla="*/ 1 w 2239"/>
                <a:gd name="T17" fmla="*/ 209 h 13383"/>
                <a:gd name="T18" fmla="*/ 1 w 2239"/>
                <a:gd name="T19" fmla="*/ 208 h 13383"/>
                <a:gd name="T20" fmla="*/ 0 w 2239"/>
                <a:gd name="T21" fmla="*/ 208 h 13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9"/>
                <a:gd name="T34" fmla="*/ 0 h 13383"/>
                <a:gd name="T35" fmla="*/ 2239 w 2239"/>
                <a:gd name="T36" fmla="*/ 13383 h 1338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9" h="13383">
                  <a:moveTo>
                    <a:pt x="0" y="13321"/>
                  </a:moveTo>
                  <a:lnTo>
                    <a:pt x="2096" y="0"/>
                  </a:lnTo>
                  <a:lnTo>
                    <a:pt x="2131" y="15"/>
                  </a:lnTo>
                  <a:lnTo>
                    <a:pt x="2166" y="31"/>
                  </a:lnTo>
                  <a:lnTo>
                    <a:pt x="2201" y="46"/>
                  </a:lnTo>
                  <a:lnTo>
                    <a:pt x="2239" y="62"/>
                  </a:lnTo>
                  <a:lnTo>
                    <a:pt x="144" y="13383"/>
                  </a:lnTo>
                  <a:lnTo>
                    <a:pt x="106" y="13368"/>
                  </a:lnTo>
                  <a:lnTo>
                    <a:pt x="71" y="13353"/>
                  </a:lnTo>
                  <a:lnTo>
                    <a:pt x="35" y="13338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5C89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6" name="Freeform 572"/>
            <p:cNvSpPr>
              <a:spLocks/>
            </p:cNvSpPr>
            <p:nvPr/>
          </p:nvSpPr>
          <p:spPr bwMode="auto">
            <a:xfrm>
              <a:off x="2209" y="1747"/>
              <a:ext cx="280" cy="1672"/>
            </a:xfrm>
            <a:custGeom>
              <a:avLst/>
              <a:gdLst>
                <a:gd name="T0" fmla="*/ 0 w 2239"/>
                <a:gd name="T1" fmla="*/ 208 h 13380"/>
                <a:gd name="T2" fmla="*/ 33 w 2239"/>
                <a:gd name="T3" fmla="*/ 0 h 13380"/>
                <a:gd name="T4" fmla="*/ 33 w 2239"/>
                <a:gd name="T5" fmla="*/ 0 h 13380"/>
                <a:gd name="T6" fmla="*/ 34 w 2239"/>
                <a:gd name="T7" fmla="*/ 0 h 13380"/>
                <a:gd name="T8" fmla="*/ 34 w 2239"/>
                <a:gd name="T9" fmla="*/ 1 h 13380"/>
                <a:gd name="T10" fmla="*/ 35 w 2239"/>
                <a:gd name="T11" fmla="*/ 1 h 13380"/>
                <a:gd name="T12" fmla="*/ 2 w 2239"/>
                <a:gd name="T13" fmla="*/ 209 h 13380"/>
                <a:gd name="T14" fmla="*/ 2 w 2239"/>
                <a:gd name="T15" fmla="*/ 209 h 13380"/>
                <a:gd name="T16" fmla="*/ 1 w 2239"/>
                <a:gd name="T17" fmla="*/ 209 h 13380"/>
                <a:gd name="T18" fmla="*/ 1 w 2239"/>
                <a:gd name="T19" fmla="*/ 208 h 13380"/>
                <a:gd name="T20" fmla="*/ 0 w 2239"/>
                <a:gd name="T21" fmla="*/ 208 h 133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9"/>
                <a:gd name="T34" fmla="*/ 0 h 13380"/>
                <a:gd name="T35" fmla="*/ 2239 w 2239"/>
                <a:gd name="T36" fmla="*/ 13380 h 1338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9" h="13380">
                  <a:moveTo>
                    <a:pt x="0" y="13323"/>
                  </a:moveTo>
                  <a:lnTo>
                    <a:pt x="2095" y="0"/>
                  </a:lnTo>
                  <a:lnTo>
                    <a:pt x="2130" y="15"/>
                  </a:lnTo>
                  <a:lnTo>
                    <a:pt x="2166" y="31"/>
                  </a:lnTo>
                  <a:lnTo>
                    <a:pt x="2202" y="45"/>
                  </a:lnTo>
                  <a:lnTo>
                    <a:pt x="2239" y="59"/>
                  </a:lnTo>
                  <a:lnTo>
                    <a:pt x="144" y="13380"/>
                  </a:lnTo>
                  <a:lnTo>
                    <a:pt x="106" y="13366"/>
                  </a:lnTo>
                  <a:lnTo>
                    <a:pt x="70" y="13352"/>
                  </a:lnTo>
                  <a:lnTo>
                    <a:pt x="34" y="13337"/>
                  </a:lnTo>
                  <a:lnTo>
                    <a:pt x="0" y="13323"/>
                  </a:lnTo>
                  <a:close/>
                </a:path>
              </a:pathLst>
            </a:custGeom>
            <a:solidFill>
              <a:srgbClr val="5F8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7" name="Freeform 573"/>
            <p:cNvSpPr>
              <a:spLocks/>
            </p:cNvSpPr>
            <p:nvPr/>
          </p:nvSpPr>
          <p:spPr bwMode="auto">
            <a:xfrm>
              <a:off x="2218" y="1750"/>
              <a:ext cx="280" cy="1672"/>
            </a:xfrm>
            <a:custGeom>
              <a:avLst/>
              <a:gdLst>
                <a:gd name="T0" fmla="*/ 0 w 2239"/>
                <a:gd name="T1" fmla="*/ 208 h 13376"/>
                <a:gd name="T2" fmla="*/ 33 w 2239"/>
                <a:gd name="T3" fmla="*/ 0 h 13376"/>
                <a:gd name="T4" fmla="*/ 33 w 2239"/>
                <a:gd name="T5" fmla="*/ 0 h 13376"/>
                <a:gd name="T6" fmla="*/ 34 w 2239"/>
                <a:gd name="T7" fmla="*/ 0 h 13376"/>
                <a:gd name="T8" fmla="*/ 34 w 2239"/>
                <a:gd name="T9" fmla="*/ 1 h 13376"/>
                <a:gd name="T10" fmla="*/ 35 w 2239"/>
                <a:gd name="T11" fmla="*/ 1 h 13376"/>
                <a:gd name="T12" fmla="*/ 2 w 2239"/>
                <a:gd name="T13" fmla="*/ 209 h 13376"/>
                <a:gd name="T14" fmla="*/ 2 w 2239"/>
                <a:gd name="T15" fmla="*/ 209 h 13376"/>
                <a:gd name="T16" fmla="*/ 1 w 2239"/>
                <a:gd name="T17" fmla="*/ 209 h 13376"/>
                <a:gd name="T18" fmla="*/ 1 w 2239"/>
                <a:gd name="T19" fmla="*/ 208 h 13376"/>
                <a:gd name="T20" fmla="*/ 0 w 2239"/>
                <a:gd name="T21" fmla="*/ 208 h 133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9"/>
                <a:gd name="T34" fmla="*/ 0 h 13376"/>
                <a:gd name="T35" fmla="*/ 2239 w 2239"/>
                <a:gd name="T36" fmla="*/ 13376 h 1337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9" h="13376">
                  <a:moveTo>
                    <a:pt x="0" y="13321"/>
                  </a:moveTo>
                  <a:lnTo>
                    <a:pt x="2095" y="0"/>
                  </a:lnTo>
                  <a:lnTo>
                    <a:pt x="2130" y="14"/>
                  </a:lnTo>
                  <a:lnTo>
                    <a:pt x="2166" y="28"/>
                  </a:lnTo>
                  <a:lnTo>
                    <a:pt x="2202" y="41"/>
                  </a:lnTo>
                  <a:lnTo>
                    <a:pt x="2239" y="54"/>
                  </a:lnTo>
                  <a:lnTo>
                    <a:pt x="144" y="13376"/>
                  </a:lnTo>
                  <a:lnTo>
                    <a:pt x="106" y="13363"/>
                  </a:lnTo>
                  <a:lnTo>
                    <a:pt x="71" y="13349"/>
                  </a:lnTo>
                  <a:lnTo>
                    <a:pt x="34" y="13335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619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8" name="Freeform 574"/>
            <p:cNvSpPr>
              <a:spLocks/>
            </p:cNvSpPr>
            <p:nvPr/>
          </p:nvSpPr>
          <p:spPr bwMode="auto">
            <a:xfrm>
              <a:off x="2227" y="1754"/>
              <a:ext cx="280" cy="1672"/>
            </a:xfrm>
            <a:custGeom>
              <a:avLst/>
              <a:gdLst>
                <a:gd name="T0" fmla="*/ 0 w 2240"/>
                <a:gd name="T1" fmla="*/ 208 h 13373"/>
                <a:gd name="T2" fmla="*/ 33 w 2240"/>
                <a:gd name="T3" fmla="*/ 0 h 13373"/>
                <a:gd name="T4" fmla="*/ 33 w 2240"/>
                <a:gd name="T5" fmla="*/ 0 h 13373"/>
                <a:gd name="T6" fmla="*/ 34 w 2240"/>
                <a:gd name="T7" fmla="*/ 0 h 13373"/>
                <a:gd name="T8" fmla="*/ 34 w 2240"/>
                <a:gd name="T9" fmla="*/ 1 h 13373"/>
                <a:gd name="T10" fmla="*/ 35 w 2240"/>
                <a:gd name="T11" fmla="*/ 1 h 13373"/>
                <a:gd name="T12" fmla="*/ 2 w 2240"/>
                <a:gd name="T13" fmla="*/ 209 h 13373"/>
                <a:gd name="T14" fmla="*/ 2 w 2240"/>
                <a:gd name="T15" fmla="*/ 209 h 13373"/>
                <a:gd name="T16" fmla="*/ 1 w 2240"/>
                <a:gd name="T17" fmla="*/ 209 h 13373"/>
                <a:gd name="T18" fmla="*/ 1 w 2240"/>
                <a:gd name="T19" fmla="*/ 208 h 13373"/>
                <a:gd name="T20" fmla="*/ 0 w 2240"/>
                <a:gd name="T21" fmla="*/ 208 h 1337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0"/>
                <a:gd name="T34" fmla="*/ 0 h 13373"/>
                <a:gd name="T35" fmla="*/ 2240 w 2240"/>
                <a:gd name="T36" fmla="*/ 13373 h 1337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0" h="13373">
                  <a:moveTo>
                    <a:pt x="0" y="13321"/>
                  </a:moveTo>
                  <a:lnTo>
                    <a:pt x="2095" y="0"/>
                  </a:lnTo>
                  <a:lnTo>
                    <a:pt x="2130" y="13"/>
                  </a:lnTo>
                  <a:lnTo>
                    <a:pt x="2166" y="26"/>
                  </a:lnTo>
                  <a:lnTo>
                    <a:pt x="2202" y="40"/>
                  </a:lnTo>
                  <a:lnTo>
                    <a:pt x="2240" y="52"/>
                  </a:lnTo>
                  <a:lnTo>
                    <a:pt x="145" y="13373"/>
                  </a:lnTo>
                  <a:lnTo>
                    <a:pt x="107" y="13361"/>
                  </a:lnTo>
                  <a:lnTo>
                    <a:pt x="71" y="13348"/>
                  </a:lnTo>
                  <a:lnTo>
                    <a:pt x="35" y="13335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639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9" name="Freeform 575"/>
            <p:cNvSpPr>
              <a:spLocks/>
            </p:cNvSpPr>
            <p:nvPr/>
          </p:nvSpPr>
          <p:spPr bwMode="auto">
            <a:xfrm>
              <a:off x="2236" y="1757"/>
              <a:ext cx="280" cy="1672"/>
            </a:xfrm>
            <a:custGeom>
              <a:avLst/>
              <a:gdLst>
                <a:gd name="T0" fmla="*/ 0 w 2241"/>
                <a:gd name="T1" fmla="*/ 208 h 13370"/>
                <a:gd name="T2" fmla="*/ 33 w 2241"/>
                <a:gd name="T3" fmla="*/ 0 h 13370"/>
                <a:gd name="T4" fmla="*/ 33 w 2241"/>
                <a:gd name="T5" fmla="*/ 0 h 13370"/>
                <a:gd name="T6" fmla="*/ 34 w 2241"/>
                <a:gd name="T7" fmla="*/ 0 h 13370"/>
                <a:gd name="T8" fmla="*/ 34 w 2241"/>
                <a:gd name="T9" fmla="*/ 1 h 13370"/>
                <a:gd name="T10" fmla="*/ 35 w 2241"/>
                <a:gd name="T11" fmla="*/ 1 h 13370"/>
                <a:gd name="T12" fmla="*/ 2 w 2241"/>
                <a:gd name="T13" fmla="*/ 209 h 13370"/>
                <a:gd name="T14" fmla="*/ 2 w 2241"/>
                <a:gd name="T15" fmla="*/ 209 h 13370"/>
                <a:gd name="T16" fmla="*/ 1 w 2241"/>
                <a:gd name="T17" fmla="*/ 209 h 13370"/>
                <a:gd name="T18" fmla="*/ 0 w 2241"/>
                <a:gd name="T19" fmla="*/ 209 h 13370"/>
                <a:gd name="T20" fmla="*/ 0 w 2241"/>
                <a:gd name="T21" fmla="*/ 208 h 133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1"/>
                <a:gd name="T34" fmla="*/ 0 h 13370"/>
                <a:gd name="T35" fmla="*/ 2241 w 2241"/>
                <a:gd name="T36" fmla="*/ 13370 h 1337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1" h="13370">
                  <a:moveTo>
                    <a:pt x="0" y="13322"/>
                  </a:moveTo>
                  <a:lnTo>
                    <a:pt x="2095" y="0"/>
                  </a:lnTo>
                  <a:lnTo>
                    <a:pt x="2130" y="14"/>
                  </a:lnTo>
                  <a:lnTo>
                    <a:pt x="2167" y="26"/>
                  </a:lnTo>
                  <a:lnTo>
                    <a:pt x="2203" y="37"/>
                  </a:lnTo>
                  <a:lnTo>
                    <a:pt x="2241" y="49"/>
                  </a:lnTo>
                  <a:lnTo>
                    <a:pt x="144" y="13370"/>
                  </a:lnTo>
                  <a:lnTo>
                    <a:pt x="108" y="13359"/>
                  </a:lnTo>
                  <a:lnTo>
                    <a:pt x="72" y="13347"/>
                  </a:lnTo>
                  <a:lnTo>
                    <a:pt x="35" y="13335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6496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0" name="Freeform 576"/>
            <p:cNvSpPr>
              <a:spLocks/>
            </p:cNvSpPr>
            <p:nvPr/>
          </p:nvSpPr>
          <p:spPr bwMode="auto">
            <a:xfrm>
              <a:off x="2245" y="1760"/>
              <a:ext cx="280" cy="1671"/>
            </a:xfrm>
            <a:custGeom>
              <a:avLst/>
              <a:gdLst>
                <a:gd name="T0" fmla="*/ 0 w 2241"/>
                <a:gd name="T1" fmla="*/ 208 h 13367"/>
                <a:gd name="T2" fmla="*/ 33 w 2241"/>
                <a:gd name="T3" fmla="*/ 0 h 13367"/>
                <a:gd name="T4" fmla="*/ 33 w 2241"/>
                <a:gd name="T5" fmla="*/ 0 h 13367"/>
                <a:gd name="T6" fmla="*/ 34 w 2241"/>
                <a:gd name="T7" fmla="*/ 0 h 13367"/>
                <a:gd name="T8" fmla="*/ 34 w 2241"/>
                <a:gd name="T9" fmla="*/ 1 h 13367"/>
                <a:gd name="T10" fmla="*/ 35 w 2241"/>
                <a:gd name="T11" fmla="*/ 1 h 13367"/>
                <a:gd name="T12" fmla="*/ 2 w 2241"/>
                <a:gd name="T13" fmla="*/ 209 h 13367"/>
                <a:gd name="T14" fmla="*/ 2 w 2241"/>
                <a:gd name="T15" fmla="*/ 209 h 13367"/>
                <a:gd name="T16" fmla="*/ 1 w 2241"/>
                <a:gd name="T17" fmla="*/ 209 h 13367"/>
                <a:gd name="T18" fmla="*/ 0 w 2241"/>
                <a:gd name="T19" fmla="*/ 208 h 13367"/>
                <a:gd name="T20" fmla="*/ 0 w 2241"/>
                <a:gd name="T21" fmla="*/ 208 h 133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1"/>
                <a:gd name="T34" fmla="*/ 0 h 13367"/>
                <a:gd name="T35" fmla="*/ 2241 w 2241"/>
                <a:gd name="T36" fmla="*/ 13367 h 133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1" h="13367">
                  <a:moveTo>
                    <a:pt x="0" y="13321"/>
                  </a:moveTo>
                  <a:lnTo>
                    <a:pt x="2095" y="0"/>
                  </a:lnTo>
                  <a:lnTo>
                    <a:pt x="2130" y="11"/>
                  </a:lnTo>
                  <a:lnTo>
                    <a:pt x="2167" y="23"/>
                  </a:lnTo>
                  <a:lnTo>
                    <a:pt x="2203" y="34"/>
                  </a:lnTo>
                  <a:lnTo>
                    <a:pt x="2241" y="45"/>
                  </a:lnTo>
                  <a:lnTo>
                    <a:pt x="144" y="13367"/>
                  </a:lnTo>
                  <a:lnTo>
                    <a:pt x="108" y="13356"/>
                  </a:lnTo>
                  <a:lnTo>
                    <a:pt x="70" y="13344"/>
                  </a:lnTo>
                  <a:lnTo>
                    <a:pt x="35" y="13333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679A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1" name="Freeform 577"/>
            <p:cNvSpPr>
              <a:spLocks/>
            </p:cNvSpPr>
            <p:nvPr/>
          </p:nvSpPr>
          <p:spPr bwMode="auto">
            <a:xfrm>
              <a:off x="2254" y="1763"/>
              <a:ext cx="280" cy="1671"/>
            </a:xfrm>
            <a:custGeom>
              <a:avLst/>
              <a:gdLst>
                <a:gd name="T0" fmla="*/ 0 w 2243"/>
                <a:gd name="T1" fmla="*/ 208 h 13364"/>
                <a:gd name="T2" fmla="*/ 33 w 2243"/>
                <a:gd name="T3" fmla="*/ 0 h 13364"/>
                <a:gd name="T4" fmla="*/ 33 w 2243"/>
                <a:gd name="T5" fmla="*/ 0 h 13364"/>
                <a:gd name="T6" fmla="*/ 34 w 2243"/>
                <a:gd name="T7" fmla="*/ 0 h 13364"/>
                <a:gd name="T8" fmla="*/ 34 w 2243"/>
                <a:gd name="T9" fmla="*/ 1 h 13364"/>
                <a:gd name="T10" fmla="*/ 35 w 2243"/>
                <a:gd name="T11" fmla="*/ 1 h 13364"/>
                <a:gd name="T12" fmla="*/ 2 w 2243"/>
                <a:gd name="T13" fmla="*/ 209 h 13364"/>
                <a:gd name="T14" fmla="*/ 2 w 2243"/>
                <a:gd name="T15" fmla="*/ 209 h 13364"/>
                <a:gd name="T16" fmla="*/ 1 w 2243"/>
                <a:gd name="T17" fmla="*/ 209 h 13364"/>
                <a:gd name="T18" fmla="*/ 1 w 2243"/>
                <a:gd name="T19" fmla="*/ 208 h 13364"/>
                <a:gd name="T20" fmla="*/ 0 w 2243"/>
                <a:gd name="T21" fmla="*/ 208 h 133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3"/>
                <a:gd name="T34" fmla="*/ 0 h 13364"/>
                <a:gd name="T35" fmla="*/ 2243 w 2243"/>
                <a:gd name="T36" fmla="*/ 13364 h 1336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3" h="13364">
                  <a:moveTo>
                    <a:pt x="0" y="13321"/>
                  </a:moveTo>
                  <a:lnTo>
                    <a:pt x="2097" y="0"/>
                  </a:lnTo>
                  <a:lnTo>
                    <a:pt x="2132" y="11"/>
                  </a:lnTo>
                  <a:lnTo>
                    <a:pt x="2169" y="21"/>
                  </a:lnTo>
                  <a:lnTo>
                    <a:pt x="2205" y="32"/>
                  </a:lnTo>
                  <a:lnTo>
                    <a:pt x="2243" y="42"/>
                  </a:lnTo>
                  <a:lnTo>
                    <a:pt x="147" y="13364"/>
                  </a:lnTo>
                  <a:lnTo>
                    <a:pt x="110" y="13354"/>
                  </a:lnTo>
                  <a:lnTo>
                    <a:pt x="73" y="13344"/>
                  </a:lnTo>
                  <a:lnTo>
                    <a:pt x="37" y="13333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699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2" name="Freeform 578"/>
            <p:cNvSpPr>
              <a:spLocks/>
            </p:cNvSpPr>
            <p:nvPr/>
          </p:nvSpPr>
          <p:spPr bwMode="auto">
            <a:xfrm>
              <a:off x="2263" y="1766"/>
              <a:ext cx="281" cy="1670"/>
            </a:xfrm>
            <a:custGeom>
              <a:avLst/>
              <a:gdLst>
                <a:gd name="T0" fmla="*/ 0 w 2243"/>
                <a:gd name="T1" fmla="*/ 208 h 13361"/>
                <a:gd name="T2" fmla="*/ 33 w 2243"/>
                <a:gd name="T3" fmla="*/ 0 h 13361"/>
                <a:gd name="T4" fmla="*/ 33 w 2243"/>
                <a:gd name="T5" fmla="*/ 0 h 13361"/>
                <a:gd name="T6" fmla="*/ 34 w 2243"/>
                <a:gd name="T7" fmla="*/ 0 h 13361"/>
                <a:gd name="T8" fmla="*/ 35 w 2243"/>
                <a:gd name="T9" fmla="*/ 0 h 13361"/>
                <a:gd name="T10" fmla="*/ 35 w 2243"/>
                <a:gd name="T11" fmla="*/ 1 h 13361"/>
                <a:gd name="T12" fmla="*/ 2 w 2243"/>
                <a:gd name="T13" fmla="*/ 209 h 13361"/>
                <a:gd name="T14" fmla="*/ 2 w 2243"/>
                <a:gd name="T15" fmla="*/ 209 h 13361"/>
                <a:gd name="T16" fmla="*/ 1 w 2243"/>
                <a:gd name="T17" fmla="*/ 208 h 13361"/>
                <a:gd name="T18" fmla="*/ 1 w 2243"/>
                <a:gd name="T19" fmla="*/ 208 h 13361"/>
                <a:gd name="T20" fmla="*/ 0 w 2243"/>
                <a:gd name="T21" fmla="*/ 208 h 133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3"/>
                <a:gd name="T34" fmla="*/ 0 h 13361"/>
                <a:gd name="T35" fmla="*/ 2243 w 2243"/>
                <a:gd name="T36" fmla="*/ 13361 h 1336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3" h="13361">
                  <a:moveTo>
                    <a:pt x="0" y="13322"/>
                  </a:moveTo>
                  <a:lnTo>
                    <a:pt x="2097" y="0"/>
                  </a:lnTo>
                  <a:lnTo>
                    <a:pt x="2132" y="10"/>
                  </a:lnTo>
                  <a:lnTo>
                    <a:pt x="2169" y="20"/>
                  </a:lnTo>
                  <a:lnTo>
                    <a:pt x="2206" y="31"/>
                  </a:lnTo>
                  <a:lnTo>
                    <a:pt x="2243" y="40"/>
                  </a:lnTo>
                  <a:lnTo>
                    <a:pt x="147" y="13361"/>
                  </a:lnTo>
                  <a:lnTo>
                    <a:pt x="110" y="13352"/>
                  </a:lnTo>
                  <a:lnTo>
                    <a:pt x="73" y="13342"/>
                  </a:lnTo>
                  <a:lnTo>
                    <a:pt x="37" y="13332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6BA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3" name="Freeform 579"/>
            <p:cNvSpPr>
              <a:spLocks/>
            </p:cNvSpPr>
            <p:nvPr/>
          </p:nvSpPr>
          <p:spPr bwMode="auto">
            <a:xfrm>
              <a:off x="2273" y="1769"/>
              <a:ext cx="280" cy="1670"/>
            </a:xfrm>
            <a:custGeom>
              <a:avLst/>
              <a:gdLst>
                <a:gd name="T0" fmla="*/ 0 w 2243"/>
                <a:gd name="T1" fmla="*/ 208 h 13359"/>
                <a:gd name="T2" fmla="*/ 33 w 2243"/>
                <a:gd name="T3" fmla="*/ 0 h 13359"/>
                <a:gd name="T4" fmla="*/ 33 w 2243"/>
                <a:gd name="T5" fmla="*/ 0 h 13359"/>
                <a:gd name="T6" fmla="*/ 34 w 2243"/>
                <a:gd name="T7" fmla="*/ 0 h 13359"/>
                <a:gd name="T8" fmla="*/ 34 w 2243"/>
                <a:gd name="T9" fmla="*/ 1 h 13359"/>
                <a:gd name="T10" fmla="*/ 35 w 2243"/>
                <a:gd name="T11" fmla="*/ 1 h 13359"/>
                <a:gd name="T12" fmla="*/ 2 w 2243"/>
                <a:gd name="T13" fmla="*/ 209 h 13359"/>
                <a:gd name="T14" fmla="*/ 2 w 2243"/>
                <a:gd name="T15" fmla="*/ 209 h 13359"/>
                <a:gd name="T16" fmla="*/ 1 w 2243"/>
                <a:gd name="T17" fmla="*/ 209 h 13359"/>
                <a:gd name="T18" fmla="*/ 0 w 2243"/>
                <a:gd name="T19" fmla="*/ 208 h 13359"/>
                <a:gd name="T20" fmla="*/ 0 w 2243"/>
                <a:gd name="T21" fmla="*/ 208 h 133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3"/>
                <a:gd name="T34" fmla="*/ 0 h 13359"/>
                <a:gd name="T35" fmla="*/ 2243 w 2243"/>
                <a:gd name="T36" fmla="*/ 13359 h 1335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3" h="13359">
                  <a:moveTo>
                    <a:pt x="0" y="13322"/>
                  </a:moveTo>
                  <a:lnTo>
                    <a:pt x="2096" y="0"/>
                  </a:lnTo>
                  <a:lnTo>
                    <a:pt x="2132" y="11"/>
                  </a:lnTo>
                  <a:lnTo>
                    <a:pt x="2169" y="20"/>
                  </a:lnTo>
                  <a:lnTo>
                    <a:pt x="2205" y="29"/>
                  </a:lnTo>
                  <a:lnTo>
                    <a:pt x="2243" y="38"/>
                  </a:lnTo>
                  <a:lnTo>
                    <a:pt x="147" y="13359"/>
                  </a:lnTo>
                  <a:lnTo>
                    <a:pt x="110" y="13350"/>
                  </a:lnTo>
                  <a:lnTo>
                    <a:pt x="72" y="13341"/>
                  </a:lnTo>
                  <a:lnTo>
                    <a:pt x="36" y="13332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6DA4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4" name="Freeform 580"/>
            <p:cNvSpPr>
              <a:spLocks/>
            </p:cNvSpPr>
            <p:nvPr/>
          </p:nvSpPr>
          <p:spPr bwMode="auto">
            <a:xfrm>
              <a:off x="2282" y="1771"/>
              <a:ext cx="280" cy="1670"/>
            </a:xfrm>
            <a:custGeom>
              <a:avLst/>
              <a:gdLst>
                <a:gd name="T0" fmla="*/ 0 w 2243"/>
                <a:gd name="T1" fmla="*/ 208 h 13357"/>
                <a:gd name="T2" fmla="*/ 33 w 2243"/>
                <a:gd name="T3" fmla="*/ 0 h 13357"/>
                <a:gd name="T4" fmla="*/ 33 w 2243"/>
                <a:gd name="T5" fmla="*/ 0 h 13357"/>
                <a:gd name="T6" fmla="*/ 34 w 2243"/>
                <a:gd name="T7" fmla="*/ 0 h 13357"/>
                <a:gd name="T8" fmla="*/ 34 w 2243"/>
                <a:gd name="T9" fmla="*/ 0 h 13357"/>
                <a:gd name="T10" fmla="*/ 35 w 2243"/>
                <a:gd name="T11" fmla="*/ 1 h 13357"/>
                <a:gd name="T12" fmla="*/ 2 w 2243"/>
                <a:gd name="T13" fmla="*/ 209 h 13357"/>
                <a:gd name="T14" fmla="*/ 2 w 2243"/>
                <a:gd name="T15" fmla="*/ 209 h 13357"/>
                <a:gd name="T16" fmla="*/ 1 w 2243"/>
                <a:gd name="T17" fmla="*/ 209 h 13357"/>
                <a:gd name="T18" fmla="*/ 1 w 2243"/>
                <a:gd name="T19" fmla="*/ 208 h 13357"/>
                <a:gd name="T20" fmla="*/ 0 w 2243"/>
                <a:gd name="T21" fmla="*/ 208 h 133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3"/>
                <a:gd name="T34" fmla="*/ 0 h 13357"/>
                <a:gd name="T35" fmla="*/ 2243 w 2243"/>
                <a:gd name="T36" fmla="*/ 13357 h 1335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3" h="13357">
                  <a:moveTo>
                    <a:pt x="0" y="13321"/>
                  </a:moveTo>
                  <a:lnTo>
                    <a:pt x="2096" y="0"/>
                  </a:lnTo>
                  <a:lnTo>
                    <a:pt x="2132" y="9"/>
                  </a:lnTo>
                  <a:lnTo>
                    <a:pt x="2169" y="18"/>
                  </a:lnTo>
                  <a:lnTo>
                    <a:pt x="2206" y="26"/>
                  </a:lnTo>
                  <a:lnTo>
                    <a:pt x="2243" y="35"/>
                  </a:lnTo>
                  <a:lnTo>
                    <a:pt x="147" y="13357"/>
                  </a:lnTo>
                  <a:lnTo>
                    <a:pt x="111" y="13347"/>
                  </a:lnTo>
                  <a:lnTo>
                    <a:pt x="73" y="13339"/>
                  </a:lnTo>
                  <a:lnTo>
                    <a:pt x="37" y="13330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6EA7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5" name="Freeform 581"/>
            <p:cNvSpPr>
              <a:spLocks/>
            </p:cNvSpPr>
            <p:nvPr/>
          </p:nvSpPr>
          <p:spPr bwMode="auto">
            <a:xfrm>
              <a:off x="2291" y="1773"/>
              <a:ext cx="280" cy="1670"/>
            </a:xfrm>
            <a:custGeom>
              <a:avLst/>
              <a:gdLst>
                <a:gd name="T0" fmla="*/ 0 w 2243"/>
                <a:gd name="T1" fmla="*/ 208 h 13354"/>
                <a:gd name="T2" fmla="*/ 33 w 2243"/>
                <a:gd name="T3" fmla="*/ 0 h 13354"/>
                <a:gd name="T4" fmla="*/ 33 w 2243"/>
                <a:gd name="T5" fmla="*/ 0 h 13354"/>
                <a:gd name="T6" fmla="*/ 34 w 2243"/>
                <a:gd name="T7" fmla="*/ 0 h 13354"/>
                <a:gd name="T8" fmla="*/ 34 w 2243"/>
                <a:gd name="T9" fmla="*/ 0 h 13354"/>
                <a:gd name="T10" fmla="*/ 35 w 2243"/>
                <a:gd name="T11" fmla="*/ 1 h 13354"/>
                <a:gd name="T12" fmla="*/ 2 w 2243"/>
                <a:gd name="T13" fmla="*/ 209 h 13354"/>
                <a:gd name="T14" fmla="*/ 2 w 2243"/>
                <a:gd name="T15" fmla="*/ 209 h 13354"/>
                <a:gd name="T16" fmla="*/ 1 w 2243"/>
                <a:gd name="T17" fmla="*/ 209 h 13354"/>
                <a:gd name="T18" fmla="*/ 1 w 2243"/>
                <a:gd name="T19" fmla="*/ 208 h 13354"/>
                <a:gd name="T20" fmla="*/ 0 w 2243"/>
                <a:gd name="T21" fmla="*/ 208 h 133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3"/>
                <a:gd name="T34" fmla="*/ 0 h 13354"/>
                <a:gd name="T35" fmla="*/ 2243 w 2243"/>
                <a:gd name="T36" fmla="*/ 13354 h 1335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3" h="13354">
                  <a:moveTo>
                    <a:pt x="0" y="13321"/>
                  </a:moveTo>
                  <a:lnTo>
                    <a:pt x="2096" y="0"/>
                  </a:lnTo>
                  <a:lnTo>
                    <a:pt x="2132" y="8"/>
                  </a:lnTo>
                  <a:lnTo>
                    <a:pt x="2168" y="16"/>
                  </a:lnTo>
                  <a:lnTo>
                    <a:pt x="2206" y="24"/>
                  </a:lnTo>
                  <a:lnTo>
                    <a:pt x="2243" y="32"/>
                  </a:lnTo>
                  <a:lnTo>
                    <a:pt x="147" y="13354"/>
                  </a:lnTo>
                  <a:lnTo>
                    <a:pt x="110" y="13347"/>
                  </a:lnTo>
                  <a:lnTo>
                    <a:pt x="73" y="13339"/>
                  </a:lnTo>
                  <a:lnTo>
                    <a:pt x="37" y="13329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72AB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6" name="Freeform 582"/>
            <p:cNvSpPr>
              <a:spLocks/>
            </p:cNvSpPr>
            <p:nvPr/>
          </p:nvSpPr>
          <p:spPr bwMode="auto">
            <a:xfrm>
              <a:off x="2300" y="1776"/>
              <a:ext cx="281" cy="1668"/>
            </a:xfrm>
            <a:custGeom>
              <a:avLst/>
              <a:gdLst>
                <a:gd name="T0" fmla="*/ 0 w 2244"/>
                <a:gd name="T1" fmla="*/ 208 h 13352"/>
                <a:gd name="T2" fmla="*/ 33 w 2244"/>
                <a:gd name="T3" fmla="*/ 0 h 13352"/>
                <a:gd name="T4" fmla="*/ 33 w 2244"/>
                <a:gd name="T5" fmla="*/ 0 h 13352"/>
                <a:gd name="T6" fmla="*/ 34 w 2244"/>
                <a:gd name="T7" fmla="*/ 0 h 13352"/>
                <a:gd name="T8" fmla="*/ 35 w 2244"/>
                <a:gd name="T9" fmla="*/ 0 h 13352"/>
                <a:gd name="T10" fmla="*/ 35 w 2244"/>
                <a:gd name="T11" fmla="*/ 0 h 13352"/>
                <a:gd name="T12" fmla="*/ 2 w 2244"/>
                <a:gd name="T13" fmla="*/ 208 h 13352"/>
                <a:gd name="T14" fmla="*/ 2 w 2244"/>
                <a:gd name="T15" fmla="*/ 208 h 13352"/>
                <a:gd name="T16" fmla="*/ 1 w 2244"/>
                <a:gd name="T17" fmla="*/ 208 h 13352"/>
                <a:gd name="T18" fmla="*/ 1 w 2244"/>
                <a:gd name="T19" fmla="*/ 208 h 13352"/>
                <a:gd name="T20" fmla="*/ 0 w 2244"/>
                <a:gd name="T21" fmla="*/ 208 h 133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4"/>
                <a:gd name="T34" fmla="*/ 0 h 13352"/>
                <a:gd name="T35" fmla="*/ 2244 w 2244"/>
                <a:gd name="T36" fmla="*/ 13352 h 133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4" h="13352">
                  <a:moveTo>
                    <a:pt x="0" y="13322"/>
                  </a:moveTo>
                  <a:lnTo>
                    <a:pt x="2096" y="0"/>
                  </a:lnTo>
                  <a:lnTo>
                    <a:pt x="2133" y="7"/>
                  </a:lnTo>
                  <a:lnTo>
                    <a:pt x="2169" y="15"/>
                  </a:lnTo>
                  <a:lnTo>
                    <a:pt x="2207" y="22"/>
                  </a:lnTo>
                  <a:lnTo>
                    <a:pt x="2244" y="30"/>
                  </a:lnTo>
                  <a:lnTo>
                    <a:pt x="149" y="13352"/>
                  </a:lnTo>
                  <a:lnTo>
                    <a:pt x="112" y="13345"/>
                  </a:lnTo>
                  <a:lnTo>
                    <a:pt x="74" y="13337"/>
                  </a:lnTo>
                  <a:lnTo>
                    <a:pt x="37" y="13330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73AE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7" name="Freeform 583"/>
            <p:cNvSpPr>
              <a:spLocks/>
            </p:cNvSpPr>
            <p:nvPr/>
          </p:nvSpPr>
          <p:spPr bwMode="auto">
            <a:xfrm>
              <a:off x="2309" y="1777"/>
              <a:ext cx="281" cy="1669"/>
            </a:xfrm>
            <a:custGeom>
              <a:avLst/>
              <a:gdLst>
                <a:gd name="T0" fmla="*/ 0 w 2244"/>
                <a:gd name="T1" fmla="*/ 208 h 13350"/>
                <a:gd name="T2" fmla="*/ 33 w 2244"/>
                <a:gd name="T3" fmla="*/ 0 h 13350"/>
                <a:gd name="T4" fmla="*/ 33 w 2244"/>
                <a:gd name="T5" fmla="*/ 0 h 13350"/>
                <a:gd name="T6" fmla="*/ 34 w 2244"/>
                <a:gd name="T7" fmla="*/ 0 h 13350"/>
                <a:gd name="T8" fmla="*/ 35 w 2244"/>
                <a:gd name="T9" fmla="*/ 0 h 13350"/>
                <a:gd name="T10" fmla="*/ 35 w 2244"/>
                <a:gd name="T11" fmla="*/ 1 h 13350"/>
                <a:gd name="T12" fmla="*/ 2 w 2244"/>
                <a:gd name="T13" fmla="*/ 209 h 13350"/>
                <a:gd name="T14" fmla="*/ 2 w 2244"/>
                <a:gd name="T15" fmla="*/ 209 h 13350"/>
                <a:gd name="T16" fmla="*/ 1 w 2244"/>
                <a:gd name="T17" fmla="*/ 208 h 13350"/>
                <a:gd name="T18" fmla="*/ 1 w 2244"/>
                <a:gd name="T19" fmla="*/ 208 h 13350"/>
                <a:gd name="T20" fmla="*/ 0 w 2244"/>
                <a:gd name="T21" fmla="*/ 208 h 133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4"/>
                <a:gd name="T34" fmla="*/ 0 h 13350"/>
                <a:gd name="T35" fmla="*/ 2244 w 2244"/>
                <a:gd name="T36" fmla="*/ 13350 h 133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4" h="13350">
                  <a:moveTo>
                    <a:pt x="0" y="13322"/>
                  </a:moveTo>
                  <a:lnTo>
                    <a:pt x="2096" y="0"/>
                  </a:lnTo>
                  <a:lnTo>
                    <a:pt x="2133" y="7"/>
                  </a:lnTo>
                  <a:lnTo>
                    <a:pt x="2169" y="15"/>
                  </a:lnTo>
                  <a:lnTo>
                    <a:pt x="2207" y="22"/>
                  </a:lnTo>
                  <a:lnTo>
                    <a:pt x="2244" y="29"/>
                  </a:lnTo>
                  <a:lnTo>
                    <a:pt x="149" y="13350"/>
                  </a:lnTo>
                  <a:lnTo>
                    <a:pt x="112" y="13343"/>
                  </a:lnTo>
                  <a:lnTo>
                    <a:pt x="74" y="13336"/>
                  </a:lnTo>
                  <a:lnTo>
                    <a:pt x="38" y="13330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75B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8" name="Freeform 584"/>
            <p:cNvSpPr>
              <a:spLocks/>
            </p:cNvSpPr>
            <p:nvPr/>
          </p:nvSpPr>
          <p:spPr bwMode="auto">
            <a:xfrm>
              <a:off x="2319" y="1779"/>
              <a:ext cx="280" cy="1669"/>
            </a:xfrm>
            <a:custGeom>
              <a:avLst/>
              <a:gdLst>
                <a:gd name="T0" fmla="*/ 0 w 2244"/>
                <a:gd name="T1" fmla="*/ 208 h 13347"/>
                <a:gd name="T2" fmla="*/ 33 w 2244"/>
                <a:gd name="T3" fmla="*/ 0 h 13347"/>
                <a:gd name="T4" fmla="*/ 33 w 2244"/>
                <a:gd name="T5" fmla="*/ 0 h 13347"/>
                <a:gd name="T6" fmla="*/ 34 w 2244"/>
                <a:gd name="T7" fmla="*/ 0 h 13347"/>
                <a:gd name="T8" fmla="*/ 34 w 2244"/>
                <a:gd name="T9" fmla="*/ 0 h 13347"/>
                <a:gd name="T10" fmla="*/ 35 w 2244"/>
                <a:gd name="T11" fmla="*/ 0 h 13347"/>
                <a:gd name="T12" fmla="*/ 35 w 2244"/>
                <a:gd name="T13" fmla="*/ 0 h 13347"/>
                <a:gd name="T14" fmla="*/ 2 w 2244"/>
                <a:gd name="T15" fmla="*/ 209 h 13347"/>
                <a:gd name="T16" fmla="*/ 2 w 2244"/>
                <a:gd name="T17" fmla="*/ 209 h 13347"/>
                <a:gd name="T18" fmla="*/ 1 w 2244"/>
                <a:gd name="T19" fmla="*/ 208 h 13347"/>
                <a:gd name="T20" fmla="*/ 1 w 2244"/>
                <a:gd name="T21" fmla="*/ 208 h 13347"/>
                <a:gd name="T22" fmla="*/ 0 w 2244"/>
                <a:gd name="T23" fmla="*/ 208 h 133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44"/>
                <a:gd name="T37" fmla="*/ 0 h 13347"/>
                <a:gd name="T38" fmla="*/ 2244 w 2244"/>
                <a:gd name="T39" fmla="*/ 13347 h 1334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44" h="13347">
                  <a:moveTo>
                    <a:pt x="0" y="13322"/>
                  </a:moveTo>
                  <a:lnTo>
                    <a:pt x="2095" y="0"/>
                  </a:lnTo>
                  <a:lnTo>
                    <a:pt x="2132" y="7"/>
                  </a:lnTo>
                  <a:lnTo>
                    <a:pt x="2169" y="14"/>
                  </a:lnTo>
                  <a:lnTo>
                    <a:pt x="2207" y="20"/>
                  </a:lnTo>
                  <a:lnTo>
                    <a:pt x="2244" y="26"/>
                  </a:lnTo>
                  <a:lnTo>
                    <a:pt x="148" y="13347"/>
                  </a:lnTo>
                  <a:lnTo>
                    <a:pt x="111" y="13341"/>
                  </a:lnTo>
                  <a:lnTo>
                    <a:pt x="73" y="13335"/>
                  </a:lnTo>
                  <a:lnTo>
                    <a:pt x="37" y="13328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77B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9" name="Freeform 585"/>
            <p:cNvSpPr>
              <a:spLocks/>
            </p:cNvSpPr>
            <p:nvPr/>
          </p:nvSpPr>
          <p:spPr bwMode="auto">
            <a:xfrm>
              <a:off x="2328" y="1781"/>
              <a:ext cx="280" cy="1668"/>
            </a:xfrm>
            <a:custGeom>
              <a:avLst/>
              <a:gdLst>
                <a:gd name="T0" fmla="*/ 0 w 2244"/>
                <a:gd name="T1" fmla="*/ 208 h 13344"/>
                <a:gd name="T2" fmla="*/ 33 w 2244"/>
                <a:gd name="T3" fmla="*/ 0 h 13344"/>
                <a:gd name="T4" fmla="*/ 33 w 2244"/>
                <a:gd name="T5" fmla="*/ 0 h 13344"/>
                <a:gd name="T6" fmla="*/ 33 w 2244"/>
                <a:gd name="T7" fmla="*/ 0 h 13344"/>
                <a:gd name="T8" fmla="*/ 33 w 2244"/>
                <a:gd name="T9" fmla="*/ 0 h 13344"/>
                <a:gd name="T10" fmla="*/ 34 w 2244"/>
                <a:gd name="T11" fmla="*/ 0 h 13344"/>
                <a:gd name="T12" fmla="*/ 34 w 2244"/>
                <a:gd name="T13" fmla="*/ 0 h 13344"/>
                <a:gd name="T14" fmla="*/ 34 w 2244"/>
                <a:gd name="T15" fmla="*/ 0 h 13344"/>
                <a:gd name="T16" fmla="*/ 35 w 2244"/>
                <a:gd name="T17" fmla="*/ 0 h 13344"/>
                <a:gd name="T18" fmla="*/ 35 w 2244"/>
                <a:gd name="T19" fmla="*/ 0 h 13344"/>
                <a:gd name="T20" fmla="*/ 2 w 2244"/>
                <a:gd name="T21" fmla="*/ 209 h 13344"/>
                <a:gd name="T22" fmla="*/ 2 w 2244"/>
                <a:gd name="T23" fmla="*/ 209 h 13344"/>
                <a:gd name="T24" fmla="*/ 2 w 2244"/>
                <a:gd name="T25" fmla="*/ 208 h 13344"/>
                <a:gd name="T26" fmla="*/ 1 w 2244"/>
                <a:gd name="T27" fmla="*/ 208 h 13344"/>
                <a:gd name="T28" fmla="*/ 1 w 2244"/>
                <a:gd name="T29" fmla="*/ 208 h 13344"/>
                <a:gd name="T30" fmla="*/ 1 w 2244"/>
                <a:gd name="T31" fmla="*/ 208 h 13344"/>
                <a:gd name="T32" fmla="*/ 1 w 2244"/>
                <a:gd name="T33" fmla="*/ 208 h 13344"/>
                <a:gd name="T34" fmla="*/ 0 w 2244"/>
                <a:gd name="T35" fmla="*/ 208 h 13344"/>
                <a:gd name="T36" fmla="*/ 0 w 2244"/>
                <a:gd name="T37" fmla="*/ 208 h 1334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4"/>
                <a:gd name="T58" fmla="*/ 0 h 13344"/>
                <a:gd name="T59" fmla="*/ 2244 w 2244"/>
                <a:gd name="T60" fmla="*/ 13344 h 1334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4" h="13344">
                  <a:moveTo>
                    <a:pt x="0" y="13321"/>
                  </a:moveTo>
                  <a:lnTo>
                    <a:pt x="2095" y="0"/>
                  </a:lnTo>
                  <a:lnTo>
                    <a:pt x="2114" y="3"/>
                  </a:lnTo>
                  <a:lnTo>
                    <a:pt x="2133" y="6"/>
                  </a:lnTo>
                  <a:lnTo>
                    <a:pt x="2151" y="9"/>
                  </a:lnTo>
                  <a:lnTo>
                    <a:pt x="2170" y="12"/>
                  </a:lnTo>
                  <a:lnTo>
                    <a:pt x="2189" y="15"/>
                  </a:lnTo>
                  <a:lnTo>
                    <a:pt x="2208" y="17"/>
                  </a:lnTo>
                  <a:lnTo>
                    <a:pt x="2226" y="20"/>
                  </a:lnTo>
                  <a:lnTo>
                    <a:pt x="2244" y="23"/>
                  </a:lnTo>
                  <a:lnTo>
                    <a:pt x="149" y="13344"/>
                  </a:lnTo>
                  <a:lnTo>
                    <a:pt x="131" y="13341"/>
                  </a:lnTo>
                  <a:lnTo>
                    <a:pt x="112" y="13339"/>
                  </a:lnTo>
                  <a:lnTo>
                    <a:pt x="93" y="13336"/>
                  </a:lnTo>
                  <a:lnTo>
                    <a:pt x="74" y="13333"/>
                  </a:lnTo>
                  <a:lnTo>
                    <a:pt x="56" y="13330"/>
                  </a:lnTo>
                  <a:lnTo>
                    <a:pt x="38" y="13327"/>
                  </a:lnTo>
                  <a:lnTo>
                    <a:pt x="18" y="13324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7AB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0" name="Freeform 586"/>
            <p:cNvSpPr>
              <a:spLocks/>
            </p:cNvSpPr>
            <p:nvPr/>
          </p:nvSpPr>
          <p:spPr bwMode="auto">
            <a:xfrm>
              <a:off x="2337" y="1782"/>
              <a:ext cx="281" cy="1668"/>
            </a:xfrm>
            <a:custGeom>
              <a:avLst/>
              <a:gdLst>
                <a:gd name="T0" fmla="*/ 0 w 2245"/>
                <a:gd name="T1" fmla="*/ 208 h 13343"/>
                <a:gd name="T2" fmla="*/ 33 w 2245"/>
                <a:gd name="T3" fmla="*/ 0 h 13343"/>
                <a:gd name="T4" fmla="*/ 33 w 2245"/>
                <a:gd name="T5" fmla="*/ 0 h 13343"/>
                <a:gd name="T6" fmla="*/ 34 w 2245"/>
                <a:gd name="T7" fmla="*/ 0 h 13343"/>
                <a:gd name="T8" fmla="*/ 35 w 2245"/>
                <a:gd name="T9" fmla="*/ 0 h 13343"/>
                <a:gd name="T10" fmla="*/ 35 w 2245"/>
                <a:gd name="T11" fmla="*/ 0 h 13343"/>
                <a:gd name="T12" fmla="*/ 2 w 2245"/>
                <a:gd name="T13" fmla="*/ 209 h 13343"/>
                <a:gd name="T14" fmla="*/ 2 w 2245"/>
                <a:gd name="T15" fmla="*/ 208 h 13343"/>
                <a:gd name="T16" fmla="*/ 1 w 2245"/>
                <a:gd name="T17" fmla="*/ 208 h 13343"/>
                <a:gd name="T18" fmla="*/ 1 w 2245"/>
                <a:gd name="T19" fmla="*/ 208 h 13343"/>
                <a:gd name="T20" fmla="*/ 0 w 2245"/>
                <a:gd name="T21" fmla="*/ 208 h 13343"/>
                <a:gd name="T22" fmla="*/ 0 w 2245"/>
                <a:gd name="T23" fmla="*/ 208 h 133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45"/>
                <a:gd name="T37" fmla="*/ 0 h 13343"/>
                <a:gd name="T38" fmla="*/ 2245 w 2245"/>
                <a:gd name="T39" fmla="*/ 13343 h 133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45" h="13343">
                  <a:moveTo>
                    <a:pt x="0" y="13321"/>
                  </a:moveTo>
                  <a:lnTo>
                    <a:pt x="2096" y="0"/>
                  </a:lnTo>
                  <a:lnTo>
                    <a:pt x="2134" y="5"/>
                  </a:lnTo>
                  <a:lnTo>
                    <a:pt x="2171" y="11"/>
                  </a:lnTo>
                  <a:lnTo>
                    <a:pt x="2209" y="16"/>
                  </a:lnTo>
                  <a:lnTo>
                    <a:pt x="2245" y="21"/>
                  </a:lnTo>
                  <a:lnTo>
                    <a:pt x="150" y="13343"/>
                  </a:lnTo>
                  <a:lnTo>
                    <a:pt x="113" y="13337"/>
                  </a:lnTo>
                  <a:lnTo>
                    <a:pt x="75" y="13332"/>
                  </a:lnTo>
                  <a:lnTo>
                    <a:pt x="39" y="13327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7CB9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1" name="Freeform 587"/>
            <p:cNvSpPr>
              <a:spLocks/>
            </p:cNvSpPr>
            <p:nvPr/>
          </p:nvSpPr>
          <p:spPr bwMode="auto">
            <a:xfrm>
              <a:off x="2347" y="1784"/>
              <a:ext cx="280" cy="1667"/>
            </a:xfrm>
            <a:custGeom>
              <a:avLst/>
              <a:gdLst>
                <a:gd name="T0" fmla="*/ 0 w 2245"/>
                <a:gd name="T1" fmla="*/ 208 h 13341"/>
                <a:gd name="T2" fmla="*/ 33 w 2245"/>
                <a:gd name="T3" fmla="*/ 0 h 13341"/>
                <a:gd name="T4" fmla="*/ 33 w 2245"/>
                <a:gd name="T5" fmla="*/ 0 h 13341"/>
                <a:gd name="T6" fmla="*/ 34 w 2245"/>
                <a:gd name="T7" fmla="*/ 0 h 13341"/>
                <a:gd name="T8" fmla="*/ 34 w 2245"/>
                <a:gd name="T9" fmla="*/ 0 h 13341"/>
                <a:gd name="T10" fmla="*/ 35 w 2245"/>
                <a:gd name="T11" fmla="*/ 0 h 13341"/>
                <a:gd name="T12" fmla="*/ 2 w 2245"/>
                <a:gd name="T13" fmla="*/ 208 h 13341"/>
                <a:gd name="T14" fmla="*/ 2 w 2245"/>
                <a:gd name="T15" fmla="*/ 208 h 13341"/>
                <a:gd name="T16" fmla="*/ 1 w 2245"/>
                <a:gd name="T17" fmla="*/ 208 h 13341"/>
                <a:gd name="T18" fmla="*/ 1 w 2245"/>
                <a:gd name="T19" fmla="*/ 208 h 13341"/>
                <a:gd name="T20" fmla="*/ 0 w 2245"/>
                <a:gd name="T21" fmla="*/ 208 h 133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5"/>
                <a:gd name="T34" fmla="*/ 0 h 13341"/>
                <a:gd name="T35" fmla="*/ 2245 w 2245"/>
                <a:gd name="T36" fmla="*/ 13341 h 133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5" h="13341">
                  <a:moveTo>
                    <a:pt x="0" y="13321"/>
                  </a:moveTo>
                  <a:lnTo>
                    <a:pt x="2095" y="0"/>
                  </a:lnTo>
                  <a:lnTo>
                    <a:pt x="2134" y="5"/>
                  </a:lnTo>
                  <a:lnTo>
                    <a:pt x="2171" y="10"/>
                  </a:lnTo>
                  <a:lnTo>
                    <a:pt x="2209" y="14"/>
                  </a:lnTo>
                  <a:lnTo>
                    <a:pt x="2245" y="18"/>
                  </a:lnTo>
                  <a:lnTo>
                    <a:pt x="150" y="13341"/>
                  </a:lnTo>
                  <a:lnTo>
                    <a:pt x="113" y="13336"/>
                  </a:lnTo>
                  <a:lnTo>
                    <a:pt x="75" y="13332"/>
                  </a:lnTo>
                  <a:lnTo>
                    <a:pt x="38" y="13326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7FBB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2" name="Freeform 588"/>
            <p:cNvSpPr>
              <a:spLocks/>
            </p:cNvSpPr>
            <p:nvPr/>
          </p:nvSpPr>
          <p:spPr bwMode="auto">
            <a:xfrm>
              <a:off x="2356" y="1785"/>
              <a:ext cx="281" cy="1667"/>
            </a:xfrm>
            <a:custGeom>
              <a:avLst/>
              <a:gdLst>
                <a:gd name="T0" fmla="*/ 0 w 2245"/>
                <a:gd name="T1" fmla="*/ 208 h 13338"/>
                <a:gd name="T2" fmla="*/ 33 w 2245"/>
                <a:gd name="T3" fmla="*/ 0 h 13338"/>
                <a:gd name="T4" fmla="*/ 33 w 2245"/>
                <a:gd name="T5" fmla="*/ 0 h 13338"/>
                <a:gd name="T6" fmla="*/ 34 w 2245"/>
                <a:gd name="T7" fmla="*/ 0 h 13338"/>
                <a:gd name="T8" fmla="*/ 35 w 2245"/>
                <a:gd name="T9" fmla="*/ 0 h 13338"/>
                <a:gd name="T10" fmla="*/ 35 w 2245"/>
                <a:gd name="T11" fmla="*/ 0 h 13338"/>
                <a:gd name="T12" fmla="*/ 2 w 2245"/>
                <a:gd name="T13" fmla="*/ 208 h 13338"/>
                <a:gd name="T14" fmla="*/ 2 w 2245"/>
                <a:gd name="T15" fmla="*/ 208 h 13338"/>
                <a:gd name="T16" fmla="*/ 1 w 2245"/>
                <a:gd name="T17" fmla="*/ 208 h 13338"/>
                <a:gd name="T18" fmla="*/ 1 w 2245"/>
                <a:gd name="T19" fmla="*/ 208 h 13338"/>
                <a:gd name="T20" fmla="*/ 0 w 2245"/>
                <a:gd name="T21" fmla="*/ 208 h 133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45"/>
                <a:gd name="T34" fmla="*/ 0 h 13338"/>
                <a:gd name="T35" fmla="*/ 2245 w 2245"/>
                <a:gd name="T36" fmla="*/ 13338 h 133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45" h="13338">
                  <a:moveTo>
                    <a:pt x="0" y="13322"/>
                  </a:moveTo>
                  <a:lnTo>
                    <a:pt x="2095" y="0"/>
                  </a:lnTo>
                  <a:lnTo>
                    <a:pt x="2134" y="4"/>
                  </a:lnTo>
                  <a:lnTo>
                    <a:pt x="2171" y="9"/>
                  </a:lnTo>
                  <a:lnTo>
                    <a:pt x="2209" y="12"/>
                  </a:lnTo>
                  <a:lnTo>
                    <a:pt x="2245" y="16"/>
                  </a:lnTo>
                  <a:lnTo>
                    <a:pt x="150" y="13338"/>
                  </a:lnTo>
                  <a:lnTo>
                    <a:pt x="113" y="13335"/>
                  </a:lnTo>
                  <a:lnTo>
                    <a:pt x="75" y="13331"/>
                  </a:lnTo>
                  <a:lnTo>
                    <a:pt x="38" y="13326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83B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3" name="Freeform 589"/>
            <p:cNvSpPr>
              <a:spLocks/>
            </p:cNvSpPr>
            <p:nvPr/>
          </p:nvSpPr>
          <p:spPr bwMode="auto">
            <a:xfrm>
              <a:off x="2365" y="1786"/>
              <a:ext cx="281" cy="1667"/>
            </a:xfrm>
            <a:custGeom>
              <a:avLst/>
              <a:gdLst>
                <a:gd name="T0" fmla="*/ 0 w 2246"/>
                <a:gd name="T1" fmla="*/ 208 h 13337"/>
                <a:gd name="T2" fmla="*/ 33 w 2246"/>
                <a:gd name="T3" fmla="*/ 0 h 13337"/>
                <a:gd name="T4" fmla="*/ 33 w 2246"/>
                <a:gd name="T5" fmla="*/ 0 h 13337"/>
                <a:gd name="T6" fmla="*/ 33 w 2246"/>
                <a:gd name="T7" fmla="*/ 0 h 13337"/>
                <a:gd name="T8" fmla="*/ 34 w 2246"/>
                <a:gd name="T9" fmla="*/ 0 h 13337"/>
                <a:gd name="T10" fmla="*/ 34 w 2246"/>
                <a:gd name="T11" fmla="*/ 0 h 13337"/>
                <a:gd name="T12" fmla="*/ 34 w 2246"/>
                <a:gd name="T13" fmla="*/ 0 h 13337"/>
                <a:gd name="T14" fmla="*/ 35 w 2246"/>
                <a:gd name="T15" fmla="*/ 0 h 13337"/>
                <a:gd name="T16" fmla="*/ 35 w 2246"/>
                <a:gd name="T17" fmla="*/ 0 h 13337"/>
                <a:gd name="T18" fmla="*/ 35 w 2246"/>
                <a:gd name="T19" fmla="*/ 0 h 13337"/>
                <a:gd name="T20" fmla="*/ 2 w 2246"/>
                <a:gd name="T21" fmla="*/ 208 h 13337"/>
                <a:gd name="T22" fmla="*/ 2 w 2246"/>
                <a:gd name="T23" fmla="*/ 208 h 13337"/>
                <a:gd name="T24" fmla="*/ 2 w 2246"/>
                <a:gd name="T25" fmla="*/ 208 h 13337"/>
                <a:gd name="T26" fmla="*/ 2 w 2246"/>
                <a:gd name="T27" fmla="*/ 208 h 13337"/>
                <a:gd name="T28" fmla="*/ 1 w 2246"/>
                <a:gd name="T29" fmla="*/ 208 h 13337"/>
                <a:gd name="T30" fmla="*/ 1 w 2246"/>
                <a:gd name="T31" fmla="*/ 208 h 13337"/>
                <a:gd name="T32" fmla="*/ 1 w 2246"/>
                <a:gd name="T33" fmla="*/ 208 h 13337"/>
                <a:gd name="T34" fmla="*/ 0 w 2246"/>
                <a:gd name="T35" fmla="*/ 208 h 13337"/>
                <a:gd name="T36" fmla="*/ 0 w 2246"/>
                <a:gd name="T37" fmla="*/ 208 h 133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6"/>
                <a:gd name="T58" fmla="*/ 0 h 13337"/>
                <a:gd name="T59" fmla="*/ 2246 w 2246"/>
                <a:gd name="T60" fmla="*/ 13337 h 133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6" h="13337">
                  <a:moveTo>
                    <a:pt x="0" y="13323"/>
                  </a:moveTo>
                  <a:lnTo>
                    <a:pt x="2095" y="0"/>
                  </a:lnTo>
                  <a:lnTo>
                    <a:pt x="2114" y="3"/>
                  </a:lnTo>
                  <a:lnTo>
                    <a:pt x="2134" y="4"/>
                  </a:lnTo>
                  <a:lnTo>
                    <a:pt x="2152" y="6"/>
                  </a:lnTo>
                  <a:lnTo>
                    <a:pt x="2171" y="8"/>
                  </a:lnTo>
                  <a:lnTo>
                    <a:pt x="2190" y="10"/>
                  </a:lnTo>
                  <a:lnTo>
                    <a:pt x="2209" y="12"/>
                  </a:lnTo>
                  <a:lnTo>
                    <a:pt x="2227" y="13"/>
                  </a:lnTo>
                  <a:lnTo>
                    <a:pt x="2246" y="15"/>
                  </a:lnTo>
                  <a:lnTo>
                    <a:pt x="151" y="13337"/>
                  </a:lnTo>
                  <a:lnTo>
                    <a:pt x="132" y="13335"/>
                  </a:lnTo>
                  <a:lnTo>
                    <a:pt x="113" y="13334"/>
                  </a:lnTo>
                  <a:lnTo>
                    <a:pt x="94" y="13332"/>
                  </a:lnTo>
                  <a:lnTo>
                    <a:pt x="76" y="13330"/>
                  </a:lnTo>
                  <a:lnTo>
                    <a:pt x="57" y="13329"/>
                  </a:lnTo>
                  <a:lnTo>
                    <a:pt x="38" y="13327"/>
                  </a:lnTo>
                  <a:lnTo>
                    <a:pt x="19" y="13325"/>
                  </a:lnTo>
                  <a:lnTo>
                    <a:pt x="0" y="13323"/>
                  </a:lnTo>
                  <a:close/>
                </a:path>
              </a:pathLst>
            </a:custGeom>
            <a:solidFill>
              <a:srgbClr val="86BD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4" name="Freeform 590"/>
            <p:cNvSpPr>
              <a:spLocks/>
            </p:cNvSpPr>
            <p:nvPr/>
          </p:nvSpPr>
          <p:spPr bwMode="auto">
            <a:xfrm>
              <a:off x="2375" y="1787"/>
              <a:ext cx="280" cy="1667"/>
            </a:xfrm>
            <a:custGeom>
              <a:avLst/>
              <a:gdLst>
                <a:gd name="T0" fmla="*/ 0 w 2246"/>
                <a:gd name="T1" fmla="*/ 208 h 13334"/>
                <a:gd name="T2" fmla="*/ 33 w 2246"/>
                <a:gd name="T3" fmla="*/ 0 h 13334"/>
                <a:gd name="T4" fmla="*/ 33 w 2246"/>
                <a:gd name="T5" fmla="*/ 0 h 13334"/>
                <a:gd name="T6" fmla="*/ 33 w 2246"/>
                <a:gd name="T7" fmla="*/ 0 h 13334"/>
                <a:gd name="T8" fmla="*/ 33 w 2246"/>
                <a:gd name="T9" fmla="*/ 0 h 13334"/>
                <a:gd name="T10" fmla="*/ 34 w 2246"/>
                <a:gd name="T11" fmla="*/ 0 h 13334"/>
                <a:gd name="T12" fmla="*/ 34 w 2246"/>
                <a:gd name="T13" fmla="*/ 0 h 13334"/>
                <a:gd name="T14" fmla="*/ 34 w 2246"/>
                <a:gd name="T15" fmla="*/ 0 h 13334"/>
                <a:gd name="T16" fmla="*/ 35 w 2246"/>
                <a:gd name="T17" fmla="*/ 0 h 13334"/>
                <a:gd name="T18" fmla="*/ 35 w 2246"/>
                <a:gd name="T19" fmla="*/ 0 h 13334"/>
                <a:gd name="T20" fmla="*/ 2 w 2246"/>
                <a:gd name="T21" fmla="*/ 208 h 13334"/>
                <a:gd name="T22" fmla="*/ 2 w 2246"/>
                <a:gd name="T23" fmla="*/ 208 h 13334"/>
                <a:gd name="T24" fmla="*/ 2 w 2246"/>
                <a:gd name="T25" fmla="*/ 208 h 13334"/>
                <a:gd name="T26" fmla="*/ 1 w 2246"/>
                <a:gd name="T27" fmla="*/ 208 h 13334"/>
                <a:gd name="T28" fmla="*/ 1 w 2246"/>
                <a:gd name="T29" fmla="*/ 208 h 13334"/>
                <a:gd name="T30" fmla="*/ 1 w 2246"/>
                <a:gd name="T31" fmla="*/ 208 h 13334"/>
                <a:gd name="T32" fmla="*/ 1 w 2246"/>
                <a:gd name="T33" fmla="*/ 208 h 13334"/>
                <a:gd name="T34" fmla="*/ 0 w 2246"/>
                <a:gd name="T35" fmla="*/ 208 h 13334"/>
                <a:gd name="T36" fmla="*/ 0 w 2246"/>
                <a:gd name="T37" fmla="*/ 208 h 133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6"/>
                <a:gd name="T58" fmla="*/ 0 h 13334"/>
                <a:gd name="T59" fmla="*/ 2246 w 2246"/>
                <a:gd name="T60" fmla="*/ 13334 h 1333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6" h="13334">
                  <a:moveTo>
                    <a:pt x="0" y="13322"/>
                  </a:moveTo>
                  <a:lnTo>
                    <a:pt x="2095" y="0"/>
                  </a:lnTo>
                  <a:lnTo>
                    <a:pt x="2114" y="2"/>
                  </a:lnTo>
                  <a:lnTo>
                    <a:pt x="2134" y="4"/>
                  </a:lnTo>
                  <a:lnTo>
                    <a:pt x="2153" y="5"/>
                  </a:lnTo>
                  <a:lnTo>
                    <a:pt x="2171" y="7"/>
                  </a:lnTo>
                  <a:lnTo>
                    <a:pt x="2190" y="8"/>
                  </a:lnTo>
                  <a:lnTo>
                    <a:pt x="2210" y="9"/>
                  </a:lnTo>
                  <a:lnTo>
                    <a:pt x="2228" y="11"/>
                  </a:lnTo>
                  <a:lnTo>
                    <a:pt x="2246" y="12"/>
                  </a:lnTo>
                  <a:lnTo>
                    <a:pt x="151" y="13334"/>
                  </a:lnTo>
                  <a:lnTo>
                    <a:pt x="133" y="13333"/>
                  </a:lnTo>
                  <a:lnTo>
                    <a:pt x="113" y="13332"/>
                  </a:lnTo>
                  <a:lnTo>
                    <a:pt x="95" y="13330"/>
                  </a:lnTo>
                  <a:lnTo>
                    <a:pt x="76" y="13329"/>
                  </a:lnTo>
                  <a:lnTo>
                    <a:pt x="57" y="13327"/>
                  </a:lnTo>
                  <a:lnTo>
                    <a:pt x="38" y="13326"/>
                  </a:lnTo>
                  <a:lnTo>
                    <a:pt x="19" y="13324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8ABE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5" name="Freeform 591"/>
            <p:cNvSpPr>
              <a:spLocks/>
            </p:cNvSpPr>
            <p:nvPr/>
          </p:nvSpPr>
          <p:spPr bwMode="auto">
            <a:xfrm>
              <a:off x="2384" y="1788"/>
              <a:ext cx="281" cy="1666"/>
            </a:xfrm>
            <a:custGeom>
              <a:avLst/>
              <a:gdLst>
                <a:gd name="T0" fmla="*/ 0 w 2246"/>
                <a:gd name="T1" fmla="*/ 208 h 13331"/>
                <a:gd name="T2" fmla="*/ 33 w 2246"/>
                <a:gd name="T3" fmla="*/ 0 h 13331"/>
                <a:gd name="T4" fmla="*/ 33 w 2246"/>
                <a:gd name="T5" fmla="*/ 0 h 13331"/>
                <a:gd name="T6" fmla="*/ 33 w 2246"/>
                <a:gd name="T7" fmla="*/ 0 h 13331"/>
                <a:gd name="T8" fmla="*/ 34 w 2246"/>
                <a:gd name="T9" fmla="*/ 0 h 13331"/>
                <a:gd name="T10" fmla="*/ 34 w 2246"/>
                <a:gd name="T11" fmla="*/ 0 h 13331"/>
                <a:gd name="T12" fmla="*/ 34 w 2246"/>
                <a:gd name="T13" fmla="*/ 0 h 13331"/>
                <a:gd name="T14" fmla="*/ 35 w 2246"/>
                <a:gd name="T15" fmla="*/ 0 h 13331"/>
                <a:gd name="T16" fmla="*/ 35 w 2246"/>
                <a:gd name="T17" fmla="*/ 0 h 13331"/>
                <a:gd name="T18" fmla="*/ 35 w 2246"/>
                <a:gd name="T19" fmla="*/ 0 h 13331"/>
                <a:gd name="T20" fmla="*/ 2 w 2246"/>
                <a:gd name="T21" fmla="*/ 208 h 13331"/>
                <a:gd name="T22" fmla="*/ 2 w 2246"/>
                <a:gd name="T23" fmla="*/ 208 h 13331"/>
                <a:gd name="T24" fmla="*/ 2 w 2246"/>
                <a:gd name="T25" fmla="*/ 208 h 13331"/>
                <a:gd name="T26" fmla="*/ 2 w 2246"/>
                <a:gd name="T27" fmla="*/ 208 h 13331"/>
                <a:gd name="T28" fmla="*/ 1 w 2246"/>
                <a:gd name="T29" fmla="*/ 208 h 13331"/>
                <a:gd name="T30" fmla="*/ 1 w 2246"/>
                <a:gd name="T31" fmla="*/ 208 h 13331"/>
                <a:gd name="T32" fmla="*/ 1 w 2246"/>
                <a:gd name="T33" fmla="*/ 208 h 13331"/>
                <a:gd name="T34" fmla="*/ 0 w 2246"/>
                <a:gd name="T35" fmla="*/ 208 h 13331"/>
                <a:gd name="T36" fmla="*/ 0 w 2246"/>
                <a:gd name="T37" fmla="*/ 208 h 133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6"/>
                <a:gd name="T58" fmla="*/ 0 h 13331"/>
                <a:gd name="T59" fmla="*/ 2246 w 2246"/>
                <a:gd name="T60" fmla="*/ 13331 h 133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6" h="13331">
                  <a:moveTo>
                    <a:pt x="0" y="13322"/>
                  </a:moveTo>
                  <a:lnTo>
                    <a:pt x="2095" y="0"/>
                  </a:lnTo>
                  <a:lnTo>
                    <a:pt x="2114" y="1"/>
                  </a:lnTo>
                  <a:lnTo>
                    <a:pt x="2134" y="2"/>
                  </a:lnTo>
                  <a:lnTo>
                    <a:pt x="2152" y="4"/>
                  </a:lnTo>
                  <a:lnTo>
                    <a:pt x="2171" y="5"/>
                  </a:lnTo>
                  <a:lnTo>
                    <a:pt x="2190" y="6"/>
                  </a:lnTo>
                  <a:lnTo>
                    <a:pt x="2209" y="7"/>
                  </a:lnTo>
                  <a:lnTo>
                    <a:pt x="2228" y="8"/>
                  </a:lnTo>
                  <a:lnTo>
                    <a:pt x="2246" y="9"/>
                  </a:lnTo>
                  <a:lnTo>
                    <a:pt x="151" y="13331"/>
                  </a:lnTo>
                  <a:lnTo>
                    <a:pt x="132" y="13330"/>
                  </a:lnTo>
                  <a:lnTo>
                    <a:pt x="113" y="13329"/>
                  </a:lnTo>
                  <a:lnTo>
                    <a:pt x="94" y="13328"/>
                  </a:lnTo>
                  <a:lnTo>
                    <a:pt x="76" y="13327"/>
                  </a:lnTo>
                  <a:lnTo>
                    <a:pt x="57" y="13326"/>
                  </a:lnTo>
                  <a:lnTo>
                    <a:pt x="37" y="13325"/>
                  </a:lnTo>
                  <a:lnTo>
                    <a:pt x="18" y="13323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8DC0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6" name="Freeform 592"/>
            <p:cNvSpPr>
              <a:spLocks/>
            </p:cNvSpPr>
            <p:nvPr/>
          </p:nvSpPr>
          <p:spPr bwMode="auto">
            <a:xfrm>
              <a:off x="2393" y="1789"/>
              <a:ext cx="281" cy="1666"/>
            </a:xfrm>
            <a:custGeom>
              <a:avLst/>
              <a:gdLst>
                <a:gd name="T0" fmla="*/ 0 w 2247"/>
                <a:gd name="T1" fmla="*/ 208 h 13329"/>
                <a:gd name="T2" fmla="*/ 33 w 2247"/>
                <a:gd name="T3" fmla="*/ 0 h 13329"/>
                <a:gd name="T4" fmla="*/ 33 w 2247"/>
                <a:gd name="T5" fmla="*/ 0 h 13329"/>
                <a:gd name="T6" fmla="*/ 33 w 2247"/>
                <a:gd name="T7" fmla="*/ 0 h 13329"/>
                <a:gd name="T8" fmla="*/ 34 w 2247"/>
                <a:gd name="T9" fmla="*/ 0 h 13329"/>
                <a:gd name="T10" fmla="*/ 34 w 2247"/>
                <a:gd name="T11" fmla="*/ 0 h 13329"/>
                <a:gd name="T12" fmla="*/ 34 w 2247"/>
                <a:gd name="T13" fmla="*/ 0 h 13329"/>
                <a:gd name="T14" fmla="*/ 35 w 2247"/>
                <a:gd name="T15" fmla="*/ 0 h 13329"/>
                <a:gd name="T16" fmla="*/ 35 w 2247"/>
                <a:gd name="T17" fmla="*/ 0 h 13329"/>
                <a:gd name="T18" fmla="*/ 35 w 2247"/>
                <a:gd name="T19" fmla="*/ 0 h 13329"/>
                <a:gd name="T20" fmla="*/ 2 w 2247"/>
                <a:gd name="T21" fmla="*/ 208 h 13329"/>
                <a:gd name="T22" fmla="*/ 2 w 2247"/>
                <a:gd name="T23" fmla="*/ 208 h 13329"/>
                <a:gd name="T24" fmla="*/ 2 w 2247"/>
                <a:gd name="T25" fmla="*/ 208 h 13329"/>
                <a:gd name="T26" fmla="*/ 2 w 2247"/>
                <a:gd name="T27" fmla="*/ 208 h 13329"/>
                <a:gd name="T28" fmla="*/ 1 w 2247"/>
                <a:gd name="T29" fmla="*/ 208 h 13329"/>
                <a:gd name="T30" fmla="*/ 1 w 2247"/>
                <a:gd name="T31" fmla="*/ 208 h 13329"/>
                <a:gd name="T32" fmla="*/ 1 w 2247"/>
                <a:gd name="T33" fmla="*/ 208 h 13329"/>
                <a:gd name="T34" fmla="*/ 0 w 2247"/>
                <a:gd name="T35" fmla="*/ 208 h 13329"/>
                <a:gd name="T36" fmla="*/ 0 w 2247"/>
                <a:gd name="T37" fmla="*/ 208 h 133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7"/>
                <a:gd name="T58" fmla="*/ 0 h 13329"/>
                <a:gd name="T59" fmla="*/ 2247 w 2247"/>
                <a:gd name="T60" fmla="*/ 13329 h 1332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7" h="13329">
                  <a:moveTo>
                    <a:pt x="0" y="13322"/>
                  </a:moveTo>
                  <a:lnTo>
                    <a:pt x="2095" y="0"/>
                  </a:lnTo>
                  <a:lnTo>
                    <a:pt x="2114" y="1"/>
                  </a:lnTo>
                  <a:lnTo>
                    <a:pt x="2134" y="2"/>
                  </a:lnTo>
                  <a:lnTo>
                    <a:pt x="2153" y="3"/>
                  </a:lnTo>
                  <a:lnTo>
                    <a:pt x="2172" y="4"/>
                  </a:lnTo>
                  <a:lnTo>
                    <a:pt x="2191" y="6"/>
                  </a:lnTo>
                  <a:lnTo>
                    <a:pt x="2210" y="7"/>
                  </a:lnTo>
                  <a:lnTo>
                    <a:pt x="2229" y="7"/>
                  </a:lnTo>
                  <a:lnTo>
                    <a:pt x="2247" y="8"/>
                  </a:lnTo>
                  <a:lnTo>
                    <a:pt x="152" y="13329"/>
                  </a:lnTo>
                  <a:lnTo>
                    <a:pt x="133" y="13328"/>
                  </a:lnTo>
                  <a:lnTo>
                    <a:pt x="114" y="13328"/>
                  </a:lnTo>
                  <a:lnTo>
                    <a:pt x="95" y="13327"/>
                  </a:lnTo>
                  <a:lnTo>
                    <a:pt x="77" y="13326"/>
                  </a:lnTo>
                  <a:lnTo>
                    <a:pt x="58" y="13325"/>
                  </a:lnTo>
                  <a:lnTo>
                    <a:pt x="38" y="13324"/>
                  </a:lnTo>
                  <a:lnTo>
                    <a:pt x="19" y="13323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90C1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7" name="Freeform 593"/>
            <p:cNvSpPr>
              <a:spLocks/>
            </p:cNvSpPr>
            <p:nvPr/>
          </p:nvSpPr>
          <p:spPr bwMode="auto">
            <a:xfrm>
              <a:off x="2403" y="1789"/>
              <a:ext cx="281" cy="1666"/>
            </a:xfrm>
            <a:custGeom>
              <a:avLst/>
              <a:gdLst>
                <a:gd name="T0" fmla="*/ 0 w 2247"/>
                <a:gd name="T1" fmla="*/ 208 h 13326"/>
                <a:gd name="T2" fmla="*/ 33 w 2247"/>
                <a:gd name="T3" fmla="*/ 0 h 13326"/>
                <a:gd name="T4" fmla="*/ 33 w 2247"/>
                <a:gd name="T5" fmla="*/ 0 h 13326"/>
                <a:gd name="T6" fmla="*/ 33 w 2247"/>
                <a:gd name="T7" fmla="*/ 0 h 13326"/>
                <a:gd name="T8" fmla="*/ 34 w 2247"/>
                <a:gd name="T9" fmla="*/ 0 h 13326"/>
                <a:gd name="T10" fmla="*/ 34 w 2247"/>
                <a:gd name="T11" fmla="*/ 0 h 13326"/>
                <a:gd name="T12" fmla="*/ 34 w 2247"/>
                <a:gd name="T13" fmla="*/ 0 h 13326"/>
                <a:gd name="T14" fmla="*/ 35 w 2247"/>
                <a:gd name="T15" fmla="*/ 0 h 13326"/>
                <a:gd name="T16" fmla="*/ 35 w 2247"/>
                <a:gd name="T17" fmla="*/ 0 h 13326"/>
                <a:gd name="T18" fmla="*/ 35 w 2247"/>
                <a:gd name="T19" fmla="*/ 0 h 13326"/>
                <a:gd name="T20" fmla="*/ 2 w 2247"/>
                <a:gd name="T21" fmla="*/ 208 h 13326"/>
                <a:gd name="T22" fmla="*/ 2 w 2247"/>
                <a:gd name="T23" fmla="*/ 208 h 13326"/>
                <a:gd name="T24" fmla="*/ 2 w 2247"/>
                <a:gd name="T25" fmla="*/ 208 h 13326"/>
                <a:gd name="T26" fmla="*/ 2 w 2247"/>
                <a:gd name="T27" fmla="*/ 208 h 13326"/>
                <a:gd name="T28" fmla="*/ 1 w 2247"/>
                <a:gd name="T29" fmla="*/ 208 h 13326"/>
                <a:gd name="T30" fmla="*/ 1 w 2247"/>
                <a:gd name="T31" fmla="*/ 208 h 13326"/>
                <a:gd name="T32" fmla="*/ 1 w 2247"/>
                <a:gd name="T33" fmla="*/ 208 h 13326"/>
                <a:gd name="T34" fmla="*/ 0 w 2247"/>
                <a:gd name="T35" fmla="*/ 208 h 13326"/>
                <a:gd name="T36" fmla="*/ 0 w 2247"/>
                <a:gd name="T37" fmla="*/ 208 h 13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7"/>
                <a:gd name="T58" fmla="*/ 0 h 13326"/>
                <a:gd name="T59" fmla="*/ 2247 w 2247"/>
                <a:gd name="T60" fmla="*/ 13326 h 13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7" h="13326">
                  <a:moveTo>
                    <a:pt x="0" y="13322"/>
                  </a:moveTo>
                  <a:lnTo>
                    <a:pt x="2095" y="0"/>
                  </a:lnTo>
                  <a:lnTo>
                    <a:pt x="2114" y="2"/>
                  </a:lnTo>
                  <a:lnTo>
                    <a:pt x="2134" y="3"/>
                  </a:lnTo>
                  <a:lnTo>
                    <a:pt x="2153" y="3"/>
                  </a:lnTo>
                  <a:lnTo>
                    <a:pt x="2172" y="4"/>
                  </a:lnTo>
                  <a:lnTo>
                    <a:pt x="2191" y="4"/>
                  </a:lnTo>
                  <a:lnTo>
                    <a:pt x="2210" y="5"/>
                  </a:lnTo>
                  <a:lnTo>
                    <a:pt x="2229" y="5"/>
                  </a:lnTo>
                  <a:lnTo>
                    <a:pt x="2247" y="5"/>
                  </a:lnTo>
                  <a:lnTo>
                    <a:pt x="152" y="13326"/>
                  </a:lnTo>
                  <a:lnTo>
                    <a:pt x="134" y="13326"/>
                  </a:lnTo>
                  <a:lnTo>
                    <a:pt x="114" y="13326"/>
                  </a:lnTo>
                  <a:lnTo>
                    <a:pt x="95" y="13325"/>
                  </a:lnTo>
                  <a:lnTo>
                    <a:pt x="77" y="13325"/>
                  </a:lnTo>
                  <a:lnTo>
                    <a:pt x="58" y="13324"/>
                  </a:lnTo>
                  <a:lnTo>
                    <a:pt x="38" y="13324"/>
                  </a:lnTo>
                  <a:lnTo>
                    <a:pt x="19" y="13323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93C2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8" name="Freeform 594"/>
            <p:cNvSpPr>
              <a:spLocks/>
            </p:cNvSpPr>
            <p:nvPr/>
          </p:nvSpPr>
          <p:spPr bwMode="auto">
            <a:xfrm>
              <a:off x="2412" y="1790"/>
              <a:ext cx="282" cy="1665"/>
            </a:xfrm>
            <a:custGeom>
              <a:avLst/>
              <a:gdLst>
                <a:gd name="T0" fmla="*/ 0 w 2248"/>
                <a:gd name="T1" fmla="*/ 208 h 13323"/>
                <a:gd name="T2" fmla="*/ 33 w 2248"/>
                <a:gd name="T3" fmla="*/ 0 h 13323"/>
                <a:gd name="T4" fmla="*/ 33 w 2248"/>
                <a:gd name="T5" fmla="*/ 0 h 13323"/>
                <a:gd name="T6" fmla="*/ 34 w 2248"/>
                <a:gd name="T7" fmla="*/ 0 h 13323"/>
                <a:gd name="T8" fmla="*/ 34 w 2248"/>
                <a:gd name="T9" fmla="*/ 0 h 13323"/>
                <a:gd name="T10" fmla="*/ 34 w 2248"/>
                <a:gd name="T11" fmla="*/ 0 h 13323"/>
                <a:gd name="T12" fmla="*/ 34 w 2248"/>
                <a:gd name="T13" fmla="*/ 0 h 13323"/>
                <a:gd name="T14" fmla="*/ 35 w 2248"/>
                <a:gd name="T15" fmla="*/ 0 h 13323"/>
                <a:gd name="T16" fmla="*/ 35 w 2248"/>
                <a:gd name="T17" fmla="*/ 0 h 13323"/>
                <a:gd name="T18" fmla="*/ 35 w 2248"/>
                <a:gd name="T19" fmla="*/ 0 h 13323"/>
                <a:gd name="T20" fmla="*/ 2 w 2248"/>
                <a:gd name="T21" fmla="*/ 208 h 13323"/>
                <a:gd name="T22" fmla="*/ 2 w 2248"/>
                <a:gd name="T23" fmla="*/ 208 h 13323"/>
                <a:gd name="T24" fmla="*/ 2 w 2248"/>
                <a:gd name="T25" fmla="*/ 208 h 13323"/>
                <a:gd name="T26" fmla="*/ 2 w 2248"/>
                <a:gd name="T27" fmla="*/ 208 h 13323"/>
                <a:gd name="T28" fmla="*/ 1 w 2248"/>
                <a:gd name="T29" fmla="*/ 208 h 13323"/>
                <a:gd name="T30" fmla="*/ 1 w 2248"/>
                <a:gd name="T31" fmla="*/ 208 h 13323"/>
                <a:gd name="T32" fmla="*/ 1 w 2248"/>
                <a:gd name="T33" fmla="*/ 208 h 13323"/>
                <a:gd name="T34" fmla="*/ 0 w 2248"/>
                <a:gd name="T35" fmla="*/ 208 h 13323"/>
                <a:gd name="T36" fmla="*/ 0 w 2248"/>
                <a:gd name="T37" fmla="*/ 208 h 1332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8"/>
                <a:gd name="T58" fmla="*/ 0 h 13323"/>
                <a:gd name="T59" fmla="*/ 2248 w 2248"/>
                <a:gd name="T60" fmla="*/ 13323 h 1332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8" h="13323">
                  <a:moveTo>
                    <a:pt x="0" y="13321"/>
                  </a:moveTo>
                  <a:lnTo>
                    <a:pt x="2095" y="0"/>
                  </a:lnTo>
                  <a:lnTo>
                    <a:pt x="2114" y="0"/>
                  </a:lnTo>
                  <a:lnTo>
                    <a:pt x="2134" y="1"/>
                  </a:lnTo>
                  <a:lnTo>
                    <a:pt x="2153" y="1"/>
                  </a:lnTo>
                  <a:lnTo>
                    <a:pt x="2172" y="1"/>
                  </a:lnTo>
                  <a:lnTo>
                    <a:pt x="2191" y="1"/>
                  </a:lnTo>
                  <a:lnTo>
                    <a:pt x="2211" y="1"/>
                  </a:lnTo>
                  <a:lnTo>
                    <a:pt x="2229" y="1"/>
                  </a:lnTo>
                  <a:lnTo>
                    <a:pt x="2248" y="1"/>
                  </a:lnTo>
                  <a:lnTo>
                    <a:pt x="153" y="13322"/>
                  </a:lnTo>
                  <a:lnTo>
                    <a:pt x="134" y="13323"/>
                  </a:lnTo>
                  <a:lnTo>
                    <a:pt x="114" y="13323"/>
                  </a:lnTo>
                  <a:lnTo>
                    <a:pt x="96" y="13323"/>
                  </a:lnTo>
                  <a:lnTo>
                    <a:pt x="77" y="13322"/>
                  </a:lnTo>
                  <a:lnTo>
                    <a:pt x="58" y="13322"/>
                  </a:lnTo>
                  <a:lnTo>
                    <a:pt x="38" y="13322"/>
                  </a:lnTo>
                  <a:lnTo>
                    <a:pt x="19" y="13321"/>
                  </a:lnTo>
                  <a:lnTo>
                    <a:pt x="0" y="13321"/>
                  </a:lnTo>
                  <a:close/>
                </a:path>
              </a:pathLst>
            </a:custGeom>
            <a:solidFill>
              <a:srgbClr val="96C4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9" name="Freeform 595"/>
            <p:cNvSpPr>
              <a:spLocks/>
            </p:cNvSpPr>
            <p:nvPr/>
          </p:nvSpPr>
          <p:spPr bwMode="auto">
            <a:xfrm>
              <a:off x="2422" y="1790"/>
              <a:ext cx="281" cy="1665"/>
            </a:xfrm>
            <a:custGeom>
              <a:avLst/>
              <a:gdLst>
                <a:gd name="T0" fmla="*/ 0 w 2248"/>
                <a:gd name="T1" fmla="*/ 208 h 13323"/>
                <a:gd name="T2" fmla="*/ 33 w 2248"/>
                <a:gd name="T3" fmla="*/ 0 h 13323"/>
                <a:gd name="T4" fmla="*/ 33 w 2248"/>
                <a:gd name="T5" fmla="*/ 0 h 13323"/>
                <a:gd name="T6" fmla="*/ 33 w 2248"/>
                <a:gd name="T7" fmla="*/ 0 h 13323"/>
                <a:gd name="T8" fmla="*/ 34 w 2248"/>
                <a:gd name="T9" fmla="*/ 0 h 13323"/>
                <a:gd name="T10" fmla="*/ 34 w 2248"/>
                <a:gd name="T11" fmla="*/ 0 h 13323"/>
                <a:gd name="T12" fmla="*/ 34 w 2248"/>
                <a:gd name="T13" fmla="*/ 0 h 13323"/>
                <a:gd name="T14" fmla="*/ 35 w 2248"/>
                <a:gd name="T15" fmla="*/ 0 h 13323"/>
                <a:gd name="T16" fmla="*/ 35 w 2248"/>
                <a:gd name="T17" fmla="*/ 0 h 13323"/>
                <a:gd name="T18" fmla="*/ 35 w 2248"/>
                <a:gd name="T19" fmla="*/ 0 h 13323"/>
                <a:gd name="T20" fmla="*/ 2 w 2248"/>
                <a:gd name="T21" fmla="*/ 208 h 13323"/>
                <a:gd name="T22" fmla="*/ 2 w 2248"/>
                <a:gd name="T23" fmla="*/ 208 h 13323"/>
                <a:gd name="T24" fmla="*/ 2 w 2248"/>
                <a:gd name="T25" fmla="*/ 208 h 13323"/>
                <a:gd name="T26" fmla="*/ 1 w 2248"/>
                <a:gd name="T27" fmla="*/ 208 h 13323"/>
                <a:gd name="T28" fmla="*/ 1 w 2248"/>
                <a:gd name="T29" fmla="*/ 208 h 13323"/>
                <a:gd name="T30" fmla="*/ 1 w 2248"/>
                <a:gd name="T31" fmla="*/ 208 h 13323"/>
                <a:gd name="T32" fmla="*/ 1 w 2248"/>
                <a:gd name="T33" fmla="*/ 208 h 13323"/>
                <a:gd name="T34" fmla="*/ 0 w 2248"/>
                <a:gd name="T35" fmla="*/ 208 h 13323"/>
                <a:gd name="T36" fmla="*/ 0 w 2248"/>
                <a:gd name="T37" fmla="*/ 208 h 1332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8"/>
                <a:gd name="T58" fmla="*/ 0 h 13323"/>
                <a:gd name="T59" fmla="*/ 2248 w 2248"/>
                <a:gd name="T60" fmla="*/ 13323 h 1332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8" h="13323">
                  <a:moveTo>
                    <a:pt x="0" y="13322"/>
                  </a:moveTo>
                  <a:lnTo>
                    <a:pt x="2095" y="1"/>
                  </a:lnTo>
                  <a:lnTo>
                    <a:pt x="2115" y="1"/>
                  </a:lnTo>
                  <a:lnTo>
                    <a:pt x="2135" y="1"/>
                  </a:lnTo>
                  <a:lnTo>
                    <a:pt x="2154" y="1"/>
                  </a:lnTo>
                  <a:lnTo>
                    <a:pt x="2173" y="1"/>
                  </a:lnTo>
                  <a:lnTo>
                    <a:pt x="2192" y="1"/>
                  </a:lnTo>
                  <a:lnTo>
                    <a:pt x="2211" y="1"/>
                  </a:lnTo>
                  <a:lnTo>
                    <a:pt x="2230" y="0"/>
                  </a:lnTo>
                  <a:lnTo>
                    <a:pt x="2248" y="0"/>
                  </a:lnTo>
                  <a:lnTo>
                    <a:pt x="153" y="13321"/>
                  </a:lnTo>
                  <a:lnTo>
                    <a:pt x="135" y="13322"/>
                  </a:lnTo>
                  <a:lnTo>
                    <a:pt x="115" y="13322"/>
                  </a:lnTo>
                  <a:lnTo>
                    <a:pt x="96" y="13322"/>
                  </a:lnTo>
                  <a:lnTo>
                    <a:pt x="77" y="13322"/>
                  </a:lnTo>
                  <a:lnTo>
                    <a:pt x="58" y="13323"/>
                  </a:lnTo>
                  <a:lnTo>
                    <a:pt x="38" y="13323"/>
                  </a:lnTo>
                  <a:lnTo>
                    <a:pt x="19" y="13323"/>
                  </a:lnTo>
                  <a:lnTo>
                    <a:pt x="0" y="13322"/>
                  </a:lnTo>
                  <a:close/>
                </a:path>
              </a:pathLst>
            </a:custGeom>
            <a:solidFill>
              <a:srgbClr val="99C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0" name="Freeform 596"/>
            <p:cNvSpPr>
              <a:spLocks/>
            </p:cNvSpPr>
            <p:nvPr/>
          </p:nvSpPr>
          <p:spPr bwMode="auto">
            <a:xfrm>
              <a:off x="2432" y="1789"/>
              <a:ext cx="281" cy="1666"/>
            </a:xfrm>
            <a:custGeom>
              <a:avLst/>
              <a:gdLst>
                <a:gd name="T0" fmla="*/ 0 w 2248"/>
                <a:gd name="T1" fmla="*/ 208 h 13326"/>
                <a:gd name="T2" fmla="*/ 33 w 2248"/>
                <a:gd name="T3" fmla="*/ 0 h 13326"/>
                <a:gd name="T4" fmla="*/ 33 w 2248"/>
                <a:gd name="T5" fmla="*/ 0 h 13326"/>
                <a:gd name="T6" fmla="*/ 33 w 2248"/>
                <a:gd name="T7" fmla="*/ 0 h 13326"/>
                <a:gd name="T8" fmla="*/ 34 w 2248"/>
                <a:gd name="T9" fmla="*/ 0 h 13326"/>
                <a:gd name="T10" fmla="*/ 34 w 2248"/>
                <a:gd name="T11" fmla="*/ 0 h 13326"/>
                <a:gd name="T12" fmla="*/ 34 w 2248"/>
                <a:gd name="T13" fmla="*/ 0 h 13326"/>
                <a:gd name="T14" fmla="*/ 35 w 2248"/>
                <a:gd name="T15" fmla="*/ 0 h 13326"/>
                <a:gd name="T16" fmla="*/ 35 w 2248"/>
                <a:gd name="T17" fmla="*/ 0 h 13326"/>
                <a:gd name="T18" fmla="*/ 35 w 2248"/>
                <a:gd name="T19" fmla="*/ 0 h 13326"/>
                <a:gd name="T20" fmla="*/ 2 w 2248"/>
                <a:gd name="T21" fmla="*/ 208 h 13326"/>
                <a:gd name="T22" fmla="*/ 2 w 2248"/>
                <a:gd name="T23" fmla="*/ 208 h 13326"/>
                <a:gd name="T24" fmla="*/ 2 w 2248"/>
                <a:gd name="T25" fmla="*/ 208 h 13326"/>
                <a:gd name="T26" fmla="*/ 1 w 2248"/>
                <a:gd name="T27" fmla="*/ 208 h 13326"/>
                <a:gd name="T28" fmla="*/ 1 w 2248"/>
                <a:gd name="T29" fmla="*/ 208 h 13326"/>
                <a:gd name="T30" fmla="*/ 1 w 2248"/>
                <a:gd name="T31" fmla="*/ 208 h 13326"/>
                <a:gd name="T32" fmla="*/ 1 w 2248"/>
                <a:gd name="T33" fmla="*/ 208 h 13326"/>
                <a:gd name="T34" fmla="*/ 0 w 2248"/>
                <a:gd name="T35" fmla="*/ 208 h 13326"/>
                <a:gd name="T36" fmla="*/ 0 w 2248"/>
                <a:gd name="T37" fmla="*/ 208 h 133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48"/>
                <a:gd name="T58" fmla="*/ 0 h 13326"/>
                <a:gd name="T59" fmla="*/ 2248 w 2248"/>
                <a:gd name="T60" fmla="*/ 13326 h 133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48" h="13326">
                  <a:moveTo>
                    <a:pt x="0" y="13326"/>
                  </a:moveTo>
                  <a:lnTo>
                    <a:pt x="2095" y="5"/>
                  </a:lnTo>
                  <a:lnTo>
                    <a:pt x="2114" y="5"/>
                  </a:lnTo>
                  <a:lnTo>
                    <a:pt x="2134" y="5"/>
                  </a:lnTo>
                  <a:lnTo>
                    <a:pt x="2153" y="4"/>
                  </a:lnTo>
                  <a:lnTo>
                    <a:pt x="2172" y="4"/>
                  </a:lnTo>
                  <a:lnTo>
                    <a:pt x="2191" y="3"/>
                  </a:lnTo>
                  <a:lnTo>
                    <a:pt x="2211" y="2"/>
                  </a:lnTo>
                  <a:lnTo>
                    <a:pt x="2230" y="2"/>
                  </a:lnTo>
                  <a:lnTo>
                    <a:pt x="2248" y="0"/>
                  </a:lnTo>
                  <a:lnTo>
                    <a:pt x="153" y="13322"/>
                  </a:lnTo>
                  <a:lnTo>
                    <a:pt x="135" y="13323"/>
                  </a:lnTo>
                  <a:lnTo>
                    <a:pt x="115" y="13324"/>
                  </a:lnTo>
                  <a:lnTo>
                    <a:pt x="96" y="13324"/>
                  </a:lnTo>
                  <a:lnTo>
                    <a:pt x="77" y="13325"/>
                  </a:lnTo>
                  <a:lnTo>
                    <a:pt x="58" y="13326"/>
                  </a:lnTo>
                  <a:lnTo>
                    <a:pt x="38" y="13326"/>
                  </a:lnTo>
                  <a:lnTo>
                    <a:pt x="19" y="13326"/>
                  </a:lnTo>
                  <a:lnTo>
                    <a:pt x="0" y="13326"/>
                  </a:lnTo>
                  <a:close/>
                </a:path>
              </a:pathLst>
            </a:custGeom>
            <a:solidFill>
              <a:srgbClr val="9BC6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1" name="Freeform 597"/>
            <p:cNvSpPr>
              <a:spLocks/>
            </p:cNvSpPr>
            <p:nvPr/>
          </p:nvSpPr>
          <p:spPr bwMode="auto">
            <a:xfrm>
              <a:off x="2441" y="1789"/>
              <a:ext cx="281" cy="1666"/>
            </a:xfrm>
            <a:custGeom>
              <a:avLst/>
              <a:gdLst>
                <a:gd name="T0" fmla="*/ 0 w 2250"/>
                <a:gd name="T1" fmla="*/ 208 h 13330"/>
                <a:gd name="T2" fmla="*/ 33 w 2250"/>
                <a:gd name="T3" fmla="*/ 0 h 13330"/>
                <a:gd name="T4" fmla="*/ 33 w 2250"/>
                <a:gd name="T5" fmla="*/ 0 h 13330"/>
                <a:gd name="T6" fmla="*/ 33 w 2250"/>
                <a:gd name="T7" fmla="*/ 0 h 13330"/>
                <a:gd name="T8" fmla="*/ 34 w 2250"/>
                <a:gd name="T9" fmla="*/ 0 h 13330"/>
                <a:gd name="T10" fmla="*/ 34 w 2250"/>
                <a:gd name="T11" fmla="*/ 0 h 13330"/>
                <a:gd name="T12" fmla="*/ 34 w 2250"/>
                <a:gd name="T13" fmla="*/ 0 h 13330"/>
                <a:gd name="T14" fmla="*/ 34 w 2250"/>
                <a:gd name="T15" fmla="*/ 0 h 13330"/>
                <a:gd name="T16" fmla="*/ 35 w 2250"/>
                <a:gd name="T17" fmla="*/ 0 h 13330"/>
                <a:gd name="T18" fmla="*/ 35 w 2250"/>
                <a:gd name="T19" fmla="*/ 0 h 13330"/>
                <a:gd name="T20" fmla="*/ 2 w 2250"/>
                <a:gd name="T21" fmla="*/ 208 h 13330"/>
                <a:gd name="T22" fmla="*/ 2 w 2250"/>
                <a:gd name="T23" fmla="*/ 208 h 13330"/>
                <a:gd name="T24" fmla="*/ 2 w 2250"/>
                <a:gd name="T25" fmla="*/ 208 h 13330"/>
                <a:gd name="T26" fmla="*/ 1 w 2250"/>
                <a:gd name="T27" fmla="*/ 208 h 13330"/>
                <a:gd name="T28" fmla="*/ 1 w 2250"/>
                <a:gd name="T29" fmla="*/ 208 h 13330"/>
                <a:gd name="T30" fmla="*/ 1 w 2250"/>
                <a:gd name="T31" fmla="*/ 208 h 13330"/>
                <a:gd name="T32" fmla="*/ 1 w 2250"/>
                <a:gd name="T33" fmla="*/ 208 h 13330"/>
                <a:gd name="T34" fmla="*/ 0 w 2250"/>
                <a:gd name="T35" fmla="*/ 208 h 13330"/>
                <a:gd name="T36" fmla="*/ 0 w 2250"/>
                <a:gd name="T37" fmla="*/ 208 h 133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0"/>
                <a:gd name="T58" fmla="*/ 0 h 13330"/>
                <a:gd name="T59" fmla="*/ 2250 w 2250"/>
                <a:gd name="T60" fmla="*/ 13330 h 1333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0" h="13330">
                  <a:moveTo>
                    <a:pt x="0" y="13330"/>
                  </a:moveTo>
                  <a:lnTo>
                    <a:pt x="2095" y="9"/>
                  </a:lnTo>
                  <a:lnTo>
                    <a:pt x="2115" y="8"/>
                  </a:lnTo>
                  <a:lnTo>
                    <a:pt x="2135" y="7"/>
                  </a:lnTo>
                  <a:lnTo>
                    <a:pt x="2154" y="7"/>
                  </a:lnTo>
                  <a:lnTo>
                    <a:pt x="2174" y="5"/>
                  </a:lnTo>
                  <a:lnTo>
                    <a:pt x="2192" y="4"/>
                  </a:lnTo>
                  <a:lnTo>
                    <a:pt x="2212" y="3"/>
                  </a:lnTo>
                  <a:lnTo>
                    <a:pt x="2231" y="1"/>
                  </a:lnTo>
                  <a:lnTo>
                    <a:pt x="2250" y="0"/>
                  </a:lnTo>
                  <a:lnTo>
                    <a:pt x="154" y="13322"/>
                  </a:lnTo>
                  <a:lnTo>
                    <a:pt x="136" y="13324"/>
                  </a:lnTo>
                  <a:lnTo>
                    <a:pt x="116" y="13325"/>
                  </a:lnTo>
                  <a:lnTo>
                    <a:pt x="97" y="13326"/>
                  </a:lnTo>
                  <a:lnTo>
                    <a:pt x="78" y="13327"/>
                  </a:lnTo>
                  <a:lnTo>
                    <a:pt x="59" y="13328"/>
                  </a:lnTo>
                  <a:lnTo>
                    <a:pt x="39" y="13329"/>
                  </a:lnTo>
                  <a:lnTo>
                    <a:pt x="20" y="13329"/>
                  </a:lnTo>
                  <a:lnTo>
                    <a:pt x="0" y="13330"/>
                  </a:lnTo>
                  <a:close/>
                </a:path>
              </a:pathLst>
            </a:custGeom>
            <a:solidFill>
              <a:srgbClr val="9EC7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2" name="Freeform 598"/>
            <p:cNvSpPr>
              <a:spLocks/>
            </p:cNvSpPr>
            <p:nvPr/>
          </p:nvSpPr>
          <p:spPr bwMode="auto">
            <a:xfrm>
              <a:off x="2451" y="1788"/>
              <a:ext cx="281" cy="1666"/>
            </a:xfrm>
            <a:custGeom>
              <a:avLst/>
              <a:gdLst>
                <a:gd name="T0" fmla="*/ 0 w 2250"/>
                <a:gd name="T1" fmla="*/ 208 h 13334"/>
                <a:gd name="T2" fmla="*/ 33 w 2250"/>
                <a:gd name="T3" fmla="*/ 0 h 13334"/>
                <a:gd name="T4" fmla="*/ 33 w 2250"/>
                <a:gd name="T5" fmla="*/ 0 h 13334"/>
                <a:gd name="T6" fmla="*/ 33 w 2250"/>
                <a:gd name="T7" fmla="*/ 0 h 13334"/>
                <a:gd name="T8" fmla="*/ 34 w 2250"/>
                <a:gd name="T9" fmla="*/ 0 h 13334"/>
                <a:gd name="T10" fmla="*/ 34 w 2250"/>
                <a:gd name="T11" fmla="*/ 0 h 13334"/>
                <a:gd name="T12" fmla="*/ 34 w 2250"/>
                <a:gd name="T13" fmla="*/ 0 h 13334"/>
                <a:gd name="T14" fmla="*/ 34 w 2250"/>
                <a:gd name="T15" fmla="*/ 0 h 13334"/>
                <a:gd name="T16" fmla="*/ 35 w 2250"/>
                <a:gd name="T17" fmla="*/ 0 h 13334"/>
                <a:gd name="T18" fmla="*/ 35 w 2250"/>
                <a:gd name="T19" fmla="*/ 0 h 13334"/>
                <a:gd name="T20" fmla="*/ 2 w 2250"/>
                <a:gd name="T21" fmla="*/ 208 h 13334"/>
                <a:gd name="T22" fmla="*/ 2 w 2250"/>
                <a:gd name="T23" fmla="*/ 208 h 13334"/>
                <a:gd name="T24" fmla="*/ 2 w 2250"/>
                <a:gd name="T25" fmla="*/ 208 h 13334"/>
                <a:gd name="T26" fmla="*/ 1 w 2250"/>
                <a:gd name="T27" fmla="*/ 208 h 13334"/>
                <a:gd name="T28" fmla="*/ 1 w 2250"/>
                <a:gd name="T29" fmla="*/ 208 h 13334"/>
                <a:gd name="T30" fmla="*/ 1 w 2250"/>
                <a:gd name="T31" fmla="*/ 208 h 13334"/>
                <a:gd name="T32" fmla="*/ 1 w 2250"/>
                <a:gd name="T33" fmla="*/ 208 h 13334"/>
                <a:gd name="T34" fmla="*/ 0 w 2250"/>
                <a:gd name="T35" fmla="*/ 208 h 13334"/>
                <a:gd name="T36" fmla="*/ 0 w 2250"/>
                <a:gd name="T37" fmla="*/ 208 h 133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0"/>
                <a:gd name="T58" fmla="*/ 0 h 13334"/>
                <a:gd name="T59" fmla="*/ 2250 w 2250"/>
                <a:gd name="T60" fmla="*/ 13334 h 1333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0" h="13334">
                  <a:moveTo>
                    <a:pt x="0" y="13334"/>
                  </a:moveTo>
                  <a:lnTo>
                    <a:pt x="2095" y="12"/>
                  </a:lnTo>
                  <a:lnTo>
                    <a:pt x="2115" y="11"/>
                  </a:lnTo>
                  <a:lnTo>
                    <a:pt x="2135" y="10"/>
                  </a:lnTo>
                  <a:lnTo>
                    <a:pt x="2155" y="8"/>
                  </a:lnTo>
                  <a:lnTo>
                    <a:pt x="2174" y="7"/>
                  </a:lnTo>
                  <a:lnTo>
                    <a:pt x="2193" y="5"/>
                  </a:lnTo>
                  <a:lnTo>
                    <a:pt x="2213" y="4"/>
                  </a:lnTo>
                  <a:lnTo>
                    <a:pt x="2231" y="2"/>
                  </a:lnTo>
                  <a:lnTo>
                    <a:pt x="2250" y="0"/>
                  </a:lnTo>
                  <a:lnTo>
                    <a:pt x="155" y="13323"/>
                  </a:lnTo>
                  <a:lnTo>
                    <a:pt x="136" y="13324"/>
                  </a:lnTo>
                  <a:lnTo>
                    <a:pt x="116" y="13326"/>
                  </a:lnTo>
                  <a:lnTo>
                    <a:pt x="98" y="13328"/>
                  </a:lnTo>
                  <a:lnTo>
                    <a:pt x="79" y="13329"/>
                  </a:lnTo>
                  <a:lnTo>
                    <a:pt x="59" y="13331"/>
                  </a:lnTo>
                  <a:lnTo>
                    <a:pt x="39" y="13332"/>
                  </a:lnTo>
                  <a:lnTo>
                    <a:pt x="20" y="13333"/>
                  </a:lnTo>
                  <a:lnTo>
                    <a:pt x="0" y="13334"/>
                  </a:lnTo>
                  <a:close/>
                </a:path>
              </a:pathLst>
            </a:custGeom>
            <a:solidFill>
              <a:srgbClr val="A1C9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3" name="Freeform 599"/>
            <p:cNvSpPr>
              <a:spLocks/>
            </p:cNvSpPr>
            <p:nvPr/>
          </p:nvSpPr>
          <p:spPr bwMode="auto">
            <a:xfrm>
              <a:off x="2460" y="1787"/>
              <a:ext cx="282" cy="1667"/>
            </a:xfrm>
            <a:custGeom>
              <a:avLst/>
              <a:gdLst>
                <a:gd name="T0" fmla="*/ 0 w 2251"/>
                <a:gd name="T1" fmla="*/ 208 h 13337"/>
                <a:gd name="T2" fmla="*/ 33 w 2251"/>
                <a:gd name="T3" fmla="*/ 0 h 13337"/>
                <a:gd name="T4" fmla="*/ 33 w 2251"/>
                <a:gd name="T5" fmla="*/ 0 h 13337"/>
                <a:gd name="T6" fmla="*/ 34 w 2251"/>
                <a:gd name="T7" fmla="*/ 0 h 13337"/>
                <a:gd name="T8" fmla="*/ 34 w 2251"/>
                <a:gd name="T9" fmla="*/ 0 h 13337"/>
                <a:gd name="T10" fmla="*/ 34 w 2251"/>
                <a:gd name="T11" fmla="*/ 0 h 13337"/>
                <a:gd name="T12" fmla="*/ 34 w 2251"/>
                <a:gd name="T13" fmla="*/ 0 h 13337"/>
                <a:gd name="T14" fmla="*/ 35 w 2251"/>
                <a:gd name="T15" fmla="*/ 0 h 13337"/>
                <a:gd name="T16" fmla="*/ 35 w 2251"/>
                <a:gd name="T17" fmla="*/ 0 h 13337"/>
                <a:gd name="T18" fmla="*/ 35 w 2251"/>
                <a:gd name="T19" fmla="*/ 0 h 13337"/>
                <a:gd name="T20" fmla="*/ 2 w 2251"/>
                <a:gd name="T21" fmla="*/ 208 h 13337"/>
                <a:gd name="T22" fmla="*/ 2 w 2251"/>
                <a:gd name="T23" fmla="*/ 208 h 13337"/>
                <a:gd name="T24" fmla="*/ 2 w 2251"/>
                <a:gd name="T25" fmla="*/ 208 h 13337"/>
                <a:gd name="T26" fmla="*/ 2 w 2251"/>
                <a:gd name="T27" fmla="*/ 208 h 13337"/>
                <a:gd name="T28" fmla="*/ 1 w 2251"/>
                <a:gd name="T29" fmla="*/ 208 h 13337"/>
                <a:gd name="T30" fmla="*/ 1 w 2251"/>
                <a:gd name="T31" fmla="*/ 208 h 13337"/>
                <a:gd name="T32" fmla="*/ 1 w 2251"/>
                <a:gd name="T33" fmla="*/ 208 h 13337"/>
                <a:gd name="T34" fmla="*/ 0 w 2251"/>
                <a:gd name="T35" fmla="*/ 208 h 13337"/>
                <a:gd name="T36" fmla="*/ 0 w 2251"/>
                <a:gd name="T37" fmla="*/ 208 h 133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1"/>
                <a:gd name="T58" fmla="*/ 0 h 13337"/>
                <a:gd name="T59" fmla="*/ 2251 w 2251"/>
                <a:gd name="T60" fmla="*/ 13337 h 133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1" h="13337">
                  <a:moveTo>
                    <a:pt x="0" y="13337"/>
                  </a:moveTo>
                  <a:lnTo>
                    <a:pt x="2096" y="15"/>
                  </a:lnTo>
                  <a:lnTo>
                    <a:pt x="2115" y="13"/>
                  </a:lnTo>
                  <a:lnTo>
                    <a:pt x="2136" y="12"/>
                  </a:lnTo>
                  <a:lnTo>
                    <a:pt x="2155" y="10"/>
                  </a:lnTo>
                  <a:lnTo>
                    <a:pt x="2174" y="8"/>
                  </a:lnTo>
                  <a:lnTo>
                    <a:pt x="2194" y="6"/>
                  </a:lnTo>
                  <a:lnTo>
                    <a:pt x="2213" y="4"/>
                  </a:lnTo>
                  <a:lnTo>
                    <a:pt x="2232" y="2"/>
                  </a:lnTo>
                  <a:lnTo>
                    <a:pt x="2251" y="0"/>
                  </a:lnTo>
                  <a:lnTo>
                    <a:pt x="155" y="13322"/>
                  </a:lnTo>
                  <a:lnTo>
                    <a:pt x="137" y="13324"/>
                  </a:lnTo>
                  <a:lnTo>
                    <a:pt x="117" y="13326"/>
                  </a:lnTo>
                  <a:lnTo>
                    <a:pt x="98" y="13329"/>
                  </a:lnTo>
                  <a:lnTo>
                    <a:pt x="79" y="13330"/>
                  </a:lnTo>
                  <a:lnTo>
                    <a:pt x="60" y="13332"/>
                  </a:lnTo>
                  <a:lnTo>
                    <a:pt x="40" y="13334"/>
                  </a:lnTo>
                  <a:lnTo>
                    <a:pt x="20" y="13336"/>
                  </a:lnTo>
                  <a:lnTo>
                    <a:pt x="0" y="13337"/>
                  </a:lnTo>
                  <a:close/>
                </a:path>
              </a:pathLst>
            </a:custGeom>
            <a:solidFill>
              <a:srgbClr val="A4C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4" name="Freeform 600"/>
            <p:cNvSpPr>
              <a:spLocks/>
            </p:cNvSpPr>
            <p:nvPr/>
          </p:nvSpPr>
          <p:spPr bwMode="auto">
            <a:xfrm>
              <a:off x="2470" y="1785"/>
              <a:ext cx="282" cy="1668"/>
            </a:xfrm>
            <a:custGeom>
              <a:avLst/>
              <a:gdLst>
                <a:gd name="T0" fmla="*/ 0 w 2251"/>
                <a:gd name="T1" fmla="*/ 209 h 13342"/>
                <a:gd name="T2" fmla="*/ 33 w 2251"/>
                <a:gd name="T3" fmla="*/ 0 h 13342"/>
                <a:gd name="T4" fmla="*/ 33 w 2251"/>
                <a:gd name="T5" fmla="*/ 0 h 13342"/>
                <a:gd name="T6" fmla="*/ 34 w 2251"/>
                <a:gd name="T7" fmla="*/ 0 h 13342"/>
                <a:gd name="T8" fmla="*/ 34 w 2251"/>
                <a:gd name="T9" fmla="*/ 0 h 13342"/>
                <a:gd name="T10" fmla="*/ 34 w 2251"/>
                <a:gd name="T11" fmla="*/ 0 h 13342"/>
                <a:gd name="T12" fmla="*/ 34 w 2251"/>
                <a:gd name="T13" fmla="*/ 0 h 13342"/>
                <a:gd name="T14" fmla="*/ 35 w 2251"/>
                <a:gd name="T15" fmla="*/ 0 h 13342"/>
                <a:gd name="T16" fmla="*/ 35 w 2251"/>
                <a:gd name="T17" fmla="*/ 0 h 13342"/>
                <a:gd name="T18" fmla="*/ 35 w 2251"/>
                <a:gd name="T19" fmla="*/ 0 h 13342"/>
                <a:gd name="T20" fmla="*/ 3 w 2251"/>
                <a:gd name="T21" fmla="*/ 208 h 13342"/>
                <a:gd name="T22" fmla="*/ 2 w 2251"/>
                <a:gd name="T23" fmla="*/ 208 h 13342"/>
                <a:gd name="T24" fmla="*/ 2 w 2251"/>
                <a:gd name="T25" fmla="*/ 208 h 13342"/>
                <a:gd name="T26" fmla="*/ 2 w 2251"/>
                <a:gd name="T27" fmla="*/ 208 h 13342"/>
                <a:gd name="T28" fmla="*/ 1 w 2251"/>
                <a:gd name="T29" fmla="*/ 208 h 13342"/>
                <a:gd name="T30" fmla="*/ 1 w 2251"/>
                <a:gd name="T31" fmla="*/ 208 h 13342"/>
                <a:gd name="T32" fmla="*/ 1 w 2251"/>
                <a:gd name="T33" fmla="*/ 208 h 13342"/>
                <a:gd name="T34" fmla="*/ 0 w 2251"/>
                <a:gd name="T35" fmla="*/ 209 h 13342"/>
                <a:gd name="T36" fmla="*/ 0 w 2251"/>
                <a:gd name="T37" fmla="*/ 209 h 133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1"/>
                <a:gd name="T58" fmla="*/ 0 h 13342"/>
                <a:gd name="T59" fmla="*/ 2251 w 2251"/>
                <a:gd name="T60" fmla="*/ 13342 h 1334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1" h="13342">
                  <a:moveTo>
                    <a:pt x="0" y="13342"/>
                  </a:moveTo>
                  <a:lnTo>
                    <a:pt x="2095" y="19"/>
                  </a:lnTo>
                  <a:lnTo>
                    <a:pt x="2115" y="17"/>
                  </a:lnTo>
                  <a:lnTo>
                    <a:pt x="2136" y="15"/>
                  </a:lnTo>
                  <a:lnTo>
                    <a:pt x="2155" y="13"/>
                  </a:lnTo>
                  <a:lnTo>
                    <a:pt x="2174" y="10"/>
                  </a:lnTo>
                  <a:lnTo>
                    <a:pt x="2194" y="8"/>
                  </a:lnTo>
                  <a:lnTo>
                    <a:pt x="2214" y="5"/>
                  </a:lnTo>
                  <a:lnTo>
                    <a:pt x="2232" y="3"/>
                  </a:lnTo>
                  <a:lnTo>
                    <a:pt x="2251" y="0"/>
                  </a:lnTo>
                  <a:lnTo>
                    <a:pt x="156" y="13322"/>
                  </a:lnTo>
                  <a:lnTo>
                    <a:pt x="137" y="13325"/>
                  </a:lnTo>
                  <a:lnTo>
                    <a:pt x="117" y="13328"/>
                  </a:lnTo>
                  <a:lnTo>
                    <a:pt x="98" y="13330"/>
                  </a:lnTo>
                  <a:lnTo>
                    <a:pt x="79" y="13333"/>
                  </a:lnTo>
                  <a:lnTo>
                    <a:pt x="60" y="13335"/>
                  </a:lnTo>
                  <a:lnTo>
                    <a:pt x="39" y="13337"/>
                  </a:lnTo>
                  <a:lnTo>
                    <a:pt x="20" y="13340"/>
                  </a:lnTo>
                  <a:lnTo>
                    <a:pt x="0" y="13342"/>
                  </a:lnTo>
                  <a:close/>
                </a:path>
              </a:pathLst>
            </a:custGeom>
            <a:solidFill>
              <a:srgbClr val="A6CB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5" name="Freeform 601"/>
            <p:cNvSpPr>
              <a:spLocks/>
            </p:cNvSpPr>
            <p:nvPr/>
          </p:nvSpPr>
          <p:spPr bwMode="auto">
            <a:xfrm>
              <a:off x="2480" y="1783"/>
              <a:ext cx="281" cy="1669"/>
            </a:xfrm>
            <a:custGeom>
              <a:avLst/>
              <a:gdLst>
                <a:gd name="T0" fmla="*/ 0 w 2253"/>
                <a:gd name="T1" fmla="*/ 209 h 13347"/>
                <a:gd name="T2" fmla="*/ 33 w 2253"/>
                <a:gd name="T3" fmla="*/ 0 h 13347"/>
                <a:gd name="T4" fmla="*/ 33 w 2253"/>
                <a:gd name="T5" fmla="*/ 0 h 13347"/>
                <a:gd name="T6" fmla="*/ 33 w 2253"/>
                <a:gd name="T7" fmla="*/ 0 h 13347"/>
                <a:gd name="T8" fmla="*/ 34 w 2253"/>
                <a:gd name="T9" fmla="*/ 0 h 13347"/>
                <a:gd name="T10" fmla="*/ 34 w 2253"/>
                <a:gd name="T11" fmla="*/ 0 h 13347"/>
                <a:gd name="T12" fmla="*/ 34 w 2253"/>
                <a:gd name="T13" fmla="*/ 0 h 13347"/>
                <a:gd name="T14" fmla="*/ 34 w 2253"/>
                <a:gd name="T15" fmla="*/ 0 h 13347"/>
                <a:gd name="T16" fmla="*/ 35 w 2253"/>
                <a:gd name="T17" fmla="*/ 0 h 13347"/>
                <a:gd name="T18" fmla="*/ 35 w 2253"/>
                <a:gd name="T19" fmla="*/ 0 h 13347"/>
                <a:gd name="T20" fmla="*/ 2 w 2253"/>
                <a:gd name="T21" fmla="*/ 208 h 13347"/>
                <a:gd name="T22" fmla="*/ 2 w 2253"/>
                <a:gd name="T23" fmla="*/ 208 h 13347"/>
                <a:gd name="T24" fmla="*/ 2 w 2253"/>
                <a:gd name="T25" fmla="*/ 208 h 13347"/>
                <a:gd name="T26" fmla="*/ 1 w 2253"/>
                <a:gd name="T27" fmla="*/ 208 h 13347"/>
                <a:gd name="T28" fmla="*/ 1 w 2253"/>
                <a:gd name="T29" fmla="*/ 209 h 13347"/>
                <a:gd name="T30" fmla="*/ 1 w 2253"/>
                <a:gd name="T31" fmla="*/ 209 h 13347"/>
                <a:gd name="T32" fmla="*/ 1 w 2253"/>
                <a:gd name="T33" fmla="*/ 209 h 13347"/>
                <a:gd name="T34" fmla="*/ 0 w 2253"/>
                <a:gd name="T35" fmla="*/ 209 h 13347"/>
                <a:gd name="T36" fmla="*/ 0 w 2253"/>
                <a:gd name="T37" fmla="*/ 209 h 1334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3"/>
                <a:gd name="T58" fmla="*/ 0 h 13347"/>
                <a:gd name="T59" fmla="*/ 2253 w 2253"/>
                <a:gd name="T60" fmla="*/ 13347 h 1334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3" h="13347">
                  <a:moveTo>
                    <a:pt x="0" y="13347"/>
                  </a:moveTo>
                  <a:lnTo>
                    <a:pt x="2096" y="25"/>
                  </a:lnTo>
                  <a:lnTo>
                    <a:pt x="2116" y="22"/>
                  </a:lnTo>
                  <a:lnTo>
                    <a:pt x="2137" y="19"/>
                  </a:lnTo>
                  <a:lnTo>
                    <a:pt x="2156" y="16"/>
                  </a:lnTo>
                  <a:lnTo>
                    <a:pt x="2176" y="13"/>
                  </a:lnTo>
                  <a:lnTo>
                    <a:pt x="2195" y="10"/>
                  </a:lnTo>
                  <a:lnTo>
                    <a:pt x="2215" y="7"/>
                  </a:lnTo>
                  <a:lnTo>
                    <a:pt x="2234" y="4"/>
                  </a:lnTo>
                  <a:lnTo>
                    <a:pt x="2253" y="0"/>
                  </a:lnTo>
                  <a:lnTo>
                    <a:pt x="157" y="13321"/>
                  </a:lnTo>
                  <a:lnTo>
                    <a:pt x="139" y="13325"/>
                  </a:lnTo>
                  <a:lnTo>
                    <a:pt x="119" y="13328"/>
                  </a:lnTo>
                  <a:lnTo>
                    <a:pt x="100" y="13332"/>
                  </a:lnTo>
                  <a:lnTo>
                    <a:pt x="81" y="13336"/>
                  </a:lnTo>
                  <a:lnTo>
                    <a:pt x="61" y="13339"/>
                  </a:lnTo>
                  <a:lnTo>
                    <a:pt x="40" y="13342"/>
                  </a:lnTo>
                  <a:lnTo>
                    <a:pt x="21" y="13344"/>
                  </a:lnTo>
                  <a:lnTo>
                    <a:pt x="0" y="13347"/>
                  </a:lnTo>
                  <a:close/>
                </a:path>
              </a:pathLst>
            </a:custGeom>
            <a:solidFill>
              <a:srgbClr val="A9CD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6" name="Freeform 602"/>
            <p:cNvSpPr>
              <a:spLocks/>
            </p:cNvSpPr>
            <p:nvPr/>
          </p:nvSpPr>
          <p:spPr bwMode="auto">
            <a:xfrm>
              <a:off x="2490" y="1781"/>
              <a:ext cx="281" cy="1669"/>
            </a:xfrm>
            <a:custGeom>
              <a:avLst/>
              <a:gdLst>
                <a:gd name="T0" fmla="*/ 0 w 2253"/>
                <a:gd name="T1" fmla="*/ 209 h 13353"/>
                <a:gd name="T2" fmla="*/ 33 w 2253"/>
                <a:gd name="T3" fmla="*/ 0 h 13353"/>
                <a:gd name="T4" fmla="*/ 33 w 2253"/>
                <a:gd name="T5" fmla="*/ 0 h 13353"/>
                <a:gd name="T6" fmla="*/ 33 w 2253"/>
                <a:gd name="T7" fmla="*/ 0 h 13353"/>
                <a:gd name="T8" fmla="*/ 34 w 2253"/>
                <a:gd name="T9" fmla="*/ 0 h 13353"/>
                <a:gd name="T10" fmla="*/ 34 w 2253"/>
                <a:gd name="T11" fmla="*/ 0 h 13353"/>
                <a:gd name="T12" fmla="*/ 34 w 2253"/>
                <a:gd name="T13" fmla="*/ 0 h 13353"/>
                <a:gd name="T14" fmla="*/ 34 w 2253"/>
                <a:gd name="T15" fmla="*/ 0 h 13353"/>
                <a:gd name="T16" fmla="*/ 35 w 2253"/>
                <a:gd name="T17" fmla="*/ 0 h 13353"/>
                <a:gd name="T18" fmla="*/ 35 w 2253"/>
                <a:gd name="T19" fmla="*/ 0 h 13353"/>
                <a:gd name="T20" fmla="*/ 2 w 2253"/>
                <a:gd name="T21" fmla="*/ 208 h 13353"/>
                <a:gd name="T22" fmla="*/ 2 w 2253"/>
                <a:gd name="T23" fmla="*/ 208 h 13353"/>
                <a:gd name="T24" fmla="*/ 2 w 2253"/>
                <a:gd name="T25" fmla="*/ 208 h 13353"/>
                <a:gd name="T26" fmla="*/ 1 w 2253"/>
                <a:gd name="T27" fmla="*/ 208 h 13353"/>
                <a:gd name="T28" fmla="*/ 1 w 2253"/>
                <a:gd name="T29" fmla="*/ 208 h 13353"/>
                <a:gd name="T30" fmla="*/ 1 w 2253"/>
                <a:gd name="T31" fmla="*/ 208 h 13353"/>
                <a:gd name="T32" fmla="*/ 1 w 2253"/>
                <a:gd name="T33" fmla="*/ 208 h 13353"/>
                <a:gd name="T34" fmla="*/ 0 w 2253"/>
                <a:gd name="T35" fmla="*/ 209 h 13353"/>
                <a:gd name="T36" fmla="*/ 0 w 2253"/>
                <a:gd name="T37" fmla="*/ 209 h 1335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3"/>
                <a:gd name="T58" fmla="*/ 0 h 13353"/>
                <a:gd name="T59" fmla="*/ 2253 w 2253"/>
                <a:gd name="T60" fmla="*/ 13353 h 1335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3" h="13353">
                  <a:moveTo>
                    <a:pt x="0" y="13353"/>
                  </a:moveTo>
                  <a:lnTo>
                    <a:pt x="2095" y="31"/>
                  </a:lnTo>
                  <a:lnTo>
                    <a:pt x="2115" y="27"/>
                  </a:lnTo>
                  <a:lnTo>
                    <a:pt x="2136" y="24"/>
                  </a:lnTo>
                  <a:lnTo>
                    <a:pt x="2156" y="20"/>
                  </a:lnTo>
                  <a:lnTo>
                    <a:pt x="2176" y="16"/>
                  </a:lnTo>
                  <a:lnTo>
                    <a:pt x="2195" y="13"/>
                  </a:lnTo>
                  <a:lnTo>
                    <a:pt x="2215" y="9"/>
                  </a:lnTo>
                  <a:lnTo>
                    <a:pt x="2234" y="4"/>
                  </a:lnTo>
                  <a:lnTo>
                    <a:pt x="2253" y="0"/>
                  </a:lnTo>
                  <a:lnTo>
                    <a:pt x="157" y="13321"/>
                  </a:lnTo>
                  <a:lnTo>
                    <a:pt x="139" y="13326"/>
                  </a:lnTo>
                  <a:lnTo>
                    <a:pt x="120" y="13330"/>
                  </a:lnTo>
                  <a:lnTo>
                    <a:pt x="100" y="13334"/>
                  </a:lnTo>
                  <a:lnTo>
                    <a:pt x="81" y="13338"/>
                  </a:lnTo>
                  <a:lnTo>
                    <a:pt x="61" y="13341"/>
                  </a:lnTo>
                  <a:lnTo>
                    <a:pt x="40" y="13345"/>
                  </a:lnTo>
                  <a:lnTo>
                    <a:pt x="20" y="13350"/>
                  </a:lnTo>
                  <a:lnTo>
                    <a:pt x="0" y="13353"/>
                  </a:lnTo>
                  <a:close/>
                </a:path>
              </a:pathLst>
            </a:custGeom>
            <a:solidFill>
              <a:srgbClr val="ACC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7" name="Freeform 603"/>
            <p:cNvSpPr>
              <a:spLocks/>
            </p:cNvSpPr>
            <p:nvPr/>
          </p:nvSpPr>
          <p:spPr bwMode="auto">
            <a:xfrm>
              <a:off x="2499" y="1779"/>
              <a:ext cx="282" cy="1670"/>
            </a:xfrm>
            <a:custGeom>
              <a:avLst/>
              <a:gdLst>
                <a:gd name="T0" fmla="*/ 0 w 2254"/>
                <a:gd name="T1" fmla="*/ 209 h 13359"/>
                <a:gd name="T2" fmla="*/ 33 w 2254"/>
                <a:gd name="T3" fmla="*/ 1 h 13359"/>
                <a:gd name="T4" fmla="*/ 33 w 2254"/>
                <a:gd name="T5" fmla="*/ 1 h 13359"/>
                <a:gd name="T6" fmla="*/ 33 w 2254"/>
                <a:gd name="T7" fmla="*/ 1 h 13359"/>
                <a:gd name="T8" fmla="*/ 34 w 2254"/>
                <a:gd name="T9" fmla="*/ 0 h 13359"/>
                <a:gd name="T10" fmla="*/ 34 w 2254"/>
                <a:gd name="T11" fmla="*/ 0 h 13359"/>
                <a:gd name="T12" fmla="*/ 34 w 2254"/>
                <a:gd name="T13" fmla="*/ 0 h 13359"/>
                <a:gd name="T14" fmla="*/ 35 w 2254"/>
                <a:gd name="T15" fmla="*/ 0 h 13359"/>
                <a:gd name="T16" fmla="*/ 35 w 2254"/>
                <a:gd name="T17" fmla="*/ 0 h 13359"/>
                <a:gd name="T18" fmla="*/ 35 w 2254"/>
                <a:gd name="T19" fmla="*/ 0 h 13359"/>
                <a:gd name="T20" fmla="*/ 3 w 2254"/>
                <a:gd name="T21" fmla="*/ 208 h 13359"/>
                <a:gd name="T22" fmla="*/ 2 w 2254"/>
                <a:gd name="T23" fmla="*/ 208 h 13359"/>
                <a:gd name="T24" fmla="*/ 2 w 2254"/>
                <a:gd name="T25" fmla="*/ 208 h 13359"/>
                <a:gd name="T26" fmla="*/ 2 w 2254"/>
                <a:gd name="T27" fmla="*/ 208 h 13359"/>
                <a:gd name="T28" fmla="*/ 1 w 2254"/>
                <a:gd name="T29" fmla="*/ 209 h 13359"/>
                <a:gd name="T30" fmla="*/ 1 w 2254"/>
                <a:gd name="T31" fmla="*/ 209 h 13359"/>
                <a:gd name="T32" fmla="*/ 1 w 2254"/>
                <a:gd name="T33" fmla="*/ 209 h 13359"/>
                <a:gd name="T34" fmla="*/ 0 w 2254"/>
                <a:gd name="T35" fmla="*/ 209 h 13359"/>
                <a:gd name="T36" fmla="*/ 0 w 2254"/>
                <a:gd name="T37" fmla="*/ 209 h 1335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4"/>
                <a:gd name="T58" fmla="*/ 0 h 13359"/>
                <a:gd name="T59" fmla="*/ 2254 w 2254"/>
                <a:gd name="T60" fmla="*/ 13359 h 1335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4" h="13359">
                  <a:moveTo>
                    <a:pt x="0" y="13359"/>
                  </a:moveTo>
                  <a:lnTo>
                    <a:pt x="2096" y="38"/>
                  </a:lnTo>
                  <a:lnTo>
                    <a:pt x="2116" y="34"/>
                  </a:lnTo>
                  <a:lnTo>
                    <a:pt x="2137" y="30"/>
                  </a:lnTo>
                  <a:lnTo>
                    <a:pt x="2158" y="25"/>
                  </a:lnTo>
                  <a:lnTo>
                    <a:pt x="2177" y="21"/>
                  </a:lnTo>
                  <a:lnTo>
                    <a:pt x="2198" y="16"/>
                  </a:lnTo>
                  <a:lnTo>
                    <a:pt x="2217" y="11"/>
                  </a:lnTo>
                  <a:lnTo>
                    <a:pt x="2236" y="6"/>
                  </a:lnTo>
                  <a:lnTo>
                    <a:pt x="2254" y="0"/>
                  </a:lnTo>
                  <a:lnTo>
                    <a:pt x="159" y="13322"/>
                  </a:lnTo>
                  <a:lnTo>
                    <a:pt x="140" y="13327"/>
                  </a:lnTo>
                  <a:lnTo>
                    <a:pt x="122" y="13332"/>
                  </a:lnTo>
                  <a:lnTo>
                    <a:pt x="101" y="13337"/>
                  </a:lnTo>
                  <a:lnTo>
                    <a:pt x="82" y="13342"/>
                  </a:lnTo>
                  <a:lnTo>
                    <a:pt x="62" y="13346"/>
                  </a:lnTo>
                  <a:lnTo>
                    <a:pt x="42" y="13351"/>
                  </a:lnTo>
                  <a:lnTo>
                    <a:pt x="21" y="13355"/>
                  </a:lnTo>
                  <a:lnTo>
                    <a:pt x="0" y="13359"/>
                  </a:lnTo>
                  <a:close/>
                </a:path>
              </a:pathLst>
            </a:custGeom>
            <a:solidFill>
              <a:srgbClr val="AFD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8" name="Freeform 604"/>
            <p:cNvSpPr>
              <a:spLocks/>
            </p:cNvSpPr>
            <p:nvPr/>
          </p:nvSpPr>
          <p:spPr bwMode="auto">
            <a:xfrm>
              <a:off x="2509" y="1776"/>
              <a:ext cx="282" cy="1671"/>
            </a:xfrm>
            <a:custGeom>
              <a:avLst/>
              <a:gdLst>
                <a:gd name="T0" fmla="*/ 0 w 2256"/>
                <a:gd name="T1" fmla="*/ 209 h 13368"/>
                <a:gd name="T2" fmla="*/ 33 w 2256"/>
                <a:gd name="T3" fmla="*/ 1 h 13368"/>
                <a:gd name="T4" fmla="*/ 33 w 2256"/>
                <a:gd name="T5" fmla="*/ 1 h 13368"/>
                <a:gd name="T6" fmla="*/ 33 w 2256"/>
                <a:gd name="T7" fmla="*/ 1 h 13368"/>
                <a:gd name="T8" fmla="*/ 34 w 2256"/>
                <a:gd name="T9" fmla="*/ 1 h 13368"/>
                <a:gd name="T10" fmla="*/ 34 w 2256"/>
                <a:gd name="T11" fmla="*/ 0 h 13368"/>
                <a:gd name="T12" fmla="*/ 34 w 2256"/>
                <a:gd name="T13" fmla="*/ 0 h 13368"/>
                <a:gd name="T14" fmla="*/ 35 w 2256"/>
                <a:gd name="T15" fmla="*/ 0 h 13368"/>
                <a:gd name="T16" fmla="*/ 35 w 2256"/>
                <a:gd name="T17" fmla="*/ 0 h 13368"/>
                <a:gd name="T18" fmla="*/ 35 w 2256"/>
                <a:gd name="T19" fmla="*/ 0 h 13368"/>
                <a:gd name="T20" fmla="*/ 2 w 2256"/>
                <a:gd name="T21" fmla="*/ 208 h 13368"/>
                <a:gd name="T22" fmla="*/ 2 w 2256"/>
                <a:gd name="T23" fmla="*/ 208 h 13368"/>
                <a:gd name="T24" fmla="*/ 2 w 2256"/>
                <a:gd name="T25" fmla="*/ 208 h 13368"/>
                <a:gd name="T26" fmla="*/ 2 w 2256"/>
                <a:gd name="T27" fmla="*/ 209 h 13368"/>
                <a:gd name="T28" fmla="*/ 1 w 2256"/>
                <a:gd name="T29" fmla="*/ 209 h 13368"/>
                <a:gd name="T30" fmla="*/ 1 w 2256"/>
                <a:gd name="T31" fmla="*/ 209 h 13368"/>
                <a:gd name="T32" fmla="*/ 1 w 2256"/>
                <a:gd name="T33" fmla="*/ 209 h 13368"/>
                <a:gd name="T34" fmla="*/ 0 w 2256"/>
                <a:gd name="T35" fmla="*/ 209 h 13368"/>
                <a:gd name="T36" fmla="*/ 0 w 2256"/>
                <a:gd name="T37" fmla="*/ 209 h 1336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6"/>
                <a:gd name="T58" fmla="*/ 0 h 13368"/>
                <a:gd name="T59" fmla="*/ 2256 w 2256"/>
                <a:gd name="T60" fmla="*/ 13368 h 1336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6" h="13368">
                  <a:moveTo>
                    <a:pt x="0" y="13368"/>
                  </a:moveTo>
                  <a:lnTo>
                    <a:pt x="2096" y="47"/>
                  </a:lnTo>
                  <a:lnTo>
                    <a:pt x="2118" y="42"/>
                  </a:lnTo>
                  <a:lnTo>
                    <a:pt x="2138" y="37"/>
                  </a:lnTo>
                  <a:lnTo>
                    <a:pt x="2159" y="31"/>
                  </a:lnTo>
                  <a:lnTo>
                    <a:pt x="2179" y="25"/>
                  </a:lnTo>
                  <a:lnTo>
                    <a:pt x="2199" y="19"/>
                  </a:lnTo>
                  <a:lnTo>
                    <a:pt x="2218" y="13"/>
                  </a:lnTo>
                  <a:lnTo>
                    <a:pt x="2237" y="7"/>
                  </a:lnTo>
                  <a:lnTo>
                    <a:pt x="2256" y="0"/>
                  </a:lnTo>
                  <a:lnTo>
                    <a:pt x="160" y="13322"/>
                  </a:lnTo>
                  <a:lnTo>
                    <a:pt x="142" y="13329"/>
                  </a:lnTo>
                  <a:lnTo>
                    <a:pt x="123" y="13335"/>
                  </a:lnTo>
                  <a:lnTo>
                    <a:pt x="103" y="13341"/>
                  </a:lnTo>
                  <a:lnTo>
                    <a:pt x="83" y="13347"/>
                  </a:lnTo>
                  <a:lnTo>
                    <a:pt x="63" y="13353"/>
                  </a:lnTo>
                  <a:lnTo>
                    <a:pt x="43" y="13358"/>
                  </a:lnTo>
                  <a:lnTo>
                    <a:pt x="21" y="13363"/>
                  </a:lnTo>
                  <a:lnTo>
                    <a:pt x="0" y="13368"/>
                  </a:lnTo>
                  <a:close/>
                </a:path>
              </a:pathLst>
            </a:custGeom>
            <a:solidFill>
              <a:srgbClr val="B1D1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9" name="Freeform 605"/>
            <p:cNvSpPr>
              <a:spLocks/>
            </p:cNvSpPr>
            <p:nvPr/>
          </p:nvSpPr>
          <p:spPr bwMode="auto">
            <a:xfrm>
              <a:off x="2519" y="1771"/>
              <a:ext cx="282" cy="1673"/>
            </a:xfrm>
            <a:custGeom>
              <a:avLst/>
              <a:gdLst>
                <a:gd name="T0" fmla="*/ 0 w 2257"/>
                <a:gd name="T1" fmla="*/ 209 h 13380"/>
                <a:gd name="T2" fmla="*/ 33 w 2257"/>
                <a:gd name="T3" fmla="*/ 1 h 13380"/>
                <a:gd name="T4" fmla="*/ 33 w 2257"/>
                <a:gd name="T5" fmla="*/ 1 h 13380"/>
                <a:gd name="T6" fmla="*/ 33 w 2257"/>
                <a:gd name="T7" fmla="*/ 1 h 13380"/>
                <a:gd name="T8" fmla="*/ 34 w 2257"/>
                <a:gd name="T9" fmla="*/ 1 h 13380"/>
                <a:gd name="T10" fmla="*/ 34 w 2257"/>
                <a:gd name="T11" fmla="*/ 1 h 13380"/>
                <a:gd name="T12" fmla="*/ 34 w 2257"/>
                <a:gd name="T13" fmla="*/ 0 h 13380"/>
                <a:gd name="T14" fmla="*/ 35 w 2257"/>
                <a:gd name="T15" fmla="*/ 0 h 13380"/>
                <a:gd name="T16" fmla="*/ 35 w 2257"/>
                <a:gd name="T17" fmla="*/ 0 h 13380"/>
                <a:gd name="T18" fmla="*/ 35 w 2257"/>
                <a:gd name="T19" fmla="*/ 0 h 13380"/>
                <a:gd name="T20" fmla="*/ 2 w 2257"/>
                <a:gd name="T21" fmla="*/ 208 h 13380"/>
                <a:gd name="T22" fmla="*/ 2 w 2257"/>
                <a:gd name="T23" fmla="*/ 208 h 13380"/>
                <a:gd name="T24" fmla="*/ 2 w 2257"/>
                <a:gd name="T25" fmla="*/ 209 h 13380"/>
                <a:gd name="T26" fmla="*/ 2 w 2257"/>
                <a:gd name="T27" fmla="*/ 209 h 13380"/>
                <a:gd name="T28" fmla="*/ 1 w 2257"/>
                <a:gd name="T29" fmla="*/ 209 h 13380"/>
                <a:gd name="T30" fmla="*/ 1 w 2257"/>
                <a:gd name="T31" fmla="*/ 209 h 13380"/>
                <a:gd name="T32" fmla="*/ 1 w 2257"/>
                <a:gd name="T33" fmla="*/ 209 h 13380"/>
                <a:gd name="T34" fmla="*/ 0 w 2257"/>
                <a:gd name="T35" fmla="*/ 209 h 13380"/>
                <a:gd name="T36" fmla="*/ 0 w 2257"/>
                <a:gd name="T37" fmla="*/ 209 h 133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57"/>
                <a:gd name="T58" fmla="*/ 0 h 13380"/>
                <a:gd name="T59" fmla="*/ 2257 w 2257"/>
                <a:gd name="T60" fmla="*/ 13380 h 1338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57" h="13380">
                  <a:moveTo>
                    <a:pt x="0" y="13380"/>
                  </a:moveTo>
                  <a:lnTo>
                    <a:pt x="2095" y="58"/>
                  </a:lnTo>
                  <a:lnTo>
                    <a:pt x="2118" y="51"/>
                  </a:lnTo>
                  <a:lnTo>
                    <a:pt x="2139" y="45"/>
                  </a:lnTo>
                  <a:lnTo>
                    <a:pt x="2160" y="38"/>
                  </a:lnTo>
                  <a:lnTo>
                    <a:pt x="2180" y="31"/>
                  </a:lnTo>
                  <a:lnTo>
                    <a:pt x="2201" y="23"/>
                  </a:lnTo>
                  <a:lnTo>
                    <a:pt x="2220" y="16"/>
                  </a:lnTo>
                  <a:lnTo>
                    <a:pt x="2239" y="8"/>
                  </a:lnTo>
                  <a:lnTo>
                    <a:pt x="2257" y="0"/>
                  </a:lnTo>
                  <a:lnTo>
                    <a:pt x="162" y="13322"/>
                  </a:lnTo>
                  <a:lnTo>
                    <a:pt x="144" y="13329"/>
                  </a:lnTo>
                  <a:lnTo>
                    <a:pt x="125" y="13337"/>
                  </a:lnTo>
                  <a:lnTo>
                    <a:pt x="104" y="13346"/>
                  </a:lnTo>
                  <a:lnTo>
                    <a:pt x="85" y="13353"/>
                  </a:lnTo>
                  <a:lnTo>
                    <a:pt x="64" y="13360"/>
                  </a:lnTo>
                  <a:lnTo>
                    <a:pt x="44" y="13367"/>
                  </a:lnTo>
                  <a:lnTo>
                    <a:pt x="22" y="13373"/>
                  </a:lnTo>
                  <a:lnTo>
                    <a:pt x="0" y="13380"/>
                  </a:lnTo>
                  <a:close/>
                </a:path>
              </a:pathLst>
            </a:custGeom>
            <a:solidFill>
              <a:srgbClr val="B4D3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0" name="Freeform 606"/>
            <p:cNvSpPr>
              <a:spLocks/>
            </p:cNvSpPr>
            <p:nvPr/>
          </p:nvSpPr>
          <p:spPr bwMode="auto">
            <a:xfrm>
              <a:off x="2529" y="1766"/>
              <a:ext cx="283" cy="1675"/>
            </a:xfrm>
            <a:custGeom>
              <a:avLst/>
              <a:gdLst>
                <a:gd name="T0" fmla="*/ 0 w 2260"/>
                <a:gd name="T1" fmla="*/ 209 h 13396"/>
                <a:gd name="T2" fmla="*/ 33 w 2260"/>
                <a:gd name="T3" fmla="*/ 1 h 13396"/>
                <a:gd name="T4" fmla="*/ 33 w 2260"/>
                <a:gd name="T5" fmla="*/ 1 h 13396"/>
                <a:gd name="T6" fmla="*/ 34 w 2260"/>
                <a:gd name="T7" fmla="*/ 1 h 13396"/>
                <a:gd name="T8" fmla="*/ 34 w 2260"/>
                <a:gd name="T9" fmla="*/ 1 h 13396"/>
                <a:gd name="T10" fmla="*/ 34 w 2260"/>
                <a:gd name="T11" fmla="*/ 1 h 13396"/>
                <a:gd name="T12" fmla="*/ 35 w 2260"/>
                <a:gd name="T13" fmla="*/ 1 h 13396"/>
                <a:gd name="T14" fmla="*/ 35 w 2260"/>
                <a:gd name="T15" fmla="*/ 0 h 13396"/>
                <a:gd name="T16" fmla="*/ 35 w 2260"/>
                <a:gd name="T17" fmla="*/ 0 h 13396"/>
                <a:gd name="T18" fmla="*/ 35 w 2260"/>
                <a:gd name="T19" fmla="*/ 0 h 13396"/>
                <a:gd name="T20" fmla="*/ 3 w 2260"/>
                <a:gd name="T21" fmla="*/ 208 h 13396"/>
                <a:gd name="T22" fmla="*/ 2 w 2260"/>
                <a:gd name="T23" fmla="*/ 208 h 13396"/>
                <a:gd name="T24" fmla="*/ 2 w 2260"/>
                <a:gd name="T25" fmla="*/ 209 h 13396"/>
                <a:gd name="T26" fmla="*/ 2 w 2260"/>
                <a:gd name="T27" fmla="*/ 209 h 13396"/>
                <a:gd name="T28" fmla="*/ 1 w 2260"/>
                <a:gd name="T29" fmla="*/ 209 h 13396"/>
                <a:gd name="T30" fmla="*/ 1 w 2260"/>
                <a:gd name="T31" fmla="*/ 209 h 13396"/>
                <a:gd name="T32" fmla="*/ 1 w 2260"/>
                <a:gd name="T33" fmla="*/ 209 h 13396"/>
                <a:gd name="T34" fmla="*/ 0 w 2260"/>
                <a:gd name="T35" fmla="*/ 209 h 13396"/>
                <a:gd name="T36" fmla="*/ 0 w 2260"/>
                <a:gd name="T37" fmla="*/ 209 h 1339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60"/>
                <a:gd name="T58" fmla="*/ 0 h 13396"/>
                <a:gd name="T59" fmla="*/ 2260 w 2260"/>
                <a:gd name="T60" fmla="*/ 13396 h 1339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60" h="13396">
                  <a:moveTo>
                    <a:pt x="0" y="13396"/>
                  </a:moveTo>
                  <a:lnTo>
                    <a:pt x="2096" y="74"/>
                  </a:lnTo>
                  <a:lnTo>
                    <a:pt x="2119" y="66"/>
                  </a:lnTo>
                  <a:lnTo>
                    <a:pt x="2141" y="57"/>
                  </a:lnTo>
                  <a:lnTo>
                    <a:pt x="2162" y="49"/>
                  </a:lnTo>
                  <a:lnTo>
                    <a:pt x="2183" y="40"/>
                  </a:lnTo>
                  <a:lnTo>
                    <a:pt x="2204" y="30"/>
                  </a:lnTo>
                  <a:lnTo>
                    <a:pt x="2223" y="20"/>
                  </a:lnTo>
                  <a:lnTo>
                    <a:pt x="2242" y="10"/>
                  </a:lnTo>
                  <a:lnTo>
                    <a:pt x="2260" y="0"/>
                  </a:lnTo>
                  <a:lnTo>
                    <a:pt x="165" y="13322"/>
                  </a:lnTo>
                  <a:lnTo>
                    <a:pt x="147" y="13332"/>
                  </a:lnTo>
                  <a:lnTo>
                    <a:pt x="128" y="13342"/>
                  </a:lnTo>
                  <a:lnTo>
                    <a:pt x="108" y="13352"/>
                  </a:lnTo>
                  <a:lnTo>
                    <a:pt x="88" y="13361"/>
                  </a:lnTo>
                  <a:lnTo>
                    <a:pt x="67" y="13370"/>
                  </a:lnTo>
                  <a:lnTo>
                    <a:pt x="46" y="13379"/>
                  </a:lnTo>
                  <a:lnTo>
                    <a:pt x="23" y="13388"/>
                  </a:lnTo>
                  <a:lnTo>
                    <a:pt x="0" y="13396"/>
                  </a:lnTo>
                  <a:close/>
                </a:path>
              </a:pathLst>
            </a:custGeom>
            <a:solidFill>
              <a:srgbClr val="B3D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1" name="Freeform 607"/>
            <p:cNvSpPr>
              <a:spLocks/>
            </p:cNvSpPr>
            <p:nvPr/>
          </p:nvSpPr>
          <p:spPr bwMode="auto">
            <a:xfrm>
              <a:off x="2540" y="1759"/>
              <a:ext cx="283" cy="1678"/>
            </a:xfrm>
            <a:custGeom>
              <a:avLst/>
              <a:gdLst>
                <a:gd name="T0" fmla="*/ 0 w 2265"/>
                <a:gd name="T1" fmla="*/ 210 h 13424"/>
                <a:gd name="T2" fmla="*/ 33 w 2265"/>
                <a:gd name="T3" fmla="*/ 2 h 13424"/>
                <a:gd name="T4" fmla="*/ 33 w 2265"/>
                <a:gd name="T5" fmla="*/ 1 h 13424"/>
                <a:gd name="T6" fmla="*/ 33 w 2265"/>
                <a:gd name="T7" fmla="*/ 1 h 13424"/>
                <a:gd name="T8" fmla="*/ 34 w 2265"/>
                <a:gd name="T9" fmla="*/ 1 h 13424"/>
                <a:gd name="T10" fmla="*/ 34 w 2265"/>
                <a:gd name="T11" fmla="*/ 1 h 13424"/>
                <a:gd name="T12" fmla="*/ 34 w 2265"/>
                <a:gd name="T13" fmla="*/ 1 h 13424"/>
                <a:gd name="T14" fmla="*/ 35 w 2265"/>
                <a:gd name="T15" fmla="*/ 0 h 13424"/>
                <a:gd name="T16" fmla="*/ 35 w 2265"/>
                <a:gd name="T17" fmla="*/ 0 h 13424"/>
                <a:gd name="T18" fmla="*/ 35 w 2265"/>
                <a:gd name="T19" fmla="*/ 0 h 13424"/>
                <a:gd name="T20" fmla="*/ 3 w 2265"/>
                <a:gd name="T21" fmla="*/ 208 h 13424"/>
                <a:gd name="T22" fmla="*/ 2 w 2265"/>
                <a:gd name="T23" fmla="*/ 208 h 13424"/>
                <a:gd name="T24" fmla="*/ 2 w 2265"/>
                <a:gd name="T25" fmla="*/ 209 h 13424"/>
                <a:gd name="T26" fmla="*/ 2 w 2265"/>
                <a:gd name="T27" fmla="*/ 209 h 13424"/>
                <a:gd name="T28" fmla="*/ 1 w 2265"/>
                <a:gd name="T29" fmla="*/ 209 h 13424"/>
                <a:gd name="T30" fmla="*/ 1 w 2265"/>
                <a:gd name="T31" fmla="*/ 209 h 13424"/>
                <a:gd name="T32" fmla="*/ 1 w 2265"/>
                <a:gd name="T33" fmla="*/ 209 h 13424"/>
                <a:gd name="T34" fmla="*/ 0 w 2265"/>
                <a:gd name="T35" fmla="*/ 210 h 13424"/>
                <a:gd name="T36" fmla="*/ 0 w 2265"/>
                <a:gd name="T37" fmla="*/ 210 h 1342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265"/>
                <a:gd name="T58" fmla="*/ 0 h 13424"/>
                <a:gd name="T59" fmla="*/ 2265 w 2265"/>
                <a:gd name="T60" fmla="*/ 13424 h 1342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265" h="13424">
                  <a:moveTo>
                    <a:pt x="0" y="13424"/>
                  </a:moveTo>
                  <a:lnTo>
                    <a:pt x="2095" y="102"/>
                  </a:lnTo>
                  <a:lnTo>
                    <a:pt x="2120" y="91"/>
                  </a:lnTo>
                  <a:lnTo>
                    <a:pt x="2144" y="78"/>
                  </a:lnTo>
                  <a:lnTo>
                    <a:pt x="2166" y="66"/>
                  </a:lnTo>
                  <a:lnTo>
                    <a:pt x="2189" y="54"/>
                  </a:lnTo>
                  <a:lnTo>
                    <a:pt x="2209" y="41"/>
                  </a:lnTo>
                  <a:lnTo>
                    <a:pt x="2228" y="28"/>
                  </a:lnTo>
                  <a:lnTo>
                    <a:pt x="2247" y="15"/>
                  </a:lnTo>
                  <a:lnTo>
                    <a:pt x="2265" y="0"/>
                  </a:lnTo>
                  <a:lnTo>
                    <a:pt x="168" y="13322"/>
                  </a:lnTo>
                  <a:lnTo>
                    <a:pt x="151" y="13336"/>
                  </a:lnTo>
                  <a:lnTo>
                    <a:pt x="133" y="13349"/>
                  </a:lnTo>
                  <a:lnTo>
                    <a:pt x="114" y="13362"/>
                  </a:lnTo>
                  <a:lnTo>
                    <a:pt x="92" y="13376"/>
                  </a:lnTo>
                  <a:lnTo>
                    <a:pt x="71" y="13389"/>
                  </a:lnTo>
                  <a:lnTo>
                    <a:pt x="49" y="13401"/>
                  </a:lnTo>
                  <a:lnTo>
                    <a:pt x="24" y="13412"/>
                  </a:lnTo>
                  <a:lnTo>
                    <a:pt x="0" y="13424"/>
                  </a:lnTo>
                  <a:close/>
                </a:path>
              </a:pathLst>
            </a:custGeom>
            <a:solidFill>
              <a:srgbClr val="B2D1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2" name="Freeform 608"/>
            <p:cNvSpPr>
              <a:spLocks/>
            </p:cNvSpPr>
            <p:nvPr/>
          </p:nvSpPr>
          <p:spPr bwMode="auto">
            <a:xfrm>
              <a:off x="2550" y="1743"/>
              <a:ext cx="285" cy="1688"/>
            </a:xfrm>
            <a:custGeom>
              <a:avLst/>
              <a:gdLst>
                <a:gd name="T0" fmla="*/ 0 w 2278"/>
                <a:gd name="T1" fmla="*/ 211 h 13507"/>
                <a:gd name="T2" fmla="*/ 33 w 2278"/>
                <a:gd name="T3" fmla="*/ 3 h 13507"/>
                <a:gd name="T4" fmla="*/ 33 w 2278"/>
                <a:gd name="T5" fmla="*/ 3 h 13507"/>
                <a:gd name="T6" fmla="*/ 33 w 2278"/>
                <a:gd name="T7" fmla="*/ 3 h 13507"/>
                <a:gd name="T8" fmla="*/ 34 w 2278"/>
                <a:gd name="T9" fmla="*/ 2 h 13507"/>
                <a:gd name="T10" fmla="*/ 34 w 2278"/>
                <a:gd name="T11" fmla="*/ 2 h 13507"/>
                <a:gd name="T12" fmla="*/ 34 w 2278"/>
                <a:gd name="T13" fmla="*/ 2 h 13507"/>
                <a:gd name="T14" fmla="*/ 34 w 2278"/>
                <a:gd name="T15" fmla="*/ 2 h 13507"/>
                <a:gd name="T16" fmla="*/ 34 w 2278"/>
                <a:gd name="T17" fmla="*/ 2 h 13507"/>
                <a:gd name="T18" fmla="*/ 35 w 2278"/>
                <a:gd name="T19" fmla="*/ 1 h 13507"/>
                <a:gd name="T20" fmla="*/ 35 w 2278"/>
                <a:gd name="T21" fmla="*/ 1 h 13507"/>
                <a:gd name="T22" fmla="*/ 35 w 2278"/>
                <a:gd name="T23" fmla="*/ 1 h 13507"/>
                <a:gd name="T24" fmla="*/ 35 w 2278"/>
                <a:gd name="T25" fmla="*/ 1 h 13507"/>
                <a:gd name="T26" fmla="*/ 35 w 2278"/>
                <a:gd name="T27" fmla="*/ 1 h 13507"/>
                <a:gd name="T28" fmla="*/ 35 w 2278"/>
                <a:gd name="T29" fmla="*/ 1 h 13507"/>
                <a:gd name="T30" fmla="*/ 35 w 2278"/>
                <a:gd name="T31" fmla="*/ 0 h 13507"/>
                <a:gd name="T32" fmla="*/ 36 w 2278"/>
                <a:gd name="T33" fmla="*/ 0 h 13507"/>
                <a:gd name="T34" fmla="*/ 36 w 2278"/>
                <a:gd name="T35" fmla="*/ 0 h 13507"/>
                <a:gd name="T36" fmla="*/ 3 w 2278"/>
                <a:gd name="T37" fmla="*/ 208 h 13507"/>
                <a:gd name="T38" fmla="*/ 3 w 2278"/>
                <a:gd name="T39" fmla="*/ 208 h 13507"/>
                <a:gd name="T40" fmla="*/ 3 w 2278"/>
                <a:gd name="T41" fmla="*/ 208 h 13507"/>
                <a:gd name="T42" fmla="*/ 3 w 2278"/>
                <a:gd name="T43" fmla="*/ 209 h 13507"/>
                <a:gd name="T44" fmla="*/ 2 w 2278"/>
                <a:gd name="T45" fmla="*/ 209 h 13507"/>
                <a:gd name="T46" fmla="*/ 2 w 2278"/>
                <a:gd name="T47" fmla="*/ 209 h 13507"/>
                <a:gd name="T48" fmla="*/ 2 w 2278"/>
                <a:gd name="T49" fmla="*/ 209 h 13507"/>
                <a:gd name="T50" fmla="*/ 2 w 2278"/>
                <a:gd name="T51" fmla="*/ 209 h 13507"/>
                <a:gd name="T52" fmla="*/ 2 w 2278"/>
                <a:gd name="T53" fmla="*/ 210 h 13507"/>
                <a:gd name="T54" fmla="*/ 2 w 2278"/>
                <a:gd name="T55" fmla="*/ 210 h 13507"/>
                <a:gd name="T56" fmla="*/ 1 w 2278"/>
                <a:gd name="T57" fmla="*/ 210 h 13507"/>
                <a:gd name="T58" fmla="*/ 1 w 2278"/>
                <a:gd name="T59" fmla="*/ 210 h 13507"/>
                <a:gd name="T60" fmla="*/ 1 w 2278"/>
                <a:gd name="T61" fmla="*/ 210 h 13507"/>
                <a:gd name="T62" fmla="*/ 1 w 2278"/>
                <a:gd name="T63" fmla="*/ 210 h 13507"/>
                <a:gd name="T64" fmla="*/ 1 w 2278"/>
                <a:gd name="T65" fmla="*/ 211 h 13507"/>
                <a:gd name="T66" fmla="*/ 0 w 2278"/>
                <a:gd name="T67" fmla="*/ 211 h 13507"/>
                <a:gd name="T68" fmla="*/ 0 w 2278"/>
                <a:gd name="T69" fmla="*/ 211 h 1350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78"/>
                <a:gd name="T106" fmla="*/ 0 h 13507"/>
                <a:gd name="T107" fmla="*/ 2278 w 2278"/>
                <a:gd name="T108" fmla="*/ 13507 h 1350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78" h="13507">
                  <a:moveTo>
                    <a:pt x="0" y="13507"/>
                  </a:moveTo>
                  <a:lnTo>
                    <a:pt x="2095" y="185"/>
                  </a:lnTo>
                  <a:lnTo>
                    <a:pt x="2112" y="175"/>
                  </a:lnTo>
                  <a:lnTo>
                    <a:pt x="2128" y="165"/>
                  </a:lnTo>
                  <a:lnTo>
                    <a:pt x="2143" y="155"/>
                  </a:lnTo>
                  <a:lnTo>
                    <a:pt x="2157" y="144"/>
                  </a:lnTo>
                  <a:lnTo>
                    <a:pt x="2171" y="134"/>
                  </a:lnTo>
                  <a:lnTo>
                    <a:pt x="2185" y="122"/>
                  </a:lnTo>
                  <a:lnTo>
                    <a:pt x="2197" y="111"/>
                  </a:lnTo>
                  <a:lnTo>
                    <a:pt x="2209" y="99"/>
                  </a:lnTo>
                  <a:lnTo>
                    <a:pt x="2220" y="88"/>
                  </a:lnTo>
                  <a:lnTo>
                    <a:pt x="2230" y="76"/>
                  </a:lnTo>
                  <a:lnTo>
                    <a:pt x="2240" y="64"/>
                  </a:lnTo>
                  <a:lnTo>
                    <a:pt x="2248" y="52"/>
                  </a:lnTo>
                  <a:lnTo>
                    <a:pt x="2258" y="39"/>
                  </a:lnTo>
                  <a:lnTo>
                    <a:pt x="2265" y="26"/>
                  </a:lnTo>
                  <a:lnTo>
                    <a:pt x="2272" y="13"/>
                  </a:lnTo>
                  <a:lnTo>
                    <a:pt x="2278" y="0"/>
                  </a:lnTo>
                  <a:lnTo>
                    <a:pt x="182" y="13322"/>
                  </a:lnTo>
                  <a:lnTo>
                    <a:pt x="175" y="13336"/>
                  </a:lnTo>
                  <a:lnTo>
                    <a:pt x="169" y="13349"/>
                  </a:lnTo>
                  <a:lnTo>
                    <a:pt x="161" y="13361"/>
                  </a:lnTo>
                  <a:lnTo>
                    <a:pt x="153" y="13373"/>
                  </a:lnTo>
                  <a:lnTo>
                    <a:pt x="144" y="13386"/>
                  </a:lnTo>
                  <a:lnTo>
                    <a:pt x="135" y="13398"/>
                  </a:lnTo>
                  <a:lnTo>
                    <a:pt x="124" y="13409"/>
                  </a:lnTo>
                  <a:lnTo>
                    <a:pt x="113" y="13422"/>
                  </a:lnTo>
                  <a:lnTo>
                    <a:pt x="102" y="13433"/>
                  </a:lnTo>
                  <a:lnTo>
                    <a:pt x="89" y="13444"/>
                  </a:lnTo>
                  <a:lnTo>
                    <a:pt x="76" y="13455"/>
                  </a:lnTo>
                  <a:lnTo>
                    <a:pt x="62" y="13466"/>
                  </a:lnTo>
                  <a:lnTo>
                    <a:pt x="48" y="13476"/>
                  </a:lnTo>
                  <a:lnTo>
                    <a:pt x="33" y="13486"/>
                  </a:lnTo>
                  <a:lnTo>
                    <a:pt x="16" y="13497"/>
                  </a:lnTo>
                  <a:lnTo>
                    <a:pt x="0" y="13507"/>
                  </a:lnTo>
                  <a:close/>
                </a:path>
              </a:pathLst>
            </a:custGeom>
            <a:solidFill>
              <a:srgbClr val="B2D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3" name="Freeform 609"/>
            <p:cNvSpPr>
              <a:spLocks/>
            </p:cNvSpPr>
            <p:nvPr/>
          </p:nvSpPr>
          <p:spPr bwMode="auto">
            <a:xfrm>
              <a:off x="2561" y="1736"/>
              <a:ext cx="276" cy="1688"/>
            </a:xfrm>
            <a:custGeom>
              <a:avLst/>
              <a:gdLst>
                <a:gd name="T0" fmla="*/ 0 w 2209"/>
                <a:gd name="T1" fmla="*/ 211 h 13505"/>
                <a:gd name="T2" fmla="*/ 33 w 2209"/>
                <a:gd name="T3" fmla="*/ 3 h 13505"/>
                <a:gd name="T4" fmla="*/ 33 w 2209"/>
                <a:gd name="T5" fmla="*/ 3 h 13505"/>
                <a:gd name="T6" fmla="*/ 33 w 2209"/>
                <a:gd name="T7" fmla="*/ 2 h 13505"/>
                <a:gd name="T8" fmla="*/ 33 w 2209"/>
                <a:gd name="T9" fmla="*/ 2 h 13505"/>
                <a:gd name="T10" fmla="*/ 33 w 2209"/>
                <a:gd name="T11" fmla="*/ 2 h 13505"/>
                <a:gd name="T12" fmla="*/ 33 w 2209"/>
                <a:gd name="T13" fmla="*/ 2 h 13505"/>
                <a:gd name="T14" fmla="*/ 34 w 2209"/>
                <a:gd name="T15" fmla="*/ 2 h 13505"/>
                <a:gd name="T16" fmla="*/ 34 w 2209"/>
                <a:gd name="T17" fmla="*/ 2 h 13505"/>
                <a:gd name="T18" fmla="*/ 34 w 2209"/>
                <a:gd name="T19" fmla="*/ 1 h 13505"/>
                <a:gd name="T20" fmla="*/ 34 w 2209"/>
                <a:gd name="T21" fmla="*/ 1 h 13505"/>
                <a:gd name="T22" fmla="*/ 34 w 2209"/>
                <a:gd name="T23" fmla="*/ 1 h 13505"/>
                <a:gd name="T24" fmla="*/ 34 w 2209"/>
                <a:gd name="T25" fmla="*/ 1 h 13505"/>
                <a:gd name="T26" fmla="*/ 34 w 2209"/>
                <a:gd name="T27" fmla="*/ 1 h 13505"/>
                <a:gd name="T28" fmla="*/ 34 w 2209"/>
                <a:gd name="T29" fmla="*/ 1 h 13505"/>
                <a:gd name="T30" fmla="*/ 34 w 2209"/>
                <a:gd name="T31" fmla="*/ 0 h 13505"/>
                <a:gd name="T32" fmla="*/ 34 w 2209"/>
                <a:gd name="T33" fmla="*/ 0 h 13505"/>
                <a:gd name="T34" fmla="*/ 34 w 2209"/>
                <a:gd name="T35" fmla="*/ 0 h 13505"/>
                <a:gd name="T36" fmla="*/ 2 w 2209"/>
                <a:gd name="T37" fmla="*/ 208 h 13505"/>
                <a:gd name="T38" fmla="*/ 2 w 2209"/>
                <a:gd name="T39" fmla="*/ 208 h 13505"/>
                <a:gd name="T40" fmla="*/ 2 w 2209"/>
                <a:gd name="T41" fmla="*/ 208 h 13505"/>
                <a:gd name="T42" fmla="*/ 2 w 2209"/>
                <a:gd name="T43" fmla="*/ 209 h 13505"/>
                <a:gd name="T44" fmla="*/ 2 w 2209"/>
                <a:gd name="T45" fmla="*/ 209 h 13505"/>
                <a:gd name="T46" fmla="*/ 1 w 2209"/>
                <a:gd name="T47" fmla="*/ 209 h 13505"/>
                <a:gd name="T48" fmla="*/ 1 w 2209"/>
                <a:gd name="T49" fmla="*/ 209 h 13505"/>
                <a:gd name="T50" fmla="*/ 1 w 2209"/>
                <a:gd name="T51" fmla="*/ 209 h 13505"/>
                <a:gd name="T52" fmla="*/ 1 w 2209"/>
                <a:gd name="T53" fmla="*/ 210 h 13505"/>
                <a:gd name="T54" fmla="*/ 1 w 2209"/>
                <a:gd name="T55" fmla="*/ 210 h 13505"/>
                <a:gd name="T56" fmla="*/ 1 w 2209"/>
                <a:gd name="T57" fmla="*/ 210 h 13505"/>
                <a:gd name="T58" fmla="*/ 1 w 2209"/>
                <a:gd name="T59" fmla="*/ 210 h 13505"/>
                <a:gd name="T60" fmla="*/ 1 w 2209"/>
                <a:gd name="T61" fmla="*/ 210 h 13505"/>
                <a:gd name="T62" fmla="*/ 0 w 2209"/>
                <a:gd name="T63" fmla="*/ 210 h 13505"/>
                <a:gd name="T64" fmla="*/ 0 w 2209"/>
                <a:gd name="T65" fmla="*/ 211 h 13505"/>
                <a:gd name="T66" fmla="*/ 0 w 2209"/>
                <a:gd name="T67" fmla="*/ 211 h 13505"/>
                <a:gd name="T68" fmla="*/ 0 w 2209"/>
                <a:gd name="T69" fmla="*/ 211 h 1350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09"/>
                <a:gd name="T106" fmla="*/ 0 h 13505"/>
                <a:gd name="T107" fmla="*/ 2209 w 2209"/>
                <a:gd name="T108" fmla="*/ 13505 h 1350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09" h="13505">
                  <a:moveTo>
                    <a:pt x="0" y="13505"/>
                  </a:moveTo>
                  <a:lnTo>
                    <a:pt x="2097" y="183"/>
                  </a:lnTo>
                  <a:lnTo>
                    <a:pt x="2108" y="173"/>
                  </a:lnTo>
                  <a:lnTo>
                    <a:pt x="2119" y="162"/>
                  </a:lnTo>
                  <a:lnTo>
                    <a:pt x="2129" y="152"/>
                  </a:lnTo>
                  <a:lnTo>
                    <a:pt x="2139" y="142"/>
                  </a:lnTo>
                  <a:lnTo>
                    <a:pt x="2148" y="131"/>
                  </a:lnTo>
                  <a:lnTo>
                    <a:pt x="2157" y="120"/>
                  </a:lnTo>
                  <a:lnTo>
                    <a:pt x="2165" y="109"/>
                  </a:lnTo>
                  <a:lnTo>
                    <a:pt x="2173" y="97"/>
                  </a:lnTo>
                  <a:lnTo>
                    <a:pt x="2180" y="85"/>
                  </a:lnTo>
                  <a:lnTo>
                    <a:pt x="2186" y="74"/>
                  </a:lnTo>
                  <a:lnTo>
                    <a:pt x="2191" y="62"/>
                  </a:lnTo>
                  <a:lnTo>
                    <a:pt x="2196" y="50"/>
                  </a:lnTo>
                  <a:lnTo>
                    <a:pt x="2200" y="38"/>
                  </a:lnTo>
                  <a:lnTo>
                    <a:pt x="2204" y="26"/>
                  </a:lnTo>
                  <a:lnTo>
                    <a:pt x="2207" y="12"/>
                  </a:lnTo>
                  <a:lnTo>
                    <a:pt x="2209" y="0"/>
                  </a:lnTo>
                  <a:lnTo>
                    <a:pt x="114" y="13322"/>
                  </a:lnTo>
                  <a:lnTo>
                    <a:pt x="112" y="13334"/>
                  </a:lnTo>
                  <a:lnTo>
                    <a:pt x="109" y="13347"/>
                  </a:lnTo>
                  <a:lnTo>
                    <a:pt x="105" y="13359"/>
                  </a:lnTo>
                  <a:lnTo>
                    <a:pt x="101" y="13371"/>
                  </a:lnTo>
                  <a:lnTo>
                    <a:pt x="96" y="13383"/>
                  </a:lnTo>
                  <a:lnTo>
                    <a:pt x="89" y="13396"/>
                  </a:lnTo>
                  <a:lnTo>
                    <a:pt x="83" y="13407"/>
                  </a:lnTo>
                  <a:lnTo>
                    <a:pt x="77" y="13419"/>
                  </a:lnTo>
                  <a:lnTo>
                    <a:pt x="69" y="13430"/>
                  </a:lnTo>
                  <a:lnTo>
                    <a:pt x="61" y="13441"/>
                  </a:lnTo>
                  <a:lnTo>
                    <a:pt x="53" y="13452"/>
                  </a:lnTo>
                  <a:lnTo>
                    <a:pt x="44" y="13463"/>
                  </a:lnTo>
                  <a:lnTo>
                    <a:pt x="34" y="13474"/>
                  </a:lnTo>
                  <a:lnTo>
                    <a:pt x="24" y="13485"/>
                  </a:lnTo>
                  <a:lnTo>
                    <a:pt x="12" y="13495"/>
                  </a:lnTo>
                  <a:lnTo>
                    <a:pt x="0" y="13505"/>
                  </a:lnTo>
                  <a:close/>
                </a:path>
              </a:pathLst>
            </a:custGeom>
            <a:solidFill>
              <a:srgbClr val="B1D0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4" name="Freeform 610"/>
            <p:cNvSpPr>
              <a:spLocks/>
            </p:cNvSpPr>
            <p:nvPr/>
          </p:nvSpPr>
          <p:spPr bwMode="auto">
            <a:xfrm>
              <a:off x="2573" y="1736"/>
              <a:ext cx="264" cy="1672"/>
            </a:xfrm>
            <a:custGeom>
              <a:avLst/>
              <a:gdLst>
                <a:gd name="T0" fmla="*/ 0 w 2112"/>
                <a:gd name="T1" fmla="*/ 209 h 13380"/>
                <a:gd name="T2" fmla="*/ 33 w 2112"/>
                <a:gd name="T3" fmla="*/ 1 h 13380"/>
                <a:gd name="T4" fmla="*/ 33 w 2112"/>
                <a:gd name="T5" fmla="*/ 1 h 13380"/>
                <a:gd name="T6" fmla="*/ 33 w 2112"/>
                <a:gd name="T7" fmla="*/ 0 h 13380"/>
                <a:gd name="T8" fmla="*/ 33 w 2112"/>
                <a:gd name="T9" fmla="*/ 0 h 13380"/>
                <a:gd name="T10" fmla="*/ 33 w 2112"/>
                <a:gd name="T11" fmla="*/ 0 h 13380"/>
                <a:gd name="T12" fmla="*/ 0 w 2112"/>
                <a:gd name="T13" fmla="*/ 208 h 13380"/>
                <a:gd name="T14" fmla="*/ 0 w 2112"/>
                <a:gd name="T15" fmla="*/ 208 h 13380"/>
                <a:gd name="T16" fmla="*/ 0 w 2112"/>
                <a:gd name="T17" fmla="*/ 208 h 13380"/>
                <a:gd name="T18" fmla="*/ 0 w 2112"/>
                <a:gd name="T19" fmla="*/ 209 h 13380"/>
                <a:gd name="T20" fmla="*/ 0 w 2112"/>
                <a:gd name="T21" fmla="*/ 209 h 133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12"/>
                <a:gd name="T34" fmla="*/ 0 h 13380"/>
                <a:gd name="T35" fmla="*/ 2112 w 2112"/>
                <a:gd name="T36" fmla="*/ 13380 h 1338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12" h="13380">
                  <a:moveTo>
                    <a:pt x="0" y="13380"/>
                  </a:moveTo>
                  <a:lnTo>
                    <a:pt x="2096" y="58"/>
                  </a:lnTo>
                  <a:lnTo>
                    <a:pt x="2101" y="44"/>
                  </a:lnTo>
                  <a:lnTo>
                    <a:pt x="2106" y="30"/>
                  </a:lnTo>
                  <a:lnTo>
                    <a:pt x="2109" y="14"/>
                  </a:lnTo>
                  <a:lnTo>
                    <a:pt x="2112" y="0"/>
                  </a:lnTo>
                  <a:lnTo>
                    <a:pt x="17" y="13322"/>
                  </a:lnTo>
                  <a:lnTo>
                    <a:pt x="14" y="13337"/>
                  </a:lnTo>
                  <a:lnTo>
                    <a:pt x="10" y="13351"/>
                  </a:lnTo>
                  <a:lnTo>
                    <a:pt x="6" y="13366"/>
                  </a:lnTo>
                  <a:lnTo>
                    <a:pt x="0" y="13380"/>
                  </a:lnTo>
                  <a:close/>
                </a:path>
              </a:pathLst>
            </a:custGeom>
            <a:solidFill>
              <a:srgbClr val="A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5" name="Freeform 611"/>
            <p:cNvSpPr>
              <a:spLocks/>
            </p:cNvSpPr>
            <p:nvPr/>
          </p:nvSpPr>
          <p:spPr bwMode="auto">
            <a:xfrm>
              <a:off x="2125" y="1665"/>
              <a:ext cx="712" cy="1790"/>
            </a:xfrm>
            <a:custGeom>
              <a:avLst/>
              <a:gdLst>
                <a:gd name="T0" fmla="*/ 56 w 5693"/>
                <a:gd name="T1" fmla="*/ 218 h 14318"/>
                <a:gd name="T2" fmla="*/ 55 w 5693"/>
                <a:gd name="T3" fmla="*/ 219 h 14318"/>
                <a:gd name="T4" fmla="*/ 54 w 5693"/>
                <a:gd name="T5" fmla="*/ 220 h 14318"/>
                <a:gd name="T6" fmla="*/ 52 w 5693"/>
                <a:gd name="T7" fmla="*/ 221 h 14318"/>
                <a:gd name="T8" fmla="*/ 50 w 5693"/>
                <a:gd name="T9" fmla="*/ 222 h 14318"/>
                <a:gd name="T10" fmla="*/ 47 w 5693"/>
                <a:gd name="T11" fmla="*/ 223 h 14318"/>
                <a:gd name="T12" fmla="*/ 44 w 5693"/>
                <a:gd name="T13" fmla="*/ 223 h 14318"/>
                <a:gd name="T14" fmla="*/ 40 w 5693"/>
                <a:gd name="T15" fmla="*/ 224 h 14318"/>
                <a:gd name="T16" fmla="*/ 36 w 5693"/>
                <a:gd name="T17" fmla="*/ 224 h 14318"/>
                <a:gd name="T18" fmla="*/ 32 w 5693"/>
                <a:gd name="T19" fmla="*/ 224 h 14318"/>
                <a:gd name="T20" fmla="*/ 28 w 5693"/>
                <a:gd name="T21" fmla="*/ 223 h 14318"/>
                <a:gd name="T22" fmla="*/ 24 w 5693"/>
                <a:gd name="T23" fmla="*/ 222 h 14318"/>
                <a:gd name="T24" fmla="*/ 20 w 5693"/>
                <a:gd name="T25" fmla="*/ 221 h 14318"/>
                <a:gd name="T26" fmla="*/ 16 w 5693"/>
                <a:gd name="T27" fmla="*/ 220 h 14318"/>
                <a:gd name="T28" fmla="*/ 12 w 5693"/>
                <a:gd name="T29" fmla="*/ 219 h 14318"/>
                <a:gd name="T30" fmla="*/ 9 w 5693"/>
                <a:gd name="T31" fmla="*/ 218 h 14318"/>
                <a:gd name="T32" fmla="*/ 6 w 5693"/>
                <a:gd name="T33" fmla="*/ 216 h 14318"/>
                <a:gd name="T34" fmla="*/ 4 w 5693"/>
                <a:gd name="T35" fmla="*/ 215 h 14318"/>
                <a:gd name="T36" fmla="*/ 2 w 5693"/>
                <a:gd name="T37" fmla="*/ 213 h 14318"/>
                <a:gd name="T38" fmla="*/ 1 w 5693"/>
                <a:gd name="T39" fmla="*/ 211 h 14318"/>
                <a:gd name="T40" fmla="*/ 0 w 5693"/>
                <a:gd name="T41" fmla="*/ 210 h 14318"/>
                <a:gd name="T42" fmla="*/ 0 w 5693"/>
                <a:gd name="T43" fmla="*/ 208 h 14318"/>
                <a:gd name="T44" fmla="*/ 33 w 5693"/>
                <a:gd name="T45" fmla="*/ 1 h 14318"/>
                <a:gd name="T46" fmla="*/ 33 w 5693"/>
                <a:gd name="T47" fmla="*/ 3 h 14318"/>
                <a:gd name="T48" fmla="*/ 34 w 5693"/>
                <a:gd name="T49" fmla="*/ 4 h 14318"/>
                <a:gd name="T50" fmla="*/ 36 w 5693"/>
                <a:gd name="T51" fmla="*/ 6 h 14318"/>
                <a:gd name="T52" fmla="*/ 38 w 5693"/>
                <a:gd name="T53" fmla="*/ 8 h 14318"/>
                <a:gd name="T54" fmla="*/ 41 w 5693"/>
                <a:gd name="T55" fmla="*/ 9 h 14318"/>
                <a:gd name="T56" fmla="*/ 44 w 5693"/>
                <a:gd name="T57" fmla="*/ 10 h 14318"/>
                <a:gd name="T58" fmla="*/ 47 w 5693"/>
                <a:gd name="T59" fmla="*/ 12 h 14318"/>
                <a:gd name="T60" fmla="*/ 51 w 5693"/>
                <a:gd name="T61" fmla="*/ 13 h 14318"/>
                <a:gd name="T62" fmla="*/ 55 w 5693"/>
                <a:gd name="T63" fmla="*/ 14 h 14318"/>
                <a:gd name="T64" fmla="*/ 59 w 5693"/>
                <a:gd name="T65" fmla="*/ 15 h 14318"/>
                <a:gd name="T66" fmla="*/ 64 w 5693"/>
                <a:gd name="T67" fmla="*/ 15 h 14318"/>
                <a:gd name="T68" fmla="*/ 68 w 5693"/>
                <a:gd name="T69" fmla="*/ 16 h 14318"/>
                <a:gd name="T70" fmla="*/ 72 w 5693"/>
                <a:gd name="T71" fmla="*/ 16 h 14318"/>
                <a:gd name="T72" fmla="*/ 75 w 5693"/>
                <a:gd name="T73" fmla="*/ 15 h 14318"/>
                <a:gd name="T74" fmla="*/ 79 w 5693"/>
                <a:gd name="T75" fmla="*/ 15 h 14318"/>
                <a:gd name="T76" fmla="*/ 82 w 5693"/>
                <a:gd name="T77" fmla="*/ 14 h 14318"/>
                <a:gd name="T78" fmla="*/ 84 w 5693"/>
                <a:gd name="T79" fmla="*/ 14 h 14318"/>
                <a:gd name="T80" fmla="*/ 86 w 5693"/>
                <a:gd name="T81" fmla="*/ 13 h 14318"/>
                <a:gd name="T82" fmla="*/ 88 w 5693"/>
                <a:gd name="T83" fmla="*/ 11 h 14318"/>
                <a:gd name="T84" fmla="*/ 89 w 5693"/>
                <a:gd name="T85" fmla="*/ 10 h 1431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693"/>
                <a:gd name="T130" fmla="*/ 0 h 14318"/>
                <a:gd name="T131" fmla="*/ 5693 w 5693"/>
                <a:gd name="T132" fmla="*/ 14318 h 1431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693" h="14318">
                  <a:moveTo>
                    <a:pt x="5693" y="565"/>
                  </a:moveTo>
                  <a:lnTo>
                    <a:pt x="3598" y="13887"/>
                  </a:lnTo>
                  <a:lnTo>
                    <a:pt x="3590" y="13920"/>
                  </a:lnTo>
                  <a:lnTo>
                    <a:pt x="3578" y="13953"/>
                  </a:lnTo>
                  <a:lnTo>
                    <a:pt x="3561" y="13983"/>
                  </a:lnTo>
                  <a:lnTo>
                    <a:pt x="3540" y="14013"/>
                  </a:lnTo>
                  <a:lnTo>
                    <a:pt x="3516" y="14042"/>
                  </a:lnTo>
                  <a:lnTo>
                    <a:pt x="3486" y="14069"/>
                  </a:lnTo>
                  <a:lnTo>
                    <a:pt x="3453" y="14094"/>
                  </a:lnTo>
                  <a:lnTo>
                    <a:pt x="3416" y="14120"/>
                  </a:lnTo>
                  <a:lnTo>
                    <a:pt x="3376" y="14143"/>
                  </a:lnTo>
                  <a:lnTo>
                    <a:pt x="3331" y="14165"/>
                  </a:lnTo>
                  <a:lnTo>
                    <a:pt x="3284" y="14185"/>
                  </a:lnTo>
                  <a:lnTo>
                    <a:pt x="3233" y="14205"/>
                  </a:lnTo>
                  <a:lnTo>
                    <a:pt x="3179" y="14223"/>
                  </a:lnTo>
                  <a:lnTo>
                    <a:pt x="3122" y="14239"/>
                  </a:lnTo>
                  <a:lnTo>
                    <a:pt x="3062" y="14253"/>
                  </a:lnTo>
                  <a:lnTo>
                    <a:pt x="2998" y="14267"/>
                  </a:lnTo>
                  <a:lnTo>
                    <a:pt x="2932" y="14279"/>
                  </a:lnTo>
                  <a:lnTo>
                    <a:pt x="2864" y="14290"/>
                  </a:lnTo>
                  <a:lnTo>
                    <a:pt x="2793" y="14298"/>
                  </a:lnTo>
                  <a:lnTo>
                    <a:pt x="2719" y="14305"/>
                  </a:lnTo>
                  <a:lnTo>
                    <a:pt x="2644" y="14311"/>
                  </a:lnTo>
                  <a:lnTo>
                    <a:pt x="2566" y="14315"/>
                  </a:lnTo>
                  <a:lnTo>
                    <a:pt x="2486" y="14317"/>
                  </a:lnTo>
                  <a:lnTo>
                    <a:pt x="2405" y="14318"/>
                  </a:lnTo>
                  <a:lnTo>
                    <a:pt x="2321" y="14317"/>
                  </a:lnTo>
                  <a:lnTo>
                    <a:pt x="2236" y="14314"/>
                  </a:lnTo>
                  <a:lnTo>
                    <a:pt x="2150" y="14309"/>
                  </a:lnTo>
                  <a:lnTo>
                    <a:pt x="2062" y="14303"/>
                  </a:lnTo>
                  <a:lnTo>
                    <a:pt x="1973" y="14295"/>
                  </a:lnTo>
                  <a:lnTo>
                    <a:pt x="1881" y="14285"/>
                  </a:lnTo>
                  <a:lnTo>
                    <a:pt x="1790" y="14273"/>
                  </a:lnTo>
                  <a:lnTo>
                    <a:pt x="1697" y="14259"/>
                  </a:lnTo>
                  <a:lnTo>
                    <a:pt x="1605" y="14244"/>
                  </a:lnTo>
                  <a:lnTo>
                    <a:pt x="1515" y="14227"/>
                  </a:lnTo>
                  <a:lnTo>
                    <a:pt x="1425" y="14209"/>
                  </a:lnTo>
                  <a:lnTo>
                    <a:pt x="1337" y="14189"/>
                  </a:lnTo>
                  <a:lnTo>
                    <a:pt x="1251" y="14168"/>
                  </a:lnTo>
                  <a:lnTo>
                    <a:pt x="1168" y="14146"/>
                  </a:lnTo>
                  <a:lnTo>
                    <a:pt x="1086" y="14123"/>
                  </a:lnTo>
                  <a:lnTo>
                    <a:pt x="1006" y="14098"/>
                  </a:lnTo>
                  <a:lnTo>
                    <a:pt x="928" y="14072"/>
                  </a:lnTo>
                  <a:lnTo>
                    <a:pt x="853" y="14046"/>
                  </a:lnTo>
                  <a:lnTo>
                    <a:pt x="780" y="14018"/>
                  </a:lnTo>
                  <a:lnTo>
                    <a:pt x="710" y="13990"/>
                  </a:lnTo>
                  <a:lnTo>
                    <a:pt x="642" y="13961"/>
                  </a:lnTo>
                  <a:lnTo>
                    <a:pt x="578" y="13930"/>
                  </a:lnTo>
                  <a:lnTo>
                    <a:pt x="516" y="13899"/>
                  </a:lnTo>
                  <a:lnTo>
                    <a:pt x="457" y="13867"/>
                  </a:lnTo>
                  <a:lnTo>
                    <a:pt x="401" y="13836"/>
                  </a:lnTo>
                  <a:lnTo>
                    <a:pt x="349" y="13803"/>
                  </a:lnTo>
                  <a:lnTo>
                    <a:pt x="299" y="13770"/>
                  </a:lnTo>
                  <a:lnTo>
                    <a:pt x="252" y="13736"/>
                  </a:lnTo>
                  <a:lnTo>
                    <a:pt x="210" y="13702"/>
                  </a:lnTo>
                  <a:lnTo>
                    <a:pt x="171" y="13668"/>
                  </a:lnTo>
                  <a:lnTo>
                    <a:pt x="136" y="13634"/>
                  </a:lnTo>
                  <a:lnTo>
                    <a:pt x="104" y="13599"/>
                  </a:lnTo>
                  <a:lnTo>
                    <a:pt x="77" y="13564"/>
                  </a:lnTo>
                  <a:lnTo>
                    <a:pt x="54" y="13529"/>
                  </a:lnTo>
                  <a:lnTo>
                    <a:pt x="34" y="13495"/>
                  </a:lnTo>
                  <a:lnTo>
                    <a:pt x="19" y="13459"/>
                  </a:lnTo>
                  <a:lnTo>
                    <a:pt x="8" y="13425"/>
                  </a:lnTo>
                  <a:lnTo>
                    <a:pt x="2" y="13391"/>
                  </a:lnTo>
                  <a:lnTo>
                    <a:pt x="0" y="13356"/>
                  </a:lnTo>
                  <a:lnTo>
                    <a:pt x="3" y="13322"/>
                  </a:lnTo>
                  <a:lnTo>
                    <a:pt x="2098" y="0"/>
                  </a:lnTo>
                  <a:lnTo>
                    <a:pt x="2096" y="35"/>
                  </a:lnTo>
                  <a:lnTo>
                    <a:pt x="2097" y="68"/>
                  </a:lnTo>
                  <a:lnTo>
                    <a:pt x="2103" y="104"/>
                  </a:lnTo>
                  <a:lnTo>
                    <a:pt x="2115" y="138"/>
                  </a:lnTo>
                  <a:lnTo>
                    <a:pt x="2130" y="172"/>
                  </a:lnTo>
                  <a:lnTo>
                    <a:pt x="2149" y="208"/>
                  </a:lnTo>
                  <a:lnTo>
                    <a:pt x="2172" y="242"/>
                  </a:lnTo>
                  <a:lnTo>
                    <a:pt x="2200" y="278"/>
                  </a:lnTo>
                  <a:lnTo>
                    <a:pt x="2231" y="312"/>
                  </a:lnTo>
                  <a:lnTo>
                    <a:pt x="2266" y="347"/>
                  </a:lnTo>
                  <a:lnTo>
                    <a:pt x="2306" y="381"/>
                  </a:lnTo>
                  <a:lnTo>
                    <a:pt x="2349" y="414"/>
                  </a:lnTo>
                  <a:lnTo>
                    <a:pt x="2394" y="448"/>
                  </a:lnTo>
                  <a:lnTo>
                    <a:pt x="2444" y="481"/>
                  </a:lnTo>
                  <a:lnTo>
                    <a:pt x="2496" y="514"/>
                  </a:lnTo>
                  <a:lnTo>
                    <a:pt x="2552" y="546"/>
                  </a:lnTo>
                  <a:lnTo>
                    <a:pt x="2611" y="577"/>
                  </a:lnTo>
                  <a:lnTo>
                    <a:pt x="2674" y="609"/>
                  </a:lnTo>
                  <a:lnTo>
                    <a:pt x="2739" y="638"/>
                  </a:lnTo>
                  <a:lnTo>
                    <a:pt x="2805" y="667"/>
                  </a:lnTo>
                  <a:lnTo>
                    <a:pt x="2876" y="696"/>
                  </a:lnTo>
                  <a:lnTo>
                    <a:pt x="2948" y="724"/>
                  </a:lnTo>
                  <a:lnTo>
                    <a:pt x="3024" y="751"/>
                  </a:lnTo>
                  <a:lnTo>
                    <a:pt x="3101" y="776"/>
                  </a:lnTo>
                  <a:lnTo>
                    <a:pt x="3181" y="801"/>
                  </a:lnTo>
                  <a:lnTo>
                    <a:pt x="3263" y="824"/>
                  </a:lnTo>
                  <a:lnTo>
                    <a:pt x="3348" y="847"/>
                  </a:lnTo>
                  <a:lnTo>
                    <a:pt x="3433" y="867"/>
                  </a:lnTo>
                  <a:lnTo>
                    <a:pt x="3521" y="887"/>
                  </a:lnTo>
                  <a:lnTo>
                    <a:pt x="3610" y="905"/>
                  </a:lnTo>
                  <a:lnTo>
                    <a:pt x="3700" y="923"/>
                  </a:lnTo>
                  <a:lnTo>
                    <a:pt x="3793" y="938"/>
                  </a:lnTo>
                  <a:lnTo>
                    <a:pt x="3886" y="951"/>
                  </a:lnTo>
                  <a:lnTo>
                    <a:pt x="3977" y="963"/>
                  </a:lnTo>
                  <a:lnTo>
                    <a:pt x="4068" y="973"/>
                  </a:lnTo>
                  <a:lnTo>
                    <a:pt x="4157" y="981"/>
                  </a:lnTo>
                  <a:lnTo>
                    <a:pt x="4245" y="987"/>
                  </a:lnTo>
                  <a:lnTo>
                    <a:pt x="4332" y="993"/>
                  </a:lnTo>
                  <a:lnTo>
                    <a:pt x="4417" y="995"/>
                  </a:lnTo>
                  <a:lnTo>
                    <a:pt x="4501" y="996"/>
                  </a:lnTo>
                  <a:lnTo>
                    <a:pt x="4583" y="996"/>
                  </a:lnTo>
                  <a:lnTo>
                    <a:pt x="4662" y="994"/>
                  </a:lnTo>
                  <a:lnTo>
                    <a:pt x="4740" y="989"/>
                  </a:lnTo>
                  <a:lnTo>
                    <a:pt x="4816" y="983"/>
                  </a:lnTo>
                  <a:lnTo>
                    <a:pt x="4889" y="976"/>
                  </a:lnTo>
                  <a:lnTo>
                    <a:pt x="4959" y="967"/>
                  </a:lnTo>
                  <a:lnTo>
                    <a:pt x="5028" y="957"/>
                  </a:lnTo>
                  <a:lnTo>
                    <a:pt x="5094" y="945"/>
                  </a:lnTo>
                  <a:lnTo>
                    <a:pt x="5157" y="932"/>
                  </a:lnTo>
                  <a:lnTo>
                    <a:pt x="5217" y="917"/>
                  </a:lnTo>
                  <a:lnTo>
                    <a:pt x="5275" y="900"/>
                  </a:lnTo>
                  <a:lnTo>
                    <a:pt x="5328" y="883"/>
                  </a:lnTo>
                  <a:lnTo>
                    <a:pt x="5380" y="864"/>
                  </a:lnTo>
                  <a:lnTo>
                    <a:pt x="5428" y="843"/>
                  </a:lnTo>
                  <a:lnTo>
                    <a:pt x="5471" y="821"/>
                  </a:lnTo>
                  <a:lnTo>
                    <a:pt x="5512" y="797"/>
                  </a:lnTo>
                  <a:lnTo>
                    <a:pt x="5549" y="773"/>
                  </a:lnTo>
                  <a:lnTo>
                    <a:pt x="5582" y="746"/>
                  </a:lnTo>
                  <a:lnTo>
                    <a:pt x="5611" y="719"/>
                  </a:lnTo>
                  <a:lnTo>
                    <a:pt x="5636" y="691"/>
                  </a:lnTo>
                  <a:lnTo>
                    <a:pt x="5657" y="661"/>
                  </a:lnTo>
                  <a:lnTo>
                    <a:pt x="5674" y="630"/>
                  </a:lnTo>
                  <a:lnTo>
                    <a:pt x="5686" y="599"/>
                  </a:lnTo>
                  <a:lnTo>
                    <a:pt x="5693" y="565"/>
                  </a:lnTo>
                  <a:close/>
                </a:path>
              </a:pathLst>
            </a:custGeom>
            <a:noFill/>
            <a:ln w="20">
              <a:solidFill>
                <a:srgbClr val="FEFEF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6" name="Freeform 612"/>
            <p:cNvSpPr>
              <a:spLocks/>
            </p:cNvSpPr>
            <p:nvPr/>
          </p:nvSpPr>
          <p:spPr bwMode="auto">
            <a:xfrm>
              <a:off x="2387" y="1644"/>
              <a:ext cx="13" cy="52"/>
            </a:xfrm>
            <a:custGeom>
              <a:avLst/>
              <a:gdLst>
                <a:gd name="T0" fmla="*/ 1 w 102"/>
                <a:gd name="T1" fmla="*/ 6 h 419"/>
                <a:gd name="T2" fmla="*/ 1 w 102"/>
                <a:gd name="T3" fmla="*/ 6 h 419"/>
                <a:gd name="T4" fmla="*/ 1 w 102"/>
                <a:gd name="T5" fmla="*/ 6 h 419"/>
                <a:gd name="T6" fmla="*/ 1 w 102"/>
                <a:gd name="T7" fmla="*/ 6 h 419"/>
                <a:gd name="T8" fmla="*/ 1 w 102"/>
                <a:gd name="T9" fmla="*/ 5 h 419"/>
                <a:gd name="T10" fmla="*/ 1 w 102"/>
                <a:gd name="T11" fmla="*/ 5 h 419"/>
                <a:gd name="T12" fmla="*/ 0 w 102"/>
                <a:gd name="T13" fmla="*/ 5 h 419"/>
                <a:gd name="T14" fmla="*/ 0 w 102"/>
                <a:gd name="T15" fmla="*/ 5 h 419"/>
                <a:gd name="T16" fmla="*/ 0 w 102"/>
                <a:gd name="T17" fmla="*/ 5 h 419"/>
                <a:gd name="T18" fmla="*/ 0 w 102"/>
                <a:gd name="T19" fmla="*/ 4 h 419"/>
                <a:gd name="T20" fmla="*/ 0 w 102"/>
                <a:gd name="T21" fmla="*/ 4 h 419"/>
                <a:gd name="T22" fmla="*/ 0 w 102"/>
                <a:gd name="T23" fmla="*/ 4 h 419"/>
                <a:gd name="T24" fmla="*/ 0 w 102"/>
                <a:gd name="T25" fmla="*/ 4 h 419"/>
                <a:gd name="T26" fmla="*/ 0 w 102"/>
                <a:gd name="T27" fmla="*/ 3 h 419"/>
                <a:gd name="T28" fmla="*/ 0 w 102"/>
                <a:gd name="T29" fmla="*/ 3 h 419"/>
                <a:gd name="T30" fmla="*/ 0 w 102"/>
                <a:gd name="T31" fmla="*/ 3 h 419"/>
                <a:gd name="T32" fmla="*/ 0 w 102"/>
                <a:gd name="T33" fmla="*/ 3 h 419"/>
                <a:gd name="T34" fmla="*/ 0 w 102"/>
                <a:gd name="T35" fmla="*/ 2 h 419"/>
                <a:gd name="T36" fmla="*/ 0 w 102"/>
                <a:gd name="T37" fmla="*/ 2 h 419"/>
                <a:gd name="T38" fmla="*/ 0 w 102"/>
                <a:gd name="T39" fmla="*/ 2 h 419"/>
                <a:gd name="T40" fmla="*/ 0 w 102"/>
                <a:gd name="T41" fmla="*/ 2 h 419"/>
                <a:gd name="T42" fmla="*/ 0 w 102"/>
                <a:gd name="T43" fmla="*/ 2 h 419"/>
                <a:gd name="T44" fmla="*/ 0 w 102"/>
                <a:gd name="T45" fmla="*/ 2 h 419"/>
                <a:gd name="T46" fmla="*/ 1 w 102"/>
                <a:gd name="T47" fmla="*/ 1 h 419"/>
                <a:gd name="T48" fmla="*/ 1 w 102"/>
                <a:gd name="T49" fmla="*/ 1 h 419"/>
                <a:gd name="T50" fmla="*/ 1 w 102"/>
                <a:gd name="T51" fmla="*/ 1 h 419"/>
                <a:gd name="T52" fmla="*/ 1 w 102"/>
                <a:gd name="T53" fmla="*/ 1 h 419"/>
                <a:gd name="T54" fmla="*/ 1 w 102"/>
                <a:gd name="T55" fmla="*/ 1 h 419"/>
                <a:gd name="T56" fmla="*/ 1 w 102"/>
                <a:gd name="T57" fmla="*/ 1 h 419"/>
                <a:gd name="T58" fmla="*/ 1 w 102"/>
                <a:gd name="T59" fmla="*/ 0 h 419"/>
                <a:gd name="T60" fmla="*/ 2 w 102"/>
                <a:gd name="T61" fmla="*/ 0 h 419"/>
                <a:gd name="T62" fmla="*/ 2 w 102"/>
                <a:gd name="T63" fmla="*/ 1 h 419"/>
                <a:gd name="T64" fmla="*/ 2 w 102"/>
                <a:gd name="T65" fmla="*/ 1 h 419"/>
                <a:gd name="T66" fmla="*/ 1 w 102"/>
                <a:gd name="T67" fmla="*/ 2 h 419"/>
                <a:gd name="T68" fmla="*/ 1 w 102"/>
                <a:gd name="T69" fmla="*/ 3 h 419"/>
                <a:gd name="T70" fmla="*/ 1 w 102"/>
                <a:gd name="T71" fmla="*/ 4 h 419"/>
                <a:gd name="T72" fmla="*/ 1 w 102"/>
                <a:gd name="T73" fmla="*/ 5 h 419"/>
                <a:gd name="T74" fmla="*/ 1 w 102"/>
                <a:gd name="T75" fmla="*/ 5 h 419"/>
                <a:gd name="T76" fmla="*/ 1 w 102"/>
                <a:gd name="T77" fmla="*/ 6 h 419"/>
                <a:gd name="T78" fmla="*/ 1 w 102"/>
                <a:gd name="T79" fmla="*/ 6 h 41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02"/>
                <a:gd name="T121" fmla="*/ 0 h 419"/>
                <a:gd name="T122" fmla="*/ 102 w 102"/>
                <a:gd name="T123" fmla="*/ 419 h 41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02" h="419">
                  <a:moveTo>
                    <a:pt x="81" y="419"/>
                  </a:moveTo>
                  <a:lnTo>
                    <a:pt x="69" y="404"/>
                  </a:lnTo>
                  <a:lnTo>
                    <a:pt x="59" y="388"/>
                  </a:lnTo>
                  <a:lnTo>
                    <a:pt x="49" y="373"/>
                  </a:lnTo>
                  <a:lnTo>
                    <a:pt x="41" y="357"/>
                  </a:lnTo>
                  <a:lnTo>
                    <a:pt x="33" y="341"/>
                  </a:lnTo>
                  <a:lnTo>
                    <a:pt x="26" y="325"/>
                  </a:lnTo>
                  <a:lnTo>
                    <a:pt x="19" y="310"/>
                  </a:lnTo>
                  <a:lnTo>
                    <a:pt x="13" y="295"/>
                  </a:lnTo>
                  <a:lnTo>
                    <a:pt x="9" y="279"/>
                  </a:lnTo>
                  <a:lnTo>
                    <a:pt x="5" y="263"/>
                  </a:lnTo>
                  <a:lnTo>
                    <a:pt x="2" y="248"/>
                  </a:lnTo>
                  <a:lnTo>
                    <a:pt x="0" y="232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" y="186"/>
                  </a:lnTo>
                  <a:lnTo>
                    <a:pt x="2" y="171"/>
                  </a:lnTo>
                  <a:lnTo>
                    <a:pt x="5" y="159"/>
                  </a:lnTo>
                  <a:lnTo>
                    <a:pt x="7" y="148"/>
                  </a:lnTo>
                  <a:lnTo>
                    <a:pt x="10" y="136"/>
                  </a:lnTo>
                  <a:lnTo>
                    <a:pt x="14" y="125"/>
                  </a:lnTo>
                  <a:lnTo>
                    <a:pt x="19" y="114"/>
                  </a:lnTo>
                  <a:lnTo>
                    <a:pt x="24" y="102"/>
                  </a:lnTo>
                  <a:lnTo>
                    <a:pt x="30" y="92"/>
                  </a:lnTo>
                  <a:lnTo>
                    <a:pt x="36" y="81"/>
                  </a:lnTo>
                  <a:lnTo>
                    <a:pt x="42" y="71"/>
                  </a:lnTo>
                  <a:lnTo>
                    <a:pt x="49" y="60"/>
                  </a:lnTo>
                  <a:lnTo>
                    <a:pt x="56" y="50"/>
                  </a:lnTo>
                  <a:lnTo>
                    <a:pt x="64" y="40"/>
                  </a:lnTo>
                  <a:lnTo>
                    <a:pt x="81" y="19"/>
                  </a:lnTo>
                  <a:lnTo>
                    <a:pt x="102" y="0"/>
                  </a:lnTo>
                  <a:lnTo>
                    <a:pt x="97" y="50"/>
                  </a:lnTo>
                  <a:lnTo>
                    <a:pt x="92" y="98"/>
                  </a:lnTo>
                  <a:lnTo>
                    <a:pt x="88" y="148"/>
                  </a:lnTo>
                  <a:lnTo>
                    <a:pt x="85" y="198"/>
                  </a:lnTo>
                  <a:lnTo>
                    <a:pt x="83" y="247"/>
                  </a:lnTo>
                  <a:lnTo>
                    <a:pt x="82" y="297"/>
                  </a:lnTo>
                  <a:lnTo>
                    <a:pt x="81" y="346"/>
                  </a:lnTo>
                  <a:lnTo>
                    <a:pt x="80" y="396"/>
                  </a:lnTo>
                  <a:lnTo>
                    <a:pt x="81" y="419"/>
                  </a:lnTo>
                  <a:close/>
                </a:path>
              </a:pathLst>
            </a:custGeom>
            <a:solidFill>
              <a:srgbClr val="5F87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7" name="Freeform 613"/>
            <p:cNvSpPr>
              <a:spLocks/>
            </p:cNvSpPr>
            <p:nvPr/>
          </p:nvSpPr>
          <p:spPr bwMode="auto">
            <a:xfrm>
              <a:off x="2388" y="1636"/>
              <a:ext cx="22" cy="71"/>
            </a:xfrm>
            <a:custGeom>
              <a:avLst/>
              <a:gdLst>
                <a:gd name="T0" fmla="*/ 0 w 184"/>
                <a:gd name="T1" fmla="*/ 3 h 572"/>
                <a:gd name="T2" fmla="*/ 0 w 184"/>
                <a:gd name="T3" fmla="*/ 4 h 572"/>
                <a:gd name="T4" fmla="*/ 0 w 184"/>
                <a:gd name="T5" fmla="*/ 4 h 572"/>
                <a:gd name="T6" fmla="*/ 0 w 184"/>
                <a:gd name="T7" fmla="*/ 4 h 572"/>
                <a:gd name="T8" fmla="*/ 0 w 184"/>
                <a:gd name="T9" fmla="*/ 5 h 572"/>
                <a:gd name="T10" fmla="*/ 0 w 184"/>
                <a:gd name="T11" fmla="*/ 5 h 572"/>
                <a:gd name="T12" fmla="*/ 0 w 184"/>
                <a:gd name="T13" fmla="*/ 5 h 572"/>
                <a:gd name="T14" fmla="*/ 0 w 184"/>
                <a:gd name="T15" fmla="*/ 6 h 572"/>
                <a:gd name="T16" fmla="*/ 0 w 184"/>
                <a:gd name="T17" fmla="*/ 6 h 572"/>
                <a:gd name="T18" fmla="*/ 0 w 184"/>
                <a:gd name="T19" fmla="*/ 6 h 572"/>
                <a:gd name="T20" fmla="*/ 0 w 184"/>
                <a:gd name="T21" fmla="*/ 6 h 572"/>
                <a:gd name="T22" fmla="*/ 1 w 184"/>
                <a:gd name="T23" fmla="*/ 7 h 572"/>
                <a:gd name="T24" fmla="*/ 1 w 184"/>
                <a:gd name="T25" fmla="*/ 7 h 572"/>
                <a:gd name="T26" fmla="*/ 1 w 184"/>
                <a:gd name="T27" fmla="*/ 7 h 572"/>
                <a:gd name="T28" fmla="*/ 1 w 184"/>
                <a:gd name="T29" fmla="*/ 7 h 572"/>
                <a:gd name="T30" fmla="*/ 1 w 184"/>
                <a:gd name="T31" fmla="*/ 8 h 572"/>
                <a:gd name="T32" fmla="*/ 1 w 184"/>
                <a:gd name="T33" fmla="*/ 8 h 572"/>
                <a:gd name="T34" fmla="*/ 2 w 184"/>
                <a:gd name="T35" fmla="*/ 8 h 572"/>
                <a:gd name="T36" fmla="*/ 2 w 184"/>
                <a:gd name="T37" fmla="*/ 8 h 572"/>
                <a:gd name="T38" fmla="*/ 2 w 184"/>
                <a:gd name="T39" fmla="*/ 9 h 572"/>
                <a:gd name="T40" fmla="*/ 2 w 184"/>
                <a:gd name="T41" fmla="*/ 9 h 572"/>
                <a:gd name="T42" fmla="*/ 2 w 184"/>
                <a:gd name="T43" fmla="*/ 8 h 572"/>
                <a:gd name="T44" fmla="*/ 2 w 184"/>
                <a:gd name="T45" fmla="*/ 8 h 572"/>
                <a:gd name="T46" fmla="*/ 2 w 184"/>
                <a:gd name="T47" fmla="*/ 8 h 572"/>
                <a:gd name="T48" fmla="*/ 2 w 184"/>
                <a:gd name="T49" fmla="*/ 7 h 572"/>
                <a:gd name="T50" fmla="*/ 2 w 184"/>
                <a:gd name="T51" fmla="*/ 6 h 572"/>
                <a:gd name="T52" fmla="*/ 2 w 184"/>
                <a:gd name="T53" fmla="*/ 5 h 572"/>
                <a:gd name="T54" fmla="*/ 2 w 184"/>
                <a:gd name="T55" fmla="*/ 4 h 572"/>
                <a:gd name="T56" fmla="*/ 2 w 184"/>
                <a:gd name="T57" fmla="*/ 3 h 572"/>
                <a:gd name="T58" fmla="*/ 2 w 184"/>
                <a:gd name="T59" fmla="*/ 3 h 572"/>
                <a:gd name="T60" fmla="*/ 3 w 184"/>
                <a:gd name="T61" fmla="*/ 2 h 572"/>
                <a:gd name="T62" fmla="*/ 3 w 184"/>
                <a:gd name="T63" fmla="*/ 1 h 572"/>
                <a:gd name="T64" fmla="*/ 3 w 184"/>
                <a:gd name="T65" fmla="*/ 0 h 572"/>
                <a:gd name="T66" fmla="*/ 2 w 184"/>
                <a:gd name="T67" fmla="*/ 0 h 572"/>
                <a:gd name="T68" fmla="*/ 2 w 184"/>
                <a:gd name="T69" fmla="*/ 0 h 572"/>
                <a:gd name="T70" fmla="*/ 2 w 184"/>
                <a:gd name="T71" fmla="*/ 0 h 572"/>
                <a:gd name="T72" fmla="*/ 2 w 184"/>
                <a:gd name="T73" fmla="*/ 1 h 572"/>
                <a:gd name="T74" fmla="*/ 2 w 184"/>
                <a:gd name="T75" fmla="*/ 1 h 572"/>
                <a:gd name="T76" fmla="*/ 1 w 184"/>
                <a:gd name="T77" fmla="*/ 1 h 572"/>
                <a:gd name="T78" fmla="*/ 1 w 184"/>
                <a:gd name="T79" fmla="*/ 1 h 572"/>
                <a:gd name="T80" fmla="*/ 1 w 184"/>
                <a:gd name="T81" fmla="*/ 1 h 572"/>
                <a:gd name="T82" fmla="*/ 1 w 184"/>
                <a:gd name="T83" fmla="*/ 2 h 572"/>
                <a:gd name="T84" fmla="*/ 1 w 184"/>
                <a:gd name="T85" fmla="*/ 2 h 572"/>
                <a:gd name="T86" fmla="*/ 1 w 184"/>
                <a:gd name="T87" fmla="*/ 2 h 572"/>
                <a:gd name="T88" fmla="*/ 0 w 184"/>
                <a:gd name="T89" fmla="*/ 2 h 572"/>
                <a:gd name="T90" fmla="*/ 0 w 184"/>
                <a:gd name="T91" fmla="*/ 2 h 572"/>
                <a:gd name="T92" fmla="*/ 0 w 184"/>
                <a:gd name="T93" fmla="*/ 3 h 572"/>
                <a:gd name="T94" fmla="*/ 0 w 184"/>
                <a:gd name="T95" fmla="*/ 3 h 572"/>
                <a:gd name="T96" fmla="*/ 0 w 184"/>
                <a:gd name="T97" fmla="*/ 3 h 57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84"/>
                <a:gd name="T148" fmla="*/ 0 h 572"/>
                <a:gd name="T149" fmla="*/ 184 w 184"/>
                <a:gd name="T150" fmla="*/ 572 h 57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84" h="572">
                  <a:moveTo>
                    <a:pt x="7" y="200"/>
                  </a:moveTo>
                  <a:lnTo>
                    <a:pt x="5" y="231"/>
                  </a:lnTo>
                  <a:lnTo>
                    <a:pt x="3" y="262"/>
                  </a:lnTo>
                  <a:lnTo>
                    <a:pt x="2" y="293"/>
                  </a:lnTo>
                  <a:lnTo>
                    <a:pt x="0" y="323"/>
                  </a:lnTo>
                  <a:lnTo>
                    <a:pt x="4" y="340"/>
                  </a:lnTo>
                  <a:lnTo>
                    <a:pt x="8" y="355"/>
                  </a:lnTo>
                  <a:lnTo>
                    <a:pt x="14" y="370"/>
                  </a:lnTo>
                  <a:lnTo>
                    <a:pt x="20" y="386"/>
                  </a:lnTo>
                  <a:lnTo>
                    <a:pt x="27" y="401"/>
                  </a:lnTo>
                  <a:lnTo>
                    <a:pt x="35" y="416"/>
                  </a:lnTo>
                  <a:lnTo>
                    <a:pt x="43" y="433"/>
                  </a:lnTo>
                  <a:lnTo>
                    <a:pt x="52" y="448"/>
                  </a:lnTo>
                  <a:lnTo>
                    <a:pt x="63" y="464"/>
                  </a:lnTo>
                  <a:lnTo>
                    <a:pt x="74" y="479"/>
                  </a:lnTo>
                  <a:lnTo>
                    <a:pt x="85" y="494"/>
                  </a:lnTo>
                  <a:lnTo>
                    <a:pt x="99" y="511"/>
                  </a:lnTo>
                  <a:lnTo>
                    <a:pt x="112" y="526"/>
                  </a:lnTo>
                  <a:lnTo>
                    <a:pt x="126" y="541"/>
                  </a:lnTo>
                  <a:lnTo>
                    <a:pt x="141" y="557"/>
                  </a:lnTo>
                  <a:lnTo>
                    <a:pt x="157" y="572"/>
                  </a:lnTo>
                  <a:lnTo>
                    <a:pt x="156" y="544"/>
                  </a:lnTo>
                  <a:lnTo>
                    <a:pt x="155" y="517"/>
                  </a:lnTo>
                  <a:lnTo>
                    <a:pt x="155" y="488"/>
                  </a:lnTo>
                  <a:lnTo>
                    <a:pt x="155" y="460"/>
                  </a:lnTo>
                  <a:lnTo>
                    <a:pt x="155" y="402"/>
                  </a:lnTo>
                  <a:lnTo>
                    <a:pt x="157" y="344"/>
                  </a:lnTo>
                  <a:lnTo>
                    <a:pt x="159" y="286"/>
                  </a:lnTo>
                  <a:lnTo>
                    <a:pt x="162" y="228"/>
                  </a:lnTo>
                  <a:lnTo>
                    <a:pt x="166" y="170"/>
                  </a:lnTo>
                  <a:lnTo>
                    <a:pt x="172" y="114"/>
                  </a:lnTo>
                  <a:lnTo>
                    <a:pt x="177" y="57"/>
                  </a:lnTo>
                  <a:lnTo>
                    <a:pt x="184" y="0"/>
                  </a:lnTo>
                  <a:lnTo>
                    <a:pt x="166" y="10"/>
                  </a:lnTo>
                  <a:lnTo>
                    <a:pt x="150" y="22"/>
                  </a:lnTo>
                  <a:lnTo>
                    <a:pt x="135" y="33"/>
                  </a:lnTo>
                  <a:lnTo>
                    <a:pt x="121" y="44"/>
                  </a:lnTo>
                  <a:lnTo>
                    <a:pt x="107" y="56"/>
                  </a:lnTo>
                  <a:lnTo>
                    <a:pt x="94" y="68"/>
                  </a:lnTo>
                  <a:lnTo>
                    <a:pt x="81" y="80"/>
                  </a:lnTo>
                  <a:lnTo>
                    <a:pt x="70" y="92"/>
                  </a:lnTo>
                  <a:lnTo>
                    <a:pt x="59" y="105"/>
                  </a:lnTo>
                  <a:lnTo>
                    <a:pt x="49" y="118"/>
                  </a:lnTo>
                  <a:lnTo>
                    <a:pt x="40" y="131"/>
                  </a:lnTo>
                  <a:lnTo>
                    <a:pt x="32" y="144"/>
                  </a:lnTo>
                  <a:lnTo>
                    <a:pt x="25" y="158"/>
                  </a:lnTo>
                  <a:lnTo>
                    <a:pt x="18" y="171"/>
                  </a:lnTo>
                  <a:lnTo>
                    <a:pt x="11" y="186"/>
                  </a:lnTo>
                  <a:lnTo>
                    <a:pt x="7" y="200"/>
                  </a:lnTo>
                  <a:close/>
                </a:path>
              </a:pathLst>
            </a:custGeom>
            <a:solidFill>
              <a:srgbClr val="6088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8" name="Freeform 614"/>
            <p:cNvSpPr>
              <a:spLocks/>
            </p:cNvSpPr>
            <p:nvPr/>
          </p:nvSpPr>
          <p:spPr bwMode="auto">
            <a:xfrm>
              <a:off x="2397" y="1630"/>
              <a:ext cx="24" cy="86"/>
            </a:xfrm>
            <a:custGeom>
              <a:avLst/>
              <a:gdLst>
                <a:gd name="T0" fmla="*/ 0 w 193"/>
                <a:gd name="T1" fmla="*/ 2 h 687"/>
                <a:gd name="T2" fmla="*/ 0 w 193"/>
                <a:gd name="T3" fmla="*/ 3 h 687"/>
                <a:gd name="T4" fmla="*/ 0 w 193"/>
                <a:gd name="T5" fmla="*/ 3 h 687"/>
                <a:gd name="T6" fmla="*/ 0 w 193"/>
                <a:gd name="T7" fmla="*/ 4 h 687"/>
                <a:gd name="T8" fmla="*/ 0 w 193"/>
                <a:gd name="T9" fmla="*/ 5 h 687"/>
                <a:gd name="T10" fmla="*/ 0 w 193"/>
                <a:gd name="T11" fmla="*/ 6 h 687"/>
                <a:gd name="T12" fmla="*/ 0 w 193"/>
                <a:gd name="T13" fmla="*/ 6 h 687"/>
                <a:gd name="T14" fmla="*/ 0 w 193"/>
                <a:gd name="T15" fmla="*/ 7 h 687"/>
                <a:gd name="T16" fmla="*/ 0 w 193"/>
                <a:gd name="T17" fmla="*/ 8 h 687"/>
                <a:gd name="T18" fmla="*/ 0 w 193"/>
                <a:gd name="T19" fmla="*/ 8 h 687"/>
                <a:gd name="T20" fmla="*/ 0 w 193"/>
                <a:gd name="T21" fmla="*/ 9 h 687"/>
                <a:gd name="T22" fmla="*/ 0 w 193"/>
                <a:gd name="T23" fmla="*/ 9 h 687"/>
                <a:gd name="T24" fmla="*/ 1 w 193"/>
                <a:gd name="T25" fmla="*/ 9 h 687"/>
                <a:gd name="T26" fmla="*/ 1 w 193"/>
                <a:gd name="T27" fmla="*/ 10 h 687"/>
                <a:gd name="T28" fmla="*/ 1 w 193"/>
                <a:gd name="T29" fmla="*/ 10 h 687"/>
                <a:gd name="T30" fmla="*/ 2 w 193"/>
                <a:gd name="T31" fmla="*/ 10 h 687"/>
                <a:gd name="T32" fmla="*/ 2 w 193"/>
                <a:gd name="T33" fmla="*/ 10 h 687"/>
                <a:gd name="T34" fmla="*/ 2 w 193"/>
                <a:gd name="T35" fmla="*/ 11 h 687"/>
                <a:gd name="T36" fmla="*/ 2 w 193"/>
                <a:gd name="T37" fmla="*/ 10 h 687"/>
                <a:gd name="T38" fmla="*/ 2 w 193"/>
                <a:gd name="T39" fmla="*/ 10 h 687"/>
                <a:gd name="T40" fmla="*/ 2 w 193"/>
                <a:gd name="T41" fmla="*/ 10 h 687"/>
                <a:gd name="T42" fmla="*/ 2 w 193"/>
                <a:gd name="T43" fmla="*/ 9 h 687"/>
                <a:gd name="T44" fmla="*/ 2 w 193"/>
                <a:gd name="T45" fmla="*/ 9 h 687"/>
                <a:gd name="T46" fmla="*/ 2 w 193"/>
                <a:gd name="T47" fmla="*/ 9 h 687"/>
                <a:gd name="T48" fmla="*/ 2 w 193"/>
                <a:gd name="T49" fmla="*/ 8 h 687"/>
                <a:gd name="T50" fmla="*/ 2 w 193"/>
                <a:gd name="T51" fmla="*/ 8 h 687"/>
                <a:gd name="T52" fmla="*/ 2 w 193"/>
                <a:gd name="T53" fmla="*/ 7 h 687"/>
                <a:gd name="T54" fmla="*/ 2 w 193"/>
                <a:gd name="T55" fmla="*/ 6 h 687"/>
                <a:gd name="T56" fmla="*/ 2 w 193"/>
                <a:gd name="T57" fmla="*/ 5 h 687"/>
                <a:gd name="T58" fmla="*/ 3 w 193"/>
                <a:gd name="T59" fmla="*/ 4 h 687"/>
                <a:gd name="T60" fmla="*/ 3 w 193"/>
                <a:gd name="T61" fmla="*/ 3 h 687"/>
                <a:gd name="T62" fmla="*/ 3 w 193"/>
                <a:gd name="T63" fmla="*/ 2 h 687"/>
                <a:gd name="T64" fmla="*/ 3 w 193"/>
                <a:gd name="T65" fmla="*/ 1 h 687"/>
                <a:gd name="T66" fmla="*/ 3 w 193"/>
                <a:gd name="T67" fmla="*/ 0 h 687"/>
                <a:gd name="T68" fmla="*/ 3 w 193"/>
                <a:gd name="T69" fmla="*/ 0 h 687"/>
                <a:gd name="T70" fmla="*/ 2 w 193"/>
                <a:gd name="T71" fmla="*/ 0 h 687"/>
                <a:gd name="T72" fmla="*/ 2 w 193"/>
                <a:gd name="T73" fmla="*/ 1 h 687"/>
                <a:gd name="T74" fmla="*/ 1 w 193"/>
                <a:gd name="T75" fmla="*/ 1 h 687"/>
                <a:gd name="T76" fmla="*/ 1 w 193"/>
                <a:gd name="T77" fmla="*/ 1 h 687"/>
                <a:gd name="T78" fmla="*/ 1 w 193"/>
                <a:gd name="T79" fmla="*/ 1 h 687"/>
                <a:gd name="T80" fmla="*/ 1 w 193"/>
                <a:gd name="T81" fmla="*/ 2 h 687"/>
                <a:gd name="T82" fmla="*/ 0 w 193"/>
                <a:gd name="T83" fmla="*/ 2 h 68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93"/>
                <a:gd name="T127" fmla="*/ 0 h 687"/>
                <a:gd name="T128" fmla="*/ 193 w 193"/>
                <a:gd name="T129" fmla="*/ 687 h 68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93" h="687">
                  <a:moveTo>
                    <a:pt x="22" y="109"/>
                  </a:moveTo>
                  <a:lnTo>
                    <a:pt x="17" y="159"/>
                  </a:lnTo>
                  <a:lnTo>
                    <a:pt x="12" y="207"/>
                  </a:lnTo>
                  <a:lnTo>
                    <a:pt x="8" y="257"/>
                  </a:lnTo>
                  <a:lnTo>
                    <a:pt x="5" y="307"/>
                  </a:lnTo>
                  <a:lnTo>
                    <a:pt x="3" y="356"/>
                  </a:lnTo>
                  <a:lnTo>
                    <a:pt x="2" y="406"/>
                  </a:lnTo>
                  <a:lnTo>
                    <a:pt x="1" y="455"/>
                  </a:lnTo>
                  <a:lnTo>
                    <a:pt x="0" y="505"/>
                  </a:lnTo>
                  <a:lnTo>
                    <a:pt x="1" y="528"/>
                  </a:lnTo>
                  <a:lnTo>
                    <a:pt x="17" y="549"/>
                  </a:lnTo>
                  <a:lnTo>
                    <a:pt x="34" y="569"/>
                  </a:lnTo>
                  <a:lnTo>
                    <a:pt x="52" y="588"/>
                  </a:lnTo>
                  <a:lnTo>
                    <a:pt x="71" y="608"/>
                  </a:lnTo>
                  <a:lnTo>
                    <a:pt x="93" y="628"/>
                  </a:lnTo>
                  <a:lnTo>
                    <a:pt x="115" y="648"/>
                  </a:lnTo>
                  <a:lnTo>
                    <a:pt x="138" y="667"/>
                  </a:lnTo>
                  <a:lnTo>
                    <a:pt x="162" y="687"/>
                  </a:lnTo>
                  <a:lnTo>
                    <a:pt x="161" y="664"/>
                  </a:lnTo>
                  <a:lnTo>
                    <a:pt x="160" y="642"/>
                  </a:lnTo>
                  <a:lnTo>
                    <a:pt x="159" y="619"/>
                  </a:lnTo>
                  <a:lnTo>
                    <a:pt x="158" y="596"/>
                  </a:lnTo>
                  <a:lnTo>
                    <a:pt x="158" y="574"/>
                  </a:lnTo>
                  <a:lnTo>
                    <a:pt x="158" y="551"/>
                  </a:lnTo>
                  <a:lnTo>
                    <a:pt x="157" y="528"/>
                  </a:lnTo>
                  <a:lnTo>
                    <a:pt x="157" y="505"/>
                  </a:lnTo>
                  <a:lnTo>
                    <a:pt x="158" y="441"/>
                  </a:lnTo>
                  <a:lnTo>
                    <a:pt x="160" y="377"/>
                  </a:lnTo>
                  <a:lnTo>
                    <a:pt x="162" y="314"/>
                  </a:lnTo>
                  <a:lnTo>
                    <a:pt x="166" y="250"/>
                  </a:lnTo>
                  <a:lnTo>
                    <a:pt x="172" y="187"/>
                  </a:lnTo>
                  <a:lnTo>
                    <a:pt x="178" y="124"/>
                  </a:lnTo>
                  <a:lnTo>
                    <a:pt x="185" y="63"/>
                  </a:lnTo>
                  <a:lnTo>
                    <a:pt x="193" y="0"/>
                  </a:lnTo>
                  <a:lnTo>
                    <a:pt x="167" y="12"/>
                  </a:lnTo>
                  <a:lnTo>
                    <a:pt x="143" y="25"/>
                  </a:lnTo>
                  <a:lnTo>
                    <a:pt x="120" y="38"/>
                  </a:lnTo>
                  <a:lnTo>
                    <a:pt x="98" y="51"/>
                  </a:lnTo>
                  <a:lnTo>
                    <a:pt x="76" y="66"/>
                  </a:lnTo>
                  <a:lnTo>
                    <a:pt x="57" y="80"/>
                  </a:lnTo>
                  <a:lnTo>
                    <a:pt x="39" y="94"/>
                  </a:lnTo>
                  <a:lnTo>
                    <a:pt x="22" y="109"/>
                  </a:lnTo>
                  <a:close/>
                </a:path>
              </a:pathLst>
            </a:custGeom>
            <a:solidFill>
              <a:srgbClr val="6289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9" name="Freeform 615"/>
            <p:cNvSpPr>
              <a:spLocks/>
            </p:cNvSpPr>
            <p:nvPr/>
          </p:nvSpPr>
          <p:spPr bwMode="auto">
            <a:xfrm>
              <a:off x="2407" y="1626"/>
              <a:ext cx="25" cy="98"/>
            </a:xfrm>
            <a:custGeom>
              <a:avLst/>
              <a:gdLst>
                <a:gd name="T0" fmla="*/ 1 w 198"/>
                <a:gd name="T1" fmla="*/ 1 h 781"/>
                <a:gd name="T2" fmla="*/ 0 w 198"/>
                <a:gd name="T3" fmla="*/ 2 h 781"/>
                <a:gd name="T4" fmla="*/ 0 w 198"/>
                <a:gd name="T5" fmla="*/ 3 h 781"/>
                <a:gd name="T6" fmla="*/ 0 w 198"/>
                <a:gd name="T7" fmla="*/ 4 h 781"/>
                <a:gd name="T8" fmla="*/ 0 w 198"/>
                <a:gd name="T9" fmla="*/ 5 h 781"/>
                <a:gd name="T10" fmla="*/ 0 w 198"/>
                <a:gd name="T11" fmla="*/ 6 h 781"/>
                <a:gd name="T12" fmla="*/ 0 w 198"/>
                <a:gd name="T13" fmla="*/ 7 h 781"/>
                <a:gd name="T14" fmla="*/ 0 w 198"/>
                <a:gd name="T15" fmla="*/ 8 h 781"/>
                <a:gd name="T16" fmla="*/ 0 w 198"/>
                <a:gd name="T17" fmla="*/ 9 h 781"/>
                <a:gd name="T18" fmla="*/ 0 w 198"/>
                <a:gd name="T19" fmla="*/ 9 h 781"/>
                <a:gd name="T20" fmla="*/ 0 w 198"/>
                <a:gd name="T21" fmla="*/ 9 h 781"/>
                <a:gd name="T22" fmla="*/ 0 w 198"/>
                <a:gd name="T23" fmla="*/ 10 h 781"/>
                <a:gd name="T24" fmla="*/ 0 w 198"/>
                <a:gd name="T25" fmla="*/ 10 h 781"/>
                <a:gd name="T26" fmla="*/ 0 w 198"/>
                <a:gd name="T27" fmla="*/ 11 h 781"/>
                <a:gd name="T28" fmla="*/ 1 w 198"/>
                <a:gd name="T29" fmla="*/ 11 h 781"/>
                <a:gd name="T30" fmla="*/ 1 w 198"/>
                <a:gd name="T31" fmla="*/ 11 h 781"/>
                <a:gd name="T32" fmla="*/ 1 w 198"/>
                <a:gd name="T33" fmla="*/ 11 h 781"/>
                <a:gd name="T34" fmla="*/ 2 w 198"/>
                <a:gd name="T35" fmla="*/ 12 h 781"/>
                <a:gd name="T36" fmla="*/ 2 w 198"/>
                <a:gd name="T37" fmla="*/ 12 h 781"/>
                <a:gd name="T38" fmla="*/ 2 w 198"/>
                <a:gd name="T39" fmla="*/ 12 h 781"/>
                <a:gd name="T40" fmla="*/ 3 w 198"/>
                <a:gd name="T41" fmla="*/ 12 h 781"/>
                <a:gd name="T42" fmla="*/ 3 w 198"/>
                <a:gd name="T43" fmla="*/ 12 h 781"/>
                <a:gd name="T44" fmla="*/ 3 w 198"/>
                <a:gd name="T45" fmla="*/ 11 h 781"/>
                <a:gd name="T46" fmla="*/ 3 w 198"/>
                <a:gd name="T47" fmla="*/ 11 h 781"/>
                <a:gd name="T48" fmla="*/ 3 w 198"/>
                <a:gd name="T49" fmla="*/ 10 h 781"/>
                <a:gd name="T50" fmla="*/ 3 w 198"/>
                <a:gd name="T51" fmla="*/ 10 h 781"/>
                <a:gd name="T52" fmla="*/ 3 w 198"/>
                <a:gd name="T53" fmla="*/ 9 h 781"/>
                <a:gd name="T54" fmla="*/ 3 w 198"/>
                <a:gd name="T55" fmla="*/ 9 h 781"/>
                <a:gd name="T56" fmla="*/ 3 w 198"/>
                <a:gd name="T57" fmla="*/ 9 h 781"/>
                <a:gd name="T58" fmla="*/ 3 w 198"/>
                <a:gd name="T59" fmla="*/ 7 h 781"/>
                <a:gd name="T60" fmla="*/ 3 w 198"/>
                <a:gd name="T61" fmla="*/ 6 h 781"/>
                <a:gd name="T62" fmla="*/ 3 w 198"/>
                <a:gd name="T63" fmla="*/ 5 h 781"/>
                <a:gd name="T64" fmla="*/ 3 w 198"/>
                <a:gd name="T65" fmla="*/ 4 h 781"/>
                <a:gd name="T66" fmla="*/ 3 w 198"/>
                <a:gd name="T67" fmla="*/ 3 h 781"/>
                <a:gd name="T68" fmla="*/ 3 w 198"/>
                <a:gd name="T69" fmla="*/ 2 h 781"/>
                <a:gd name="T70" fmla="*/ 3 w 198"/>
                <a:gd name="T71" fmla="*/ 1 h 781"/>
                <a:gd name="T72" fmla="*/ 3 w 198"/>
                <a:gd name="T73" fmla="*/ 0 h 781"/>
                <a:gd name="T74" fmla="*/ 3 w 198"/>
                <a:gd name="T75" fmla="*/ 0 h 781"/>
                <a:gd name="T76" fmla="*/ 2 w 198"/>
                <a:gd name="T77" fmla="*/ 0 h 781"/>
                <a:gd name="T78" fmla="*/ 2 w 198"/>
                <a:gd name="T79" fmla="*/ 1 h 781"/>
                <a:gd name="T80" fmla="*/ 2 w 198"/>
                <a:gd name="T81" fmla="*/ 1 h 781"/>
                <a:gd name="T82" fmla="*/ 1 w 198"/>
                <a:gd name="T83" fmla="*/ 1 h 781"/>
                <a:gd name="T84" fmla="*/ 1 w 198"/>
                <a:gd name="T85" fmla="*/ 1 h 781"/>
                <a:gd name="T86" fmla="*/ 1 w 198"/>
                <a:gd name="T87" fmla="*/ 1 h 781"/>
                <a:gd name="T88" fmla="*/ 1 w 198"/>
                <a:gd name="T89" fmla="*/ 1 h 78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8"/>
                <a:gd name="T136" fmla="*/ 0 h 781"/>
                <a:gd name="T137" fmla="*/ 198 w 198"/>
                <a:gd name="T138" fmla="*/ 781 h 78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8" h="781">
                  <a:moveTo>
                    <a:pt x="29" y="80"/>
                  </a:moveTo>
                  <a:lnTo>
                    <a:pt x="22" y="137"/>
                  </a:lnTo>
                  <a:lnTo>
                    <a:pt x="17" y="194"/>
                  </a:lnTo>
                  <a:lnTo>
                    <a:pt x="11" y="250"/>
                  </a:lnTo>
                  <a:lnTo>
                    <a:pt x="7" y="308"/>
                  </a:lnTo>
                  <a:lnTo>
                    <a:pt x="4" y="366"/>
                  </a:lnTo>
                  <a:lnTo>
                    <a:pt x="2" y="424"/>
                  </a:lnTo>
                  <a:lnTo>
                    <a:pt x="0" y="482"/>
                  </a:lnTo>
                  <a:lnTo>
                    <a:pt x="0" y="540"/>
                  </a:lnTo>
                  <a:lnTo>
                    <a:pt x="0" y="568"/>
                  </a:lnTo>
                  <a:lnTo>
                    <a:pt x="0" y="597"/>
                  </a:lnTo>
                  <a:lnTo>
                    <a:pt x="1" y="624"/>
                  </a:lnTo>
                  <a:lnTo>
                    <a:pt x="2" y="652"/>
                  </a:lnTo>
                  <a:lnTo>
                    <a:pt x="20" y="669"/>
                  </a:lnTo>
                  <a:lnTo>
                    <a:pt x="38" y="685"/>
                  </a:lnTo>
                  <a:lnTo>
                    <a:pt x="57" y="701"/>
                  </a:lnTo>
                  <a:lnTo>
                    <a:pt x="77" y="717"/>
                  </a:lnTo>
                  <a:lnTo>
                    <a:pt x="99" y="733"/>
                  </a:lnTo>
                  <a:lnTo>
                    <a:pt x="120" y="750"/>
                  </a:lnTo>
                  <a:lnTo>
                    <a:pt x="142" y="766"/>
                  </a:lnTo>
                  <a:lnTo>
                    <a:pt x="165" y="781"/>
                  </a:lnTo>
                  <a:lnTo>
                    <a:pt x="163" y="752"/>
                  </a:lnTo>
                  <a:lnTo>
                    <a:pt x="162" y="721"/>
                  </a:lnTo>
                  <a:lnTo>
                    <a:pt x="160" y="692"/>
                  </a:lnTo>
                  <a:lnTo>
                    <a:pt x="159" y="662"/>
                  </a:lnTo>
                  <a:lnTo>
                    <a:pt x="158" y="631"/>
                  </a:lnTo>
                  <a:lnTo>
                    <a:pt x="158" y="601"/>
                  </a:lnTo>
                  <a:lnTo>
                    <a:pt x="157" y="570"/>
                  </a:lnTo>
                  <a:lnTo>
                    <a:pt x="157" y="540"/>
                  </a:lnTo>
                  <a:lnTo>
                    <a:pt x="158" y="472"/>
                  </a:lnTo>
                  <a:lnTo>
                    <a:pt x="160" y="403"/>
                  </a:lnTo>
                  <a:lnTo>
                    <a:pt x="163" y="336"/>
                  </a:lnTo>
                  <a:lnTo>
                    <a:pt x="168" y="268"/>
                  </a:lnTo>
                  <a:lnTo>
                    <a:pt x="174" y="201"/>
                  </a:lnTo>
                  <a:lnTo>
                    <a:pt x="181" y="133"/>
                  </a:lnTo>
                  <a:lnTo>
                    <a:pt x="189" y="67"/>
                  </a:lnTo>
                  <a:lnTo>
                    <a:pt x="198" y="0"/>
                  </a:lnTo>
                  <a:lnTo>
                    <a:pt x="175" y="9"/>
                  </a:lnTo>
                  <a:lnTo>
                    <a:pt x="151" y="19"/>
                  </a:lnTo>
                  <a:lnTo>
                    <a:pt x="129" y="29"/>
                  </a:lnTo>
                  <a:lnTo>
                    <a:pt x="108" y="38"/>
                  </a:lnTo>
                  <a:lnTo>
                    <a:pt x="86" y="48"/>
                  </a:lnTo>
                  <a:lnTo>
                    <a:pt x="66" y="58"/>
                  </a:lnTo>
                  <a:lnTo>
                    <a:pt x="47" y="69"/>
                  </a:lnTo>
                  <a:lnTo>
                    <a:pt x="29" y="80"/>
                  </a:lnTo>
                  <a:close/>
                </a:path>
              </a:pathLst>
            </a:custGeom>
            <a:solidFill>
              <a:srgbClr val="638B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0" name="Freeform 616"/>
            <p:cNvSpPr>
              <a:spLocks/>
            </p:cNvSpPr>
            <p:nvPr/>
          </p:nvSpPr>
          <p:spPr bwMode="auto">
            <a:xfrm>
              <a:off x="2417" y="1623"/>
              <a:ext cx="25" cy="107"/>
            </a:xfrm>
            <a:custGeom>
              <a:avLst/>
              <a:gdLst>
                <a:gd name="T0" fmla="*/ 0 w 205"/>
                <a:gd name="T1" fmla="*/ 1 h 860"/>
                <a:gd name="T2" fmla="*/ 0 w 205"/>
                <a:gd name="T3" fmla="*/ 2 h 860"/>
                <a:gd name="T4" fmla="*/ 0 w 205"/>
                <a:gd name="T5" fmla="*/ 3 h 860"/>
                <a:gd name="T6" fmla="*/ 0 w 205"/>
                <a:gd name="T7" fmla="*/ 4 h 860"/>
                <a:gd name="T8" fmla="*/ 0 w 205"/>
                <a:gd name="T9" fmla="*/ 5 h 860"/>
                <a:gd name="T10" fmla="*/ 0 w 205"/>
                <a:gd name="T11" fmla="*/ 6 h 860"/>
                <a:gd name="T12" fmla="*/ 0 w 205"/>
                <a:gd name="T13" fmla="*/ 7 h 860"/>
                <a:gd name="T14" fmla="*/ 0 w 205"/>
                <a:gd name="T15" fmla="*/ 8 h 860"/>
                <a:gd name="T16" fmla="*/ 0 w 205"/>
                <a:gd name="T17" fmla="*/ 9 h 860"/>
                <a:gd name="T18" fmla="*/ 0 w 205"/>
                <a:gd name="T19" fmla="*/ 9 h 860"/>
                <a:gd name="T20" fmla="*/ 0 w 205"/>
                <a:gd name="T21" fmla="*/ 9 h 860"/>
                <a:gd name="T22" fmla="*/ 0 w 205"/>
                <a:gd name="T23" fmla="*/ 10 h 860"/>
                <a:gd name="T24" fmla="*/ 0 w 205"/>
                <a:gd name="T25" fmla="*/ 10 h 860"/>
                <a:gd name="T26" fmla="*/ 0 w 205"/>
                <a:gd name="T27" fmla="*/ 11 h 860"/>
                <a:gd name="T28" fmla="*/ 0 w 205"/>
                <a:gd name="T29" fmla="*/ 11 h 860"/>
                <a:gd name="T30" fmla="*/ 0 w 205"/>
                <a:gd name="T31" fmla="*/ 11 h 860"/>
                <a:gd name="T32" fmla="*/ 0 w 205"/>
                <a:gd name="T33" fmla="*/ 12 h 860"/>
                <a:gd name="T34" fmla="*/ 0 w 205"/>
                <a:gd name="T35" fmla="*/ 12 h 860"/>
                <a:gd name="T36" fmla="*/ 1 w 205"/>
                <a:gd name="T37" fmla="*/ 12 h 860"/>
                <a:gd name="T38" fmla="*/ 1 w 205"/>
                <a:gd name="T39" fmla="*/ 12 h 860"/>
                <a:gd name="T40" fmla="*/ 1 w 205"/>
                <a:gd name="T41" fmla="*/ 12 h 860"/>
                <a:gd name="T42" fmla="*/ 2 w 205"/>
                <a:gd name="T43" fmla="*/ 13 h 860"/>
                <a:gd name="T44" fmla="*/ 2 w 205"/>
                <a:gd name="T45" fmla="*/ 13 h 860"/>
                <a:gd name="T46" fmla="*/ 2 w 205"/>
                <a:gd name="T47" fmla="*/ 13 h 860"/>
                <a:gd name="T48" fmla="*/ 3 w 205"/>
                <a:gd name="T49" fmla="*/ 13 h 860"/>
                <a:gd name="T50" fmla="*/ 2 w 205"/>
                <a:gd name="T51" fmla="*/ 13 h 860"/>
                <a:gd name="T52" fmla="*/ 2 w 205"/>
                <a:gd name="T53" fmla="*/ 12 h 860"/>
                <a:gd name="T54" fmla="*/ 2 w 205"/>
                <a:gd name="T55" fmla="*/ 12 h 860"/>
                <a:gd name="T56" fmla="*/ 2 w 205"/>
                <a:gd name="T57" fmla="*/ 11 h 860"/>
                <a:gd name="T58" fmla="*/ 2 w 205"/>
                <a:gd name="T59" fmla="*/ 10 h 860"/>
                <a:gd name="T60" fmla="*/ 2 w 205"/>
                <a:gd name="T61" fmla="*/ 10 h 860"/>
                <a:gd name="T62" fmla="*/ 2 w 205"/>
                <a:gd name="T63" fmla="*/ 9 h 860"/>
                <a:gd name="T64" fmla="*/ 2 w 205"/>
                <a:gd name="T65" fmla="*/ 9 h 860"/>
                <a:gd name="T66" fmla="*/ 2 w 205"/>
                <a:gd name="T67" fmla="*/ 8 h 860"/>
                <a:gd name="T68" fmla="*/ 2 w 205"/>
                <a:gd name="T69" fmla="*/ 7 h 860"/>
                <a:gd name="T70" fmla="*/ 2 w 205"/>
                <a:gd name="T71" fmla="*/ 5 h 860"/>
                <a:gd name="T72" fmla="*/ 3 w 205"/>
                <a:gd name="T73" fmla="*/ 4 h 860"/>
                <a:gd name="T74" fmla="*/ 3 w 205"/>
                <a:gd name="T75" fmla="*/ 3 h 860"/>
                <a:gd name="T76" fmla="*/ 3 w 205"/>
                <a:gd name="T77" fmla="*/ 2 h 860"/>
                <a:gd name="T78" fmla="*/ 3 w 205"/>
                <a:gd name="T79" fmla="*/ 1 h 860"/>
                <a:gd name="T80" fmla="*/ 3 w 205"/>
                <a:gd name="T81" fmla="*/ 0 h 860"/>
                <a:gd name="T82" fmla="*/ 3 w 205"/>
                <a:gd name="T83" fmla="*/ 0 h 860"/>
                <a:gd name="T84" fmla="*/ 2 w 205"/>
                <a:gd name="T85" fmla="*/ 0 h 860"/>
                <a:gd name="T86" fmla="*/ 2 w 205"/>
                <a:gd name="T87" fmla="*/ 0 h 860"/>
                <a:gd name="T88" fmla="*/ 2 w 205"/>
                <a:gd name="T89" fmla="*/ 0 h 860"/>
                <a:gd name="T90" fmla="*/ 1 w 205"/>
                <a:gd name="T91" fmla="*/ 1 h 860"/>
                <a:gd name="T92" fmla="*/ 1 w 205"/>
                <a:gd name="T93" fmla="*/ 1 h 860"/>
                <a:gd name="T94" fmla="*/ 1 w 205"/>
                <a:gd name="T95" fmla="*/ 1 h 860"/>
                <a:gd name="T96" fmla="*/ 0 w 205"/>
                <a:gd name="T97" fmla="*/ 1 h 86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5"/>
                <a:gd name="T148" fmla="*/ 0 h 860"/>
                <a:gd name="T149" fmla="*/ 205 w 205"/>
                <a:gd name="T150" fmla="*/ 860 h 86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5" h="860">
                  <a:moveTo>
                    <a:pt x="36" y="62"/>
                  </a:moveTo>
                  <a:lnTo>
                    <a:pt x="28" y="124"/>
                  </a:lnTo>
                  <a:lnTo>
                    <a:pt x="21" y="186"/>
                  </a:lnTo>
                  <a:lnTo>
                    <a:pt x="15" y="249"/>
                  </a:lnTo>
                  <a:lnTo>
                    <a:pt x="9" y="312"/>
                  </a:lnTo>
                  <a:lnTo>
                    <a:pt x="5" y="376"/>
                  </a:lnTo>
                  <a:lnTo>
                    <a:pt x="3" y="439"/>
                  </a:lnTo>
                  <a:lnTo>
                    <a:pt x="1" y="503"/>
                  </a:lnTo>
                  <a:lnTo>
                    <a:pt x="0" y="567"/>
                  </a:lnTo>
                  <a:lnTo>
                    <a:pt x="0" y="590"/>
                  </a:lnTo>
                  <a:lnTo>
                    <a:pt x="1" y="613"/>
                  </a:lnTo>
                  <a:lnTo>
                    <a:pt x="1" y="636"/>
                  </a:lnTo>
                  <a:lnTo>
                    <a:pt x="2" y="658"/>
                  </a:lnTo>
                  <a:lnTo>
                    <a:pt x="2" y="681"/>
                  </a:lnTo>
                  <a:lnTo>
                    <a:pt x="3" y="704"/>
                  </a:lnTo>
                  <a:lnTo>
                    <a:pt x="4" y="726"/>
                  </a:lnTo>
                  <a:lnTo>
                    <a:pt x="5" y="749"/>
                  </a:lnTo>
                  <a:lnTo>
                    <a:pt x="24" y="763"/>
                  </a:lnTo>
                  <a:lnTo>
                    <a:pt x="43" y="778"/>
                  </a:lnTo>
                  <a:lnTo>
                    <a:pt x="63" y="791"/>
                  </a:lnTo>
                  <a:lnTo>
                    <a:pt x="83" y="805"/>
                  </a:lnTo>
                  <a:lnTo>
                    <a:pt x="104" y="819"/>
                  </a:lnTo>
                  <a:lnTo>
                    <a:pt x="126" y="832"/>
                  </a:lnTo>
                  <a:lnTo>
                    <a:pt x="147" y="846"/>
                  </a:lnTo>
                  <a:lnTo>
                    <a:pt x="171" y="860"/>
                  </a:lnTo>
                  <a:lnTo>
                    <a:pt x="168" y="824"/>
                  </a:lnTo>
                  <a:lnTo>
                    <a:pt x="164" y="788"/>
                  </a:lnTo>
                  <a:lnTo>
                    <a:pt x="162" y="751"/>
                  </a:lnTo>
                  <a:lnTo>
                    <a:pt x="161" y="715"/>
                  </a:lnTo>
                  <a:lnTo>
                    <a:pt x="159" y="677"/>
                  </a:lnTo>
                  <a:lnTo>
                    <a:pt x="158" y="641"/>
                  </a:lnTo>
                  <a:lnTo>
                    <a:pt x="158" y="604"/>
                  </a:lnTo>
                  <a:lnTo>
                    <a:pt x="157" y="567"/>
                  </a:lnTo>
                  <a:lnTo>
                    <a:pt x="158" y="495"/>
                  </a:lnTo>
                  <a:lnTo>
                    <a:pt x="160" y="423"/>
                  </a:lnTo>
                  <a:lnTo>
                    <a:pt x="164" y="351"/>
                  </a:lnTo>
                  <a:lnTo>
                    <a:pt x="170" y="280"/>
                  </a:lnTo>
                  <a:lnTo>
                    <a:pt x="177" y="210"/>
                  </a:lnTo>
                  <a:lnTo>
                    <a:pt x="185" y="140"/>
                  </a:lnTo>
                  <a:lnTo>
                    <a:pt x="194" y="70"/>
                  </a:lnTo>
                  <a:lnTo>
                    <a:pt x="205" y="0"/>
                  </a:lnTo>
                  <a:lnTo>
                    <a:pt x="182" y="7"/>
                  </a:lnTo>
                  <a:lnTo>
                    <a:pt x="159" y="14"/>
                  </a:lnTo>
                  <a:lnTo>
                    <a:pt x="137" y="21"/>
                  </a:lnTo>
                  <a:lnTo>
                    <a:pt x="116" y="29"/>
                  </a:lnTo>
                  <a:lnTo>
                    <a:pt x="96" y="37"/>
                  </a:lnTo>
                  <a:lnTo>
                    <a:pt x="75" y="46"/>
                  </a:lnTo>
                  <a:lnTo>
                    <a:pt x="55" y="54"/>
                  </a:lnTo>
                  <a:lnTo>
                    <a:pt x="36" y="62"/>
                  </a:lnTo>
                  <a:close/>
                </a:path>
              </a:pathLst>
            </a:custGeom>
            <a:solidFill>
              <a:srgbClr val="668C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1" name="Freeform 617"/>
            <p:cNvSpPr>
              <a:spLocks/>
            </p:cNvSpPr>
            <p:nvPr/>
          </p:nvSpPr>
          <p:spPr bwMode="auto">
            <a:xfrm>
              <a:off x="2427" y="1620"/>
              <a:ext cx="26" cy="116"/>
            </a:xfrm>
            <a:custGeom>
              <a:avLst/>
              <a:gdLst>
                <a:gd name="T0" fmla="*/ 1 w 209"/>
                <a:gd name="T1" fmla="*/ 1 h 927"/>
                <a:gd name="T2" fmla="*/ 0 w 209"/>
                <a:gd name="T3" fmla="*/ 2 h 927"/>
                <a:gd name="T4" fmla="*/ 0 w 209"/>
                <a:gd name="T5" fmla="*/ 3 h 927"/>
                <a:gd name="T6" fmla="*/ 0 w 209"/>
                <a:gd name="T7" fmla="*/ 4 h 927"/>
                <a:gd name="T8" fmla="*/ 0 w 209"/>
                <a:gd name="T9" fmla="*/ 5 h 927"/>
                <a:gd name="T10" fmla="*/ 0 w 209"/>
                <a:gd name="T11" fmla="*/ 6 h 927"/>
                <a:gd name="T12" fmla="*/ 0 w 209"/>
                <a:gd name="T13" fmla="*/ 7 h 927"/>
                <a:gd name="T14" fmla="*/ 0 w 209"/>
                <a:gd name="T15" fmla="*/ 8 h 927"/>
                <a:gd name="T16" fmla="*/ 0 w 209"/>
                <a:gd name="T17" fmla="*/ 9 h 927"/>
                <a:gd name="T18" fmla="*/ 0 w 209"/>
                <a:gd name="T19" fmla="*/ 10 h 927"/>
                <a:gd name="T20" fmla="*/ 0 w 209"/>
                <a:gd name="T21" fmla="*/ 10 h 927"/>
                <a:gd name="T22" fmla="*/ 0 w 209"/>
                <a:gd name="T23" fmla="*/ 11 h 927"/>
                <a:gd name="T24" fmla="*/ 0 w 209"/>
                <a:gd name="T25" fmla="*/ 11 h 927"/>
                <a:gd name="T26" fmla="*/ 0 w 209"/>
                <a:gd name="T27" fmla="*/ 12 h 927"/>
                <a:gd name="T28" fmla="*/ 0 w 209"/>
                <a:gd name="T29" fmla="*/ 12 h 927"/>
                <a:gd name="T30" fmla="*/ 0 w 209"/>
                <a:gd name="T31" fmla="*/ 13 h 927"/>
                <a:gd name="T32" fmla="*/ 0 w 209"/>
                <a:gd name="T33" fmla="*/ 13 h 927"/>
                <a:gd name="T34" fmla="*/ 0 w 209"/>
                <a:gd name="T35" fmla="*/ 13 h 927"/>
                <a:gd name="T36" fmla="*/ 1 w 209"/>
                <a:gd name="T37" fmla="*/ 13 h 927"/>
                <a:gd name="T38" fmla="*/ 1 w 209"/>
                <a:gd name="T39" fmla="*/ 14 h 927"/>
                <a:gd name="T40" fmla="*/ 1 w 209"/>
                <a:gd name="T41" fmla="*/ 14 h 927"/>
                <a:gd name="T42" fmla="*/ 2 w 209"/>
                <a:gd name="T43" fmla="*/ 14 h 927"/>
                <a:gd name="T44" fmla="*/ 2 w 209"/>
                <a:gd name="T45" fmla="*/ 14 h 927"/>
                <a:gd name="T46" fmla="*/ 2 w 209"/>
                <a:gd name="T47" fmla="*/ 14 h 927"/>
                <a:gd name="T48" fmla="*/ 3 w 209"/>
                <a:gd name="T49" fmla="*/ 15 h 927"/>
                <a:gd name="T50" fmla="*/ 3 w 209"/>
                <a:gd name="T51" fmla="*/ 14 h 927"/>
                <a:gd name="T52" fmla="*/ 3 w 209"/>
                <a:gd name="T53" fmla="*/ 13 h 927"/>
                <a:gd name="T54" fmla="*/ 3 w 209"/>
                <a:gd name="T55" fmla="*/ 13 h 927"/>
                <a:gd name="T56" fmla="*/ 2 w 209"/>
                <a:gd name="T57" fmla="*/ 12 h 927"/>
                <a:gd name="T58" fmla="*/ 2 w 209"/>
                <a:gd name="T59" fmla="*/ 11 h 927"/>
                <a:gd name="T60" fmla="*/ 2 w 209"/>
                <a:gd name="T61" fmla="*/ 11 h 927"/>
                <a:gd name="T62" fmla="*/ 2 w 209"/>
                <a:gd name="T63" fmla="*/ 10 h 927"/>
                <a:gd name="T64" fmla="*/ 2 w 209"/>
                <a:gd name="T65" fmla="*/ 9 h 927"/>
                <a:gd name="T66" fmla="*/ 2 w 209"/>
                <a:gd name="T67" fmla="*/ 8 h 927"/>
                <a:gd name="T68" fmla="*/ 2 w 209"/>
                <a:gd name="T69" fmla="*/ 7 h 927"/>
                <a:gd name="T70" fmla="*/ 3 w 209"/>
                <a:gd name="T71" fmla="*/ 6 h 927"/>
                <a:gd name="T72" fmla="*/ 3 w 209"/>
                <a:gd name="T73" fmla="*/ 5 h 927"/>
                <a:gd name="T74" fmla="*/ 3 w 209"/>
                <a:gd name="T75" fmla="*/ 3 h 927"/>
                <a:gd name="T76" fmla="*/ 3 w 209"/>
                <a:gd name="T77" fmla="*/ 2 h 927"/>
                <a:gd name="T78" fmla="*/ 3 w 209"/>
                <a:gd name="T79" fmla="*/ 1 h 927"/>
                <a:gd name="T80" fmla="*/ 3 w 209"/>
                <a:gd name="T81" fmla="*/ 0 h 927"/>
                <a:gd name="T82" fmla="*/ 3 w 209"/>
                <a:gd name="T83" fmla="*/ 0 h 927"/>
                <a:gd name="T84" fmla="*/ 3 w 209"/>
                <a:gd name="T85" fmla="*/ 0 h 927"/>
                <a:gd name="T86" fmla="*/ 2 w 209"/>
                <a:gd name="T87" fmla="*/ 0 h 927"/>
                <a:gd name="T88" fmla="*/ 2 w 209"/>
                <a:gd name="T89" fmla="*/ 0 h 927"/>
                <a:gd name="T90" fmla="*/ 2 w 209"/>
                <a:gd name="T91" fmla="*/ 1 h 927"/>
                <a:gd name="T92" fmla="*/ 1 w 209"/>
                <a:gd name="T93" fmla="*/ 1 h 927"/>
                <a:gd name="T94" fmla="*/ 1 w 209"/>
                <a:gd name="T95" fmla="*/ 1 h 927"/>
                <a:gd name="T96" fmla="*/ 1 w 209"/>
                <a:gd name="T97" fmla="*/ 1 h 92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9"/>
                <a:gd name="T148" fmla="*/ 0 h 927"/>
                <a:gd name="T149" fmla="*/ 209 w 209"/>
                <a:gd name="T150" fmla="*/ 927 h 92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9" h="927">
                  <a:moveTo>
                    <a:pt x="41" y="48"/>
                  </a:moveTo>
                  <a:lnTo>
                    <a:pt x="32" y="115"/>
                  </a:lnTo>
                  <a:lnTo>
                    <a:pt x="24" y="181"/>
                  </a:lnTo>
                  <a:lnTo>
                    <a:pt x="17" y="249"/>
                  </a:lnTo>
                  <a:lnTo>
                    <a:pt x="11" y="316"/>
                  </a:lnTo>
                  <a:lnTo>
                    <a:pt x="6" y="384"/>
                  </a:lnTo>
                  <a:lnTo>
                    <a:pt x="2" y="451"/>
                  </a:lnTo>
                  <a:lnTo>
                    <a:pt x="1" y="520"/>
                  </a:lnTo>
                  <a:lnTo>
                    <a:pt x="0" y="588"/>
                  </a:lnTo>
                  <a:lnTo>
                    <a:pt x="0" y="618"/>
                  </a:lnTo>
                  <a:lnTo>
                    <a:pt x="0" y="649"/>
                  </a:lnTo>
                  <a:lnTo>
                    <a:pt x="1" y="679"/>
                  </a:lnTo>
                  <a:lnTo>
                    <a:pt x="2" y="710"/>
                  </a:lnTo>
                  <a:lnTo>
                    <a:pt x="3" y="740"/>
                  </a:lnTo>
                  <a:lnTo>
                    <a:pt x="5" y="769"/>
                  </a:lnTo>
                  <a:lnTo>
                    <a:pt x="6" y="800"/>
                  </a:lnTo>
                  <a:lnTo>
                    <a:pt x="8" y="829"/>
                  </a:lnTo>
                  <a:lnTo>
                    <a:pt x="28" y="842"/>
                  </a:lnTo>
                  <a:lnTo>
                    <a:pt x="47" y="854"/>
                  </a:lnTo>
                  <a:lnTo>
                    <a:pt x="67" y="866"/>
                  </a:lnTo>
                  <a:lnTo>
                    <a:pt x="88" y="879"/>
                  </a:lnTo>
                  <a:lnTo>
                    <a:pt x="109" y="891"/>
                  </a:lnTo>
                  <a:lnTo>
                    <a:pt x="130" y="903"/>
                  </a:lnTo>
                  <a:lnTo>
                    <a:pt x="152" y="915"/>
                  </a:lnTo>
                  <a:lnTo>
                    <a:pt x="175" y="927"/>
                  </a:lnTo>
                  <a:lnTo>
                    <a:pt x="171" y="886"/>
                  </a:lnTo>
                  <a:lnTo>
                    <a:pt x="167" y="843"/>
                  </a:lnTo>
                  <a:lnTo>
                    <a:pt x="165" y="802"/>
                  </a:lnTo>
                  <a:lnTo>
                    <a:pt x="161" y="759"/>
                  </a:lnTo>
                  <a:lnTo>
                    <a:pt x="159" y="717"/>
                  </a:lnTo>
                  <a:lnTo>
                    <a:pt x="158" y="674"/>
                  </a:lnTo>
                  <a:lnTo>
                    <a:pt x="157" y="632"/>
                  </a:lnTo>
                  <a:lnTo>
                    <a:pt x="157" y="588"/>
                  </a:lnTo>
                  <a:lnTo>
                    <a:pt x="158" y="513"/>
                  </a:lnTo>
                  <a:lnTo>
                    <a:pt x="160" y="438"/>
                  </a:lnTo>
                  <a:lnTo>
                    <a:pt x="165" y="364"/>
                  </a:lnTo>
                  <a:lnTo>
                    <a:pt x="171" y="290"/>
                  </a:lnTo>
                  <a:lnTo>
                    <a:pt x="178" y="216"/>
                  </a:lnTo>
                  <a:lnTo>
                    <a:pt x="187" y="144"/>
                  </a:lnTo>
                  <a:lnTo>
                    <a:pt x="197" y="72"/>
                  </a:lnTo>
                  <a:lnTo>
                    <a:pt x="209" y="0"/>
                  </a:lnTo>
                  <a:lnTo>
                    <a:pt x="187" y="5"/>
                  </a:lnTo>
                  <a:lnTo>
                    <a:pt x="165" y="11"/>
                  </a:lnTo>
                  <a:lnTo>
                    <a:pt x="143" y="16"/>
                  </a:lnTo>
                  <a:lnTo>
                    <a:pt x="122" y="22"/>
                  </a:lnTo>
                  <a:lnTo>
                    <a:pt x="101" y="29"/>
                  </a:lnTo>
                  <a:lnTo>
                    <a:pt x="80" y="35"/>
                  </a:lnTo>
                  <a:lnTo>
                    <a:pt x="61" y="42"/>
                  </a:lnTo>
                  <a:lnTo>
                    <a:pt x="41" y="48"/>
                  </a:lnTo>
                  <a:close/>
                </a:path>
              </a:pathLst>
            </a:custGeom>
            <a:solidFill>
              <a:srgbClr val="678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2" name="Freeform 618"/>
            <p:cNvSpPr>
              <a:spLocks/>
            </p:cNvSpPr>
            <p:nvPr/>
          </p:nvSpPr>
          <p:spPr bwMode="auto">
            <a:xfrm>
              <a:off x="2436" y="1618"/>
              <a:ext cx="27" cy="123"/>
            </a:xfrm>
            <a:custGeom>
              <a:avLst/>
              <a:gdLst>
                <a:gd name="T0" fmla="*/ 1 w 214"/>
                <a:gd name="T1" fmla="*/ 1 h 988"/>
                <a:gd name="T2" fmla="*/ 1 w 214"/>
                <a:gd name="T3" fmla="*/ 2 h 988"/>
                <a:gd name="T4" fmla="*/ 1 w 214"/>
                <a:gd name="T5" fmla="*/ 3 h 988"/>
                <a:gd name="T6" fmla="*/ 0 w 214"/>
                <a:gd name="T7" fmla="*/ 4 h 988"/>
                <a:gd name="T8" fmla="*/ 0 w 214"/>
                <a:gd name="T9" fmla="*/ 5 h 988"/>
                <a:gd name="T10" fmla="*/ 0 w 214"/>
                <a:gd name="T11" fmla="*/ 6 h 988"/>
                <a:gd name="T12" fmla="*/ 0 w 214"/>
                <a:gd name="T13" fmla="*/ 7 h 988"/>
                <a:gd name="T14" fmla="*/ 0 w 214"/>
                <a:gd name="T15" fmla="*/ 8 h 988"/>
                <a:gd name="T16" fmla="*/ 0 w 214"/>
                <a:gd name="T17" fmla="*/ 9 h 988"/>
                <a:gd name="T18" fmla="*/ 0 w 214"/>
                <a:gd name="T19" fmla="*/ 10 h 988"/>
                <a:gd name="T20" fmla="*/ 0 w 214"/>
                <a:gd name="T21" fmla="*/ 11 h 988"/>
                <a:gd name="T22" fmla="*/ 0 w 214"/>
                <a:gd name="T23" fmla="*/ 11 h 988"/>
                <a:gd name="T24" fmla="*/ 0 w 214"/>
                <a:gd name="T25" fmla="*/ 12 h 988"/>
                <a:gd name="T26" fmla="*/ 0 w 214"/>
                <a:gd name="T27" fmla="*/ 12 h 988"/>
                <a:gd name="T28" fmla="*/ 0 w 214"/>
                <a:gd name="T29" fmla="*/ 13 h 988"/>
                <a:gd name="T30" fmla="*/ 0 w 214"/>
                <a:gd name="T31" fmla="*/ 13 h 988"/>
                <a:gd name="T32" fmla="*/ 0 w 214"/>
                <a:gd name="T33" fmla="*/ 14 h 988"/>
                <a:gd name="T34" fmla="*/ 1 w 214"/>
                <a:gd name="T35" fmla="*/ 14 h 988"/>
                <a:gd name="T36" fmla="*/ 1 w 214"/>
                <a:gd name="T37" fmla="*/ 14 h 988"/>
                <a:gd name="T38" fmla="*/ 1 w 214"/>
                <a:gd name="T39" fmla="*/ 14 h 988"/>
                <a:gd name="T40" fmla="*/ 2 w 214"/>
                <a:gd name="T41" fmla="*/ 15 h 988"/>
                <a:gd name="T42" fmla="*/ 2 w 214"/>
                <a:gd name="T43" fmla="*/ 15 h 988"/>
                <a:gd name="T44" fmla="*/ 2 w 214"/>
                <a:gd name="T45" fmla="*/ 15 h 988"/>
                <a:gd name="T46" fmla="*/ 3 w 214"/>
                <a:gd name="T47" fmla="*/ 15 h 988"/>
                <a:gd name="T48" fmla="*/ 3 w 214"/>
                <a:gd name="T49" fmla="*/ 15 h 988"/>
                <a:gd name="T50" fmla="*/ 3 w 214"/>
                <a:gd name="T51" fmla="*/ 15 h 988"/>
                <a:gd name="T52" fmla="*/ 3 w 214"/>
                <a:gd name="T53" fmla="*/ 14 h 988"/>
                <a:gd name="T54" fmla="*/ 3 w 214"/>
                <a:gd name="T55" fmla="*/ 13 h 988"/>
                <a:gd name="T56" fmla="*/ 3 w 214"/>
                <a:gd name="T57" fmla="*/ 12 h 988"/>
                <a:gd name="T58" fmla="*/ 3 w 214"/>
                <a:gd name="T59" fmla="*/ 12 h 988"/>
                <a:gd name="T60" fmla="*/ 3 w 214"/>
                <a:gd name="T61" fmla="*/ 11 h 988"/>
                <a:gd name="T62" fmla="*/ 3 w 214"/>
                <a:gd name="T63" fmla="*/ 10 h 988"/>
                <a:gd name="T64" fmla="*/ 3 w 214"/>
                <a:gd name="T65" fmla="*/ 9 h 988"/>
                <a:gd name="T66" fmla="*/ 3 w 214"/>
                <a:gd name="T67" fmla="*/ 8 h 988"/>
                <a:gd name="T68" fmla="*/ 3 w 214"/>
                <a:gd name="T69" fmla="*/ 7 h 988"/>
                <a:gd name="T70" fmla="*/ 3 w 214"/>
                <a:gd name="T71" fmla="*/ 6 h 988"/>
                <a:gd name="T72" fmla="*/ 3 w 214"/>
                <a:gd name="T73" fmla="*/ 5 h 988"/>
                <a:gd name="T74" fmla="*/ 3 w 214"/>
                <a:gd name="T75" fmla="*/ 3 h 988"/>
                <a:gd name="T76" fmla="*/ 3 w 214"/>
                <a:gd name="T77" fmla="*/ 2 h 988"/>
                <a:gd name="T78" fmla="*/ 3 w 214"/>
                <a:gd name="T79" fmla="*/ 1 h 988"/>
                <a:gd name="T80" fmla="*/ 3 w 214"/>
                <a:gd name="T81" fmla="*/ 0 h 988"/>
                <a:gd name="T82" fmla="*/ 3 w 214"/>
                <a:gd name="T83" fmla="*/ 0 h 988"/>
                <a:gd name="T84" fmla="*/ 3 w 214"/>
                <a:gd name="T85" fmla="*/ 0 h 988"/>
                <a:gd name="T86" fmla="*/ 2 w 214"/>
                <a:gd name="T87" fmla="*/ 0 h 988"/>
                <a:gd name="T88" fmla="*/ 2 w 214"/>
                <a:gd name="T89" fmla="*/ 0 h 988"/>
                <a:gd name="T90" fmla="*/ 2 w 214"/>
                <a:gd name="T91" fmla="*/ 0 h 988"/>
                <a:gd name="T92" fmla="*/ 1 w 214"/>
                <a:gd name="T93" fmla="*/ 0 h 988"/>
                <a:gd name="T94" fmla="*/ 1 w 214"/>
                <a:gd name="T95" fmla="*/ 0 h 988"/>
                <a:gd name="T96" fmla="*/ 1 w 214"/>
                <a:gd name="T97" fmla="*/ 1 h 98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14"/>
                <a:gd name="T148" fmla="*/ 0 h 988"/>
                <a:gd name="T149" fmla="*/ 214 w 214"/>
                <a:gd name="T150" fmla="*/ 988 h 98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14" h="988">
                  <a:moveTo>
                    <a:pt x="48" y="39"/>
                  </a:moveTo>
                  <a:lnTo>
                    <a:pt x="37" y="109"/>
                  </a:lnTo>
                  <a:lnTo>
                    <a:pt x="28" y="179"/>
                  </a:lnTo>
                  <a:lnTo>
                    <a:pt x="20" y="249"/>
                  </a:lnTo>
                  <a:lnTo>
                    <a:pt x="13" y="319"/>
                  </a:lnTo>
                  <a:lnTo>
                    <a:pt x="7" y="390"/>
                  </a:lnTo>
                  <a:lnTo>
                    <a:pt x="3" y="462"/>
                  </a:lnTo>
                  <a:lnTo>
                    <a:pt x="1" y="534"/>
                  </a:lnTo>
                  <a:lnTo>
                    <a:pt x="0" y="606"/>
                  </a:lnTo>
                  <a:lnTo>
                    <a:pt x="1" y="643"/>
                  </a:lnTo>
                  <a:lnTo>
                    <a:pt x="1" y="680"/>
                  </a:lnTo>
                  <a:lnTo>
                    <a:pt x="2" y="716"/>
                  </a:lnTo>
                  <a:lnTo>
                    <a:pt x="4" y="754"/>
                  </a:lnTo>
                  <a:lnTo>
                    <a:pt x="5" y="790"/>
                  </a:lnTo>
                  <a:lnTo>
                    <a:pt x="7" y="827"/>
                  </a:lnTo>
                  <a:lnTo>
                    <a:pt x="11" y="863"/>
                  </a:lnTo>
                  <a:lnTo>
                    <a:pt x="14" y="899"/>
                  </a:lnTo>
                  <a:lnTo>
                    <a:pt x="33" y="911"/>
                  </a:lnTo>
                  <a:lnTo>
                    <a:pt x="53" y="922"/>
                  </a:lnTo>
                  <a:lnTo>
                    <a:pt x="73" y="933"/>
                  </a:lnTo>
                  <a:lnTo>
                    <a:pt x="94" y="944"/>
                  </a:lnTo>
                  <a:lnTo>
                    <a:pt x="115" y="955"/>
                  </a:lnTo>
                  <a:lnTo>
                    <a:pt x="136" y="966"/>
                  </a:lnTo>
                  <a:lnTo>
                    <a:pt x="158" y="977"/>
                  </a:lnTo>
                  <a:lnTo>
                    <a:pt x="180" y="988"/>
                  </a:lnTo>
                  <a:lnTo>
                    <a:pt x="175" y="941"/>
                  </a:lnTo>
                  <a:lnTo>
                    <a:pt x="171" y="894"/>
                  </a:lnTo>
                  <a:lnTo>
                    <a:pt x="167" y="846"/>
                  </a:lnTo>
                  <a:lnTo>
                    <a:pt x="164" y="798"/>
                  </a:lnTo>
                  <a:lnTo>
                    <a:pt x="161" y="751"/>
                  </a:lnTo>
                  <a:lnTo>
                    <a:pt x="159" y="703"/>
                  </a:lnTo>
                  <a:lnTo>
                    <a:pt x="158" y="655"/>
                  </a:lnTo>
                  <a:lnTo>
                    <a:pt x="158" y="606"/>
                  </a:lnTo>
                  <a:lnTo>
                    <a:pt x="158" y="529"/>
                  </a:lnTo>
                  <a:lnTo>
                    <a:pt x="161" y="452"/>
                  </a:lnTo>
                  <a:lnTo>
                    <a:pt x="167" y="375"/>
                  </a:lnTo>
                  <a:lnTo>
                    <a:pt x="173" y="299"/>
                  </a:lnTo>
                  <a:lnTo>
                    <a:pt x="180" y="223"/>
                  </a:lnTo>
                  <a:lnTo>
                    <a:pt x="190" y="148"/>
                  </a:lnTo>
                  <a:lnTo>
                    <a:pt x="201" y="73"/>
                  </a:lnTo>
                  <a:lnTo>
                    <a:pt x="214" y="0"/>
                  </a:lnTo>
                  <a:lnTo>
                    <a:pt x="192" y="4"/>
                  </a:lnTo>
                  <a:lnTo>
                    <a:pt x="171" y="9"/>
                  </a:lnTo>
                  <a:lnTo>
                    <a:pt x="149" y="13"/>
                  </a:lnTo>
                  <a:lnTo>
                    <a:pt x="128" y="18"/>
                  </a:lnTo>
                  <a:lnTo>
                    <a:pt x="108" y="23"/>
                  </a:lnTo>
                  <a:lnTo>
                    <a:pt x="88" y="28"/>
                  </a:lnTo>
                  <a:lnTo>
                    <a:pt x="67" y="34"/>
                  </a:lnTo>
                  <a:lnTo>
                    <a:pt x="48" y="39"/>
                  </a:lnTo>
                  <a:close/>
                </a:path>
              </a:pathLst>
            </a:custGeom>
            <a:solidFill>
              <a:srgbClr val="698F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3" name="Freeform 619"/>
            <p:cNvSpPr>
              <a:spLocks/>
            </p:cNvSpPr>
            <p:nvPr/>
          </p:nvSpPr>
          <p:spPr bwMode="auto">
            <a:xfrm>
              <a:off x="2446" y="1616"/>
              <a:ext cx="27" cy="130"/>
            </a:xfrm>
            <a:custGeom>
              <a:avLst/>
              <a:gdLst>
                <a:gd name="T0" fmla="*/ 1 w 218"/>
                <a:gd name="T1" fmla="*/ 0 h 1041"/>
                <a:gd name="T2" fmla="*/ 1 w 218"/>
                <a:gd name="T3" fmla="*/ 2 h 1041"/>
                <a:gd name="T4" fmla="*/ 0 w 218"/>
                <a:gd name="T5" fmla="*/ 3 h 1041"/>
                <a:gd name="T6" fmla="*/ 0 w 218"/>
                <a:gd name="T7" fmla="*/ 4 h 1041"/>
                <a:gd name="T8" fmla="*/ 0 w 218"/>
                <a:gd name="T9" fmla="*/ 5 h 1041"/>
                <a:gd name="T10" fmla="*/ 0 w 218"/>
                <a:gd name="T11" fmla="*/ 6 h 1041"/>
                <a:gd name="T12" fmla="*/ 0 w 218"/>
                <a:gd name="T13" fmla="*/ 7 h 1041"/>
                <a:gd name="T14" fmla="*/ 0 w 218"/>
                <a:gd name="T15" fmla="*/ 8 h 1041"/>
                <a:gd name="T16" fmla="*/ 0 w 218"/>
                <a:gd name="T17" fmla="*/ 10 h 1041"/>
                <a:gd name="T18" fmla="*/ 0 w 218"/>
                <a:gd name="T19" fmla="*/ 10 h 1041"/>
                <a:gd name="T20" fmla="*/ 0 w 218"/>
                <a:gd name="T21" fmla="*/ 11 h 1041"/>
                <a:gd name="T22" fmla="*/ 0 w 218"/>
                <a:gd name="T23" fmla="*/ 12 h 1041"/>
                <a:gd name="T24" fmla="*/ 0 w 218"/>
                <a:gd name="T25" fmla="*/ 12 h 1041"/>
                <a:gd name="T26" fmla="*/ 0 w 218"/>
                <a:gd name="T27" fmla="*/ 13 h 1041"/>
                <a:gd name="T28" fmla="*/ 0 w 218"/>
                <a:gd name="T29" fmla="*/ 14 h 1041"/>
                <a:gd name="T30" fmla="*/ 0 w 218"/>
                <a:gd name="T31" fmla="*/ 14 h 1041"/>
                <a:gd name="T32" fmla="*/ 0 w 218"/>
                <a:gd name="T33" fmla="*/ 15 h 1041"/>
                <a:gd name="T34" fmla="*/ 1 w 218"/>
                <a:gd name="T35" fmla="*/ 15 h 1041"/>
                <a:gd name="T36" fmla="*/ 1 w 218"/>
                <a:gd name="T37" fmla="*/ 15 h 1041"/>
                <a:gd name="T38" fmla="*/ 1 w 218"/>
                <a:gd name="T39" fmla="*/ 15 h 1041"/>
                <a:gd name="T40" fmla="*/ 1 w 218"/>
                <a:gd name="T41" fmla="*/ 16 h 1041"/>
                <a:gd name="T42" fmla="*/ 2 w 218"/>
                <a:gd name="T43" fmla="*/ 16 h 1041"/>
                <a:gd name="T44" fmla="*/ 2 w 218"/>
                <a:gd name="T45" fmla="*/ 16 h 1041"/>
                <a:gd name="T46" fmla="*/ 2 w 218"/>
                <a:gd name="T47" fmla="*/ 16 h 1041"/>
                <a:gd name="T48" fmla="*/ 3 w 218"/>
                <a:gd name="T49" fmla="*/ 16 h 1041"/>
                <a:gd name="T50" fmla="*/ 3 w 218"/>
                <a:gd name="T51" fmla="*/ 15 h 1041"/>
                <a:gd name="T52" fmla="*/ 3 w 218"/>
                <a:gd name="T53" fmla="*/ 15 h 1041"/>
                <a:gd name="T54" fmla="*/ 3 w 218"/>
                <a:gd name="T55" fmla="*/ 14 h 1041"/>
                <a:gd name="T56" fmla="*/ 2 w 218"/>
                <a:gd name="T57" fmla="*/ 13 h 1041"/>
                <a:gd name="T58" fmla="*/ 2 w 218"/>
                <a:gd name="T59" fmla="*/ 12 h 1041"/>
                <a:gd name="T60" fmla="*/ 2 w 218"/>
                <a:gd name="T61" fmla="*/ 11 h 1041"/>
                <a:gd name="T62" fmla="*/ 2 w 218"/>
                <a:gd name="T63" fmla="*/ 10 h 1041"/>
                <a:gd name="T64" fmla="*/ 2 w 218"/>
                <a:gd name="T65" fmla="*/ 10 h 1041"/>
                <a:gd name="T66" fmla="*/ 2 w 218"/>
                <a:gd name="T67" fmla="*/ 8 h 1041"/>
                <a:gd name="T68" fmla="*/ 2 w 218"/>
                <a:gd name="T69" fmla="*/ 7 h 1041"/>
                <a:gd name="T70" fmla="*/ 3 w 218"/>
                <a:gd name="T71" fmla="*/ 6 h 1041"/>
                <a:gd name="T72" fmla="*/ 3 w 218"/>
                <a:gd name="T73" fmla="*/ 5 h 1041"/>
                <a:gd name="T74" fmla="*/ 3 w 218"/>
                <a:gd name="T75" fmla="*/ 4 h 1041"/>
                <a:gd name="T76" fmla="*/ 3 w 218"/>
                <a:gd name="T77" fmla="*/ 2 h 1041"/>
                <a:gd name="T78" fmla="*/ 3 w 218"/>
                <a:gd name="T79" fmla="*/ 1 h 1041"/>
                <a:gd name="T80" fmla="*/ 3 w 218"/>
                <a:gd name="T81" fmla="*/ 0 h 1041"/>
                <a:gd name="T82" fmla="*/ 3 w 218"/>
                <a:gd name="T83" fmla="*/ 0 h 1041"/>
                <a:gd name="T84" fmla="*/ 3 w 218"/>
                <a:gd name="T85" fmla="*/ 0 h 1041"/>
                <a:gd name="T86" fmla="*/ 2 w 218"/>
                <a:gd name="T87" fmla="*/ 0 h 1041"/>
                <a:gd name="T88" fmla="*/ 2 w 218"/>
                <a:gd name="T89" fmla="*/ 0 h 1041"/>
                <a:gd name="T90" fmla="*/ 2 w 218"/>
                <a:gd name="T91" fmla="*/ 0 h 1041"/>
                <a:gd name="T92" fmla="*/ 1 w 218"/>
                <a:gd name="T93" fmla="*/ 0 h 1041"/>
                <a:gd name="T94" fmla="*/ 1 w 218"/>
                <a:gd name="T95" fmla="*/ 0 h 1041"/>
                <a:gd name="T96" fmla="*/ 1 w 218"/>
                <a:gd name="T97" fmla="*/ 0 h 10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18"/>
                <a:gd name="T148" fmla="*/ 0 h 1041"/>
                <a:gd name="T149" fmla="*/ 218 w 218"/>
                <a:gd name="T150" fmla="*/ 1041 h 10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18" h="1041">
                  <a:moveTo>
                    <a:pt x="52" y="33"/>
                  </a:moveTo>
                  <a:lnTo>
                    <a:pt x="40" y="105"/>
                  </a:lnTo>
                  <a:lnTo>
                    <a:pt x="30" y="177"/>
                  </a:lnTo>
                  <a:lnTo>
                    <a:pt x="21" y="249"/>
                  </a:lnTo>
                  <a:lnTo>
                    <a:pt x="14" y="323"/>
                  </a:lnTo>
                  <a:lnTo>
                    <a:pt x="8" y="397"/>
                  </a:lnTo>
                  <a:lnTo>
                    <a:pt x="3" y="471"/>
                  </a:lnTo>
                  <a:lnTo>
                    <a:pt x="1" y="546"/>
                  </a:lnTo>
                  <a:lnTo>
                    <a:pt x="0" y="621"/>
                  </a:lnTo>
                  <a:lnTo>
                    <a:pt x="0" y="665"/>
                  </a:lnTo>
                  <a:lnTo>
                    <a:pt x="1" y="707"/>
                  </a:lnTo>
                  <a:lnTo>
                    <a:pt x="2" y="750"/>
                  </a:lnTo>
                  <a:lnTo>
                    <a:pt x="4" y="792"/>
                  </a:lnTo>
                  <a:lnTo>
                    <a:pt x="8" y="835"/>
                  </a:lnTo>
                  <a:lnTo>
                    <a:pt x="10" y="876"/>
                  </a:lnTo>
                  <a:lnTo>
                    <a:pt x="14" y="919"/>
                  </a:lnTo>
                  <a:lnTo>
                    <a:pt x="18" y="960"/>
                  </a:lnTo>
                  <a:lnTo>
                    <a:pt x="37" y="971"/>
                  </a:lnTo>
                  <a:lnTo>
                    <a:pt x="57" y="981"/>
                  </a:lnTo>
                  <a:lnTo>
                    <a:pt x="77" y="992"/>
                  </a:lnTo>
                  <a:lnTo>
                    <a:pt x="99" y="1002"/>
                  </a:lnTo>
                  <a:lnTo>
                    <a:pt x="120" y="1012"/>
                  </a:lnTo>
                  <a:lnTo>
                    <a:pt x="141" y="1022"/>
                  </a:lnTo>
                  <a:lnTo>
                    <a:pt x="163" y="1032"/>
                  </a:lnTo>
                  <a:lnTo>
                    <a:pt x="185" y="1041"/>
                  </a:lnTo>
                  <a:lnTo>
                    <a:pt x="179" y="990"/>
                  </a:lnTo>
                  <a:lnTo>
                    <a:pt x="173" y="938"/>
                  </a:lnTo>
                  <a:lnTo>
                    <a:pt x="169" y="885"/>
                  </a:lnTo>
                  <a:lnTo>
                    <a:pt x="165" y="834"/>
                  </a:lnTo>
                  <a:lnTo>
                    <a:pt x="162" y="781"/>
                  </a:lnTo>
                  <a:lnTo>
                    <a:pt x="159" y="727"/>
                  </a:lnTo>
                  <a:lnTo>
                    <a:pt x="158" y="675"/>
                  </a:lnTo>
                  <a:lnTo>
                    <a:pt x="157" y="621"/>
                  </a:lnTo>
                  <a:lnTo>
                    <a:pt x="158" y="542"/>
                  </a:lnTo>
                  <a:lnTo>
                    <a:pt x="162" y="463"/>
                  </a:lnTo>
                  <a:lnTo>
                    <a:pt x="167" y="384"/>
                  </a:lnTo>
                  <a:lnTo>
                    <a:pt x="173" y="306"/>
                  </a:lnTo>
                  <a:lnTo>
                    <a:pt x="182" y="229"/>
                  </a:lnTo>
                  <a:lnTo>
                    <a:pt x="192" y="152"/>
                  </a:lnTo>
                  <a:lnTo>
                    <a:pt x="204" y="75"/>
                  </a:lnTo>
                  <a:lnTo>
                    <a:pt x="218" y="0"/>
                  </a:lnTo>
                  <a:lnTo>
                    <a:pt x="196" y="3"/>
                  </a:lnTo>
                  <a:lnTo>
                    <a:pt x="175" y="7"/>
                  </a:lnTo>
                  <a:lnTo>
                    <a:pt x="153" y="10"/>
                  </a:lnTo>
                  <a:lnTo>
                    <a:pt x="132" y="15"/>
                  </a:lnTo>
                  <a:lnTo>
                    <a:pt x="112" y="19"/>
                  </a:lnTo>
                  <a:lnTo>
                    <a:pt x="92" y="24"/>
                  </a:lnTo>
                  <a:lnTo>
                    <a:pt x="71" y="28"/>
                  </a:lnTo>
                  <a:lnTo>
                    <a:pt x="52" y="33"/>
                  </a:lnTo>
                  <a:close/>
                </a:path>
              </a:pathLst>
            </a:custGeom>
            <a:solidFill>
              <a:srgbClr val="6B91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4" name="Freeform 620"/>
            <p:cNvSpPr>
              <a:spLocks/>
            </p:cNvSpPr>
            <p:nvPr/>
          </p:nvSpPr>
          <p:spPr bwMode="auto">
            <a:xfrm>
              <a:off x="2456" y="1614"/>
              <a:ext cx="28" cy="136"/>
            </a:xfrm>
            <a:custGeom>
              <a:avLst/>
              <a:gdLst>
                <a:gd name="T0" fmla="*/ 1 w 221"/>
                <a:gd name="T1" fmla="*/ 0 h 1090"/>
                <a:gd name="T2" fmla="*/ 1 w 221"/>
                <a:gd name="T3" fmla="*/ 1 h 1090"/>
                <a:gd name="T4" fmla="*/ 1 w 221"/>
                <a:gd name="T5" fmla="*/ 3 h 1090"/>
                <a:gd name="T6" fmla="*/ 0 w 221"/>
                <a:gd name="T7" fmla="*/ 4 h 1090"/>
                <a:gd name="T8" fmla="*/ 0 w 221"/>
                <a:gd name="T9" fmla="*/ 5 h 1090"/>
                <a:gd name="T10" fmla="*/ 0 w 221"/>
                <a:gd name="T11" fmla="*/ 6 h 1090"/>
                <a:gd name="T12" fmla="*/ 0 w 221"/>
                <a:gd name="T13" fmla="*/ 7 h 1090"/>
                <a:gd name="T14" fmla="*/ 0 w 221"/>
                <a:gd name="T15" fmla="*/ 9 h 1090"/>
                <a:gd name="T16" fmla="*/ 0 w 221"/>
                <a:gd name="T17" fmla="*/ 10 h 1090"/>
                <a:gd name="T18" fmla="*/ 0 w 221"/>
                <a:gd name="T19" fmla="*/ 11 h 1090"/>
                <a:gd name="T20" fmla="*/ 0 w 221"/>
                <a:gd name="T21" fmla="*/ 11 h 1090"/>
                <a:gd name="T22" fmla="*/ 0 w 221"/>
                <a:gd name="T23" fmla="*/ 12 h 1090"/>
                <a:gd name="T24" fmla="*/ 0 w 221"/>
                <a:gd name="T25" fmla="*/ 13 h 1090"/>
                <a:gd name="T26" fmla="*/ 0 w 221"/>
                <a:gd name="T27" fmla="*/ 14 h 1090"/>
                <a:gd name="T28" fmla="*/ 0 w 221"/>
                <a:gd name="T29" fmla="*/ 14 h 1090"/>
                <a:gd name="T30" fmla="*/ 0 w 221"/>
                <a:gd name="T31" fmla="*/ 15 h 1090"/>
                <a:gd name="T32" fmla="*/ 0 w 221"/>
                <a:gd name="T33" fmla="*/ 16 h 1090"/>
                <a:gd name="T34" fmla="*/ 1 w 221"/>
                <a:gd name="T35" fmla="*/ 16 h 1090"/>
                <a:gd name="T36" fmla="*/ 1 w 221"/>
                <a:gd name="T37" fmla="*/ 16 h 1090"/>
                <a:gd name="T38" fmla="*/ 1 w 221"/>
                <a:gd name="T39" fmla="*/ 16 h 1090"/>
                <a:gd name="T40" fmla="*/ 2 w 221"/>
                <a:gd name="T41" fmla="*/ 16 h 1090"/>
                <a:gd name="T42" fmla="*/ 2 w 221"/>
                <a:gd name="T43" fmla="*/ 17 h 1090"/>
                <a:gd name="T44" fmla="*/ 2 w 221"/>
                <a:gd name="T45" fmla="*/ 17 h 1090"/>
                <a:gd name="T46" fmla="*/ 3 w 221"/>
                <a:gd name="T47" fmla="*/ 17 h 1090"/>
                <a:gd name="T48" fmla="*/ 3 w 221"/>
                <a:gd name="T49" fmla="*/ 17 h 1090"/>
                <a:gd name="T50" fmla="*/ 3 w 221"/>
                <a:gd name="T51" fmla="*/ 16 h 1090"/>
                <a:gd name="T52" fmla="*/ 3 w 221"/>
                <a:gd name="T53" fmla="*/ 15 h 1090"/>
                <a:gd name="T54" fmla="*/ 3 w 221"/>
                <a:gd name="T55" fmla="*/ 14 h 1090"/>
                <a:gd name="T56" fmla="*/ 3 w 221"/>
                <a:gd name="T57" fmla="*/ 13 h 1090"/>
                <a:gd name="T58" fmla="*/ 3 w 221"/>
                <a:gd name="T59" fmla="*/ 13 h 1090"/>
                <a:gd name="T60" fmla="*/ 3 w 221"/>
                <a:gd name="T61" fmla="*/ 12 h 1090"/>
                <a:gd name="T62" fmla="*/ 3 w 221"/>
                <a:gd name="T63" fmla="*/ 11 h 1090"/>
                <a:gd name="T64" fmla="*/ 3 w 221"/>
                <a:gd name="T65" fmla="*/ 10 h 1090"/>
                <a:gd name="T66" fmla="*/ 3 w 221"/>
                <a:gd name="T67" fmla="*/ 9 h 1090"/>
                <a:gd name="T68" fmla="*/ 3 w 221"/>
                <a:gd name="T69" fmla="*/ 9 h 1090"/>
                <a:gd name="T70" fmla="*/ 3 w 221"/>
                <a:gd name="T71" fmla="*/ 8 h 1090"/>
                <a:gd name="T72" fmla="*/ 3 w 221"/>
                <a:gd name="T73" fmla="*/ 7 h 1090"/>
                <a:gd name="T74" fmla="*/ 3 w 221"/>
                <a:gd name="T75" fmla="*/ 7 h 1090"/>
                <a:gd name="T76" fmla="*/ 3 w 221"/>
                <a:gd name="T77" fmla="*/ 6 h 1090"/>
                <a:gd name="T78" fmla="*/ 3 w 221"/>
                <a:gd name="T79" fmla="*/ 5 h 1090"/>
                <a:gd name="T80" fmla="*/ 3 w 221"/>
                <a:gd name="T81" fmla="*/ 5 h 1090"/>
                <a:gd name="T82" fmla="*/ 3 w 221"/>
                <a:gd name="T83" fmla="*/ 4 h 1090"/>
                <a:gd name="T84" fmla="*/ 3 w 221"/>
                <a:gd name="T85" fmla="*/ 2 h 1090"/>
                <a:gd name="T86" fmla="*/ 3 w 221"/>
                <a:gd name="T87" fmla="*/ 1 h 1090"/>
                <a:gd name="T88" fmla="*/ 4 w 221"/>
                <a:gd name="T89" fmla="*/ 0 h 1090"/>
                <a:gd name="T90" fmla="*/ 3 w 221"/>
                <a:gd name="T91" fmla="*/ 0 h 1090"/>
                <a:gd name="T92" fmla="*/ 3 w 221"/>
                <a:gd name="T93" fmla="*/ 0 h 1090"/>
                <a:gd name="T94" fmla="*/ 3 w 221"/>
                <a:gd name="T95" fmla="*/ 0 h 1090"/>
                <a:gd name="T96" fmla="*/ 2 w 221"/>
                <a:gd name="T97" fmla="*/ 0 h 1090"/>
                <a:gd name="T98" fmla="*/ 2 w 221"/>
                <a:gd name="T99" fmla="*/ 0 h 1090"/>
                <a:gd name="T100" fmla="*/ 2 w 221"/>
                <a:gd name="T101" fmla="*/ 0 h 1090"/>
                <a:gd name="T102" fmla="*/ 1 w 221"/>
                <a:gd name="T103" fmla="*/ 0 h 1090"/>
                <a:gd name="T104" fmla="*/ 1 w 221"/>
                <a:gd name="T105" fmla="*/ 0 h 109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21"/>
                <a:gd name="T160" fmla="*/ 0 h 1090"/>
                <a:gd name="T161" fmla="*/ 221 w 221"/>
                <a:gd name="T162" fmla="*/ 1090 h 109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21" h="1090">
                  <a:moveTo>
                    <a:pt x="56" y="27"/>
                  </a:moveTo>
                  <a:lnTo>
                    <a:pt x="43" y="100"/>
                  </a:lnTo>
                  <a:lnTo>
                    <a:pt x="32" y="175"/>
                  </a:lnTo>
                  <a:lnTo>
                    <a:pt x="23" y="250"/>
                  </a:lnTo>
                  <a:lnTo>
                    <a:pt x="15" y="326"/>
                  </a:lnTo>
                  <a:lnTo>
                    <a:pt x="9" y="402"/>
                  </a:lnTo>
                  <a:lnTo>
                    <a:pt x="3" y="479"/>
                  </a:lnTo>
                  <a:lnTo>
                    <a:pt x="1" y="556"/>
                  </a:lnTo>
                  <a:lnTo>
                    <a:pt x="0" y="633"/>
                  </a:lnTo>
                  <a:lnTo>
                    <a:pt x="0" y="682"/>
                  </a:lnTo>
                  <a:lnTo>
                    <a:pt x="1" y="730"/>
                  </a:lnTo>
                  <a:lnTo>
                    <a:pt x="3" y="778"/>
                  </a:lnTo>
                  <a:lnTo>
                    <a:pt x="6" y="825"/>
                  </a:lnTo>
                  <a:lnTo>
                    <a:pt x="9" y="873"/>
                  </a:lnTo>
                  <a:lnTo>
                    <a:pt x="13" y="921"/>
                  </a:lnTo>
                  <a:lnTo>
                    <a:pt x="17" y="968"/>
                  </a:lnTo>
                  <a:lnTo>
                    <a:pt x="22" y="1015"/>
                  </a:lnTo>
                  <a:lnTo>
                    <a:pt x="42" y="1025"/>
                  </a:lnTo>
                  <a:lnTo>
                    <a:pt x="62" y="1034"/>
                  </a:lnTo>
                  <a:lnTo>
                    <a:pt x="84" y="1043"/>
                  </a:lnTo>
                  <a:lnTo>
                    <a:pt x="104" y="1052"/>
                  </a:lnTo>
                  <a:lnTo>
                    <a:pt x="125" y="1062"/>
                  </a:lnTo>
                  <a:lnTo>
                    <a:pt x="146" y="1071"/>
                  </a:lnTo>
                  <a:lnTo>
                    <a:pt x="169" y="1081"/>
                  </a:lnTo>
                  <a:lnTo>
                    <a:pt x="190" y="1090"/>
                  </a:lnTo>
                  <a:lnTo>
                    <a:pt x="183" y="1033"/>
                  </a:lnTo>
                  <a:lnTo>
                    <a:pt x="176" y="977"/>
                  </a:lnTo>
                  <a:lnTo>
                    <a:pt x="171" y="921"/>
                  </a:lnTo>
                  <a:lnTo>
                    <a:pt x="166" y="864"/>
                  </a:lnTo>
                  <a:lnTo>
                    <a:pt x="162" y="806"/>
                  </a:lnTo>
                  <a:lnTo>
                    <a:pt x="160" y="749"/>
                  </a:lnTo>
                  <a:lnTo>
                    <a:pt x="157" y="692"/>
                  </a:lnTo>
                  <a:lnTo>
                    <a:pt x="157" y="633"/>
                  </a:lnTo>
                  <a:lnTo>
                    <a:pt x="157" y="593"/>
                  </a:lnTo>
                  <a:lnTo>
                    <a:pt x="159" y="552"/>
                  </a:lnTo>
                  <a:lnTo>
                    <a:pt x="160" y="512"/>
                  </a:lnTo>
                  <a:lnTo>
                    <a:pt x="162" y="472"/>
                  </a:lnTo>
                  <a:lnTo>
                    <a:pt x="164" y="432"/>
                  </a:lnTo>
                  <a:lnTo>
                    <a:pt x="167" y="392"/>
                  </a:lnTo>
                  <a:lnTo>
                    <a:pt x="170" y="352"/>
                  </a:lnTo>
                  <a:lnTo>
                    <a:pt x="174" y="312"/>
                  </a:lnTo>
                  <a:lnTo>
                    <a:pt x="183" y="233"/>
                  </a:lnTo>
                  <a:lnTo>
                    <a:pt x="193" y="155"/>
                  </a:lnTo>
                  <a:lnTo>
                    <a:pt x="206" y="77"/>
                  </a:lnTo>
                  <a:lnTo>
                    <a:pt x="221" y="0"/>
                  </a:lnTo>
                  <a:lnTo>
                    <a:pt x="200" y="3"/>
                  </a:lnTo>
                  <a:lnTo>
                    <a:pt x="179" y="6"/>
                  </a:lnTo>
                  <a:lnTo>
                    <a:pt x="157" y="9"/>
                  </a:lnTo>
                  <a:lnTo>
                    <a:pt x="136" y="12"/>
                  </a:lnTo>
                  <a:lnTo>
                    <a:pt x="116" y="15"/>
                  </a:lnTo>
                  <a:lnTo>
                    <a:pt x="96" y="19"/>
                  </a:lnTo>
                  <a:lnTo>
                    <a:pt x="75" y="22"/>
                  </a:lnTo>
                  <a:lnTo>
                    <a:pt x="56" y="27"/>
                  </a:lnTo>
                  <a:close/>
                </a:path>
              </a:pathLst>
            </a:custGeom>
            <a:solidFill>
              <a:srgbClr val="6D9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5" name="Freeform 621"/>
            <p:cNvSpPr>
              <a:spLocks/>
            </p:cNvSpPr>
            <p:nvPr/>
          </p:nvSpPr>
          <p:spPr bwMode="auto">
            <a:xfrm>
              <a:off x="2466" y="1613"/>
              <a:ext cx="28" cy="142"/>
            </a:xfrm>
            <a:custGeom>
              <a:avLst/>
              <a:gdLst>
                <a:gd name="T0" fmla="*/ 1 w 225"/>
                <a:gd name="T1" fmla="*/ 0 h 1130"/>
                <a:gd name="T2" fmla="*/ 1 w 225"/>
                <a:gd name="T3" fmla="*/ 2 h 1130"/>
                <a:gd name="T4" fmla="*/ 0 w 225"/>
                <a:gd name="T5" fmla="*/ 3 h 1130"/>
                <a:gd name="T6" fmla="*/ 0 w 225"/>
                <a:gd name="T7" fmla="*/ 4 h 1130"/>
                <a:gd name="T8" fmla="*/ 0 w 225"/>
                <a:gd name="T9" fmla="*/ 5 h 1130"/>
                <a:gd name="T10" fmla="*/ 0 w 225"/>
                <a:gd name="T11" fmla="*/ 6 h 1130"/>
                <a:gd name="T12" fmla="*/ 0 w 225"/>
                <a:gd name="T13" fmla="*/ 8 h 1130"/>
                <a:gd name="T14" fmla="*/ 0 w 225"/>
                <a:gd name="T15" fmla="*/ 9 h 1130"/>
                <a:gd name="T16" fmla="*/ 0 w 225"/>
                <a:gd name="T17" fmla="*/ 10 h 1130"/>
                <a:gd name="T18" fmla="*/ 0 w 225"/>
                <a:gd name="T19" fmla="*/ 11 h 1130"/>
                <a:gd name="T20" fmla="*/ 0 w 225"/>
                <a:gd name="T21" fmla="*/ 12 h 1130"/>
                <a:gd name="T22" fmla="*/ 0 w 225"/>
                <a:gd name="T23" fmla="*/ 13 h 1130"/>
                <a:gd name="T24" fmla="*/ 0 w 225"/>
                <a:gd name="T25" fmla="*/ 13 h 1130"/>
                <a:gd name="T26" fmla="*/ 0 w 225"/>
                <a:gd name="T27" fmla="*/ 14 h 1130"/>
                <a:gd name="T28" fmla="*/ 0 w 225"/>
                <a:gd name="T29" fmla="*/ 15 h 1130"/>
                <a:gd name="T30" fmla="*/ 0 w 225"/>
                <a:gd name="T31" fmla="*/ 16 h 1130"/>
                <a:gd name="T32" fmla="*/ 0 w 225"/>
                <a:gd name="T33" fmla="*/ 17 h 1130"/>
                <a:gd name="T34" fmla="*/ 1 w 225"/>
                <a:gd name="T35" fmla="*/ 17 h 1130"/>
                <a:gd name="T36" fmla="*/ 1 w 225"/>
                <a:gd name="T37" fmla="*/ 17 h 1130"/>
                <a:gd name="T38" fmla="*/ 1 w 225"/>
                <a:gd name="T39" fmla="*/ 17 h 1130"/>
                <a:gd name="T40" fmla="*/ 2 w 225"/>
                <a:gd name="T41" fmla="*/ 17 h 1130"/>
                <a:gd name="T42" fmla="*/ 2 w 225"/>
                <a:gd name="T43" fmla="*/ 17 h 1130"/>
                <a:gd name="T44" fmla="*/ 2 w 225"/>
                <a:gd name="T45" fmla="*/ 18 h 1130"/>
                <a:gd name="T46" fmla="*/ 3 w 225"/>
                <a:gd name="T47" fmla="*/ 18 h 1130"/>
                <a:gd name="T48" fmla="*/ 3 w 225"/>
                <a:gd name="T49" fmla="*/ 18 h 1130"/>
                <a:gd name="T50" fmla="*/ 3 w 225"/>
                <a:gd name="T51" fmla="*/ 17 h 1130"/>
                <a:gd name="T52" fmla="*/ 3 w 225"/>
                <a:gd name="T53" fmla="*/ 16 h 1130"/>
                <a:gd name="T54" fmla="*/ 3 w 225"/>
                <a:gd name="T55" fmla="*/ 15 h 1130"/>
                <a:gd name="T56" fmla="*/ 3 w 225"/>
                <a:gd name="T57" fmla="*/ 14 h 1130"/>
                <a:gd name="T58" fmla="*/ 2 w 225"/>
                <a:gd name="T59" fmla="*/ 13 h 1130"/>
                <a:gd name="T60" fmla="*/ 2 w 225"/>
                <a:gd name="T61" fmla="*/ 12 h 1130"/>
                <a:gd name="T62" fmla="*/ 2 w 225"/>
                <a:gd name="T63" fmla="*/ 11 h 1130"/>
                <a:gd name="T64" fmla="*/ 2 w 225"/>
                <a:gd name="T65" fmla="*/ 10 h 1130"/>
                <a:gd name="T66" fmla="*/ 2 w 225"/>
                <a:gd name="T67" fmla="*/ 10 h 1130"/>
                <a:gd name="T68" fmla="*/ 2 w 225"/>
                <a:gd name="T69" fmla="*/ 9 h 1130"/>
                <a:gd name="T70" fmla="*/ 2 w 225"/>
                <a:gd name="T71" fmla="*/ 8 h 1130"/>
                <a:gd name="T72" fmla="*/ 2 w 225"/>
                <a:gd name="T73" fmla="*/ 8 h 1130"/>
                <a:gd name="T74" fmla="*/ 3 w 225"/>
                <a:gd name="T75" fmla="*/ 7 h 1130"/>
                <a:gd name="T76" fmla="*/ 3 w 225"/>
                <a:gd name="T77" fmla="*/ 6 h 1130"/>
                <a:gd name="T78" fmla="*/ 3 w 225"/>
                <a:gd name="T79" fmla="*/ 6 h 1130"/>
                <a:gd name="T80" fmla="*/ 3 w 225"/>
                <a:gd name="T81" fmla="*/ 5 h 1130"/>
                <a:gd name="T82" fmla="*/ 3 w 225"/>
                <a:gd name="T83" fmla="*/ 4 h 1130"/>
                <a:gd name="T84" fmla="*/ 3 w 225"/>
                <a:gd name="T85" fmla="*/ 4 h 1130"/>
                <a:gd name="T86" fmla="*/ 3 w 225"/>
                <a:gd name="T87" fmla="*/ 3 h 1130"/>
                <a:gd name="T88" fmla="*/ 3 w 225"/>
                <a:gd name="T89" fmla="*/ 3 h 1130"/>
                <a:gd name="T90" fmla="*/ 3 w 225"/>
                <a:gd name="T91" fmla="*/ 2 h 1130"/>
                <a:gd name="T92" fmla="*/ 3 w 225"/>
                <a:gd name="T93" fmla="*/ 1 h 1130"/>
                <a:gd name="T94" fmla="*/ 3 w 225"/>
                <a:gd name="T95" fmla="*/ 1 h 1130"/>
                <a:gd name="T96" fmla="*/ 3 w 225"/>
                <a:gd name="T97" fmla="*/ 0 h 1130"/>
                <a:gd name="T98" fmla="*/ 3 w 225"/>
                <a:gd name="T99" fmla="*/ 0 h 1130"/>
                <a:gd name="T100" fmla="*/ 3 w 225"/>
                <a:gd name="T101" fmla="*/ 0 h 1130"/>
                <a:gd name="T102" fmla="*/ 2 w 225"/>
                <a:gd name="T103" fmla="*/ 0 h 1130"/>
                <a:gd name="T104" fmla="*/ 2 w 225"/>
                <a:gd name="T105" fmla="*/ 0 h 1130"/>
                <a:gd name="T106" fmla="*/ 2 w 225"/>
                <a:gd name="T107" fmla="*/ 0 h 1130"/>
                <a:gd name="T108" fmla="*/ 2 w 225"/>
                <a:gd name="T109" fmla="*/ 0 h 1130"/>
                <a:gd name="T110" fmla="*/ 1 w 225"/>
                <a:gd name="T111" fmla="*/ 0 h 1130"/>
                <a:gd name="T112" fmla="*/ 1 w 225"/>
                <a:gd name="T113" fmla="*/ 0 h 113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25"/>
                <a:gd name="T172" fmla="*/ 0 h 1130"/>
                <a:gd name="T173" fmla="*/ 225 w 225"/>
                <a:gd name="T174" fmla="*/ 1130 h 113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25" h="1130">
                  <a:moveTo>
                    <a:pt x="61" y="20"/>
                  </a:moveTo>
                  <a:lnTo>
                    <a:pt x="47" y="95"/>
                  </a:lnTo>
                  <a:lnTo>
                    <a:pt x="35" y="172"/>
                  </a:lnTo>
                  <a:lnTo>
                    <a:pt x="25" y="249"/>
                  </a:lnTo>
                  <a:lnTo>
                    <a:pt x="16" y="326"/>
                  </a:lnTo>
                  <a:lnTo>
                    <a:pt x="10" y="404"/>
                  </a:lnTo>
                  <a:lnTo>
                    <a:pt x="5" y="483"/>
                  </a:lnTo>
                  <a:lnTo>
                    <a:pt x="1" y="562"/>
                  </a:lnTo>
                  <a:lnTo>
                    <a:pt x="0" y="641"/>
                  </a:lnTo>
                  <a:lnTo>
                    <a:pt x="1" y="695"/>
                  </a:lnTo>
                  <a:lnTo>
                    <a:pt x="2" y="747"/>
                  </a:lnTo>
                  <a:lnTo>
                    <a:pt x="5" y="801"/>
                  </a:lnTo>
                  <a:lnTo>
                    <a:pt x="8" y="854"/>
                  </a:lnTo>
                  <a:lnTo>
                    <a:pt x="12" y="905"/>
                  </a:lnTo>
                  <a:lnTo>
                    <a:pt x="16" y="958"/>
                  </a:lnTo>
                  <a:lnTo>
                    <a:pt x="22" y="1010"/>
                  </a:lnTo>
                  <a:lnTo>
                    <a:pt x="28" y="1061"/>
                  </a:lnTo>
                  <a:lnTo>
                    <a:pt x="48" y="1070"/>
                  </a:lnTo>
                  <a:lnTo>
                    <a:pt x="68" y="1079"/>
                  </a:lnTo>
                  <a:lnTo>
                    <a:pt x="90" y="1088"/>
                  </a:lnTo>
                  <a:lnTo>
                    <a:pt x="111" y="1097"/>
                  </a:lnTo>
                  <a:lnTo>
                    <a:pt x="131" y="1105"/>
                  </a:lnTo>
                  <a:lnTo>
                    <a:pt x="153" y="1114"/>
                  </a:lnTo>
                  <a:lnTo>
                    <a:pt x="175" y="1122"/>
                  </a:lnTo>
                  <a:lnTo>
                    <a:pt x="197" y="1130"/>
                  </a:lnTo>
                  <a:lnTo>
                    <a:pt x="188" y="1070"/>
                  </a:lnTo>
                  <a:lnTo>
                    <a:pt x="180" y="1010"/>
                  </a:lnTo>
                  <a:lnTo>
                    <a:pt x="173" y="950"/>
                  </a:lnTo>
                  <a:lnTo>
                    <a:pt x="168" y="888"/>
                  </a:lnTo>
                  <a:lnTo>
                    <a:pt x="164" y="827"/>
                  </a:lnTo>
                  <a:lnTo>
                    <a:pt x="161" y="766"/>
                  </a:lnTo>
                  <a:lnTo>
                    <a:pt x="159" y="704"/>
                  </a:lnTo>
                  <a:lnTo>
                    <a:pt x="158" y="641"/>
                  </a:lnTo>
                  <a:lnTo>
                    <a:pt x="159" y="601"/>
                  </a:lnTo>
                  <a:lnTo>
                    <a:pt x="159" y="559"/>
                  </a:lnTo>
                  <a:lnTo>
                    <a:pt x="161" y="519"/>
                  </a:lnTo>
                  <a:lnTo>
                    <a:pt x="163" y="477"/>
                  </a:lnTo>
                  <a:lnTo>
                    <a:pt x="165" y="437"/>
                  </a:lnTo>
                  <a:lnTo>
                    <a:pt x="168" y="396"/>
                  </a:lnTo>
                  <a:lnTo>
                    <a:pt x="171" y="356"/>
                  </a:lnTo>
                  <a:lnTo>
                    <a:pt x="175" y="316"/>
                  </a:lnTo>
                  <a:lnTo>
                    <a:pt x="180" y="276"/>
                  </a:lnTo>
                  <a:lnTo>
                    <a:pt x="185" y="236"/>
                  </a:lnTo>
                  <a:lnTo>
                    <a:pt x="190" y="196"/>
                  </a:lnTo>
                  <a:lnTo>
                    <a:pt x="196" y="156"/>
                  </a:lnTo>
                  <a:lnTo>
                    <a:pt x="203" y="117"/>
                  </a:lnTo>
                  <a:lnTo>
                    <a:pt x="210" y="78"/>
                  </a:lnTo>
                  <a:lnTo>
                    <a:pt x="217" y="39"/>
                  </a:lnTo>
                  <a:lnTo>
                    <a:pt x="225" y="0"/>
                  </a:lnTo>
                  <a:lnTo>
                    <a:pt x="204" y="2"/>
                  </a:lnTo>
                  <a:lnTo>
                    <a:pt x="183" y="4"/>
                  </a:lnTo>
                  <a:lnTo>
                    <a:pt x="163" y="6"/>
                  </a:lnTo>
                  <a:lnTo>
                    <a:pt x="141" y="9"/>
                  </a:lnTo>
                  <a:lnTo>
                    <a:pt x="121" y="11"/>
                  </a:lnTo>
                  <a:lnTo>
                    <a:pt x="101" y="14"/>
                  </a:lnTo>
                  <a:lnTo>
                    <a:pt x="81" y="17"/>
                  </a:lnTo>
                  <a:lnTo>
                    <a:pt x="61" y="20"/>
                  </a:lnTo>
                  <a:close/>
                </a:path>
              </a:pathLst>
            </a:custGeom>
            <a:solidFill>
              <a:srgbClr val="6E9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6" name="Freeform 622"/>
            <p:cNvSpPr>
              <a:spLocks/>
            </p:cNvSpPr>
            <p:nvPr/>
          </p:nvSpPr>
          <p:spPr bwMode="auto">
            <a:xfrm>
              <a:off x="2476" y="1612"/>
              <a:ext cx="28" cy="146"/>
            </a:xfrm>
            <a:custGeom>
              <a:avLst/>
              <a:gdLst>
                <a:gd name="T0" fmla="*/ 1 w 228"/>
                <a:gd name="T1" fmla="*/ 0 h 1167"/>
                <a:gd name="T2" fmla="*/ 1 w 228"/>
                <a:gd name="T3" fmla="*/ 2 h 1167"/>
                <a:gd name="T4" fmla="*/ 0 w 228"/>
                <a:gd name="T5" fmla="*/ 3 h 1167"/>
                <a:gd name="T6" fmla="*/ 0 w 228"/>
                <a:gd name="T7" fmla="*/ 4 h 1167"/>
                <a:gd name="T8" fmla="*/ 0 w 228"/>
                <a:gd name="T9" fmla="*/ 5 h 1167"/>
                <a:gd name="T10" fmla="*/ 0 w 228"/>
                <a:gd name="T11" fmla="*/ 6 h 1167"/>
                <a:gd name="T12" fmla="*/ 0 w 228"/>
                <a:gd name="T13" fmla="*/ 6 h 1167"/>
                <a:gd name="T14" fmla="*/ 0 w 228"/>
                <a:gd name="T15" fmla="*/ 7 h 1167"/>
                <a:gd name="T16" fmla="*/ 0 w 228"/>
                <a:gd name="T17" fmla="*/ 8 h 1167"/>
                <a:gd name="T18" fmla="*/ 0 w 228"/>
                <a:gd name="T19" fmla="*/ 8 h 1167"/>
                <a:gd name="T20" fmla="*/ 0 w 228"/>
                <a:gd name="T21" fmla="*/ 9 h 1167"/>
                <a:gd name="T22" fmla="*/ 0 w 228"/>
                <a:gd name="T23" fmla="*/ 10 h 1167"/>
                <a:gd name="T24" fmla="*/ 0 w 228"/>
                <a:gd name="T25" fmla="*/ 10 h 1167"/>
                <a:gd name="T26" fmla="*/ 0 w 228"/>
                <a:gd name="T27" fmla="*/ 11 h 1167"/>
                <a:gd name="T28" fmla="*/ 0 w 228"/>
                <a:gd name="T29" fmla="*/ 12 h 1167"/>
                <a:gd name="T30" fmla="*/ 0 w 228"/>
                <a:gd name="T31" fmla="*/ 13 h 1167"/>
                <a:gd name="T32" fmla="*/ 0 w 228"/>
                <a:gd name="T33" fmla="*/ 14 h 1167"/>
                <a:gd name="T34" fmla="*/ 0 w 228"/>
                <a:gd name="T35" fmla="*/ 15 h 1167"/>
                <a:gd name="T36" fmla="*/ 0 w 228"/>
                <a:gd name="T37" fmla="*/ 16 h 1167"/>
                <a:gd name="T38" fmla="*/ 0 w 228"/>
                <a:gd name="T39" fmla="*/ 16 h 1167"/>
                <a:gd name="T40" fmla="*/ 0 w 228"/>
                <a:gd name="T41" fmla="*/ 17 h 1167"/>
                <a:gd name="T42" fmla="*/ 1 w 228"/>
                <a:gd name="T43" fmla="*/ 17 h 1167"/>
                <a:gd name="T44" fmla="*/ 1 w 228"/>
                <a:gd name="T45" fmla="*/ 18 h 1167"/>
                <a:gd name="T46" fmla="*/ 1 w 228"/>
                <a:gd name="T47" fmla="*/ 18 h 1167"/>
                <a:gd name="T48" fmla="*/ 2 w 228"/>
                <a:gd name="T49" fmla="*/ 18 h 1167"/>
                <a:gd name="T50" fmla="*/ 2 w 228"/>
                <a:gd name="T51" fmla="*/ 18 h 1167"/>
                <a:gd name="T52" fmla="*/ 2 w 228"/>
                <a:gd name="T53" fmla="*/ 18 h 1167"/>
                <a:gd name="T54" fmla="*/ 3 w 228"/>
                <a:gd name="T55" fmla="*/ 18 h 1167"/>
                <a:gd name="T56" fmla="*/ 3 w 228"/>
                <a:gd name="T57" fmla="*/ 18 h 1167"/>
                <a:gd name="T58" fmla="*/ 3 w 228"/>
                <a:gd name="T59" fmla="*/ 17 h 1167"/>
                <a:gd name="T60" fmla="*/ 3 w 228"/>
                <a:gd name="T61" fmla="*/ 16 h 1167"/>
                <a:gd name="T62" fmla="*/ 3 w 228"/>
                <a:gd name="T63" fmla="*/ 15 h 1167"/>
                <a:gd name="T64" fmla="*/ 3 w 228"/>
                <a:gd name="T65" fmla="*/ 14 h 1167"/>
                <a:gd name="T66" fmla="*/ 2 w 228"/>
                <a:gd name="T67" fmla="*/ 13 h 1167"/>
                <a:gd name="T68" fmla="*/ 2 w 228"/>
                <a:gd name="T69" fmla="*/ 12 h 1167"/>
                <a:gd name="T70" fmla="*/ 2 w 228"/>
                <a:gd name="T71" fmla="*/ 11 h 1167"/>
                <a:gd name="T72" fmla="*/ 2 w 228"/>
                <a:gd name="T73" fmla="*/ 10 h 1167"/>
                <a:gd name="T74" fmla="*/ 2 w 228"/>
                <a:gd name="T75" fmla="*/ 10 h 1167"/>
                <a:gd name="T76" fmla="*/ 2 w 228"/>
                <a:gd name="T77" fmla="*/ 9 h 1167"/>
                <a:gd name="T78" fmla="*/ 2 w 228"/>
                <a:gd name="T79" fmla="*/ 8 h 1167"/>
                <a:gd name="T80" fmla="*/ 2 w 228"/>
                <a:gd name="T81" fmla="*/ 8 h 1167"/>
                <a:gd name="T82" fmla="*/ 2 w 228"/>
                <a:gd name="T83" fmla="*/ 7 h 1167"/>
                <a:gd name="T84" fmla="*/ 3 w 228"/>
                <a:gd name="T85" fmla="*/ 6 h 1167"/>
                <a:gd name="T86" fmla="*/ 3 w 228"/>
                <a:gd name="T87" fmla="*/ 6 h 1167"/>
                <a:gd name="T88" fmla="*/ 3 w 228"/>
                <a:gd name="T89" fmla="*/ 5 h 1167"/>
                <a:gd name="T90" fmla="*/ 3 w 228"/>
                <a:gd name="T91" fmla="*/ 4 h 1167"/>
                <a:gd name="T92" fmla="*/ 3 w 228"/>
                <a:gd name="T93" fmla="*/ 4 h 1167"/>
                <a:gd name="T94" fmla="*/ 3 w 228"/>
                <a:gd name="T95" fmla="*/ 3 h 1167"/>
                <a:gd name="T96" fmla="*/ 3 w 228"/>
                <a:gd name="T97" fmla="*/ 3 h 1167"/>
                <a:gd name="T98" fmla="*/ 3 w 228"/>
                <a:gd name="T99" fmla="*/ 2 h 1167"/>
                <a:gd name="T100" fmla="*/ 3 w 228"/>
                <a:gd name="T101" fmla="*/ 1 h 1167"/>
                <a:gd name="T102" fmla="*/ 3 w 228"/>
                <a:gd name="T103" fmla="*/ 1 h 1167"/>
                <a:gd name="T104" fmla="*/ 3 w 228"/>
                <a:gd name="T105" fmla="*/ 0 h 1167"/>
                <a:gd name="T106" fmla="*/ 3 w 228"/>
                <a:gd name="T107" fmla="*/ 0 h 1167"/>
                <a:gd name="T108" fmla="*/ 3 w 228"/>
                <a:gd name="T109" fmla="*/ 0 h 1167"/>
                <a:gd name="T110" fmla="*/ 2 w 228"/>
                <a:gd name="T111" fmla="*/ 0 h 1167"/>
                <a:gd name="T112" fmla="*/ 2 w 228"/>
                <a:gd name="T113" fmla="*/ 0 h 1167"/>
                <a:gd name="T114" fmla="*/ 2 w 228"/>
                <a:gd name="T115" fmla="*/ 0 h 1167"/>
                <a:gd name="T116" fmla="*/ 2 w 228"/>
                <a:gd name="T117" fmla="*/ 0 h 1167"/>
                <a:gd name="T118" fmla="*/ 1 w 228"/>
                <a:gd name="T119" fmla="*/ 0 h 1167"/>
                <a:gd name="T120" fmla="*/ 1 w 228"/>
                <a:gd name="T121" fmla="*/ 0 h 116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28"/>
                <a:gd name="T184" fmla="*/ 0 h 1167"/>
                <a:gd name="T185" fmla="*/ 228 w 228"/>
                <a:gd name="T186" fmla="*/ 1167 h 116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28" h="1167">
                  <a:moveTo>
                    <a:pt x="64" y="15"/>
                  </a:moveTo>
                  <a:lnTo>
                    <a:pt x="49" y="92"/>
                  </a:lnTo>
                  <a:lnTo>
                    <a:pt x="36" y="170"/>
                  </a:lnTo>
                  <a:lnTo>
                    <a:pt x="26" y="248"/>
                  </a:lnTo>
                  <a:lnTo>
                    <a:pt x="17" y="327"/>
                  </a:lnTo>
                  <a:lnTo>
                    <a:pt x="13" y="367"/>
                  </a:lnTo>
                  <a:lnTo>
                    <a:pt x="10" y="407"/>
                  </a:lnTo>
                  <a:lnTo>
                    <a:pt x="7" y="447"/>
                  </a:lnTo>
                  <a:lnTo>
                    <a:pt x="5" y="487"/>
                  </a:lnTo>
                  <a:lnTo>
                    <a:pt x="3" y="527"/>
                  </a:lnTo>
                  <a:lnTo>
                    <a:pt x="2" y="567"/>
                  </a:lnTo>
                  <a:lnTo>
                    <a:pt x="0" y="608"/>
                  </a:lnTo>
                  <a:lnTo>
                    <a:pt x="0" y="648"/>
                  </a:lnTo>
                  <a:lnTo>
                    <a:pt x="0" y="707"/>
                  </a:lnTo>
                  <a:lnTo>
                    <a:pt x="3" y="764"/>
                  </a:lnTo>
                  <a:lnTo>
                    <a:pt x="5" y="821"/>
                  </a:lnTo>
                  <a:lnTo>
                    <a:pt x="9" y="879"/>
                  </a:lnTo>
                  <a:lnTo>
                    <a:pt x="14" y="936"/>
                  </a:lnTo>
                  <a:lnTo>
                    <a:pt x="19" y="992"/>
                  </a:lnTo>
                  <a:lnTo>
                    <a:pt x="26" y="1048"/>
                  </a:lnTo>
                  <a:lnTo>
                    <a:pt x="33" y="1105"/>
                  </a:lnTo>
                  <a:lnTo>
                    <a:pt x="53" y="1113"/>
                  </a:lnTo>
                  <a:lnTo>
                    <a:pt x="74" y="1121"/>
                  </a:lnTo>
                  <a:lnTo>
                    <a:pt x="95" y="1129"/>
                  </a:lnTo>
                  <a:lnTo>
                    <a:pt x="116" y="1137"/>
                  </a:lnTo>
                  <a:lnTo>
                    <a:pt x="137" y="1144"/>
                  </a:lnTo>
                  <a:lnTo>
                    <a:pt x="159" y="1152"/>
                  </a:lnTo>
                  <a:lnTo>
                    <a:pt x="181" y="1160"/>
                  </a:lnTo>
                  <a:lnTo>
                    <a:pt x="202" y="1167"/>
                  </a:lnTo>
                  <a:lnTo>
                    <a:pt x="192" y="1105"/>
                  </a:lnTo>
                  <a:lnTo>
                    <a:pt x="183" y="1041"/>
                  </a:lnTo>
                  <a:lnTo>
                    <a:pt x="176" y="976"/>
                  </a:lnTo>
                  <a:lnTo>
                    <a:pt x="169" y="911"/>
                  </a:lnTo>
                  <a:lnTo>
                    <a:pt x="164" y="846"/>
                  </a:lnTo>
                  <a:lnTo>
                    <a:pt x="161" y="781"/>
                  </a:lnTo>
                  <a:lnTo>
                    <a:pt x="159" y="715"/>
                  </a:lnTo>
                  <a:lnTo>
                    <a:pt x="158" y="648"/>
                  </a:lnTo>
                  <a:lnTo>
                    <a:pt x="158" y="607"/>
                  </a:lnTo>
                  <a:lnTo>
                    <a:pt x="159" y="565"/>
                  </a:lnTo>
                  <a:lnTo>
                    <a:pt x="160" y="523"/>
                  </a:lnTo>
                  <a:lnTo>
                    <a:pt x="162" y="482"/>
                  </a:lnTo>
                  <a:lnTo>
                    <a:pt x="165" y="441"/>
                  </a:lnTo>
                  <a:lnTo>
                    <a:pt x="168" y="400"/>
                  </a:lnTo>
                  <a:lnTo>
                    <a:pt x="172" y="359"/>
                  </a:lnTo>
                  <a:lnTo>
                    <a:pt x="176" y="319"/>
                  </a:lnTo>
                  <a:lnTo>
                    <a:pt x="180" y="278"/>
                  </a:lnTo>
                  <a:lnTo>
                    <a:pt x="186" y="238"/>
                  </a:lnTo>
                  <a:lnTo>
                    <a:pt x="191" y="198"/>
                  </a:lnTo>
                  <a:lnTo>
                    <a:pt x="198" y="158"/>
                  </a:lnTo>
                  <a:lnTo>
                    <a:pt x="204" y="118"/>
                  </a:lnTo>
                  <a:lnTo>
                    <a:pt x="212" y="79"/>
                  </a:lnTo>
                  <a:lnTo>
                    <a:pt x="220" y="40"/>
                  </a:lnTo>
                  <a:lnTo>
                    <a:pt x="228" y="0"/>
                  </a:lnTo>
                  <a:lnTo>
                    <a:pt x="207" y="1"/>
                  </a:lnTo>
                  <a:lnTo>
                    <a:pt x="186" y="3"/>
                  </a:lnTo>
                  <a:lnTo>
                    <a:pt x="166" y="5"/>
                  </a:lnTo>
                  <a:lnTo>
                    <a:pt x="144" y="7"/>
                  </a:lnTo>
                  <a:lnTo>
                    <a:pt x="124" y="9"/>
                  </a:lnTo>
                  <a:lnTo>
                    <a:pt x="104" y="11"/>
                  </a:lnTo>
                  <a:lnTo>
                    <a:pt x="84" y="13"/>
                  </a:lnTo>
                  <a:lnTo>
                    <a:pt x="64" y="15"/>
                  </a:lnTo>
                  <a:close/>
                </a:path>
              </a:pathLst>
            </a:custGeom>
            <a:solidFill>
              <a:srgbClr val="7096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7" name="Freeform 623"/>
            <p:cNvSpPr>
              <a:spLocks/>
            </p:cNvSpPr>
            <p:nvPr/>
          </p:nvSpPr>
          <p:spPr bwMode="auto">
            <a:xfrm>
              <a:off x="2485" y="1612"/>
              <a:ext cx="29" cy="150"/>
            </a:xfrm>
            <a:custGeom>
              <a:avLst/>
              <a:gdLst>
                <a:gd name="T0" fmla="*/ 1 w 231"/>
                <a:gd name="T1" fmla="*/ 1 h 1201"/>
                <a:gd name="T2" fmla="*/ 1 w 231"/>
                <a:gd name="T3" fmla="*/ 2 h 1201"/>
                <a:gd name="T4" fmla="*/ 1 w 231"/>
                <a:gd name="T5" fmla="*/ 3 h 1201"/>
                <a:gd name="T6" fmla="*/ 0 w 231"/>
                <a:gd name="T7" fmla="*/ 4 h 1201"/>
                <a:gd name="T8" fmla="*/ 0 w 231"/>
                <a:gd name="T9" fmla="*/ 6 h 1201"/>
                <a:gd name="T10" fmla="*/ 0 w 231"/>
                <a:gd name="T11" fmla="*/ 7 h 1201"/>
                <a:gd name="T12" fmla="*/ 0 w 231"/>
                <a:gd name="T13" fmla="*/ 8 h 1201"/>
                <a:gd name="T14" fmla="*/ 0 w 231"/>
                <a:gd name="T15" fmla="*/ 9 h 1201"/>
                <a:gd name="T16" fmla="*/ 0 w 231"/>
                <a:gd name="T17" fmla="*/ 11 h 1201"/>
                <a:gd name="T18" fmla="*/ 0 w 231"/>
                <a:gd name="T19" fmla="*/ 13 h 1201"/>
                <a:gd name="T20" fmla="*/ 0 w 231"/>
                <a:gd name="T21" fmla="*/ 15 h 1201"/>
                <a:gd name="T22" fmla="*/ 1 w 231"/>
                <a:gd name="T23" fmla="*/ 17 h 1201"/>
                <a:gd name="T24" fmla="*/ 1 w 231"/>
                <a:gd name="T25" fmla="*/ 18 h 1201"/>
                <a:gd name="T26" fmla="*/ 2 w 231"/>
                <a:gd name="T27" fmla="*/ 18 h 1201"/>
                <a:gd name="T28" fmla="*/ 2 w 231"/>
                <a:gd name="T29" fmla="*/ 18 h 1201"/>
                <a:gd name="T30" fmla="*/ 3 w 231"/>
                <a:gd name="T31" fmla="*/ 19 h 1201"/>
                <a:gd name="T32" fmla="*/ 3 w 231"/>
                <a:gd name="T33" fmla="*/ 18 h 1201"/>
                <a:gd name="T34" fmla="*/ 3 w 231"/>
                <a:gd name="T35" fmla="*/ 16 h 1201"/>
                <a:gd name="T36" fmla="*/ 3 w 231"/>
                <a:gd name="T37" fmla="*/ 13 h 1201"/>
                <a:gd name="T38" fmla="*/ 3 w 231"/>
                <a:gd name="T39" fmla="*/ 11 h 1201"/>
                <a:gd name="T40" fmla="*/ 3 w 231"/>
                <a:gd name="T41" fmla="*/ 9 h 1201"/>
                <a:gd name="T42" fmla="*/ 3 w 231"/>
                <a:gd name="T43" fmla="*/ 8 h 1201"/>
                <a:gd name="T44" fmla="*/ 3 w 231"/>
                <a:gd name="T45" fmla="*/ 7 h 1201"/>
                <a:gd name="T46" fmla="*/ 3 w 231"/>
                <a:gd name="T47" fmla="*/ 6 h 1201"/>
                <a:gd name="T48" fmla="*/ 3 w 231"/>
                <a:gd name="T49" fmla="*/ 4 h 1201"/>
                <a:gd name="T50" fmla="*/ 3 w 231"/>
                <a:gd name="T51" fmla="*/ 3 h 1201"/>
                <a:gd name="T52" fmla="*/ 3 w 231"/>
                <a:gd name="T53" fmla="*/ 2 h 1201"/>
                <a:gd name="T54" fmla="*/ 4 w 231"/>
                <a:gd name="T55" fmla="*/ 1 h 1201"/>
                <a:gd name="T56" fmla="*/ 3 w 231"/>
                <a:gd name="T57" fmla="*/ 0 h 1201"/>
                <a:gd name="T58" fmla="*/ 3 w 231"/>
                <a:gd name="T59" fmla="*/ 0 h 1201"/>
                <a:gd name="T60" fmla="*/ 2 w 231"/>
                <a:gd name="T61" fmla="*/ 0 h 1201"/>
                <a:gd name="T62" fmla="*/ 1 w 231"/>
                <a:gd name="T63" fmla="*/ 0 h 12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31"/>
                <a:gd name="T97" fmla="*/ 0 h 1201"/>
                <a:gd name="T98" fmla="*/ 231 w 231"/>
                <a:gd name="T99" fmla="*/ 1201 h 120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31" h="1201">
                  <a:moveTo>
                    <a:pt x="67" y="11"/>
                  </a:moveTo>
                  <a:lnTo>
                    <a:pt x="59" y="50"/>
                  </a:lnTo>
                  <a:lnTo>
                    <a:pt x="52" y="89"/>
                  </a:lnTo>
                  <a:lnTo>
                    <a:pt x="45" y="128"/>
                  </a:lnTo>
                  <a:lnTo>
                    <a:pt x="38" y="167"/>
                  </a:lnTo>
                  <a:lnTo>
                    <a:pt x="32" y="207"/>
                  </a:lnTo>
                  <a:lnTo>
                    <a:pt x="27" y="247"/>
                  </a:lnTo>
                  <a:lnTo>
                    <a:pt x="22" y="287"/>
                  </a:lnTo>
                  <a:lnTo>
                    <a:pt x="17" y="327"/>
                  </a:lnTo>
                  <a:lnTo>
                    <a:pt x="13" y="367"/>
                  </a:lnTo>
                  <a:lnTo>
                    <a:pt x="10" y="407"/>
                  </a:lnTo>
                  <a:lnTo>
                    <a:pt x="7" y="448"/>
                  </a:lnTo>
                  <a:lnTo>
                    <a:pt x="5" y="488"/>
                  </a:lnTo>
                  <a:lnTo>
                    <a:pt x="3" y="530"/>
                  </a:lnTo>
                  <a:lnTo>
                    <a:pt x="1" y="570"/>
                  </a:lnTo>
                  <a:lnTo>
                    <a:pt x="1" y="612"/>
                  </a:lnTo>
                  <a:lnTo>
                    <a:pt x="0" y="652"/>
                  </a:lnTo>
                  <a:lnTo>
                    <a:pt x="1" y="715"/>
                  </a:lnTo>
                  <a:lnTo>
                    <a:pt x="3" y="777"/>
                  </a:lnTo>
                  <a:lnTo>
                    <a:pt x="6" y="838"/>
                  </a:lnTo>
                  <a:lnTo>
                    <a:pt x="10" y="899"/>
                  </a:lnTo>
                  <a:lnTo>
                    <a:pt x="16" y="961"/>
                  </a:lnTo>
                  <a:lnTo>
                    <a:pt x="22" y="1021"/>
                  </a:lnTo>
                  <a:lnTo>
                    <a:pt x="30" y="1081"/>
                  </a:lnTo>
                  <a:lnTo>
                    <a:pt x="39" y="1141"/>
                  </a:lnTo>
                  <a:lnTo>
                    <a:pt x="59" y="1149"/>
                  </a:lnTo>
                  <a:lnTo>
                    <a:pt x="81" y="1156"/>
                  </a:lnTo>
                  <a:lnTo>
                    <a:pt x="101" y="1164"/>
                  </a:lnTo>
                  <a:lnTo>
                    <a:pt x="122" y="1171"/>
                  </a:lnTo>
                  <a:lnTo>
                    <a:pt x="143" y="1179"/>
                  </a:lnTo>
                  <a:lnTo>
                    <a:pt x="166" y="1186"/>
                  </a:lnTo>
                  <a:lnTo>
                    <a:pt x="187" y="1194"/>
                  </a:lnTo>
                  <a:lnTo>
                    <a:pt x="209" y="1201"/>
                  </a:lnTo>
                  <a:lnTo>
                    <a:pt x="197" y="1134"/>
                  </a:lnTo>
                  <a:lnTo>
                    <a:pt x="186" y="1066"/>
                  </a:lnTo>
                  <a:lnTo>
                    <a:pt x="178" y="998"/>
                  </a:lnTo>
                  <a:lnTo>
                    <a:pt x="170" y="930"/>
                  </a:lnTo>
                  <a:lnTo>
                    <a:pt x="165" y="862"/>
                  </a:lnTo>
                  <a:lnTo>
                    <a:pt x="161" y="792"/>
                  </a:lnTo>
                  <a:lnTo>
                    <a:pt x="158" y="723"/>
                  </a:lnTo>
                  <a:lnTo>
                    <a:pt x="157" y="652"/>
                  </a:lnTo>
                  <a:lnTo>
                    <a:pt x="158" y="611"/>
                  </a:lnTo>
                  <a:lnTo>
                    <a:pt x="159" y="569"/>
                  </a:lnTo>
                  <a:lnTo>
                    <a:pt x="160" y="526"/>
                  </a:lnTo>
                  <a:lnTo>
                    <a:pt x="162" y="485"/>
                  </a:lnTo>
                  <a:lnTo>
                    <a:pt x="165" y="443"/>
                  </a:lnTo>
                  <a:lnTo>
                    <a:pt x="168" y="403"/>
                  </a:lnTo>
                  <a:lnTo>
                    <a:pt x="172" y="361"/>
                  </a:lnTo>
                  <a:lnTo>
                    <a:pt x="176" y="321"/>
                  </a:lnTo>
                  <a:lnTo>
                    <a:pt x="181" y="279"/>
                  </a:lnTo>
                  <a:lnTo>
                    <a:pt x="186" y="239"/>
                  </a:lnTo>
                  <a:lnTo>
                    <a:pt x="192" y="198"/>
                  </a:lnTo>
                  <a:lnTo>
                    <a:pt x="199" y="159"/>
                  </a:lnTo>
                  <a:lnTo>
                    <a:pt x="206" y="118"/>
                  </a:lnTo>
                  <a:lnTo>
                    <a:pt x="213" y="79"/>
                  </a:lnTo>
                  <a:lnTo>
                    <a:pt x="221" y="38"/>
                  </a:lnTo>
                  <a:lnTo>
                    <a:pt x="231" y="0"/>
                  </a:lnTo>
                  <a:lnTo>
                    <a:pt x="210" y="1"/>
                  </a:lnTo>
                  <a:lnTo>
                    <a:pt x="189" y="2"/>
                  </a:lnTo>
                  <a:lnTo>
                    <a:pt x="169" y="3"/>
                  </a:lnTo>
                  <a:lnTo>
                    <a:pt x="147" y="4"/>
                  </a:lnTo>
                  <a:lnTo>
                    <a:pt x="127" y="6"/>
                  </a:lnTo>
                  <a:lnTo>
                    <a:pt x="107" y="7"/>
                  </a:lnTo>
                  <a:lnTo>
                    <a:pt x="88" y="9"/>
                  </a:lnTo>
                  <a:lnTo>
                    <a:pt x="67" y="11"/>
                  </a:lnTo>
                  <a:close/>
                </a:path>
              </a:pathLst>
            </a:custGeom>
            <a:solidFill>
              <a:srgbClr val="7297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8" name="Freeform 624"/>
            <p:cNvSpPr>
              <a:spLocks/>
            </p:cNvSpPr>
            <p:nvPr/>
          </p:nvSpPr>
          <p:spPr bwMode="auto">
            <a:xfrm>
              <a:off x="2495" y="1611"/>
              <a:ext cx="30" cy="154"/>
            </a:xfrm>
            <a:custGeom>
              <a:avLst/>
              <a:gdLst>
                <a:gd name="T0" fmla="*/ 1 w 234"/>
                <a:gd name="T1" fmla="*/ 1 h 1230"/>
                <a:gd name="T2" fmla="*/ 1 w 234"/>
                <a:gd name="T3" fmla="*/ 2 h 1230"/>
                <a:gd name="T4" fmla="*/ 1 w 234"/>
                <a:gd name="T5" fmla="*/ 3 h 1230"/>
                <a:gd name="T6" fmla="*/ 0 w 234"/>
                <a:gd name="T7" fmla="*/ 5 h 1230"/>
                <a:gd name="T8" fmla="*/ 0 w 234"/>
                <a:gd name="T9" fmla="*/ 6 h 1230"/>
                <a:gd name="T10" fmla="*/ 0 w 234"/>
                <a:gd name="T11" fmla="*/ 7 h 1230"/>
                <a:gd name="T12" fmla="*/ 0 w 234"/>
                <a:gd name="T13" fmla="*/ 8 h 1230"/>
                <a:gd name="T14" fmla="*/ 0 w 234"/>
                <a:gd name="T15" fmla="*/ 10 h 1230"/>
                <a:gd name="T16" fmla="*/ 0 w 234"/>
                <a:gd name="T17" fmla="*/ 11 h 1230"/>
                <a:gd name="T18" fmla="*/ 0 w 234"/>
                <a:gd name="T19" fmla="*/ 13 h 1230"/>
                <a:gd name="T20" fmla="*/ 0 w 234"/>
                <a:gd name="T21" fmla="*/ 15 h 1230"/>
                <a:gd name="T22" fmla="*/ 1 w 234"/>
                <a:gd name="T23" fmla="*/ 17 h 1230"/>
                <a:gd name="T24" fmla="*/ 1 w 234"/>
                <a:gd name="T25" fmla="*/ 19 h 1230"/>
                <a:gd name="T26" fmla="*/ 2 w 234"/>
                <a:gd name="T27" fmla="*/ 19 h 1230"/>
                <a:gd name="T28" fmla="*/ 2 w 234"/>
                <a:gd name="T29" fmla="*/ 19 h 1230"/>
                <a:gd name="T30" fmla="*/ 3 w 234"/>
                <a:gd name="T31" fmla="*/ 19 h 1230"/>
                <a:gd name="T32" fmla="*/ 3 w 234"/>
                <a:gd name="T33" fmla="*/ 18 h 1230"/>
                <a:gd name="T34" fmla="*/ 3 w 234"/>
                <a:gd name="T35" fmla="*/ 16 h 1230"/>
                <a:gd name="T36" fmla="*/ 3 w 234"/>
                <a:gd name="T37" fmla="*/ 14 h 1230"/>
                <a:gd name="T38" fmla="*/ 3 w 234"/>
                <a:gd name="T39" fmla="*/ 11 h 1230"/>
                <a:gd name="T40" fmla="*/ 3 w 234"/>
                <a:gd name="T41" fmla="*/ 10 h 1230"/>
                <a:gd name="T42" fmla="*/ 3 w 234"/>
                <a:gd name="T43" fmla="*/ 8 h 1230"/>
                <a:gd name="T44" fmla="*/ 3 w 234"/>
                <a:gd name="T45" fmla="*/ 7 h 1230"/>
                <a:gd name="T46" fmla="*/ 3 w 234"/>
                <a:gd name="T47" fmla="*/ 6 h 1230"/>
                <a:gd name="T48" fmla="*/ 3 w 234"/>
                <a:gd name="T49" fmla="*/ 4 h 1230"/>
                <a:gd name="T50" fmla="*/ 3 w 234"/>
                <a:gd name="T51" fmla="*/ 3 h 1230"/>
                <a:gd name="T52" fmla="*/ 3 w 234"/>
                <a:gd name="T53" fmla="*/ 2 h 1230"/>
                <a:gd name="T54" fmla="*/ 4 w 234"/>
                <a:gd name="T55" fmla="*/ 1 h 1230"/>
                <a:gd name="T56" fmla="*/ 3 w 234"/>
                <a:gd name="T57" fmla="*/ 0 h 1230"/>
                <a:gd name="T58" fmla="*/ 3 w 234"/>
                <a:gd name="T59" fmla="*/ 0 h 1230"/>
                <a:gd name="T60" fmla="*/ 2 w 234"/>
                <a:gd name="T61" fmla="*/ 0 h 1230"/>
                <a:gd name="T62" fmla="*/ 2 w 234"/>
                <a:gd name="T63" fmla="*/ 0 h 123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34"/>
                <a:gd name="T97" fmla="*/ 0 h 1230"/>
                <a:gd name="T98" fmla="*/ 234 w 234"/>
                <a:gd name="T99" fmla="*/ 1230 h 123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34" h="1230">
                  <a:moveTo>
                    <a:pt x="70" y="7"/>
                  </a:moveTo>
                  <a:lnTo>
                    <a:pt x="61" y="47"/>
                  </a:lnTo>
                  <a:lnTo>
                    <a:pt x="54" y="86"/>
                  </a:lnTo>
                  <a:lnTo>
                    <a:pt x="46" y="125"/>
                  </a:lnTo>
                  <a:lnTo>
                    <a:pt x="40" y="165"/>
                  </a:lnTo>
                  <a:lnTo>
                    <a:pt x="33" y="205"/>
                  </a:lnTo>
                  <a:lnTo>
                    <a:pt x="28" y="245"/>
                  </a:lnTo>
                  <a:lnTo>
                    <a:pt x="22" y="285"/>
                  </a:lnTo>
                  <a:lnTo>
                    <a:pt x="18" y="326"/>
                  </a:lnTo>
                  <a:lnTo>
                    <a:pt x="14" y="366"/>
                  </a:lnTo>
                  <a:lnTo>
                    <a:pt x="10" y="407"/>
                  </a:lnTo>
                  <a:lnTo>
                    <a:pt x="7" y="448"/>
                  </a:lnTo>
                  <a:lnTo>
                    <a:pt x="4" y="490"/>
                  </a:lnTo>
                  <a:lnTo>
                    <a:pt x="2" y="530"/>
                  </a:lnTo>
                  <a:lnTo>
                    <a:pt x="1" y="572"/>
                  </a:lnTo>
                  <a:lnTo>
                    <a:pt x="0" y="614"/>
                  </a:lnTo>
                  <a:lnTo>
                    <a:pt x="0" y="655"/>
                  </a:lnTo>
                  <a:lnTo>
                    <a:pt x="1" y="722"/>
                  </a:lnTo>
                  <a:lnTo>
                    <a:pt x="3" y="788"/>
                  </a:lnTo>
                  <a:lnTo>
                    <a:pt x="6" y="853"/>
                  </a:lnTo>
                  <a:lnTo>
                    <a:pt x="11" y="918"/>
                  </a:lnTo>
                  <a:lnTo>
                    <a:pt x="17" y="983"/>
                  </a:lnTo>
                  <a:lnTo>
                    <a:pt x="25" y="1048"/>
                  </a:lnTo>
                  <a:lnTo>
                    <a:pt x="34" y="1112"/>
                  </a:lnTo>
                  <a:lnTo>
                    <a:pt x="44" y="1174"/>
                  </a:lnTo>
                  <a:lnTo>
                    <a:pt x="65" y="1182"/>
                  </a:lnTo>
                  <a:lnTo>
                    <a:pt x="87" y="1189"/>
                  </a:lnTo>
                  <a:lnTo>
                    <a:pt x="107" y="1196"/>
                  </a:lnTo>
                  <a:lnTo>
                    <a:pt x="128" y="1203"/>
                  </a:lnTo>
                  <a:lnTo>
                    <a:pt x="149" y="1210"/>
                  </a:lnTo>
                  <a:lnTo>
                    <a:pt x="172" y="1217"/>
                  </a:lnTo>
                  <a:lnTo>
                    <a:pt x="193" y="1223"/>
                  </a:lnTo>
                  <a:lnTo>
                    <a:pt x="215" y="1230"/>
                  </a:lnTo>
                  <a:lnTo>
                    <a:pt x="201" y="1160"/>
                  </a:lnTo>
                  <a:lnTo>
                    <a:pt x="190" y="1089"/>
                  </a:lnTo>
                  <a:lnTo>
                    <a:pt x="180" y="1019"/>
                  </a:lnTo>
                  <a:lnTo>
                    <a:pt x="172" y="947"/>
                  </a:lnTo>
                  <a:lnTo>
                    <a:pt x="165" y="875"/>
                  </a:lnTo>
                  <a:lnTo>
                    <a:pt x="161" y="802"/>
                  </a:lnTo>
                  <a:lnTo>
                    <a:pt x="158" y="729"/>
                  </a:lnTo>
                  <a:lnTo>
                    <a:pt x="157" y="655"/>
                  </a:lnTo>
                  <a:lnTo>
                    <a:pt x="157" y="614"/>
                  </a:lnTo>
                  <a:lnTo>
                    <a:pt x="158" y="571"/>
                  </a:lnTo>
                  <a:lnTo>
                    <a:pt x="160" y="529"/>
                  </a:lnTo>
                  <a:lnTo>
                    <a:pt x="162" y="487"/>
                  </a:lnTo>
                  <a:lnTo>
                    <a:pt x="165" y="445"/>
                  </a:lnTo>
                  <a:lnTo>
                    <a:pt x="168" y="404"/>
                  </a:lnTo>
                  <a:lnTo>
                    <a:pt x="172" y="363"/>
                  </a:lnTo>
                  <a:lnTo>
                    <a:pt x="176" y="322"/>
                  </a:lnTo>
                  <a:lnTo>
                    <a:pt x="181" y="281"/>
                  </a:lnTo>
                  <a:lnTo>
                    <a:pt x="187" y="240"/>
                  </a:lnTo>
                  <a:lnTo>
                    <a:pt x="193" y="199"/>
                  </a:lnTo>
                  <a:lnTo>
                    <a:pt x="200" y="159"/>
                  </a:lnTo>
                  <a:lnTo>
                    <a:pt x="207" y="119"/>
                  </a:lnTo>
                  <a:lnTo>
                    <a:pt x="215" y="79"/>
                  </a:lnTo>
                  <a:lnTo>
                    <a:pt x="224" y="39"/>
                  </a:lnTo>
                  <a:lnTo>
                    <a:pt x="234" y="0"/>
                  </a:lnTo>
                  <a:lnTo>
                    <a:pt x="212" y="0"/>
                  </a:lnTo>
                  <a:lnTo>
                    <a:pt x="192" y="1"/>
                  </a:lnTo>
                  <a:lnTo>
                    <a:pt x="171" y="2"/>
                  </a:lnTo>
                  <a:lnTo>
                    <a:pt x="151" y="3"/>
                  </a:lnTo>
                  <a:lnTo>
                    <a:pt x="130" y="4"/>
                  </a:lnTo>
                  <a:lnTo>
                    <a:pt x="110" y="5"/>
                  </a:lnTo>
                  <a:lnTo>
                    <a:pt x="90" y="6"/>
                  </a:lnTo>
                  <a:lnTo>
                    <a:pt x="70" y="7"/>
                  </a:lnTo>
                  <a:close/>
                </a:path>
              </a:pathLst>
            </a:custGeom>
            <a:solidFill>
              <a:srgbClr val="7399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9" name="Freeform 625"/>
            <p:cNvSpPr>
              <a:spLocks/>
            </p:cNvSpPr>
            <p:nvPr/>
          </p:nvSpPr>
          <p:spPr bwMode="auto">
            <a:xfrm>
              <a:off x="2505" y="1611"/>
              <a:ext cx="30" cy="157"/>
            </a:xfrm>
            <a:custGeom>
              <a:avLst/>
              <a:gdLst>
                <a:gd name="T0" fmla="*/ 1 w 237"/>
                <a:gd name="T1" fmla="*/ 1 h 1255"/>
                <a:gd name="T2" fmla="*/ 1 w 237"/>
                <a:gd name="T3" fmla="*/ 2 h 1255"/>
                <a:gd name="T4" fmla="*/ 1 w 237"/>
                <a:gd name="T5" fmla="*/ 3 h 1255"/>
                <a:gd name="T6" fmla="*/ 0 w 237"/>
                <a:gd name="T7" fmla="*/ 4 h 1255"/>
                <a:gd name="T8" fmla="*/ 0 w 237"/>
                <a:gd name="T9" fmla="*/ 6 h 1255"/>
                <a:gd name="T10" fmla="*/ 0 w 237"/>
                <a:gd name="T11" fmla="*/ 7 h 1255"/>
                <a:gd name="T12" fmla="*/ 0 w 237"/>
                <a:gd name="T13" fmla="*/ 8 h 1255"/>
                <a:gd name="T14" fmla="*/ 0 w 237"/>
                <a:gd name="T15" fmla="*/ 10 h 1255"/>
                <a:gd name="T16" fmla="*/ 0 w 237"/>
                <a:gd name="T17" fmla="*/ 11 h 1255"/>
                <a:gd name="T18" fmla="*/ 0 w 237"/>
                <a:gd name="T19" fmla="*/ 14 h 1255"/>
                <a:gd name="T20" fmla="*/ 0 w 237"/>
                <a:gd name="T21" fmla="*/ 16 h 1255"/>
                <a:gd name="T22" fmla="*/ 1 w 237"/>
                <a:gd name="T23" fmla="*/ 18 h 1255"/>
                <a:gd name="T24" fmla="*/ 1 w 237"/>
                <a:gd name="T25" fmla="*/ 19 h 1255"/>
                <a:gd name="T26" fmla="*/ 2 w 237"/>
                <a:gd name="T27" fmla="*/ 19 h 1255"/>
                <a:gd name="T28" fmla="*/ 3 w 237"/>
                <a:gd name="T29" fmla="*/ 19 h 1255"/>
                <a:gd name="T30" fmla="*/ 3 w 237"/>
                <a:gd name="T31" fmla="*/ 20 h 1255"/>
                <a:gd name="T32" fmla="*/ 3 w 237"/>
                <a:gd name="T33" fmla="*/ 19 h 1255"/>
                <a:gd name="T34" fmla="*/ 3 w 237"/>
                <a:gd name="T35" fmla="*/ 18 h 1255"/>
                <a:gd name="T36" fmla="*/ 3 w 237"/>
                <a:gd name="T37" fmla="*/ 17 h 1255"/>
                <a:gd name="T38" fmla="*/ 3 w 237"/>
                <a:gd name="T39" fmla="*/ 16 h 1255"/>
                <a:gd name="T40" fmla="*/ 3 w 237"/>
                <a:gd name="T41" fmla="*/ 14 h 1255"/>
                <a:gd name="T42" fmla="*/ 3 w 237"/>
                <a:gd name="T43" fmla="*/ 13 h 1255"/>
                <a:gd name="T44" fmla="*/ 3 w 237"/>
                <a:gd name="T45" fmla="*/ 12 h 1255"/>
                <a:gd name="T46" fmla="*/ 3 w 237"/>
                <a:gd name="T47" fmla="*/ 11 h 1255"/>
                <a:gd name="T48" fmla="*/ 3 w 237"/>
                <a:gd name="T49" fmla="*/ 10 h 1255"/>
                <a:gd name="T50" fmla="*/ 3 w 237"/>
                <a:gd name="T51" fmla="*/ 8 h 1255"/>
                <a:gd name="T52" fmla="*/ 3 w 237"/>
                <a:gd name="T53" fmla="*/ 7 h 1255"/>
                <a:gd name="T54" fmla="*/ 3 w 237"/>
                <a:gd name="T55" fmla="*/ 6 h 1255"/>
                <a:gd name="T56" fmla="*/ 3 w 237"/>
                <a:gd name="T57" fmla="*/ 4 h 1255"/>
                <a:gd name="T58" fmla="*/ 3 w 237"/>
                <a:gd name="T59" fmla="*/ 3 h 1255"/>
                <a:gd name="T60" fmla="*/ 3 w 237"/>
                <a:gd name="T61" fmla="*/ 2 h 1255"/>
                <a:gd name="T62" fmla="*/ 4 w 237"/>
                <a:gd name="T63" fmla="*/ 1 h 1255"/>
                <a:gd name="T64" fmla="*/ 3 w 237"/>
                <a:gd name="T65" fmla="*/ 0 h 1255"/>
                <a:gd name="T66" fmla="*/ 3 w 237"/>
                <a:gd name="T67" fmla="*/ 0 h 1255"/>
                <a:gd name="T68" fmla="*/ 2 w 237"/>
                <a:gd name="T69" fmla="*/ 0 h 1255"/>
                <a:gd name="T70" fmla="*/ 2 w 237"/>
                <a:gd name="T71" fmla="*/ 0 h 125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7"/>
                <a:gd name="T109" fmla="*/ 0 h 1255"/>
                <a:gd name="T110" fmla="*/ 237 w 237"/>
                <a:gd name="T111" fmla="*/ 1255 h 125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7" h="1255">
                  <a:moveTo>
                    <a:pt x="74" y="4"/>
                  </a:moveTo>
                  <a:lnTo>
                    <a:pt x="64" y="42"/>
                  </a:lnTo>
                  <a:lnTo>
                    <a:pt x="56" y="83"/>
                  </a:lnTo>
                  <a:lnTo>
                    <a:pt x="49" y="122"/>
                  </a:lnTo>
                  <a:lnTo>
                    <a:pt x="42" y="163"/>
                  </a:lnTo>
                  <a:lnTo>
                    <a:pt x="35" y="202"/>
                  </a:lnTo>
                  <a:lnTo>
                    <a:pt x="29" y="243"/>
                  </a:lnTo>
                  <a:lnTo>
                    <a:pt x="24" y="283"/>
                  </a:lnTo>
                  <a:lnTo>
                    <a:pt x="19" y="325"/>
                  </a:lnTo>
                  <a:lnTo>
                    <a:pt x="15" y="365"/>
                  </a:lnTo>
                  <a:lnTo>
                    <a:pt x="11" y="407"/>
                  </a:lnTo>
                  <a:lnTo>
                    <a:pt x="8" y="447"/>
                  </a:lnTo>
                  <a:lnTo>
                    <a:pt x="5" y="489"/>
                  </a:lnTo>
                  <a:lnTo>
                    <a:pt x="3" y="530"/>
                  </a:lnTo>
                  <a:lnTo>
                    <a:pt x="2" y="573"/>
                  </a:lnTo>
                  <a:lnTo>
                    <a:pt x="1" y="615"/>
                  </a:lnTo>
                  <a:lnTo>
                    <a:pt x="0" y="656"/>
                  </a:lnTo>
                  <a:lnTo>
                    <a:pt x="1" y="727"/>
                  </a:lnTo>
                  <a:lnTo>
                    <a:pt x="4" y="796"/>
                  </a:lnTo>
                  <a:lnTo>
                    <a:pt x="8" y="866"/>
                  </a:lnTo>
                  <a:lnTo>
                    <a:pt x="13" y="934"/>
                  </a:lnTo>
                  <a:lnTo>
                    <a:pt x="21" y="1002"/>
                  </a:lnTo>
                  <a:lnTo>
                    <a:pt x="29" y="1070"/>
                  </a:lnTo>
                  <a:lnTo>
                    <a:pt x="40" y="1138"/>
                  </a:lnTo>
                  <a:lnTo>
                    <a:pt x="52" y="1205"/>
                  </a:lnTo>
                  <a:lnTo>
                    <a:pt x="73" y="1211"/>
                  </a:lnTo>
                  <a:lnTo>
                    <a:pt x="94" y="1218"/>
                  </a:lnTo>
                  <a:lnTo>
                    <a:pt x="115" y="1224"/>
                  </a:lnTo>
                  <a:lnTo>
                    <a:pt x="136" y="1230"/>
                  </a:lnTo>
                  <a:lnTo>
                    <a:pt x="158" y="1237"/>
                  </a:lnTo>
                  <a:lnTo>
                    <a:pt x="179" y="1243"/>
                  </a:lnTo>
                  <a:lnTo>
                    <a:pt x="201" y="1249"/>
                  </a:lnTo>
                  <a:lnTo>
                    <a:pt x="222" y="1255"/>
                  </a:lnTo>
                  <a:lnTo>
                    <a:pt x="215" y="1219"/>
                  </a:lnTo>
                  <a:lnTo>
                    <a:pt x="207" y="1183"/>
                  </a:lnTo>
                  <a:lnTo>
                    <a:pt x="201" y="1146"/>
                  </a:lnTo>
                  <a:lnTo>
                    <a:pt x="194" y="1110"/>
                  </a:lnTo>
                  <a:lnTo>
                    <a:pt x="189" y="1072"/>
                  </a:lnTo>
                  <a:lnTo>
                    <a:pt x="183" y="1036"/>
                  </a:lnTo>
                  <a:lnTo>
                    <a:pt x="178" y="998"/>
                  </a:lnTo>
                  <a:lnTo>
                    <a:pt x="174" y="961"/>
                  </a:lnTo>
                  <a:lnTo>
                    <a:pt x="170" y="923"/>
                  </a:lnTo>
                  <a:lnTo>
                    <a:pt x="167" y="886"/>
                  </a:lnTo>
                  <a:lnTo>
                    <a:pt x="164" y="847"/>
                  </a:lnTo>
                  <a:lnTo>
                    <a:pt x="162" y="810"/>
                  </a:lnTo>
                  <a:lnTo>
                    <a:pt x="160" y="771"/>
                  </a:lnTo>
                  <a:lnTo>
                    <a:pt x="158" y="733"/>
                  </a:lnTo>
                  <a:lnTo>
                    <a:pt x="158" y="695"/>
                  </a:lnTo>
                  <a:lnTo>
                    <a:pt x="157" y="656"/>
                  </a:lnTo>
                  <a:lnTo>
                    <a:pt x="158" y="615"/>
                  </a:lnTo>
                  <a:lnTo>
                    <a:pt x="159" y="572"/>
                  </a:lnTo>
                  <a:lnTo>
                    <a:pt x="160" y="529"/>
                  </a:lnTo>
                  <a:lnTo>
                    <a:pt x="162" y="488"/>
                  </a:lnTo>
                  <a:lnTo>
                    <a:pt x="165" y="446"/>
                  </a:lnTo>
                  <a:lnTo>
                    <a:pt x="169" y="405"/>
                  </a:lnTo>
                  <a:lnTo>
                    <a:pt x="173" y="363"/>
                  </a:lnTo>
                  <a:lnTo>
                    <a:pt x="177" y="322"/>
                  </a:lnTo>
                  <a:lnTo>
                    <a:pt x="183" y="281"/>
                  </a:lnTo>
                  <a:lnTo>
                    <a:pt x="189" y="241"/>
                  </a:lnTo>
                  <a:lnTo>
                    <a:pt x="195" y="199"/>
                  </a:lnTo>
                  <a:lnTo>
                    <a:pt x="202" y="160"/>
                  </a:lnTo>
                  <a:lnTo>
                    <a:pt x="209" y="119"/>
                  </a:lnTo>
                  <a:lnTo>
                    <a:pt x="218" y="79"/>
                  </a:lnTo>
                  <a:lnTo>
                    <a:pt x="227" y="39"/>
                  </a:lnTo>
                  <a:lnTo>
                    <a:pt x="237" y="0"/>
                  </a:lnTo>
                  <a:lnTo>
                    <a:pt x="215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4" y="1"/>
                  </a:lnTo>
                  <a:lnTo>
                    <a:pt x="133" y="1"/>
                  </a:lnTo>
                  <a:lnTo>
                    <a:pt x="114" y="2"/>
                  </a:lnTo>
                  <a:lnTo>
                    <a:pt x="94" y="3"/>
                  </a:lnTo>
                  <a:lnTo>
                    <a:pt x="74" y="4"/>
                  </a:lnTo>
                  <a:close/>
                </a:path>
              </a:pathLst>
            </a:custGeom>
            <a:solidFill>
              <a:srgbClr val="759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0" name="Freeform 626"/>
            <p:cNvSpPr>
              <a:spLocks/>
            </p:cNvSpPr>
            <p:nvPr/>
          </p:nvSpPr>
          <p:spPr bwMode="auto">
            <a:xfrm>
              <a:off x="2515" y="1611"/>
              <a:ext cx="30" cy="160"/>
            </a:xfrm>
            <a:custGeom>
              <a:avLst/>
              <a:gdLst>
                <a:gd name="T0" fmla="*/ 1 w 238"/>
                <a:gd name="T1" fmla="*/ 1 h 1278"/>
                <a:gd name="T2" fmla="*/ 1 w 238"/>
                <a:gd name="T3" fmla="*/ 2 h 1278"/>
                <a:gd name="T4" fmla="*/ 1 w 238"/>
                <a:gd name="T5" fmla="*/ 3 h 1278"/>
                <a:gd name="T6" fmla="*/ 0 w 238"/>
                <a:gd name="T7" fmla="*/ 4 h 1278"/>
                <a:gd name="T8" fmla="*/ 0 w 238"/>
                <a:gd name="T9" fmla="*/ 6 h 1278"/>
                <a:gd name="T10" fmla="*/ 0 w 238"/>
                <a:gd name="T11" fmla="*/ 7 h 1278"/>
                <a:gd name="T12" fmla="*/ 0 w 238"/>
                <a:gd name="T13" fmla="*/ 8 h 1278"/>
                <a:gd name="T14" fmla="*/ 0 w 238"/>
                <a:gd name="T15" fmla="*/ 10 h 1278"/>
                <a:gd name="T16" fmla="*/ 0 w 238"/>
                <a:gd name="T17" fmla="*/ 11 h 1278"/>
                <a:gd name="T18" fmla="*/ 0 w 238"/>
                <a:gd name="T19" fmla="*/ 14 h 1278"/>
                <a:gd name="T20" fmla="*/ 0 w 238"/>
                <a:gd name="T21" fmla="*/ 16 h 1278"/>
                <a:gd name="T22" fmla="*/ 1 w 238"/>
                <a:gd name="T23" fmla="*/ 18 h 1278"/>
                <a:gd name="T24" fmla="*/ 1 w 238"/>
                <a:gd name="T25" fmla="*/ 19 h 1278"/>
                <a:gd name="T26" fmla="*/ 2 w 238"/>
                <a:gd name="T27" fmla="*/ 20 h 1278"/>
                <a:gd name="T28" fmla="*/ 3 w 238"/>
                <a:gd name="T29" fmla="*/ 20 h 1278"/>
                <a:gd name="T30" fmla="*/ 3 w 238"/>
                <a:gd name="T31" fmla="*/ 20 h 1278"/>
                <a:gd name="T32" fmla="*/ 4 w 238"/>
                <a:gd name="T33" fmla="*/ 19 h 1278"/>
                <a:gd name="T34" fmla="*/ 3 w 238"/>
                <a:gd name="T35" fmla="*/ 18 h 1278"/>
                <a:gd name="T36" fmla="*/ 3 w 238"/>
                <a:gd name="T37" fmla="*/ 17 h 1278"/>
                <a:gd name="T38" fmla="*/ 3 w 238"/>
                <a:gd name="T39" fmla="*/ 16 h 1278"/>
                <a:gd name="T40" fmla="*/ 3 w 238"/>
                <a:gd name="T41" fmla="*/ 15 h 1278"/>
                <a:gd name="T42" fmla="*/ 3 w 238"/>
                <a:gd name="T43" fmla="*/ 13 h 1278"/>
                <a:gd name="T44" fmla="*/ 3 w 238"/>
                <a:gd name="T45" fmla="*/ 12 h 1278"/>
                <a:gd name="T46" fmla="*/ 3 w 238"/>
                <a:gd name="T47" fmla="*/ 11 h 1278"/>
                <a:gd name="T48" fmla="*/ 3 w 238"/>
                <a:gd name="T49" fmla="*/ 10 h 1278"/>
                <a:gd name="T50" fmla="*/ 3 w 238"/>
                <a:gd name="T51" fmla="*/ 8 h 1278"/>
                <a:gd name="T52" fmla="*/ 3 w 238"/>
                <a:gd name="T53" fmla="*/ 7 h 1278"/>
                <a:gd name="T54" fmla="*/ 3 w 238"/>
                <a:gd name="T55" fmla="*/ 6 h 1278"/>
                <a:gd name="T56" fmla="*/ 3 w 238"/>
                <a:gd name="T57" fmla="*/ 4 h 1278"/>
                <a:gd name="T58" fmla="*/ 3 w 238"/>
                <a:gd name="T59" fmla="*/ 3 h 1278"/>
                <a:gd name="T60" fmla="*/ 3 w 238"/>
                <a:gd name="T61" fmla="*/ 2 h 1278"/>
                <a:gd name="T62" fmla="*/ 4 w 238"/>
                <a:gd name="T63" fmla="*/ 1 h 1278"/>
                <a:gd name="T64" fmla="*/ 3 w 238"/>
                <a:gd name="T65" fmla="*/ 0 h 1278"/>
                <a:gd name="T66" fmla="*/ 3 w 238"/>
                <a:gd name="T67" fmla="*/ 0 h 1278"/>
                <a:gd name="T68" fmla="*/ 2 w 238"/>
                <a:gd name="T69" fmla="*/ 0 h 1278"/>
                <a:gd name="T70" fmla="*/ 2 w 238"/>
                <a:gd name="T71" fmla="*/ 0 h 127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8"/>
                <a:gd name="T109" fmla="*/ 0 h 1278"/>
                <a:gd name="T110" fmla="*/ 238 w 238"/>
                <a:gd name="T111" fmla="*/ 1278 h 127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8" h="1278">
                  <a:moveTo>
                    <a:pt x="77" y="1"/>
                  </a:moveTo>
                  <a:lnTo>
                    <a:pt x="67" y="40"/>
                  </a:lnTo>
                  <a:lnTo>
                    <a:pt x="58" y="80"/>
                  </a:lnTo>
                  <a:lnTo>
                    <a:pt x="50" y="120"/>
                  </a:lnTo>
                  <a:lnTo>
                    <a:pt x="43" y="160"/>
                  </a:lnTo>
                  <a:lnTo>
                    <a:pt x="36" y="200"/>
                  </a:lnTo>
                  <a:lnTo>
                    <a:pt x="30" y="241"/>
                  </a:lnTo>
                  <a:lnTo>
                    <a:pt x="24" y="282"/>
                  </a:lnTo>
                  <a:lnTo>
                    <a:pt x="19" y="323"/>
                  </a:lnTo>
                  <a:lnTo>
                    <a:pt x="15" y="364"/>
                  </a:lnTo>
                  <a:lnTo>
                    <a:pt x="11" y="405"/>
                  </a:lnTo>
                  <a:lnTo>
                    <a:pt x="8" y="446"/>
                  </a:lnTo>
                  <a:lnTo>
                    <a:pt x="5" y="488"/>
                  </a:lnTo>
                  <a:lnTo>
                    <a:pt x="3" y="530"/>
                  </a:lnTo>
                  <a:lnTo>
                    <a:pt x="1" y="572"/>
                  </a:lnTo>
                  <a:lnTo>
                    <a:pt x="0" y="615"/>
                  </a:lnTo>
                  <a:lnTo>
                    <a:pt x="0" y="656"/>
                  </a:lnTo>
                  <a:lnTo>
                    <a:pt x="1" y="730"/>
                  </a:lnTo>
                  <a:lnTo>
                    <a:pt x="4" y="803"/>
                  </a:lnTo>
                  <a:lnTo>
                    <a:pt x="8" y="876"/>
                  </a:lnTo>
                  <a:lnTo>
                    <a:pt x="15" y="948"/>
                  </a:lnTo>
                  <a:lnTo>
                    <a:pt x="23" y="1020"/>
                  </a:lnTo>
                  <a:lnTo>
                    <a:pt x="33" y="1090"/>
                  </a:lnTo>
                  <a:lnTo>
                    <a:pt x="44" y="1161"/>
                  </a:lnTo>
                  <a:lnTo>
                    <a:pt x="58" y="1231"/>
                  </a:lnTo>
                  <a:lnTo>
                    <a:pt x="79" y="1237"/>
                  </a:lnTo>
                  <a:lnTo>
                    <a:pt x="100" y="1243"/>
                  </a:lnTo>
                  <a:lnTo>
                    <a:pt x="121" y="1249"/>
                  </a:lnTo>
                  <a:lnTo>
                    <a:pt x="142" y="1255"/>
                  </a:lnTo>
                  <a:lnTo>
                    <a:pt x="165" y="1260"/>
                  </a:lnTo>
                  <a:lnTo>
                    <a:pt x="186" y="1267"/>
                  </a:lnTo>
                  <a:lnTo>
                    <a:pt x="207" y="1273"/>
                  </a:lnTo>
                  <a:lnTo>
                    <a:pt x="230" y="1278"/>
                  </a:lnTo>
                  <a:lnTo>
                    <a:pt x="221" y="1240"/>
                  </a:lnTo>
                  <a:lnTo>
                    <a:pt x="213" y="1203"/>
                  </a:lnTo>
                  <a:lnTo>
                    <a:pt x="205" y="1165"/>
                  </a:lnTo>
                  <a:lnTo>
                    <a:pt x="198" y="1127"/>
                  </a:lnTo>
                  <a:lnTo>
                    <a:pt x="192" y="1088"/>
                  </a:lnTo>
                  <a:lnTo>
                    <a:pt x="186" y="1050"/>
                  </a:lnTo>
                  <a:lnTo>
                    <a:pt x="180" y="1011"/>
                  </a:lnTo>
                  <a:lnTo>
                    <a:pt x="175" y="973"/>
                  </a:lnTo>
                  <a:lnTo>
                    <a:pt x="171" y="933"/>
                  </a:lnTo>
                  <a:lnTo>
                    <a:pt x="167" y="895"/>
                  </a:lnTo>
                  <a:lnTo>
                    <a:pt x="164" y="855"/>
                  </a:lnTo>
                  <a:lnTo>
                    <a:pt x="162" y="816"/>
                  </a:lnTo>
                  <a:lnTo>
                    <a:pt x="160" y="777"/>
                  </a:lnTo>
                  <a:lnTo>
                    <a:pt x="158" y="736"/>
                  </a:lnTo>
                  <a:lnTo>
                    <a:pt x="157" y="697"/>
                  </a:lnTo>
                  <a:lnTo>
                    <a:pt x="157" y="656"/>
                  </a:lnTo>
                  <a:lnTo>
                    <a:pt x="157" y="615"/>
                  </a:lnTo>
                  <a:lnTo>
                    <a:pt x="158" y="572"/>
                  </a:lnTo>
                  <a:lnTo>
                    <a:pt x="160" y="529"/>
                  </a:lnTo>
                  <a:lnTo>
                    <a:pt x="162" y="488"/>
                  </a:lnTo>
                  <a:lnTo>
                    <a:pt x="165" y="446"/>
                  </a:lnTo>
                  <a:lnTo>
                    <a:pt x="169" y="405"/>
                  </a:lnTo>
                  <a:lnTo>
                    <a:pt x="173" y="363"/>
                  </a:lnTo>
                  <a:lnTo>
                    <a:pt x="178" y="322"/>
                  </a:lnTo>
                  <a:lnTo>
                    <a:pt x="183" y="281"/>
                  </a:lnTo>
                  <a:lnTo>
                    <a:pt x="189" y="241"/>
                  </a:lnTo>
                  <a:lnTo>
                    <a:pt x="196" y="200"/>
                  </a:lnTo>
                  <a:lnTo>
                    <a:pt x="203" y="160"/>
                  </a:lnTo>
                  <a:lnTo>
                    <a:pt x="211" y="119"/>
                  </a:lnTo>
                  <a:lnTo>
                    <a:pt x="219" y="80"/>
                  </a:lnTo>
                  <a:lnTo>
                    <a:pt x="229" y="40"/>
                  </a:lnTo>
                  <a:lnTo>
                    <a:pt x="238" y="1"/>
                  </a:lnTo>
                  <a:lnTo>
                    <a:pt x="217" y="0"/>
                  </a:lnTo>
                  <a:lnTo>
                    <a:pt x="197" y="0"/>
                  </a:lnTo>
                  <a:lnTo>
                    <a:pt x="177" y="0"/>
                  </a:lnTo>
                  <a:lnTo>
                    <a:pt x="157" y="0"/>
                  </a:lnTo>
                  <a:lnTo>
                    <a:pt x="136" y="0"/>
                  </a:lnTo>
                  <a:lnTo>
                    <a:pt x="116" y="0"/>
                  </a:lnTo>
                  <a:lnTo>
                    <a:pt x="96" y="1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789C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1" name="Freeform 627"/>
            <p:cNvSpPr>
              <a:spLocks/>
            </p:cNvSpPr>
            <p:nvPr/>
          </p:nvSpPr>
          <p:spPr bwMode="auto">
            <a:xfrm>
              <a:off x="2525" y="1611"/>
              <a:ext cx="30" cy="163"/>
            </a:xfrm>
            <a:custGeom>
              <a:avLst/>
              <a:gdLst>
                <a:gd name="T0" fmla="*/ 1 w 241"/>
                <a:gd name="T1" fmla="*/ 1 h 1299"/>
                <a:gd name="T2" fmla="*/ 1 w 241"/>
                <a:gd name="T3" fmla="*/ 2 h 1299"/>
                <a:gd name="T4" fmla="*/ 1 w 241"/>
                <a:gd name="T5" fmla="*/ 3 h 1299"/>
                <a:gd name="T6" fmla="*/ 0 w 241"/>
                <a:gd name="T7" fmla="*/ 4 h 1299"/>
                <a:gd name="T8" fmla="*/ 0 w 241"/>
                <a:gd name="T9" fmla="*/ 6 h 1299"/>
                <a:gd name="T10" fmla="*/ 0 w 241"/>
                <a:gd name="T11" fmla="*/ 7 h 1299"/>
                <a:gd name="T12" fmla="*/ 0 w 241"/>
                <a:gd name="T13" fmla="*/ 8 h 1299"/>
                <a:gd name="T14" fmla="*/ 0 w 241"/>
                <a:gd name="T15" fmla="*/ 10 h 1299"/>
                <a:gd name="T16" fmla="*/ 0 w 241"/>
                <a:gd name="T17" fmla="*/ 11 h 1299"/>
                <a:gd name="T18" fmla="*/ 0 w 241"/>
                <a:gd name="T19" fmla="*/ 12 h 1299"/>
                <a:gd name="T20" fmla="*/ 0 w 241"/>
                <a:gd name="T21" fmla="*/ 13 h 1299"/>
                <a:gd name="T22" fmla="*/ 0 w 241"/>
                <a:gd name="T23" fmla="*/ 15 h 1299"/>
                <a:gd name="T24" fmla="*/ 0 w 241"/>
                <a:gd name="T25" fmla="*/ 16 h 1299"/>
                <a:gd name="T26" fmla="*/ 0 w 241"/>
                <a:gd name="T27" fmla="*/ 17 h 1299"/>
                <a:gd name="T28" fmla="*/ 1 w 241"/>
                <a:gd name="T29" fmla="*/ 18 h 1299"/>
                <a:gd name="T30" fmla="*/ 1 w 241"/>
                <a:gd name="T31" fmla="*/ 19 h 1299"/>
                <a:gd name="T32" fmla="*/ 1 w 241"/>
                <a:gd name="T33" fmla="*/ 20 h 1299"/>
                <a:gd name="T34" fmla="*/ 2 w 241"/>
                <a:gd name="T35" fmla="*/ 20 h 1299"/>
                <a:gd name="T36" fmla="*/ 3 w 241"/>
                <a:gd name="T37" fmla="*/ 20 h 1299"/>
                <a:gd name="T38" fmla="*/ 3 w 241"/>
                <a:gd name="T39" fmla="*/ 20 h 1299"/>
                <a:gd name="T40" fmla="*/ 4 w 241"/>
                <a:gd name="T41" fmla="*/ 20 h 1299"/>
                <a:gd name="T42" fmla="*/ 3 w 241"/>
                <a:gd name="T43" fmla="*/ 19 h 1299"/>
                <a:gd name="T44" fmla="*/ 3 w 241"/>
                <a:gd name="T45" fmla="*/ 17 h 1299"/>
                <a:gd name="T46" fmla="*/ 3 w 241"/>
                <a:gd name="T47" fmla="*/ 16 h 1299"/>
                <a:gd name="T48" fmla="*/ 3 w 241"/>
                <a:gd name="T49" fmla="*/ 15 h 1299"/>
                <a:gd name="T50" fmla="*/ 3 w 241"/>
                <a:gd name="T51" fmla="*/ 14 h 1299"/>
                <a:gd name="T52" fmla="*/ 2 w 241"/>
                <a:gd name="T53" fmla="*/ 12 h 1299"/>
                <a:gd name="T54" fmla="*/ 2 w 241"/>
                <a:gd name="T55" fmla="*/ 11 h 1299"/>
                <a:gd name="T56" fmla="*/ 2 w 241"/>
                <a:gd name="T57" fmla="*/ 10 h 1299"/>
                <a:gd name="T58" fmla="*/ 2 w 241"/>
                <a:gd name="T59" fmla="*/ 8 h 1299"/>
                <a:gd name="T60" fmla="*/ 3 w 241"/>
                <a:gd name="T61" fmla="*/ 7 h 1299"/>
                <a:gd name="T62" fmla="*/ 3 w 241"/>
                <a:gd name="T63" fmla="*/ 6 h 1299"/>
                <a:gd name="T64" fmla="*/ 3 w 241"/>
                <a:gd name="T65" fmla="*/ 4 h 1299"/>
                <a:gd name="T66" fmla="*/ 3 w 241"/>
                <a:gd name="T67" fmla="*/ 3 h 1299"/>
                <a:gd name="T68" fmla="*/ 3 w 241"/>
                <a:gd name="T69" fmla="*/ 2 h 1299"/>
                <a:gd name="T70" fmla="*/ 4 w 241"/>
                <a:gd name="T71" fmla="*/ 1 h 1299"/>
                <a:gd name="T72" fmla="*/ 3 w 241"/>
                <a:gd name="T73" fmla="*/ 0 h 1299"/>
                <a:gd name="T74" fmla="*/ 3 w 241"/>
                <a:gd name="T75" fmla="*/ 0 h 1299"/>
                <a:gd name="T76" fmla="*/ 2 w 241"/>
                <a:gd name="T77" fmla="*/ 0 h 1299"/>
                <a:gd name="T78" fmla="*/ 1 w 241"/>
                <a:gd name="T79" fmla="*/ 0 h 129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41"/>
                <a:gd name="T121" fmla="*/ 0 h 1299"/>
                <a:gd name="T122" fmla="*/ 241 w 241"/>
                <a:gd name="T123" fmla="*/ 1299 h 129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41" h="1299">
                  <a:moveTo>
                    <a:pt x="80" y="0"/>
                  </a:moveTo>
                  <a:lnTo>
                    <a:pt x="70" y="39"/>
                  </a:lnTo>
                  <a:lnTo>
                    <a:pt x="61" y="79"/>
                  </a:lnTo>
                  <a:lnTo>
                    <a:pt x="53" y="119"/>
                  </a:lnTo>
                  <a:lnTo>
                    <a:pt x="45" y="160"/>
                  </a:lnTo>
                  <a:lnTo>
                    <a:pt x="38" y="199"/>
                  </a:lnTo>
                  <a:lnTo>
                    <a:pt x="32" y="241"/>
                  </a:lnTo>
                  <a:lnTo>
                    <a:pt x="26" y="281"/>
                  </a:lnTo>
                  <a:lnTo>
                    <a:pt x="20" y="322"/>
                  </a:lnTo>
                  <a:lnTo>
                    <a:pt x="16" y="363"/>
                  </a:lnTo>
                  <a:lnTo>
                    <a:pt x="12" y="405"/>
                  </a:lnTo>
                  <a:lnTo>
                    <a:pt x="8" y="446"/>
                  </a:lnTo>
                  <a:lnTo>
                    <a:pt x="6" y="488"/>
                  </a:lnTo>
                  <a:lnTo>
                    <a:pt x="3" y="529"/>
                  </a:lnTo>
                  <a:lnTo>
                    <a:pt x="2" y="572"/>
                  </a:lnTo>
                  <a:lnTo>
                    <a:pt x="1" y="615"/>
                  </a:lnTo>
                  <a:lnTo>
                    <a:pt x="0" y="656"/>
                  </a:lnTo>
                  <a:lnTo>
                    <a:pt x="1" y="695"/>
                  </a:lnTo>
                  <a:lnTo>
                    <a:pt x="2" y="733"/>
                  </a:lnTo>
                  <a:lnTo>
                    <a:pt x="3" y="771"/>
                  </a:lnTo>
                  <a:lnTo>
                    <a:pt x="5" y="810"/>
                  </a:lnTo>
                  <a:lnTo>
                    <a:pt x="7" y="847"/>
                  </a:lnTo>
                  <a:lnTo>
                    <a:pt x="10" y="886"/>
                  </a:lnTo>
                  <a:lnTo>
                    <a:pt x="13" y="923"/>
                  </a:lnTo>
                  <a:lnTo>
                    <a:pt x="17" y="961"/>
                  </a:lnTo>
                  <a:lnTo>
                    <a:pt x="21" y="998"/>
                  </a:lnTo>
                  <a:lnTo>
                    <a:pt x="26" y="1036"/>
                  </a:lnTo>
                  <a:lnTo>
                    <a:pt x="32" y="1072"/>
                  </a:lnTo>
                  <a:lnTo>
                    <a:pt x="37" y="1110"/>
                  </a:lnTo>
                  <a:lnTo>
                    <a:pt x="44" y="1146"/>
                  </a:lnTo>
                  <a:lnTo>
                    <a:pt x="50" y="1183"/>
                  </a:lnTo>
                  <a:lnTo>
                    <a:pt x="58" y="1219"/>
                  </a:lnTo>
                  <a:lnTo>
                    <a:pt x="65" y="1255"/>
                  </a:lnTo>
                  <a:lnTo>
                    <a:pt x="87" y="1262"/>
                  </a:lnTo>
                  <a:lnTo>
                    <a:pt x="108" y="1267"/>
                  </a:lnTo>
                  <a:lnTo>
                    <a:pt x="129" y="1273"/>
                  </a:lnTo>
                  <a:lnTo>
                    <a:pt x="151" y="1278"/>
                  </a:lnTo>
                  <a:lnTo>
                    <a:pt x="172" y="1283"/>
                  </a:lnTo>
                  <a:lnTo>
                    <a:pt x="194" y="1289"/>
                  </a:lnTo>
                  <a:lnTo>
                    <a:pt x="215" y="1294"/>
                  </a:lnTo>
                  <a:lnTo>
                    <a:pt x="238" y="1299"/>
                  </a:lnTo>
                  <a:lnTo>
                    <a:pt x="229" y="1260"/>
                  </a:lnTo>
                  <a:lnTo>
                    <a:pt x="219" y="1221"/>
                  </a:lnTo>
                  <a:lnTo>
                    <a:pt x="210" y="1183"/>
                  </a:lnTo>
                  <a:lnTo>
                    <a:pt x="203" y="1143"/>
                  </a:lnTo>
                  <a:lnTo>
                    <a:pt x="196" y="1104"/>
                  </a:lnTo>
                  <a:lnTo>
                    <a:pt x="189" y="1064"/>
                  </a:lnTo>
                  <a:lnTo>
                    <a:pt x="183" y="1024"/>
                  </a:lnTo>
                  <a:lnTo>
                    <a:pt x="178" y="984"/>
                  </a:lnTo>
                  <a:lnTo>
                    <a:pt x="173" y="944"/>
                  </a:lnTo>
                  <a:lnTo>
                    <a:pt x="169" y="903"/>
                  </a:lnTo>
                  <a:lnTo>
                    <a:pt x="166" y="863"/>
                  </a:lnTo>
                  <a:lnTo>
                    <a:pt x="163" y="821"/>
                  </a:lnTo>
                  <a:lnTo>
                    <a:pt x="160" y="781"/>
                  </a:lnTo>
                  <a:lnTo>
                    <a:pt x="159" y="739"/>
                  </a:lnTo>
                  <a:lnTo>
                    <a:pt x="158" y="698"/>
                  </a:lnTo>
                  <a:lnTo>
                    <a:pt x="158" y="656"/>
                  </a:lnTo>
                  <a:lnTo>
                    <a:pt x="158" y="615"/>
                  </a:lnTo>
                  <a:lnTo>
                    <a:pt x="159" y="572"/>
                  </a:lnTo>
                  <a:lnTo>
                    <a:pt x="161" y="530"/>
                  </a:lnTo>
                  <a:lnTo>
                    <a:pt x="163" y="488"/>
                  </a:lnTo>
                  <a:lnTo>
                    <a:pt x="166" y="446"/>
                  </a:lnTo>
                  <a:lnTo>
                    <a:pt x="169" y="406"/>
                  </a:lnTo>
                  <a:lnTo>
                    <a:pt x="174" y="364"/>
                  </a:lnTo>
                  <a:lnTo>
                    <a:pt x="179" y="323"/>
                  </a:lnTo>
                  <a:lnTo>
                    <a:pt x="184" y="282"/>
                  </a:lnTo>
                  <a:lnTo>
                    <a:pt x="190" y="242"/>
                  </a:lnTo>
                  <a:lnTo>
                    <a:pt x="197" y="201"/>
                  </a:lnTo>
                  <a:lnTo>
                    <a:pt x="204" y="162"/>
                  </a:lnTo>
                  <a:lnTo>
                    <a:pt x="212" y="121"/>
                  </a:lnTo>
                  <a:lnTo>
                    <a:pt x="221" y="82"/>
                  </a:lnTo>
                  <a:lnTo>
                    <a:pt x="231" y="42"/>
                  </a:lnTo>
                  <a:lnTo>
                    <a:pt x="241" y="3"/>
                  </a:lnTo>
                  <a:lnTo>
                    <a:pt x="220" y="2"/>
                  </a:lnTo>
                  <a:lnTo>
                    <a:pt x="199" y="2"/>
                  </a:lnTo>
                  <a:lnTo>
                    <a:pt x="179" y="1"/>
                  </a:lnTo>
                  <a:lnTo>
                    <a:pt x="159" y="1"/>
                  </a:lnTo>
                  <a:lnTo>
                    <a:pt x="139" y="0"/>
                  </a:lnTo>
                  <a:lnTo>
                    <a:pt x="119" y="0"/>
                  </a:lnTo>
                  <a:lnTo>
                    <a:pt x="99" y="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799E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2" name="Freeform 628"/>
            <p:cNvSpPr>
              <a:spLocks/>
            </p:cNvSpPr>
            <p:nvPr/>
          </p:nvSpPr>
          <p:spPr bwMode="auto">
            <a:xfrm>
              <a:off x="2535" y="1611"/>
              <a:ext cx="30" cy="165"/>
            </a:xfrm>
            <a:custGeom>
              <a:avLst/>
              <a:gdLst>
                <a:gd name="T0" fmla="*/ 1 w 245"/>
                <a:gd name="T1" fmla="*/ 1 h 1317"/>
                <a:gd name="T2" fmla="*/ 1 w 245"/>
                <a:gd name="T3" fmla="*/ 2 h 1317"/>
                <a:gd name="T4" fmla="*/ 1 w 245"/>
                <a:gd name="T5" fmla="*/ 3 h 1317"/>
                <a:gd name="T6" fmla="*/ 0 w 245"/>
                <a:gd name="T7" fmla="*/ 4 h 1317"/>
                <a:gd name="T8" fmla="*/ 0 w 245"/>
                <a:gd name="T9" fmla="*/ 6 h 1317"/>
                <a:gd name="T10" fmla="*/ 0 w 245"/>
                <a:gd name="T11" fmla="*/ 7 h 1317"/>
                <a:gd name="T12" fmla="*/ 0 w 245"/>
                <a:gd name="T13" fmla="*/ 8 h 1317"/>
                <a:gd name="T14" fmla="*/ 0 w 245"/>
                <a:gd name="T15" fmla="*/ 10 h 1317"/>
                <a:gd name="T16" fmla="*/ 0 w 245"/>
                <a:gd name="T17" fmla="*/ 11 h 1317"/>
                <a:gd name="T18" fmla="*/ 0 w 245"/>
                <a:gd name="T19" fmla="*/ 12 h 1317"/>
                <a:gd name="T20" fmla="*/ 0 w 245"/>
                <a:gd name="T21" fmla="*/ 13 h 1317"/>
                <a:gd name="T22" fmla="*/ 0 w 245"/>
                <a:gd name="T23" fmla="*/ 15 h 1317"/>
                <a:gd name="T24" fmla="*/ 0 w 245"/>
                <a:gd name="T25" fmla="*/ 16 h 1317"/>
                <a:gd name="T26" fmla="*/ 0 w 245"/>
                <a:gd name="T27" fmla="*/ 17 h 1317"/>
                <a:gd name="T28" fmla="*/ 1 w 245"/>
                <a:gd name="T29" fmla="*/ 18 h 1317"/>
                <a:gd name="T30" fmla="*/ 1 w 245"/>
                <a:gd name="T31" fmla="*/ 19 h 1317"/>
                <a:gd name="T32" fmla="*/ 1 w 245"/>
                <a:gd name="T33" fmla="*/ 20 h 1317"/>
                <a:gd name="T34" fmla="*/ 2 w 245"/>
                <a:gd name="T35" fmla="*/ 20 h 1317"/>
                <a:gd name="T36" fmla="*/ 3 w 245"/>
                <a:gd name="T37" fmla="*/ 20 h 1317"/>
                <a:gd name="T38" fmla="*/ 3 w 245"/>
                <a:gd name="T39" fmla="*/ 21 h 1317"/>
                <a:gd name="T40" fmla="*/ 4 w 245"/>
                <a:gd name="T41" fmla="*/ 20 h 1317"/>
                <a:gd name="T42" fmla="*/ 3 w 245"/>
                <a:gd name="T43" fmla="*/ 19 h 1317"/>
                <a:gd name="T44" fmla="*/ 3 w 245"/>
                <a:gd name="T45" fmla="*/ 18 h 1317"/>
                <a:gd name="T46" fmla="*/ 3 w 245"/>
                <a:gd name="T47" fmla="*/ 16 h 1317"/>
                <a:gd name="T48" fmla="*/ 3 w 245"/>
                <a:gd name="T49" fmla="*/ 15 h 1317"/>
                <a:gd name="T50" fmla="*/ 2 w 245"/>
                <a:gd name="T51" fmla="*/ 14 h 1317"/>
                <a:gd name="T52" fmla="*/ 2 w 245"/>
                <a:gd name="T53" fmla="*/ 12 h 1317"/>
                <a:gd name="T54" fmla="*/ 2 w 245"/>
                <a:gd name="T55" fmla="*/ 11 h 1317"/>
                <a:gd name="T56" fmla="*/ 2 w 245"/>
                <a:gd name="T57" fmla="*/ 10 h 1317"/>
                <a:gd name="T58" fmla="*/ 2 w 245"/>
                <a:gd name="T59" fmla="*/ 8 h 1317"/>
                <a:gd name="T60" fmla="*/ 2 w 245"/>
                <a:gd name="T61" fmla="*/ 7 h 1317"/>
                <a:gd name="T62" fmla="*/ 3 w 245"/>
                <a:gd name="T63" fmla="*/ 6 h 1317"/>
                <a:gd name="T64" fmla="*/ 3 w 245"/>
                <a:gd name="T65" fmla="*/ 4 h 1317"/>
                <a:gd name="T66" fmla="*/ 3 w 245"/>
                <a:gd name="T67" fmla="*/ 3 h 1317"/>
                <a:gd name="T68" fmla="*/ 3 w 245"/>
                <a:gd name="T69" fmla="*/ 2 h 1317"/>
                <a:gd name="T70" fmla="*/ 3 w 245"/>
                <a:gd name="T71" fmla="*/ 1 h 1317"/>
                <a:gd name="T72" fmla="*/ 3 w 245"/>
                <a:gd name="T73" fmla="*/ 0 h 1317"/>
                <a:gd name="T74" fmla="*/ 3 w 245"/>
                <a:gd name="T75" fmla="*/ 0 h 1317"/>
                <a:gd name="T76" fmla="*/ 2 w 245"/>
                <a:gd name="T77" fmla="*/ 0 h 1317"/>
                <a:gd name="T78" fmla="*/ 1 w 245"/>
                <a:gd name="T79" fmla="*/ 0 h 131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45"/>
                <a:gd name="T121" fmla="*/ 0 h 1317"/>
                <a:gd name="T122" fmla="*/ 245 w 245"/>
                <a:gd name="T123" fmla="*/ 1317 h 131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45" h="1317">
                  <a:moveTo>
                    <a:pt x="81" y="0"/>
                  </a:moveTo>
                  <a:lnTo>
                    <a:pt x="72" y="39"/>
                  </a:lnTo>
                  <a:lnTo>
                    <a:pt x="62" y="79"/>
                  </a:lnTo>
                  <a:lnTo>
                    <a:pt x="53" y="118"/>
                  </a:lnTo>
                  <a:lnTo>
                    <a:pt x="46" y="159"/>
                  </a:lnTo>
                  <a:lnTo>
                    <a:pt x="38" y="199"/>
                  </a:lnTo>
                  <a:lnTo>
                    <a:pt x="32" y="240"/>
                  </a:lnTo>
                  <a:lnTo>
                    <a:pt x="26" y="280"/>
                  </a:lnTo>
                  <a:lnTo>
                    <a:pt x="21" y="321"/>
                  </a:lnTo>
                  <a:lnTo>
                    <a:pt x="16" y="362"/>
                  </a:lnTo>
                  <a:lnTo>
                    <a:pt x="12" y="404"/>
                  </a:lnTo>
                  <a:lnTo>
                    <a:pt x="8" y="445"/>
                  </a:lnTo>
                  <a:lnTo>
                    <a:pt x="5" y="487"/>
                  </a:lnTo>
                  <a:lnTo>
                    <a:pt x="3" y="528"/>
                  </a:lnTo>
                  <a:lnTo>
                    <a:pt x="1" y="571"/>
                  </a:lnTo>
                  <a:lnTo>
                    <a:pt x="0" y="614"/>
                  </a:lnTo>
                  <a:lnTo>
                    <a:pt x="0" y="655"/>
                  </a:lnTo>
                  <a:lnTo>
                    <a:pt x="0" y="696"/>
                  </a:lnTo>
                  <a:lnTo>
                    <a:pt x="1" y="735"/>
                  </a:lnTo>
                  <a:lnTo>
                    <a:pt x="3" y="776"/>
                  </a:lnTo>
                  <a:lnTo>
                    <a:pt x="5" y="815"/>
                  </a:lnTo>
                  <a:lnTo>
                    <a:pt x="7" y="854"/>
                  </a:lnTo>
                  <a:lnTo>
                    <a:pt x="10" y="894"/>
                  </a:lnTo>
                  <a:lnTo>
                    <a:pt x="14" y="932"/>
                  </a:lnTo>
                  <a:lnTo>
                    <a:pt x="18" y="972"/>
                  </a:lnTo>
                  <a:lnTo>
                    <a:pt x="23" y="1010"/>
                  </a:lnTo>
                  <a:lnTo>
                    <a:pt x="29" y="1049"/>
                  </a:lnTo>
                  <a:lnTo>
                    <a:pt x="35" y="1087"/>
                  </a:lnTo>
                  <a:lnTo>
                    <a:pt x="41" y="1126"/>
                  </a:lnTo>
                  <a:lnTo>
                    <a:pt x="48" y="1164"/>
                  </a:lnTo>
                  <a:lnTo>
                    <a:pt x="55" y="1202"/>
                  </a:lnTo>
                  <a:lnTo>
                    <a:pt x="64" y="1239"/>
                  </a:lnTo>
                  <a:lnTo>
                    <a:pt x="73" y="1277"/>
                  </a:lnTo>
                  <a:lnTo>
                    <a:pt x="94" y="1283"/>
                  </a:lnTo>
                  <a:lnTo>
                    <a:pt x="115" y="1288"/>
                  </a:lnTo>
                  <a:lnTo>
                    <a:pt x="136" y="1293"/>
                  </a:lnTo>
                  <a:lnTo>
                    <a:pt x="158" y="1298"/>
                  </a:lnTo>
                  <a:lnTo>
                    <a:pt x="180" y="1303"/>
                  </a:lnTo>
                  <a:lnTo>
                    <a:pt x="201" y="1308"/>
                  </a:lnTo>
                  <a:lnTo>
                    <a:pt x="224" y="1313"/>
                  </a:lnTo>
                  <a:lnTo>
                    <a:pt x="245" y="1317"/>
                  </a:lnTo>
                  <a:lnTo>
                    <a:pt x="235" y="1278"/>
                  </a:lnTo>
                  <a:lnTo>
                    <a:pt x="225" y="1238"/>
                  </a:lnTo>
                  <a:lnTo>
                    <a:pt x="215" y="1198"/>
                  </a:lnTo>
                  <a:lnTo>
                    <a:pt x="207" y="1157"/>
                  </a:lnTo>
                  <a:lnTo>
                    <a:pt x="199" y="1117"/>
                  </a:lnTo>
                  <a:lnTo>
                    <a:pt x="192" y="1075"/>
                  </a:lnTo>
                  <a:lnTo>
                    <a:pt x="185" y="1035"/>
                  </a:lnTo>
                  <a:lnTo>
                    <a:pt x="179" y="993"/>
                  </a:lnTo>
                  <a:lnTo>
                    <a:pt x="174" y="952"/>
                  </a:lnTo>
                  <a:lnTo>
                    <a:pt x="170" y="910"/>
                  </a:lnTo>
                  <a:lnTo>
                    <a:pt x="166" y="868"/>
                  </a:lnTo>
                  <a:lnTo>
                    <a:pt x="163" y="826"/>
                  </a:lnTo>
                  <a:lnTo>
                    <a:pt x="160" y="784"/>
                  </a:lnTo>
                  <a:lnTo>
                    <a:pt x="159" y="741"/>
                  </a:lnTo>
                  <a:lnTo>
                    <a:pt x="157" y="699"/>
                  </a:lnTo>
                  <a:lnTo>
                    <a:pt x="157" y="655"/>
                  </a:lnTo>
                  <a:lnTo>
                    <a:pt x="157" y="614"/>
                  </a:lnTo>
                  <a:lnTo>
                    <a:pt x="158" y="572"/>
                  </a:lnTo>
                  <a:lnTo>
                    <a:pt x="160" y="529"/>
                  </a:lnTo>
                  <a:lnTo>
                    <a:pt x="163" y="488"/>
                  </a:lnTo>
                  <a:lnTo>
                    <a:pt x="166" y="446"/>
                  </a:lnTo>
                  <a:lnTo>
                    <a:pt x="169" y="406"/>
                  </a:lnTo>
                  <a:lnTo>
                    <a:pt x="174" y="364"/>
                  </a:lnTo>
                  <a:lnTo>
                    <a:pt x="179" y="324"/>
                  </a:lnTo>
                  <a:lnTo>
                    <a:pt x="184" y="283"/>
                  </a:lnTo>
                  <a:lnTo>
                    <a:pt x="190" y="243"/>
                  </a:lnTo>
                  <a:lnTo>
                    <a:pt x="197" y="203"/>
                  </a:lnTo>
                  <a:lnTo>
                    <a:pt x="205" y="163"/>
                  </a:lnTo>
                  <a:lnTo>
                    <a:pt x="213" y="123"/>
                  </a:lnTo>
                  <a:lnTo>
                    <a:pt x="223" y="84"/>
                  </a:lnTo>
                  <a:lnTo>
                    <a:pt x="232" y="44"/>
                  </a:lnTo>
                  <a:lnTo>
                    <a:pt x="242" y="6"/>
                  </a:lnTo>
                  <a:lnTo>
                    <a:pt x="222" y="5"/>
                  </a:lnTo>
                  <a:lnTo>
                    <a:pt x="201" y="4"/>
                  </a:lnTo>
                  <a:lnTo>
                    <a:pt x="181" y="3"/>
                  </a:lnTo>
                  <a:lnTo>
                    <a:pt x="161" y="2"/>
                  </a:lnTo>
                  <a:lnTo>
                    <a:pt x="140" y="1"/>
                  </a:lnTo>
                  <a:lnTo>
                    <a:pt x="120" y="1"/>
                  </a:lnTo>
                  <a:lnTo>
                    <a:pt x="101" y="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7B9F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3" name="Freeform 629"/>
            <p:cNvSpPr>
              <a:spLocks/>
            </p:cNvSpPr>
            <p:nvPr/>
          </p:nvSpPr>
          <p:spPr bwMode="auto">
            <a:xfrm>
              <a:off x="2544" y="1612"/>
              <a:ext cx="32" cy="166"/>
            </a:xfrm>
            <a:custGeom>
              <a:avLst/>
              <a:gdLst>
                <a:gd name="T0" fmla="*/ 1 w 253"/>
                <a:gd name="T1" fmla="*/ 1 h 1333"/>
                <a:gd name="T2" fmla="*/ 1 w 253"/>
                <a:gd name="T3" fmla="*/ 2 h 1333"/>
                <a:gd name="T4" fmla="*/ 1 w 253"/>
                <a:gd name="T5" fmla="*/ 3 h 1333"/>
                <a:gd name="T6" fmla="*/ 0 w 253"/>
                <a:gd name="T7" fmla="*/ 4 h 1333"/>
                <a:gd name="T8" fmla="*/ 0 w 253"/>
                <a:gd name="T9" fmla="*/ 6 h 1333"/>
                <a:gd name="T10" fmla="*/ 0 w 253"/>
                <a:gd name="T11" fmla="*/ 7 h 1333"/>
                <a:gd name="T12" fmla="*/ 0 w 253"/>
                <a:gd name="T13" fmla="*/ 8 h 1333"/>
                <a:gd name="T14" fmla="*/ 0 w 253"/>
                <a:gd name="T15" fmla="*/ 9 h 1333"/>
                <a:gd name="T16" fmla="*/ 0 w 253"/>
                <a:gd name="T17" fmla="*/ 11 h 1333"/>
                <a:gd name="T18" fmla="*/ 0 w 253"/>
                <a:gd name="T19" fmla="*/ 12 h 1333"/>
                <a:gd name="T20" fmla="*/ 0 w 253"/>
                <a:gd name="T21" fmla="*/ 13 h 1333"/>
                <a:gd name="T22" fmla="*/ 0 w 253"/>
                <a:gd name="T23" fmla="*/ 15 h 1333"/>
                <a:gd name="T24" fmla="*/ 0 w 253"/>
                <a:gd name="T25" fmla="*/ 16 h 1333"/>
                <a:gd name="T26" fmla="*/ 1 w 253"/>
                <a:gd name="T27" fmla="*/ 17 h 1333"/>
                <a:gd name="T28" fmla="*/ 1 w 253"/>
                <a:gd name="T29" fmla="*/ 18 h 1333"/>
                <a:gd name="T30" fmla="*/ 1 w 253"/>
                <a:gd name="T31" fmla="*/ 20 h 1333"/>
                <a:gd name="T32" fmla="*/ 2 w 253"/>
                <a:gd name="T33" fmla="*/ 20 h 1333"/>
                <a:gd name="T34" fmla="*/ 2 w 253"/>
                <a:gd name="T35" fmla="*/ 20 h 1333"/>
                <a:gd name="T36" fmla="*/ 3 w 253"/>
                <a:gd name="T37" fmla="*/ 20 h 1333"/>
                <a:gd name="T38" fmla="*/ 4 w 253"/>
                <a:gd name="T39" fmla="*/ 21 h 1333"/>
                <a:gd name="T40" fmla="*/ 4 w 253"/>
                <a:gd name="T41" fmla="*/ 20 h 1333"/>
                <a:gd name="T42" fmla="*/ 4 w 253"/>
                <a:gd name="T43" fmla="*/ 19 h 1333"/>
                <a:gd name="T44" fmla="*/ 3 w 253"/>
                <a:gd name="T45" fmla="*/ 17 h 1333"/>
                <a:gd name="T46" fmla="*/ 3 w 253"/>
                <a:gd name="T47" fmla="*/ 16 h 1333"/>
                <a:gd name="T48" fmla="*/ 3 w 253"/>
                <a:gd name="T49" fmla="*/ 15 h 1333"/>
                <a:gd name="T50" fmla="*/ 3 w 253"/>
                <a:gd name="T51" fmla="*/ 14 h 1333"/>
                <a:gd name="T52" fmla="*/ 3 w 253"/>
                <a:gd name="T53" fmla="*/ 12 h 1333"/>
                <a:gd name="T54" fmla="*/ 3 w 253"/>
                <a:gd name="T55" fmla="*/ 11 h 1333"/>
                <a:gd name="T56" fmla="*/ 3 w 253"/>
                <a:gd name="T57" fmla="*/ 9 h 1333"/>
                <a:gd name="T58" fmla="*/ 3 w 253"/>
                <a:gd name="T59" fmla="*/ 8 h 1333"/>
                <a:gd name="T60" fmla="*/ 3 w 253"/>
                <a:gd name="T61" fmla="*/ 7 h 1333"/>
                <a:gd name="T62" fmla="*/ 3 w 253"/>
                <a:gd name="T63" fmla="*/ 6 h 1333"/>
                <a:gd name="T64" fmla="*/ 3 w 253"/>
                <a:gd name="T65" fmla="*/ 4 h 1333"/>
                <a:gd name="T66" fmla="*/ 3 w 253"/>
                <a:gd name="T67" fmla="*/ 3 h 1333"/>
                <a:gd name="T68" fmla="*/ 3 w 253"/>
                <a:gd name="T69" fmla="*/ 2 h 1333"/>
                <a:gd name="T70" fmla="*/ 4 w 253"/>
                <a:gd name="T71" fmla="*/ 1 h 1333"/>
                <a:gd name="T72" fmla="*/ 4 w 253"/>
                <a:gd name="T73" fmla="*/ 0 h 1333"/>
                <a:gd name="T74" fmla="*/ 3 w 253"/>
                <a:gd name="T75" fmla="*/ 0 h 1333"/>
                <a:gd name="T76" fmla="*/ 2 w 253"/>
                <a:gd name="T77" fmla="*/ 0 h 1333"/>
                <a:gd name="T78" fmla="*/ 2 w 253"/>
                <a:gd name="T79" fmla="*/ 0 h 133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3"/>
                <a:gd name="T121" fmla="*/ 0 h 1333"/>
                <a:gd name="T122" fmla="*/ 253 w 253"/>
                <a:gd name="T123" fmla="*/ 1333 h 133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3" h="1333">
                  <a:moveTo>
                    <a:pt x="83" y="0"/>
                  </a:moveTo>
                  <a:lnTo>
                    <a:pt x="73" y="39"/>
                  </a:lnTo>
                  <a:lnTo>
                    <a:pt x="63" y="79"/>
                  </a:lnTo>
                  <a:lnTo>
                    <a:pt x="54" y="118"/>
                  </a:lnTo>
                  <a:lnTo>
                    <a:pt x="46" y="159"/>
                  </a:lnTo>
                  <a:lnTo>
                    <a:pt x="39" y="198"/>
                  </a:lnTo>
                  <a:lnTo>
                    <a:pt x="32" y="239"/>
                  </a:lnTo>
                  <a:lnTo>
                    <a:pt x="26" y="279"/>
                  </a:lnTo>
                  <a:lnTo>
                    <a:pt x="21" y="320"/>
                  </a:lnTo>
                  <a:lnTo>
                    <a:pt x="16" y="361"/>
                  </a:lnTo>
                  <a:lnTo>
                    <a:pt x="11" y="403"/>
                  </a:lnTo>
                  <a:lnTo>
                    <a:pt x="8" y="443"/>
                  </a:lnTo>
                  <a:lnTo>
                    <a:pt x="5" y="485"/>
                  </a:lnTo>
                  <a:lnTo>
                    <a:pt x="3" y="527"/>
                  </a:lnTo>
                  <a:lnTo>
                    <a:pt x="1" y="569"/>
                  </a:lnTo>
                  <a:lnTo>
                    <a:pt x="0" y="612"/>
                  </a:lnTo>
                  <a:lnTo>
                    <a:pt x="0" y="653"/>
                  </a:lnTo>
                  <a:lnTo>
                    <a:pt x="0" y="695"/>
                  </a:lnTo>
                  <a:lnTo>
                    <a:pt x="1" y="736"/>
                  </a:lnTo>
                  <a:lnTo>
                    <a:pt x="2" y="778"/>
                  </a:lnTo>
                  <a:lnTo>
                    <a:pt x="5" y="818"/>
                  </a:lnTo>
                  <a:lnTo>
                    <a:pt x="8" y="860"/>
                  </a:lnTo>
                  <a:lnTo>
                    <a:pt x="11" y="900"/>
                  </a:lnTo>
                  <a:lnTo>
                    <a:pt x="15" y="941"/>
                  </a:lnTo>
                  <a:lnTo>
                    <a:pt x="20" y="981"/>
                  </a:lnTo>
                  <a:lnTo>
                    <a:pt x="25" y="1021"/>
                  </a:lnTo>
                  <a:lnTo>
                    <a:pt x="31" y="1061"/>
                  </a:lnTo>
                  <a:lnTo>
                    <a:pt x="38" y="1101"/>
                  </a:lnTo>
                  <a:lnTo>
                    <a:pt x="45" y="1140"/>
                  </a:lnTo>
                  <a:lnTo>
                    <a:pt x="52" y="1180"/>
                  </a:lnTo>
                  <a:lnTo>
                    <a:pt x="61" y="1218"/>
                  </a:lnTo>
                  <a:lnTo>
                    <a:pt x="71" y="1257"/>
                  </a:lnTo>
                  <a:lnTo>
                    <a:pt x="80" y="1296"/>
                  </a:lnTo>
                  <a:lnTo>
                    <a:pt x="101" y="1301"/>
                  </a:lnTo>
                  <a:lnTo>
                    <a:pt x="122" y="1306"/>
                  </a:lnTo>
                  <a:lnTo>
                    <a:pt x="144" y="1310"/>
                  </a:lnTo>
                  <a:lnTo>
                    <a:pt x="166" y="1315"/>
                  </a:lnTo>
                  <a:lnTo>
                    <a:pt x="187" y="1320"/>
                  </a:lnTo>
                  <a:lnTo>
                    <a:pt x="209" y="1324"/>
                  </a:lnTo>
                  <a:lnTo>
                    <a:pt x="231" y="1328"/>
                  </a:lnTo>
                  <a:lnTo>
                    <a:pt x="253" y="1333"/>
                  </a:lnTo>
                  <a:lnTo>
                    <a:pt x="242" y="1293"/>
                  </a:lnTo>
                  <a:lnTo>
                    <a:pt x="231" y="1251"/>
                  </a:lnTo>
                  <a:lnTo>
                    <a:pt x="221" y="1211"/>
                  </a:lnTo>
                  <a:lnTo>
                    <a:pt x="211" y="1169"/>
                  </a:lnTo>
                  <a:lnTo>
                    <a:pt x="202" y="1128"/>
                  </a:lnTo>
                  <a:lnTo>
                    <a:pt x="195" y="1085"/>
                  </a:lnTo>
                  <a:lnTo>
                    <a:pt x="188" y="1043"/>
                  </a:lnTo>
                  <a:lnTo>
                    <a:pt x="181" y="1001"/>
                  </a:lnTo>
                  <a:lnTo>
                    <a:pt x="175" y="958"/>
                  </a:lnTo>
                  <a:lnTo>
                    <a:pt x="171" y="915"/>
                  </a:lnTo>
                  <a:lnTo>
                    <a:pt x="166" y="872"/>
                  </a:lnTo>
                  <a:lnTo>
                    <a:pt x="163" y="829"/>
                  </a:lnTo>
                  <a:lnTo>
                    <a:pt x="160" y="786"/>
                  </a:lnTo>
                  <a:lnTo>
                    <a:pt x="158" y="741"/>
                  </a:lnTo>
                  <a:lnTo>
                    <a:pt x="157" y="698"/>
                  </a:lnTo>
                  <a:lnTo>
                    <a:pt x="157" y="653"/>
                  </a:lnTo>
                  <a:lnTo>
                    <a:pt x="157" y="612"/>
                  </a:lnTo>
                  <a:lnTo>
                    <a:pt x="158" y="570"/>
                  </a:lnTo>
                  <a:lnTo>
                    <a:pt x="160" y="528"/>
                  </a:lnTo>
                  <a:lnTo>
                    <a:pt x="162" y="487"/>
                  </a:lnTo>
                  <a:lnTo>
                    <a:pt x="165" y="446"/>
                  </a:lnTo>
                  <a:lnTo>
                    <a:pt x="169" y="406"/>
                  </a:lnTo>
                  <a:lnTo>
                    <a:pt x="174" y="364"/>
                  </a:lnTo>
                  <a:lnTo>
                    <a:pt x="179" y="325"/>
                  </a:lnTo>
                  <a:lnTo>
                    <a:pt x="184" y="284"/>
                  </a:lnTo>
                  <a:lnTo>
                    <a:pt x="191" y="244"/>
                  </a:lnTo>
                  <a:lnTo>
                    <a:pt x="198" y="204"/>
                  </a:lnTo>
                  <a:lnTo>
                    <a:pt x="205" y="165"/>
                  </a:lnTo>
                  <a:lnTo>
                    <a:pt x="214" y="126"/>
                  </a:lnTo>
                  <a:lnTo>
                    <a:pt x="224" y="86"/>
                  </a:lnTo>
                  <a:lnTo>
                    <a:pt x="233" y="48"/>
                  </a:lnTo>
                  <a:lnTo>
                    <a:pt x="243" y="9"/>
                  </a:lnTo>
                  <a:lnTo>
                    <a:pt x="223" y="7"/>
                  </a:lnTo>
                  <a:lnTo>
                    <a:pt x="202" y="6"/>
                  </a:lnTo>
                  <a:lnTo>
                    <a:pt x="182" y="5"/>
                  </a:lnTo>
                  <a:lnTo>
                    <a:pt x="162" y="4"/>
                  </a:lnTo>
                  <a:lnTo>
                    <a:pt x="143" y="3"/>
                  </a:lnTo>
                  <a:lnTo>
                    <a:pt x="122" y="2"/>
                  </a:lnTo>
                  <a:lnTo>
                    <a:pt x="102" y="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7DA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4" name="Freeform 630"/>
            <p:cNvSpPr>
              <a:spLocks/>
            </p:cNvSpPr>
            <p:nvPr/>
          </p:nvSpPr>
          <p:spPr bwMode="auto">
            <a:xfrm>
              <a:off x="2554" y="1612"/>
              <a:ext cx="33" cy="168"/>
            </a:xfrm>
            <a:custGeom>
              <a:avLst/>
              <a:gdLst>
                <a:gd name="T0" fmla="*/ 1 w 262"/>
                <a:gd name="T1" fmla="*/ 1 h 1346"/>
                <a:gd name="T2" fmla="*/ 1 w 262"/>
                <a:gd name="T3" fmla="*/ 2 h 1346"/>
                <a:gd name="T4" fmla="*/ 1 w 262"/>
                <a:gd name="T5" fmla="*/ 3 h 1346"/>
                <a:gd name="T6" fmla="*/ 0 w 262"/>
                <a:gd name="T7" fmla="*/ 4 h 1346"/>
                <a:gd name="T8" fmla="*/ 0 w 262"/>
                <a:gd name="T9" fmla="*/ 6 h 1346"/>
                <a:gd name="T10" fmla="*/ 0 w 262"/>
                <a:gd name="T11" fmla="*/ 7 h 1346"/>
                <a:gd name="T12" fmla="*/ 0 w 262"/>
                <a:gd name="T13" fmla="*/ 8 h 1346"/>
                <a:gd name="T14" fmla="*/ 0 w 262"/>
                <a:gd name="T15" fmla="*/ 9 h 1346"/>
                <a:gd name="T16" fmla="*/ 0 w 262"/>
                <a:gd name="T17" fmla="*/ 11 h 1346"/>
                <a:gd name="T18" fmla="*/ 0 w 262"/>
                <a:gd name="T19" fmla="*/ 12 h 1346"/>
                <a:gd name="T20" fmla="*/ 0 w 262"/>
                <a:gd name="T21" fmla="*/ 13 h 1346"/>
                <a:gd name="T22" fmla="*/ 0 w 262"/>
                <a:gd name="T23" fmla="*/ 15 h 1346"/>
                <a:gd name="T24" fmla="*/ 1 w 262"/>
                <a:gd name="T25" fmla="*/ 16 h 1346"/>
                <a:gd name="T26" fmla="*/ 1 w 262"/>
                <a:gd name="T27" fmla="*/ 17 h 1346"/>
                <a:gd name="T28" fmla="*/ 1 w 262"/>
                <a:gd name="T29" fmla="*/ 19 h 1346"/>
                <a:gd name="T30" fmla="*/ 1 w 262"/>
                <a:gd name="T31" fmla="*/ 20 h 1346"/>
                <a:gd name="T32" fmla="*/ 2 w 262"/>
                <a:gd name="T33" fmla="*/ 20 h 1346"/>
                <a:gd name="T34" fmla="*/ 2 w 262"/>
                <a:gd name="T35" fmla="*/ 21 h 1346"/>
                <a:gd name="T36" fmla="*/ 3 w 262"/>
                <a:gd name="T37" fmla="*/ 21 h 1346"/>
                <a:gd name="T38" fmla="*/ 4 w 262"/>
                <a:gd name="T39" fmla="*/ 21 h 1346"/>
                <a:gd name="T40" fmla="*/ 4 w 262"/>
                <a:gd name="T41" fmla="*/ 20 h 1346"/>
                <a:gd name="T42" fmla="*/ 4 w 262"/>
                <a:gd name="T43" fmla="*/ 19 h 1346"/>
                <a:gd name="T44" fmla="*/ 3 w 262"/>
                <a:gd name="T45" fmla="*/ 18 h 1346"/>
                <a:gd name="T46" fmla="*/ 3 w 262"/>
                <a:gd name="T47" fmla="*/ 16 h 1346"/>
                <a:gd name="T48" fmla="*/ 3 w 262"/>
                <a:gd name="T49" fmla="*/ 15 h 1346"/>
                <a:gd name="T50" fmla="*/ 3 w 262"/>
                <a:gd name="T51" fmla="*/ 14 h 1346"/>
                <a:gd name="T52" fmla="*/ 3 w 262"/>
                <a:gd name="T53" fmla="*/ 12 h 1346"/>
                <a:gd name="T54" fmla="*/ 3 w 262"/>
                <a:gd name="T55" fmla="*/ 11 h 1346"/>
                <a:gd name="T56" fmla="*/ 3 w 262"/>
                <a:gd name="T57" fmla="*/ 9 h 1346"/>
                <a:gd name="T58" fmla="*/ 3 w 262"/>
                <a:gd name="T59" fmla="*/ 8 h 1346"/>
                <a:gd name="T60" fmla="*/ 3 w 262"/>
                <a:gd name="T61" fmla="*/ 7 h 1346"/>
                <a:gd name="T62" fmla="*/ 3 w 262"/>
                <a:gd name="T63" fmla="*/ 6 h 1346"/>
                <a:gd name="T64" fmla="*/ 3 w 262"/>
                <a:gd name="T65" fmla="*/ 4 h 1346"/>
                <a:gd name="T66" fmla="*/ 3 w 262"/>
                <a:gd name="T67" fmla="*/ 3 h 1346"/>
                <a:gd name="T68" fmla="*/ 3 w 262"/>
                <a:gd name="T69" fmla="*/ 2 h 1346"/>
                <a:gd name="T70" fmla="*/ 4 w 262"/>
                <a:gd name="T71" fmla="*/ 1 h 1346"/>
                <a:gd name="T72" fmla="*/ 4 w 262"/>
                <a:gd name="T73" fmla="*/ 0 h 1346"/>
                <a:gd name="T74" fmla="*/ 3 w 262"/>
                <a:gd name="T75" fmla="*/ 0 h 1346"/>
                <a:gd name="T76" fmla="*/ 2 w 262"/>
                <a:gd name="T77" fmla="*/ 0 h 1346"/>
                <a:gd name="T78" fmla="*/ 2 w 262"/>
                <a:gd name="T79" fmla="*/ 0 h 134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62"/>
                <a:gd name="T121" fmla="*/ 0 h 1346"/>
                <a:gd name="T122" fmla="*/ 262 w 262"/>
                <a:gd name="T123" fmla="*/ 1346 h 134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62" h="1346">
                  <a:moveTo>
                    <a:pt x="85" y="0"/>
                  </a:moveTo>
                  <a:lnTo>
                    <a:pt x="75" y="38"/>
                  </a:lnTo>
                  <a:lnTo>
                    <a:pt x="66" y="78"/>
                  </a:lnTo>
                  <a:lnTo>
                    <a:pt x="56" y="117"/>
                  </a:lnTo>
                  <a:lnTo>
                    <a:pt x="48" y="157"/>
                  </a:lnTo>
                  <a:lnTo>
                    <a:pt x="40" y="197"/>
                  </a:lnTo>
                  <a:lnTo>
                    <a:pt x="34" y="237"/>
                  </a:lnTo>
                  <a:lnTo>
                    <a:pt x="27" y="277"/>
                  </a:lnTo>
                  <a:lnTo>
                    <a:pt x="22" y="318"/>
                  </a:lnTo>
                  <a:lnTo>
                    <a:pt x="17" y="358"/>
                  </a:lnTo>
                  <a:lnTo>
                    <a:pt x="12" y="400"/>
                  </a:lnTo>
                  <a:lnTo>
                    <a:pt x="9" y="440"/>
                  </a:lnTo>
                  <a:lnTo>
                    <a:pt x="6" y="482"/>
                  </a:lnTo>
                  <a:lnTo>
                    <a:pt x="3" y="523"/>
                  </a:lnTo>
                  <a:lnTo>
                    <a:pt x="2" y="566"/>
                  </a:lnTo>
                  <a:lnTo>
                    <a:pt x="1" y="608"/>
                  </a:lnTo>
                  <a:lnTo>
                    <a:pt x="0" y="649"/>
                  </a:lnTo>
                  <a:lnTo>
                    <a:pt x="1" y="693"/>
                  </a:lnTo>
                  <a:lnTo>
                    <a:pt x="2" y="735"/>
                  </a:lnTo>
                  <a:lnTo>
                    <a:pt x="3" y="778"/>
                  </a:lnTo>
                  <a:lnTo>
                    <a:pt x="6" y="820"/>
                  </a:lnTo>
                  <a:lnTo>
                    <a:pt x="9" y="862"/>
                  </a:lnTo>
                  <a:lnTo>
                    <a:pt x="13" y="904"/>
                  </a:lnTo>
                  <a:lnTo>
                    <a:pt x="17" y="946"/>
                  </a:lnTo>
                  <a:lnTo>
                    <a:pt x="22" y="987"/>
                  </a:lnTo>
                  <a:lnTo>
                    <a:pt x="28" y="1029"/>
                  </a:lnTo>
                  <a:lnTo>
                    <a:pt x="35" y="1069"/>
                  </a:lnTo>
                  <a:lnTo>
                    <a:pt x="42" y="1111"/>
                  </a:lnTo>
                  <a:lnTo>
                    <a:pt x="50" y="1151"/>
                  </a:lnTo>
                  <a:lnTo>
                    <a:pt x="58" y="1192"/>
                  </a:lnTo>
                  <a:lnTo>
                    <a:pt x="68" y="1232"/>
                  </a:lnTo>
                  <a:lnTo>
                    <a:pt x="78" y="1272"/>
                  </a:lnTo>
                  <a:lnTo>
                    <a:pt x="88" y="1311"/>
                  </a:lnTo>
                  <a:lnTo>
                    <a:pt x="110" y="1316"/>
                  </a:lnTo>
                  <a:lnTo>
                    <a:pt x="131" y="1320"/>
                  </a:lnTo>
                  <a:lnTo>
                    <a:pt x="153" y="1324"/>
                  </a:lnTo>
                  <a:lnTo>
                    <a:pt x="174" y="1329"/>
                  </a:lnTo>
                  <a:lnTo>
                    <a:pt x="196" y="1333"/>
                  </a:lnTo>
                  <a:lnTo>
                    <a:pt x="217" y="1338"/>
                  </a:lnTo>
                  <a:lnTo>
                    <a:pt x="240" y="1342"/>
                  </a:lnTo>
                  <a:lnTo>
                    <a:pt x="262" y="1346"/>
                  </a:lnTo>
                  <a:lnTo>
                    <a:pt x="249" y="1304"/>
                  </a:lnTo>
                  <a:lnTo>
                    <a:pt x="238" y="1263"/>
                  </a:lnTo>
                  <a:lnTo>
                    <a:pt x="227" y="1220"/>
                  </a:lnTo>
                  <a:lnTo>
                    <a:pt x="216" y="1178"/>
                  </a:lnTo>
                  <a:lnTo>
                    <a:pt x="207" y="1135"/>
                  </a:lnTo>
                  <a:lnTo>
                    <a:pt x="198" y="1093"/>
                  </a:lnTo>
                  <a:lnTo>
                    <a:pt x="191" y="1049"/>
                  </a:lnTo>
                  <a:lnTo>
                    <a:pt x="184" y="1005"/>
                  </a:lnTo>
                  <a:lnTo>
                    <a:pt x="178" y="962"/>
                  </a:lnTo>
                  <a:lnTo>
                    <a:pt x="172" y="918"/>
                  </a:lnTo>
                  <a:lnTo>
                    <a:pt x="168" y="874"/>
                  </a:lnTo>
                  <a:lnTo>
                    <a:pt x="164" y="829"/>
                  </a:lnTo>
                  <a:lnTo>
                    <a:pt x="161" y="785"/>
                  </a:lnTo>
                  <a:lnTo>
                    <a:pt x="159" y="740"/>
                  </a:lnTo>
                  <a:lnTo>
                    <a:pt x="158" y="695"/>
                  </a:lnTo>
                  <a:lnTo>
                    <a:pt x="157" y="649"/>
                  </a:lnTo>
                  <a:lnTo>
                    <a:pt x="158" y="608"/>
                  </a:lnTo>
                  <a:lnTo>
                    <a:pt x="159" y="567"/>
                  </a:lnTo>
                  <a:lnTo>
                    <a:pt x="160" y="526"/>
                  </a:lnTo>
                  <a:lnTo>
                    <a:pt x="163" y="485"/>
                  </a:lnTo>
                  <a:lnTo>
                    <a:pt x="166" y="445"/>
                  </a:lnTo>
                  <a:lnTo>
                    <a:pt x="170" y="404"/>
                  </a:lnTo>
                  <a:lnTo>
                    <a:pt x="174" y="364"/>
                  </a:lnTo>
                  <a:lnTo>
                    <a:pt x="179" y="324"/>
                  </a:lnTo>
                  <a:lnTo>
                    <a:pt x="185" y="284"/>
                  </a:lnTo>
                  <a:lnTo>
                    <a:pt x="192" y="244"/>
                  </a:lnTo>
                  <a:lnTo>
                    <a:pt x="199" y="205"/>
                  </a:lnTo>
                  <a:lnTo>
                    <a:pt x="206" y="166"/>
                  </a:lnTo>
                  <a:lnTo>
                    <a:pt x="215" y="127"/>
                  </a:lnTo>
                  <a:lnTo>
                    <a:pt x="225" y="88"/>
                  </a:lnTo>
                  <a:lnTo>
                    <a:pt x="234" y="50"/>
                  </a:lnTo>
                  <a:lnTo>
                    <a:pt x="245" y="11"/>
                  </a:lnTo>
                  <a:lnTo>
                    <a:pt x="225" y="10"/>
                  </a:lnTo>
                  <a:lnTo>
                    <a:pt x="204" y="8"/>
                  </a:lnTo>
                  <a:lnTo>
                    <a:pt x="184" y="6"/>
                  </a:lnTo>
                  <a:lnTo>
                    <a:pt x="164" y="5"/>
                  </a:lnTo>
                  <a:lnTo>
                    <a:pt x="145" y="3"/>
                  </a:lnTo>
                  <a:lnTo>
                    <a:pt x="124" y="2"/>
                  </a:lnTo>
                  <a:lnTo>
                    <a:pt x="105" y="1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7FA3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5" name="Freeform 631"/>
            <p:cNvSpPr>
              <a:spLocks/>
            </p:cNvSpPr>
            <p:nvPr/>
          </p:nvSpPr>
          <p:spPr bwMode="auto">
            <a:xfrm>
              <a:off x="2564" y="1613"/>
              <a:ext cx="34" cy="169"/>
            </a:xfrm>
            <a:custGeom>
              <a:avLst/>
              <a:gdLst>
                <a:gd name="T0" fmla="*/ 1 w 270"/>
                <a:gd name="T1" fmla="*/ 1 h 1355"/>
                <a:gd name="T2" fmla="*/ 1 w 270"/>
                <a:gd name="T3" fmla="*/ 2 h 1355"/>
                <a:gd name="T4" fmla="*/ 1 w 270"/>
                <a:gd name="T5" fmla="*/ 3 h 1355"/>
                <a:gd name="T6" fmla="*/ 0 w 270"/>
                <a:gd name="T7" fmla="*/ 4 h 1355"/>
                <a:gd name="T8" fmla="*/ 0 w 270"/>
                <a:gd name="T9" fmla="*/ 5 h 1355"/>
                <a:gd name="T10" fmla="*/ 0 w 270"/>
                <a:gd name="T11" fmla="*/ 7 h 1355"/>
                <a:gd name="T12" fmla="*/ 0 w 270"/>
                <a:gd name="T13" fmla="*/ 8 h 1355"/>
                <a:gd name="T14" fmla="*/ 0 w 270"/>
                <a:gd name="T15" fmla="*/ 9 h 1355"/>
                <a:gd name="T16" fmla="*/ 0 w 270"/>
                <a:gd name="T17" fmla="*/ 11 h 1355"/>
                <a:gd name="T18" fmla="*/ 0 w 270"/>
                <a:gd name="T19" fmla="*/ 12 h 1355"/>
                <a:gd name="T20" fmla="*/ 0 w 270"/>
                <a:gd name="T21" fmla="*/ 13 h 1355"/>
                <a:gd name="T22" fmla="*/ 0 w 270"/>
                <a:gd name="T23" fmla="*/ 15 h 1355"/>
                <a:gd name="T24" fmla="*/ 1 w 270"/>
                <a:gd name="T25" fmla="*/ 16 h 1355"/>
                <a:gd name="T26" fmla="*/ 1 w 270"/>
                <a:gd name="T27" fmla="*/ 17 h 1355"/>
                <a:gd name="T28" fmla="*/ 1 w 270"/>
                <a:gd name="T29" fmla="*/ 19 h 1355"/>
                <a:gd name="T30" fmla="*/ 1 w 270"/>
                <a:gd name="T31" fmla="*/ 20 h 1355"/>
                <a:gd name="T32" fmla="*/ 2 w 270"/>
                <a:gd name="T33" fmla="*/ 21 h 1355"/>
                <a:gd name="T34" fmla="*/ 3 w 270"/>
                <a:gd name="T35" fmla="*/ 21 h 1355"/>
                <a:gd name="T36" fmla="*/ 3 w 270"/>
                <a:gd name="T37" fmla="*/ 21 h 1355"/>
                <a:gd name="T38" fmla="*/ 4 w 270"/>
                <a:gd name="T39" fmla="*/ 21 h 1355"/>
                <a:gd name="T40" fmla="*/ 4 w 270"/>
                <a:gd name="T41" fmla="*/ 20 h 1355"/>
                <a:gd name="T42" fmla="*/ 4 w 270"/>
                <a:gd name="T43" fmla="*/ 19 h 1355"/>
                <a:gd name="T44" fmla="*/ 3 w 270"/>
                <a:gd name="T45" fmla="*/ 18 h 1355"/>
                <a:gd name="T46" fmla="*/ 3 w 270"/>
                <a:gd name="T47" fmla="*/ 16 h 1355"/>
                <a:gd name="T48" fmla="*/ 3 w 270"/>
                <a:gd name="T49" fmla="*/ 15 h 1355"/>
                <a:gd name="T50" fmla="*/ 3 w 270"/>
                <a:gd name="T51" fmla="*/ 14 h 1355"/>
                <a:gd name="T52" fmla="*/ 3 w 270"/>
                <a:gd name="T53" fmla="*/ 12 h 1355"/>
                <a:gd name="T54" fmla="*/ 3 w 270"/>
                <a:gd name="T55" fmla="*/ 11 h 1355"/>
                <a:gd name="T56" fmla="*/ 3 w 270"/>
                <a:gd name="T57" fmla="*/ 9 h 1355"/>
                <a:gd name="T58" fmla="*/ 3 w 270"/>
                <a:gd name="T59" fmla="*/ 8 h 1355"/>
                <a:gd name="T60" fmla="*/ 3 w 270"/>
                <a:gd name="T61" fmla="*/ 7 h 1355"/>
                <a:gd name="T62" fmla="*/ 3 w 270"/>
                <a:gd name="T63" fmla="*/ 6 h 1355"/>
                <a:gd name="T64" fmla="*/ 3 w 270"/>
                <a:gd name="T65" fmla="*/ 4 h 1355"/>
                <a:gd name="T66" fmla="*/ 3 w 270"/>
                <a:gd name="T67" fmla="*/ 3 h 1355"/>
                <a:gd name="T68" fmla="*/ 3 w 270"/>
                <a:gd name="T69" fmla="*/ 2 h 1355"/>
                <a:gd name="T70" fmla="*/ 4 w 270"/>
                <a:gd name="T71" fmla="*/ 1 h 1355"/>
                <a:gd name="T72" fmla="*/ 4 w 270"/>
                <a:gd name="T73" fmla="*/ 0 h 1355"/>
                <a:gd name="T74" fmla="*/ 3 w 270"/>
                <a:gd name="T75" fmla="*/ 0 h 1355"/>
                <a:gd name="T76" fmla="*/ 2 w 270"/>
                <a:gd name="T77" fmla="*/ 0 h 1355"/>
                <a:gd name="T78" fmla="*/ 2 w 270"/>
                <a:gd name="T79" fmla="*/ 0 h 135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0"/>
                <a:gd name="T121" fmla="*/ 0 h 1355"/>
                <a:gd name="T122" fmla="*/ 270 w 270"/>
                <a:gd name="T123" fmla="*/ 1355 h 135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0" h="1355">
                  <a:moveTo>
                    <a:pt x="86" y="0"/>
                  </a:moveTo>
                  <a:lnTo>
                    <a:pt x="76" y="39"/>
                  </a:lnTo>
                  <a:lnTo>
                    <a:pt x="66" y="77"/>
                  </a:lnTo>
                  <a:lnTo>
                    <a:pt x="57" y="117"/>
                  </a:lnTo>
                  <a:lnTo>
                    <a:pt x="48" y="156"/>
                  </a:lnTo>
                  <a:lnTo>
                    <a:pt x="41" y="195"/>
                  </a:lnTo>
                  <a:lnTo>
                    <a:pt x="34" y="235"/>
                  </a:lnTo>
                  <a:lnTo>
                    <a:pt x="27" y="275"/>
                  </a:lnTo>
                  <a:lnTo>
                    <a:pt x="22" y="316"/>
                  </a:lnTo>
                  <a:lnTo>
                    <a:pt x="17" y="355"/>
                  </a:lnTo>
                  <a:lnTo>
                    <a:pt x="12" y="397"/>
                  </a:lnTo>
                  <a:lnTo>
                    <a:pt x="8" y="437"/>
                  </a:lnTo>
                  <a:lnTo>
                    <a:pt x="5" y="478"/>
                  </a:lnTo>
                  <a:lnTo>
                    <a:pt x="3" y="519"/>
                  </a:lnTo>
                  <a:lnTo>
                    <a:pt x="1" y="561"/>
                  </a:lnTo>
                  <a:lnTo>
                    <a:pt x="0" y="603"/>
                  </a:lnTo>
                  <a:lnTo>
                    <a:pt x="0" y="644"/>
                  </a:lnTo>
                  <a:lnTo>
                    <a:pt x="0" y="689"/>
                  </a:lnTo>
                  <a:lnTo>
                    <a:pt x="1" y="732"/>
                  </a:lnTo>
                  <a:lnTo>
                    <a:pt x="3" y="777"/>
                  </a:lnTo>
                  <a:lnTo>
                    <a:pt x="6" y="820"/>
                  </a:lnTo>
                  <a:lnTo>
                    <a:pt x="9" y="863"/>
                  </a:lnTo>
                  <a:lnTo>
                    <a:pt x="14" y="906"/>
                  </a:lnTo>
                  <a:lnTo>
                    <a:pt x="18" y="949"/>
                  </a:lnTo>
                  <a:lnTo>
                    <a:pt x="24" y="992"/>
                  </a:lnTo>
                  <a:lnTo>
                    <a:pt x="31" y="1034"/>
                  </a:lnTo>
                  <a:lnTo>
                    <a:pt x="38" y="1076"/>
                  </a:lnTo>
                  <a:lnTo>
                    <a:pt x="45" y="1119"/>
                  </a:lnTo>
                  <a:lnTo>
                    <a:pt x="54" y="1160"/>
                  </a:lnTo>
                  <a:lnTo>
                    <a:pt x="64" y="1202"/>
                  </a:lnTo>
                  <a:lnTo>
                    <a:pt x="74" y="1242"/>
                  </a:lnTo>
                  <a:lnTo>
                    <a:pt x="85" y="1284"/>
                  </a:lnTo>
                  <a:lnTo>
                    <a:pt x="96" y="1324"/>
                  </a:lnTo>
                  <a:lnTo>
                    <a:pt x="117" y="1328"/>
                  </a:lnTo>
                  <a:lnTo>
                    <a:pt x="138" y="1333"/>
                  </a:lnTo>
                  <a:lnTo>
                    <a:pt x="161" y="1337"/>
                  </a:lnTo>
                  <a:lnTo>
                    <a:pt x="182" y="1341"/>
                  </a:lnTo>
                  <a:lnTo>
                    <a:pt x="204" y="1344"/>
                  </a:lnTo>
                  <a:lnTo>
                    <a:pt x="226" y="1348"/>
                  </a:lnTo>
                  <a:lnTo>
                    <a:pt x="248" y="1352"/>
                  </a:lnTo>
                  <a:lnTo>
                    <a:pt x="270" y="1355"/>
                  </a:lnTo>
                  <a:lnTo>
                    <a:pt x="256" y="1313"/>
                  </a:lnTo>
                  <a:lnTo>
                    <a:pt x="244" y="1271"/>
                  </a:lnTo>
                  <a:lnTo>
                    <a:pt x="232" y="1227"/>
                  </a:lnTo>
                  <a:lnTo>
                    <a:pt x="222" y="1185"/>
                  </a:lnTo>
                  <a:lnTo>
                    <a:pt x="211" y="1141"/>
                  </a:lnTo>
                  <a:lnTo>
                    <a:pt x="201" y="1098"/>
                  </a:lnTo>
                  <a:lnTo>
                    <a:pt x="193" y="1053"/>
                  </a:lnTo>
                  <a:lnTo>
                    <a:pt x="186" y="1009"/>
                  </a:lnTo>
                  <a:lnTo>
                    <a:pt x="179" y="964"/>
                  </a:lnTo>
                  <a:lnTo>
                    <a:pt x="173" y="919"/>
                  </a:lnTo>
                  <a:lnTo>
                    <a:pt x="168" y="874"/>
                  </a:lnTo>
                  <a:lnTo>
                    <a:pt x="164" y="828"/>
                  </a:lnTo>
                  <a:lnTo>
                    <a:pt x="161" y="783"/>
                  </a:lnTo>
                  <a:lnTo>
                    <a:pt x="159" y="737"/>
                  </a:lnTo>
                  <a:lnTo>
                    <a:pt x="157" y="691"/>
                  </a:lnTo>
                  <a:lnTo>
                    <a:pt x="157" y="644"/>
                  </a:lnTo>
                  <a:lnTo>
                    <a:pt x="157" y="604"/>
                  </a:lnTo>
                  <a:lnTo>
                    <a:pt x="158" y="563"/>
                  </a:lnTo>
                  <a:lnTo>
                    <a:pt x="160" y="523"/>
                  </a:lnTo>
                  <a:lnTo>
                    <a:pt x="162" y="482"/>
                  </a:lnTo>
                  <a:lnTo>
                    <a:pt x="166" y="442"/>
                  </a:lnTo>
                  <a:lnTo>
                    <a:pt x="169" y="402"/>
                  </a:lnTo>
                  <a:lnTo>
                    <a:pt x="174" y="362"/>
                  </a:lnTo>
                  <a:lnTo>
                    <a:pt x="179" y="322"/>
                  </a:lnTo>
                  <a:lnTo>
                    <a:pt x="185" y="284"/>
                  </a:lnTo>
                  <a:lnTo>
                    <a:pt x="192" y="244"/>
                  </a:lnTo>
                  <a:lnTo>
                    <a:pt x="199" y="206"/>
                  </a:lnTo>
                  <a:lnTo>
                    <a:pt x="206" y="166"/>
                  </a:lnTo>
                  <a:lnTo>
                    <a:pt x="215" y="128"/>
                  </a:lnTo>
                  <a:lnTo>
                    <a:pt x="225" y="90"/>
                  </a:lnTo>
                  <a:lnTo>
                    <a:pt x="235" y="52"/>
                  </a:lnTo>
                  <a:lnTo>
                    <a:pt x="245" y="14"/>
                  </a:lnTo>
                  <a:lnTo>
                    <a:pt x="225" y="12"/>
                  </a:lnTo>
                  <a:lnTo>
                    <a:pt x="204" y="10"/>
                  </a:lnTo>
                  <a:lnTo>
                    <a:pt x="185" y="8"/>
                  </a:lnTo>
                  <a:lnTo>
                    <a:pt x="165" y="6"/>
                  </a:lnTo>
                  <a:lnTo>
                    <a:pt x="145" y="5"/>
                  </a:lnTo>
                  <a:lnTo>
                    <a:pt x="125" y="3"/>
                  </a:lnTo>
                  <a:lnTo>
                    <a:pt x="105" y="1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81A4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6" name="Freeform 632"/>
            <p:cNvSpPr>
              <a:spLocks/>
            </p:cNvSpPr>
            <p:nvPr/>
          </p:nvSpPr>
          <p:spPr bwMode="auto">
            <a:xfrm>
              <a:off x="2574" y="1614"/>
              <a:ext cx="35" cy="170"/>
            </a:xfrm>
            <a:custGeom>
              <a:avLst/>
              <a:gdLst>
                <a:gd name="T0" fmla="*/ 1 w 279"/>
                <a:gd name="T1" fmla="*/ 1 h 1362"/>
                <a:gd name="T2" fmla="*/ 1 w 279"/>
                <a:gd name="T3" fmla="*/ 2 h 1362"/>
                <a:gd name="T4" fmla="*/ 1 w 279"/>
                <a:gd name="T5" fmla="*/ 3 h 1362"/>
                <a:gd name="T6" fmla="*/ 1 w 279"/>
                <a:gd name="T7" fmla="*/ 4 h 1362"/>
                <a:gd name="T8" fmla="*/ 0 w 279"/>
                <a:gd name="T9" fmla="*/ 5 h 1362"/>
                <a:gd name="T10" fmla="*/ 0 w 279"/>
                <a:gd name="T11" fmla="*/ 7 h 1362"/>
                <a:gd name="T12" fmla="*/ 0 w 279"/>
                <a:gd name="T13" fmla="*/ 8 h 1362"/>
                <a:gd name="T14" fmla="*/ 0 w 279"/>
                <a:gd name="T15" fmla="*/ 9 h 1362"/>
                <a:gd name="T16" fmla="*/ 0 w 279"/>
                <a:gd name="T17" fmla="*/ 11 h 1362"/>
                <a:gd name="T18" fmla="*/ 0 w 279"/>
                <a:gd name="T19" fmla="*/ 12 h 1362"/>
                <a:gd name="T20" fmla="*/ 0 w 279"/>
                <a:gd name="T21" fmla="*/ 13 h 1362"/>
                <a:gd name="T22" fmla="*/ 0 w 279"/>
                <a:gd name="T23" fmla="*/ 15 h 1362"/>
                <a:gd name="T24" fmla="*/ 1 w 279"/>
                <a:gd name="T25" fmla="*/ 16 h 1362"/>
                <a:gd name="T26" fmla="*/ 1 w 279"/>
                <a:gd name="T27" fmla="*/ 17 h 1362"/>
                <a:gd name="T28" fmla="*/ 1 w 279"/>
                <a:gd name="T29" fmla="*/ 19 h 1362"/>
                <a:gd name="T30" fmla="*/ 2 w 279"/>
                <a:gd name="T31" fmla="*/ 20 h 1362"/>
                <a:gd name="T32" fmla="*/ 2 w 279"/>
                <a:gd name="T33" fmla="*/ 21 h 1362"/>
                <a:gd name="T34" fmla="*/ 3 w 279"/>
                <a:gd name="T35" fmla="*/ 21 h 1362"/>
                <a:gd name="T36" fmla="*/ 4 w 279"/>
                <a:gd name="T37" fmla="*/ 21 h 1362"/>
                <a:gd name="T38" fmla="*/ 4 w 279"/>
                <a:gd name="T39" fmla="*/ 21 h 1362"/>
                <a:gd name="T40" fmla="*/ 4 w 279"/>
                <a:gd name="T41" fmla="*/ 21 h 1362"/>
                <a:gd name="T42" fmla="*/ 4 w 279"/>
                <a:gd name="T43" fmla="*/ 19 h 1362"/>
                <a:gd name="T44" fmla="*/ 3 w 279"/>
                <a:gd name="T45" fmla="*/ 18 h 1362"/>
                <a:gd name="T46" fmla="*/ 3 w 279"/>
                <a:gd name="T47" fmla="*/ 16 h 1362"/>
                <a:gd name="T48" fmla="*/ 3 w 279"/>
                <a:gd name="T49" fmla="*/ 15 h 1362"/>
                <a:gd name="T50" fmla="*/ 3 w 279"/>
                <a:gd name="T51" fmla="*/ 14 h 1362"/>
                <a:gd name="T52" fmla="*/ 3 w 279"/>
                <a:gd name="T53" fmla="*/ 12 h 1362"/>
                <a:gd name="T54" fmla="*/ 3 w 279"/>
                <a:gd name="T55" fmla="*/ 11 h 1362"/>
                <a:gd name="T56" fmla="*/ 3 w 279"/>
                <a:gd name="T57" fmla="*/ 9 h 1362"/>
                <a:gd name="T58" fmla="*/ 3 w 279"/>
                <a:gd name="T59" fmla="*/ 8 h 1362"/>
                <a:gd name="T60" fmla="*/ 3 w 279"/>
                <a:gd name="T61" fmla="*/ 7 h 1362"/>
                <a:gd name="T62" fmla="*/ 3 w 279"/>
                <a:gd name="T63" fmla="*/ 6 h 1362"/>
                <a:gd name="T64" fmla="*/ 3 w 279"/>
                <a:gd name="T65" fmla="*/ 4 h 1362"/>
                <a:gd name="T66" fmla="*/ 3 w 279"/>
                <a:gd name="T67" fmla="*/ 3 h 1362"/>
                <a:gd name="T68" fmla="*/ 3 w 279"/>
                <a:gd name="T69" fmla="*/ 2 h 1362"/>
                <a:gd name="T70" fmla="*/ 4 w 279"/>
                <a:gd name="T71" fmla="*/ 1 h 1362"/>
                <a:gd name="T72" fmla="*/ 4 w 279"/>
                <a:gd name="T73" fmla="*/ 0 h 1362"/>
                <a:gd name="T74" fmla="*/ 3 w 279"/>
                <a:gd name="T75" fmla="*/ 0 h 1362"/>
                <a:gd name="T76" fmla="*/ 2 w 279"/>
                <a:gd name="T77" fmla="*/ 0 h 1362"/>
                <a:gd name="T78" fmla="*/ 2 w 279"/>
                <a:gd name="T79" fmla="*/ 0 h 13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79"/>
                <a:gd name="T121" fmla="*/ 0 h 1362"/>
                <a:gd name="T122" fmla="*/ 279 w 279"/>
                <a:gd name="T123" fmla="*/ 1362 h 13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79" h="1362">
                  <a:moveTo>
                    <a:pt x="88" y="0"/>
                  </a:moveTo>
                  <a:lnTo>
                    <a:pt x="77" y="39"/>
                  </a:lnTo>
                  <a:lnTo>
                    <a:pt x="68" y="77"/>
                  </a:lnTo>
                  <a:lnTo>
                    <a:pt x="58" y="116"/>
                  </a:lnTo>
                  <a:lnTo>
                    <a:pt x="49" y="155"/>
                  </a:lnTo>
                  <a:lnTo>
                    <a:pt x="42" y="194"/>
                  </a:lnTo>
                  <a:lnTo>
                    <a:pt x="35" y="233"/>
                  </a:lnTo>
                  <a:lnTo>
                    <a:pt x="28" y="273"/>
                  </a:lnTo>
                  <a:lnTo>
                    <a:pt x="22" y="313"/>
                  </a:lnTo>
                  <a:lnTo>
                    <a:pt x="17" y="353"/>
                  </a:lnTo>
                  <a:lnTo>
                    <a:pt x="13" y="393"/>
                  </a:lnTo>
                  <a:lnTo>
                    <a:pt x="9" y="434"/>
                  </a:lnTo>
                  <a:lnTo>
                    <a:pt x="6" y="474"/>
                  </a:lnTo>
                  <a:lnTo>
                    <a:pt x="3" y="515"/>
                  </a:lnTo>
                  <a:lnTo>
                    <a:pt x="2" y="556"/>
                  </a:lnTo>
                  <a:lnTo>
                    <a:pt x="1" y="597"/>
                  </a:lnTo>
                  <a:lnTo>
                    <a:pt x="0" y="638"/>
                  </a:lnTo>
                  <a:lnTo>
                    <a:pt x="1" y="684"/>
                  </a:lnTo>
                  <a:lnTo>
                    <a:pt x="2" y="729"/>
                  </a:lnTo>
                  <a:lnTo>
                    <a:pt x="4" y="774"/>
                  </a:lnTo>
                  <a:lnTo>
                    <a:pt x="7" y="818"/>
                  </a:lnTo>
                  <a:lnTo>
                    <a:pt x="11" y="863"/>
                  </a:lnTo>
                  <a:lnTo>
                    <a:pt x="15" y="907"/>
                  </a:lnTo>
                  <a:lnTo>
                    <a:pt x="21" y="951"/>
                  </a:lnTo>
                  <a:lnTo>
                    <a:pt x="27" y="994"/>
                  </a:lnTo>
                  <a:lnTo>
                    <a:pt x="34" y="1038"/>
                  </a:lnTo>
                  <a:lnTo>
                    <a:pt x="41" y="1082"/>
                  </a:lnTo>
                  <a:lnTo>
                    <a:pt x="50" y="1124"/>
                  </a:lnTo>
                  <a:lnTo>
                    <a:pt x="59" y="1167"/>
                  </a:lnTo>
                  <a:lnTo>
                    <a:pt x="70" y="1209"/>
                  </a:lnTo>
                  <a:lnTo>
                    <a:pt x="81" y="1252"/>
                  </a:lnTo>
                  <a:lnTo>
                    <a:pt x="92" y="1293"/>
                  </a:lnTo>
                  <a:lnTo>
                    <a:pt x="105" y="1335"/>
                  </a:lnTo>
                  <a:lnTo>
                    <a:pt x="128" y="1339"/>
                  </a:lnTo>
                  <a:lnTo>
                    <a:pt x="153" y="1343"/>
                  </a:lnTo>
                  <a:lnTo>
                    <a:pt x="177" y="1347"/>
                  </a:lnTo>
                  <a:lnTo>
                    <a:pt x="202" y="1351"/>
                  </a:lnTo>
                  <a:lnTo>
                    <a:pt x="222" y="1354"/>
                  </a:lnTo>
                  <a:lnTo>
                    <a:pt x="241" y="1357"/>
                  </a:lnTo>
                  <a:lnTo>
                    <a:pt x="260" y="1359"/>
                  </a:lnTo>
                  <a:lnTo>
                    <a:pt x="279" y="1362"/>
                  </a:lnTo>
                  <a:lnTo>
                    <a:pt x="265" y="1319"/>
                  </a:lnTo>
                  <a:lnTo>
                    <a:pt x="251" y="1276"/>
                  </a:lnTo>
                  <a:lnTo>
                    <a:pt x="239" y="1232"/>
                  </a:lnTo>
                  <a:lnTo>
                    <a:pt x="227" y="1189"/>
                  </a:lnTo>
                  <a:lnTo>
                    <a:pt x="216" y="1145"/>
                  </a:lnTo>
                  <a:lnTo>
                    <a:pt x="206" y="1101"/>
                  </a:lnTo>
                  <a:lnTo>
                    <a:pt x="197" y="1055"/>
                  </a:lnTo>
                  <a:lnTo>
                    <a:pt x="188" y="1011"/>
                  </a:lnTo>
                  <a:lnTo>
                    <a:pt x="181" y="965"/>
                  </a:lnTo>
                  <a:lnTo>
                    <a:pt x="175" y="920"/>
                  </a:lnTo>
                  <a:lnTo>
                    <a:pt x="170" y="873"/>
                  </a:lnTo>
                  <a:lnTo>
                    <a:pt x="165" y="826"/>
                  </a:lnTo>
                  <a:lnTo>
                    <a:pt x="162" y="780"/>
                  </a:lnTo>
                  <a:lnTo>
                    <a:pt x="159" y="733"/>
                  </a:lnTo>
                  <a:lnTo>
                    <a:pt x="158" y="686"/>
                  </a:lnTo>
                  <a:lnTo>
                    <a:pt x="157" y="638"/>
                  </a:lnTo>
                  <a:lnTo>
                    <a:pt x="158" y="599"/>
                  </a:lnTo>
                  <a:lnTo>
                    <a:pt x="159" y="558"/>
                  </a:lnTo>
                  <a:lnTo>
                    <a:pt x="161" y="518"/>
                  </a:lnTo>
                  <a:lnTo>
                    <a:pt x="163" y="478"/>
                  </a:lnTo>
                  <a:lnTo>
                    <a:pt x="166" y="439"/>
                  </a:lnTo>
                  <a:lnTo>
                    <a:pt x="170" y="399"/>
                  </a:lnTo>
                  <a:lnTo>
                    <a:pt x="175" y="360"/>
                  </a:lnTo>
                  <a:lnTo>
                    <a:pt x="180" y="321"/>
                  </a:lnTo>
                  <a:lnTo>
                    <a:pt x="186" y="283"/>
                  </a:lnTo>
                  <a:lnTo>
                    <a:pt x="192" y="244"/>
                  </a:lnTo>
                  <a:lnTo>
                    <a:pt x="200" y="206"/>
                  </a:lnTo>
                  <a:lnTo>
                    <a:pt x="207" y="167"/>
                  </a:lnTo>
                  <a:lnTo>
                    <a:pt x="217" y="130"/>
                  </a:lnTo>
                  <a:lnTo>
                    <a:pt x="226" y="92"/>
                  </a:lnTo>
                  <a:lnTo>
                    <a:pt x="236" y="55"/>
                  </a:lnTo>
                  <a:lnTo>
                    <a:pt x="246" y="17"/>
                  </a:lnTo>
                  <a:lnTo>
                    <a:pt x="227" y="15"/>
                  </a:lnTo>
                  <a:lnTo>
                    <a:pt x="206" y="12"/>
                  </a:lnTo>
                  <a:lnTo>
                    <a:pt x="186" y="10"/>
                  </a:lnTo>
                  <a:lnTo>
                    <a:pt x="167" y="8"/>
                  </a:lnTo>
                  <a:lnTo>
                    <a:pt x="147" y="6"/>
                  </a:lnTo>
                  <a:lnTo>
                    <a:pt x="127" y="4"/>
                  </a:lnTo>
                  <a:lnTo>
                    <a:pt x="107" y="2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83A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7" name="Freeform 633"/>
            <p:cNvSpPr>
              <a:spLocks/>
            </p:cNvSpPr>
            <p:nvPr/>
          </p:nvSpPr>
          <p:spPr bwMode="auto">
            <a:xfrm>
              <a:off x="2584" y="1615"/>
              <a:ext cx="36" cy="170"/>
            </a:xfrm>
            <a:custGeom>
              <a:avLst/>
              <a:gdLst>
                <a:gd name="T0" fmla="*/ 1 w 287"/>
                <a:gd name="T1" fmla="*/ 1 h 1366"/>
                <a:gd name="T2" fmla="*/ 1 w 287"/>
                <a:gd name="T3" fmla="*/ 2 h 1366"/>
                <a:gd name="T4" fmla="*/ 1 w 287"/>
                <a:gd name="T5" fmla="*/ 3 h 1366"/>
                <a:gd name="T6" fmla="*/ 1 w 287"/>
                <a:gd name="T7" fmla="*/ 4 h 1366"/>
                <a:gd name="T8" fmla="*/ 0 w 287"/>
                <a:gd name="T9" fmla="*/ 5 h 1366"/>
                <a:gd name="T10" fmla="*/ 0 w 287"/>
                <a:gd name="T11" fmla="*/ 7 h 1366"/>
                <a:gd name="T12" fmla="*/ 0 w 287"/>
                <a:gd name="T13" fmla="*/ 8 h 1366"/>
                <a:gd name="T14" fmla="*/ 0 w 287"/>
                <a:gd name="T15" fmla="*/ 9 h 1366"/>
                <a:gd name="T16" fmla="*/ 0 w 287"/>
                <a:gd name="T17" fmla="*/ 10 h 1366"/>
                <a:gd name="T18" fmla="*/ 0 w 287"/>
                <a:gd name="T19" fmla="*/ 12 h 1366"/>
                <a:gd name="T20" fmla="*/ 0 w 287"/>
                <a:gd name="T21" fmla="*/ 13 h 1366"/>
                <a:gd name="T22" fmla="*/ 0 w 287"/>
                <a:gd name="T23" fmla="*/ 15 h 1366"/>
                <a:gd name="T24" fmla="*/ 1 w 287"/>
                <a:gd name="T25" fmla="*/ 16 h 1366"/>
                <a:gd name="T26" fmla="*/ 1 w 287"/>
                <a:gd name="T27" fmla="*/ 17 h 1366"/>
                <a:gd name="T28" fmla="*/ 1 w 287"/>
                <a:gd name="T29" fmla="*/ 19 h 1366"/>
                <a:gd name="T30" fmla="*/ 2 w 287"/>
                <a:gd name="T31" fmla="*/ 20 h 1366"/>
                <a:gd name="T32" fmla="*/ 2 w 287"/>
                <a:gd name="T33" fmla="*/ 21 h 1366"/>
                <a:gd name="T34" fmla="*/ 3 w 287"/>
                <a:gd name="T35" fmla="*/ 21 h 1366"/>
                <a:gd name="T36" fmla="*/ 3 w 287"/>
                <a:gd name="T37" fmla="*/ 21 h 1366"/>
                <a:gd name="T38" fmla="*/ 4 w 287"/>
                <a:gd name="T39" fmla="*/ 21 h 1366"/>
                <a:gd name="T40" fmla="*/ 5 w 287"/>
                <a:gd name="T41" fmla="*/ 21 h 1366"/>
                <a:gd name="T42" fmla="*/ 4 w 287"/>
                <a:gd name="T43" fmla="*/ 20 h 1366"/>
                <a:gd name="T44" fmla="*/ 4 w 287"/>
                <a:gd name="T45" fmla="*/ 18 h 1366"/>
                <a:gd name="T46" fmla="*/ 3 w 287"/>
                <a:gd name="T47" fmla="*/ 17 h 1366"/>
                <a:gd name="T48" fmla="*/ 3 w 287"/>
                <a:gd name="T49" fmla="*/ 16 h 1366"/>
                <a:gd name="T50" fmla="*/ 3 w 287"/>
                <a:gd name="T51" fmla="*/ 14 h 1366"/>
                <a:gd name="T52" fmla="*/ 3 w 287"/>
                <a:gd name="T53" fmla="*/ 13 h 1366"/>
                <a:gd name="T54" fmla="*/ 3 w 287"/>
                <a:gd name="T55" fmla="*/ 11 h 1366"/>
                <a:gd name="T56" fmla="*/ 3 w 287"/>
                <a:gd name="T57" fmla="*/ 10 h 1366"/>
                <a:gd name="T58" fmla="*/ 3 w 287"/>
                <a:gd name="T59" fmla="*/ 9 h 1366"/>
                <a:gd name="T60" fmla="*/ 3 w 287"/>
                <a:gd name="T61" fmla="*/ 7 h 1366"/>
                <a:gd name="T62" fmla="*/ 3 w 287"/>
                <a:gd name="T63" fmla="*/ 6 h 1366"/>
                <a:gd name="T64" fmla="*/ 3 w 287"/>
                <a:gd name="T65" fmla="*/ 5 h 1366"/>
                <a:gd name="T66" fmla="*/ 3 w 287"/>
                <a:gd name="T67" fmla="*/ 4 h 1366"/>
                <a:gd name="T68" fmla="*/ 3 w 287"/>
                <a:gd name="T69" fmla="*/ 3 h 1366"/>
                <a:gd name="T70" fmla="*/ 4 w 287"/>
                <a:gd name="T71" fmla="*/ 1 h 1366"/>
                <a:gd name="T72" fmla="*/ 4 w 287"/>
                <a:gd name="T73" fmla="*/ 0 h 1366"/>
                <a:gd name="T74" fmla="*/ 3 w 287"/>
                <a:gd name="T75" fmla="*/ 0 h 1366"/>
                <a:gd name="T76" fmla="*/ 3 w 287"/>
                <a:gd name="T77" fmla="*/ 0 h 1366"/>
                <a:gd name="T78" fmla="*/ 2 w 287"/>
                <a:gd name="T79" fmla="*/ 0 h 1366"/>
                <a:gd name="T80" fmla="*/ 1 w 287"/>
                <a:gd name="T81" fmla="*/ 0 h 136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87"/>
                <a:gd name="T124" fmla="*/ 0 h 1366"/>
                <a:gd name="T125" fmla="*/ 287 w 287"/>
                <a:gd name="T126" fmla="*/ 1366 h 136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87" h="1366">
                  <a:moveTo>
                    <a:pt x="88" y="0"/>
                  </a:moveTo>
                  <a:lnTo>
                    <a:pt x="78" y="38"/>
                  </a:lnTo>
                  <a:lnTo>
                    <a:pt x="68" y="76"/>
                  </a:lnTo>
                  <a:lnTo>
                    <a:pt x="58" y="114"/>
                  </a:lnTo>
                  <a:lnTo>
                    <a:pt x="49" y="152"/>
                  </a:lnTo>
                  <a:lnTo>
                    <a:pt x="42" y="192"/>
                  </a:lnTo>
                  <a:lnTo>
                    <a:pt x="35" y="230"/>
                  </a:lnTo>
                  <a:lnTo>
                    <a:pt x="28" y="270"/>
                  </a:lnTo>
                  <a:lnTo>
                    <a:pt x="22" y="308"/>
                  </a:lnTo>
                  <a:lnTo>
                    <a:pt x="17" y="348"/>
                  </a:lnTo>
                  <a:lnTo>
                    <a:pt x="12" y="388"/>
                  </a:lnTo>
                  <a:lnTo>
                    <a:pt x="9" y="428"/>
                  </a:lnTo>
                  <a:lnTo>
                    <a:pt x="5" y="468"/>
                  </a:lnTo>
                  <a:lnTo>
                    <a:pt x="3" y="509"/>
                  </a:lnTo>
                  <a:lnTo>
                    <a:pt x="1" y="549"/>
                  </a:lnTo>
                  <a:lnTo>
                    <a:pt x="0" y="590"/>
                  </a:lnTo>
                  <a:lnTo>
                    <a:pt x="0" y="630"/>
                  </a:lnTo>
                  <a:lnTo>
                    <a:pt x="0" y="677"/>
                  </a:lnTo>
                  <a:lnTo>
                    <a:pt x="2" y="723"/>
                  </a:lnTo>
                  <a:lnTo>
                    <a:pt x="4" y="769"/>
                  </a:lnTo>
                  <a:lnTo>
                    <a:pt x="7" y="814"/>
                  </a:lnTo>
                  <a:lnTo>
                    <a:pt x="11" y="860"/>
                  </a:lnTo>
                  <a:lnTo>
                    <a:pt x="16" y="905"/>
                  </a:lnTo>
                  <a:lnTo>
                    <a:pt x="22" y="950"/>
                  </a:lnTo>
                  <a:lnTo>
                    <a:pt x="29" y="995"/>
                  </a:lnTo>
                  <a:lnTo>
                    <a:pt x="36" y="1039"/>
                  </a:lnTo>
                  <a:lnTo>
                    <a:pt x="44" y="1084"/>
                  </a:lnTo>
                  <a:lnTo>
                    <a:pt x="54" y="1127"/>
                  </a:lnTo>
                  <a:lnTo>
                    <a:pt x="65" y="1171"/>
                  </a:lnTo>
                  <a:lnTo>
                    <a:pt x="75" y="1213"/>
                  </a:lnTo>
                  <a:lnTo>
                    <a:pt x="87" y="1257"/>
                  </a:lnTo>
                  <a:lnTo>
                    <a:pt x="99" y="1299"/>
                  </a:lnTo>
                  <a:lnTo>
                    <a:pt x="113" y="1341"/>
                  </a:lnTo>
                  <a:lnTo>
                    <a:pt x="123" y="1343"/>
                  </a:lnTo>
                  <a:lnTo>
                    <a:pt x="144" y="1346"/>
                  </a:lnTo>
                  <a:lnTo>
                    <a:pt x="165" y="1349"/>
                  </a:lnTo>
                  <a:lnTo>
                    <a:pt x="185" y="1352"/>
                  </a:lnTo>
                  <a:lnTo>
                    <a:pt x="205" y="1355"/>
                  </a:lnTo>
                  <a:lnTo>
                    <a:pt x="227" y="1358"/>
                  </a:lnTo>
                  <a:lnTo>
                    <a:pt x="247" y="1360"/>
                  </a:lnTo>
                  <a:lnTo>
                    <a:pt x="267" y="1363"/>
                  </a:lnTo>
                  <a:lnTo>
                    <a:pt x="287" y="1366"/>
                  </a:lnTo>
                  <a:lnTo>
                    <a:pt x="272" y="1323"/>
                  </a:lnTo>
                  <a:lnTo>
                    <a:pt x="258" y="1279"/>
                  </a:lnTo>
                  <a:lnTo>
                    <a:pt x="244" y="1234"/>
                  </a:lnTo>
                  <a:lnTo>
                    <a:pt x="232" y="1191"/>
                  </a:lnTo>
                  <a:lnTo>
                    <a:pt x="220" y="1145"/>
                  </a:lnTo>
                  <a:lnTo>
                    <a:pt x="209" y="1101"/>
                  </a:lnTo>
                  <a:lnTo>
                    <a:pt x="199" y="1055"/>
                  </a:lnTo>
                  <a:lnTo>
                    <a:pt x="190" y="1009"/>
                  </a:lnTo>
                  <a:lnTo>
                    <a:pt x="183" y="963"/>
                  </a:lnTo>
                  <a:lnTo>
                    <a:pt x="176" y="917"/>
                  </a:lnTo>
                  <a:lnTo>
                    <a:pt x="170" y="869"/>
                  </a:lnTo>
                  <a:lnTo>
                    <a:pt x="165" y="822"/>
                  </a:lnTo>
                  <a:lnTo>
                    <a:pt x="162" y="775"/>
                  </a:lnTo>
                  <a:lnTo>
                    <a:pt x="159" y="727"/>
                  </a:lnTo>
                  <a:lnTo>
                    <a:pt x="158" y="679"/>
                  </a:lnTo>
                  <a:lnTo>
                    <a:pt x="157" y="630"/>
                  </a:lnTo>
                  <a:lnTo>
                    <a:pt x="157" y="591"/>
                  </a:lnTo>
                  <a:lnTo>
                    <a:pt x="158" y="551"/>
                  </a:lnTo>
                  <a:lnTo>
                    <a:pt x="160" y="512"/>
                  </a:lnTo>
                  <a:lnTo>
                    <a:pt x="163" y="473"/>
                  </a:lnTo>
                  <a:lnTo>
                    <a:pt x="166" y="434"/>
                  </a:lnTo>
                  <a:lnTo>
                    <a:pt x="170" y="395"/>
                  </a:lnTo>
                  <a:lnTo>
                    <a:pt x="174" y="357"/>
                  </a:lnTo>
                  <a:lnTo>
                    <a:pt x="180" y="318"/>
                  </a:lnTo>
                  <a:lnTo>
                    <a:pt x="186" y="280"/>
                  </a:lnTo>
                  <a:lnTo>
                    <a:pt x="192" y="242"/>
                  </a:lnTo>
                  <a:lnTo>
                    <a:pt x="199" y="205"/>
                  </a:lnTo>
                  <a:lnTo>
                    <a:pt x="207" y="167"/>
                  </a:lnTo>
                  <a:lnTo>
                    <a:pt x="217" y="130"/>
                  </a:lnTo>
                  <a:lnTo>
                    <a:pt x="226" y="93"/>
                  </a:lnTo>
                  <a:lnTo>
                    <a:pt x="236" y="56"/>
                  </a:lnTo>
                  <a:lnTo>
                    <a:pt x="246" y="21"/>
                  </a:lnTo>
                  <a:lnTo>
                    <a:pt x="227" y="17"/>
                  </a:lnTo>
                  <a:lnTo>
                    <a:pt x="206" y="14"/>
                  </a:lnTo>
                  <a:lnTo>
                    <a:pt x="186" y="12"/>
                  </a:lnTo>
                  <a:lnTo>
                    <a:pt x="167" y="9"/>
                  </a:lnTo>
                  <a:lnTo>
                    <a:pt x="147" y="7"/>
                  </a:lnTo>
                  <a:lnTo>
                    <a:pt x="127" y="4"/>
                  </a:lnTo>
                  <a:lnTo>
                    <a:pt x="107" y="2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85A8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8" name="Freeform 634"/>
            <p:cNvSpPr>
              <a:spLocks/>
            </p:cNvSpPr>
            <p:nvPr/>
          </p:nvSpPr>
          <p:spPr bwMode="auto">
            <a:xfrm>
              <a:off x="2593" y="1616"/>
              <a:ext cx="38" cy="171"/>
            </a:xfrm>
            <a:custGeom>
              <a:avLst/>
              <a:gdLst>
                <a:gd name="T0" fmla="*/ 1 w 298"/>
                <a:gd name="T1" fmla="*/ 1 h 1366"/>
                <a:gd name="T2" fmla="*/ 1 w 298"/>
                <a:gd name="T3" fmla="*/ 2 h 1366"/>
                <a:gd name="T4" fmla="*/ 1 w 298"/>
                <a:gd name="T5" fmla="*/ 3 h 1366"/>
                <a:gd name="T6" fmla="*/ 1 w 298"/>
                <a:gd name="T7" fmla="*/ 4 h 1366"/>
                <a:gd name="T8" fmla="*/ 0 w 298"/>
                <a:gd name="T9" fmla="*/ 5 h 1366"/>
                <a:gd name="T10" fmla="*/ 0 w 298"/>
                <a:gd name="T11" fmla="*/ 7 h 1366"/>
                <a:gd name="T12" fmla="*/ 0 w 298"/>
                <a:gd name="T13" fmla="*/ 8 h 1366"/>
                <a:gd name="T14" fmla="*/ 0 w 298"/>
                <a:gd name="T15" fmla="*/ 9 h 1366"/>
                <a:gd name="T16" fmla="*/ 0 w 298"/>
                <a:gd name="T17" fmla="*/ 11 h 1366"/>
                <a:gd name="T18" fmla="*/ 0 w 298"/>
                <a:gd name="T19" fmla="*/ 12 h 1366"/>
                <a:gd name="T20" fmla="*/ 0 w 298"/>
                <a:gd name="T21" fmla="*/ 13 h 1366"/>
                <a:gd name="T22" fmla="*/ 0 w 298"/>
                <a:gd name="T23" fmla="*/ 15 h 1366"/>
                <a:gd name="T24" fmla="*/ 1 w 298"/>
                <a:gd name="T25" fmla="*/ 16 h 1366"/>
                <a:gd name="T26" fmla="*/ 1 w 298"/>
                <a:gd name="T27" fmla="*/ 18 h 1366"/>
                <a:gd name="T28" fmla="*/ 1 w 298"/>
                <a:gd name="T29" fmla="*/ 19 h 1366"/>
                <a:gd name="T30" fmla="*/ 2 w 298"/>
                <a:gd name="T31" fmla="*/ 20 h 1366"/>
                <a:gd name="T32" fmla="*/ 2 w 298"/>
                <a:gd name="T33" fmla="*/ 21 h 1366"/>
                <a:gd name="T34" fmla="*/ 3 w 298"/>
                <a:gd name="T35" fmla="*/ 21 h 1366"/>
                <a:gd name="T36" fmla="*/ 4 w 298"/>
                <a:gd name="T37" fmla="*/ 21 h 1366"/>
                <a:gd name="T38" fmla="*/ 4 w 298"/>
                <a:gd name="T39" fmla="*/ 21 h 1366"/>
                <a:gd name="T40" fmla="*/ 5 w 298"/>
                <a:gd name="T41" fmla="*/ 21 h 1366"/>
                <a:gd name="T42" fmla="*/ 4 w 298"/>
                <a:gd name="T43" fmla="*/ 19 h 1366"/>
                <a:gd name="T44" fmla="*/ 4 w 298"/>
                <a:gd name="T45" fmla="*/ 18 h 1366"/>
                <a:gd name="T46" fmla="*/ 3 w 298"/>
                <a:gd name="T47" fmla="*/ 17 h 1366"/>
                <a:gd name="T48" fmla="*/ 3 w 298"/>
                <a:gd name="T49" fmla="*/ 15 h 1366"/>
                <a:gd name="T50" fmla="*/ 3 w 298"/>
                <a:gd name="T51" fmla="*/ 14 h 1366"/>
                <a:gd name="T52" fmla="*/ 3 w 298"/>
                <a:gd name="T53" fmla="*/ 12 h 1366"/>
                <a:gd name="T54" fmla="*/ 3 w 298"/>
                <a:gd name="T55" fmla="*/ 11 h 1366"/>
                <a:gd name="T56" fmla="*/ 3 w 298"/>
                <a:gd name="T57" fmla="*/ 9 h 1366"/>
                <a:gd name="T58" fmla="*/ 3 w 298"/>
                <a:gd name="T59" fmla="*/ 8 h 1366"/>
                <a:gd name="T60" fmla="*/ 3 w 298"/>
                <a:gd name="T61" fmla="*/ 7 h 1366"/>
                <a:gd name="T62" fmla="*/ 3 w 298"/>
                <a:gd name="T63" fmla="*/ 6 h 1366"/>
                <a:gd name="T64" fmla="*/ 3 w 298"/>
                <a:gd name="T65" fmla="*/ 4 h 1366"/>
                <a:gd name="T66" fmla="*/ 3 w 298"/>
                <a:gd name="T67" fmla="*/ 3 h 1366"/>
                <a:gd name="T68" fmla="*/ 4 w 298"/>
                <a:gd name="T69" fmla="*/ 2 h 1366"/>
                <a:gd name="T70" fmla="*/ 4 w 298"/>
                <a:gd name="T71" fmla="*/ 1 h 1366"/>
                <a:gd name="T72" fmla="*/ 4 w 298"/>
                <a:gd name="T73" fmla="*/ 0 h 1366"/>
                <a:gd name="T74" fmla="*/ 3 w 298"/>
                <a:gd name="T75" fmla="*/ 0 h 1366"/>
                <a:gd name="T76" fmla="*/ 2 w 298"/>
                <a:gd name="T77" fmla="*/ 0 h 1366"/>
                <a:gd name="T78" fmla="*/ 2 w 298"/>
                <a:gd name="T79" fmla="*/ 0 h 136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98"/>
                <a:gd name="T121" fmla="*/ 0 h 1366"/>
                <a:gd name="T122" fmla="*/ 298 w 298"/>
                <a:gd name="T123" fmla="*/ 1366 h 136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98" h="1366">
                  <a:moveTo>
                    <a:pt x="89" y="0"/>
                  </a:moveTo>
                  <a:lnTo>
                    <a:pt x="79" y="38"/>
                  </a:lnTo>
                  <a:lnTo>
                    <a:pt x="69" y="75"/>
                  </a:lnTo>
                  <a:lnTo>
                    <a:pt x="60" y="113"/>
                  </a:lnTo>
                  <a:lnTo>
                    <a:pt x="50" y="150"/>
                  </a:lnTo>
                  <a:lnTo>
                    <a:pt x="43" y="189"/>
                  </a:lnTo>
                  <a:lnTo>
                    <a:pt x="35" y="227"/>
                  </a:lnTo>
                  <a:lnTo>
                    <a:pt x="29" y="266"/>
                  </a:lnTo>
                  <a:lnTo>
                    <a:pt x="23" y="304"/>
                  </a:lnTo>
                  <a:lnTo>
                    <a:pt x="18" y="343"/>
                  </a:lnTo>
                  <a:lnTo>
                    <a:pt x="13" y="382"/>
                  </a:lnTo>
                  <a:lnTo>
                    <a:pt x="9" y="422"/>
                  </a:lnTo>
                  <a:lnTo>
                    <a:pt x="6" y="461"/>
                  </a:lnTo>
                  <a:lnTo>
                    <a:pt x="4" y="501"/>
                  </a:lnTo>
                  <a:lnTo>
                    <a:pt x="2" y="541"/>
                  </a:lnTo>
                  <a:lnTo>
                    <a:pt x="1" y="582"/>
                  </a:lnTo>
                  <a:lnTo>
                    <a:pt x="0" y="621"/>
                  </a:lnTo>
                  <a:lnTo>
                    <a:pt x="1" y="669"/>
                  </a:lnTo>
                  <a:lnTo>
                    <a:pt x="2" y="716"/>
                  </a:lnTo>
                  <a:lnTo>
                    <a:pt x="5" y="763"/>
                  </a:lnTo>
                  <a:lnTo>
                    <a:pt x="8" y="809"/>
                  </a:lnTo>
                  <a:lnTo>
                    <a:pt x="13" y="856"/>
                  </a:lnTo>
                  <a:lnTo>
                    <a:pt x="18" y="903"/>
                  </a:lnTo>
                  <a:lnTo>
                    <a:pt x="24" y="948"/>
                  </a:lnTo>
                  <a:lnTo>
                    <a:pt x="31" y="994"/>
                  </a:lnTo>
                  <a:lnTo>
                    <a:pt x="40" y="1038"/>
                  </a:lnTo>
                  <a:lnTo>
                    <a:pt x="49" y="1084"/>
                  </a:lnTo>
                  <a:lnTo>
                    <a:pt x="59" y="1128"/>
                  </a:lnTo>
                  <a:lnTo>
                    <a:pt x="70" y="1172"/>
                  </a:lnTo>
                  <a:lnTo>
                    <a:pt x="82" y="1216"/>
                  </a:lnTo>
                  <a:lnTo>
                    <a:pt x="94" y="1259"/>
                  </a:lnTo>
                  <a:lnTo>
                    <a:pt x="108" y="1302"/>
                  </a:lnTo>
                  <a:lnTo>
                    <a:pt x="122" y="1345"/>
                  </a:lnTo>
                  <a:lnTo>
                    <a:pt x="145" y="1348"/>
                  </a:lnTo>
                  <a:lnTo>
                    <a:pt x="167" y="1351"/>
                  </a:lnTo>
                  <a:lnTo>
                    <a:pt x="188" y="1354"/>
                  </a:lnTo>
                  <a:lnTo>
                    <a:pt x="210" y="1357"/>
                  </a:lnTo>
                  <a:lnTo>
                    <a:pt x="233" y="1359"/>
                  </a:lnTo>
                  <a:lnTo>
                    <a:pt x="254" y="1362"/>
                  </a:lnTo>
                  <a:lnTo>
                    <a:pt x="276" y="1364"/>
                  </a:lnTo>
                  <a:lnTo>
                    <a:pt x="298" y="1366"/>
                  </a:lnTo>
                  <a:lnTo>
                    <a:pt x="281" y="1323"/>
                  </a:lnTo>
                  <a:lnTo>
                    <a:pt x="266" y="1279"/>
                  </a:lnTo>
                  <a:lnTo>
                    <a:pt x="251" y="1235"/>
                  </a:lnTo>
                  <a:lnTo>
                    <a:pt x="238" y="1190"/>
                  </a:lnTo>
                  <a:lnTo>
                    <a:pt x="225" y="1144"/>
                  </a:lnTo>
                  <a:lnTo>
                    <a:pt x="214" y="1099"/>
                  </a:lnTo>
                  <a:lnTo>
                    <a:pt x="203" y="1052"/>
                  </a:lnTo>
                  <a:lnTo>
                    <a:pt x="193" y="1006"/>
                  </a:lnTo>
                  <a:lnTo>
                    <a:pt x="185" y="959"/>
                  </a:lnTo>
                  <a:lnTo>
                    <a:pt x="178" y="912"/>
                  </a:lnTo>
                  <a:lnTo>
                    <a:pt x="172" y="864"/>
                  </a:lnTo>
                  <a:lnTo>
                    <a:pt x="167" y="816"/>
                  </a:lnTo>
                  <a:lnTo>
                    <a:pt x="163" y="768"/>
                  </a:lnTo>
                  <a:lnTo>
                    <a:pt x="160" y="719"/>
                  </a:lnTo>
                  <a:lnTo>
                    <a:pt x="158" y="671"/>
                  </a:lnTo>
                  <a:lnTo>
                    <a:pt x="157" y="621"/>
                  </a:lnTo>
                  <a:lnTo>
                    <a:pt x="158" y="583"/>
                  </a:lnTo>
                  <a:lnTo>
                    <a:pt x="159" y="544"/>
                  </a:lnTo>
                  <a:lnTo>
                    <a:pt x="161" y="505"/>
                  </a:lnTo>
                  <a:lnTo>
                    <a:pt x="163" y="466"/>
                  </a:lnTo>
                  <a:lnTo>
                    <a:pt x="166" y="429"/>
                  </a:lnTo>
                  <a:lnTo>
                    <a:pt x="170" y="390"/>
                  </a:lnTo>
                  <a:lnTo>
                    <a:pt x="175" y="353"/>
                  </a:lnTo>
                  <a:lnTo>
                    <a:pt x="180" y="315"/>
                  </a:lnTo>
                  <a:lnTo>
                    <a:pt x="186" y="278"/>
                  </a:lnTo>
                  <a:lnTo>
                    <a:pt x="193" y="240"/>
                  </a:lnTo>
                  <a:lnTo>
                    <a:pt x="200" y="204"/>
                  </a:lnTo>
                  <a:lnTo>
                    <a:pt x="208" y="166"/>
                  </a:lnTo>
                  <a:lnTo>
                    <a:pt x="217" y="130"/>
                  </a:lnTo>
                  <a:lnTo>
                    <a:pt x="226" y="95"/>
                  </a:lnTo>
                  <a:lnTo>
                    <a:pt x="236" y="58"/>
                  </a:lnTo>
                  <a:lnTo>
                    <a:pt x="247" y="23"/>
                  </a:lnTo>
                  <a:lnTo>
                    <a:pt x="227" y="20"/>
                  </a:lnTo>
                  <a:lnTo>
                    <a:pt x="207" y="17"/>
                  </a:lnTo>
                  <a:lnTo>
                    <a:pt x="187" y="14"/>
                  </a:lnTo>
                  <a:lnTo>
                    <a:pt x="168" y="10"/>
                  </a:lnTo>
                  <a:lnTo>
                    <a:pt x="148" y="8"/>
                  </a:lnTo>
                  <a:lnTo>
                    <a:pt x="128" y="5"/>
                  </a:lnTo>
                  <a:lnTo>
                    <a:pt x="109" y="3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7A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9" name="Freeform 635"/>
            <p:cNvSpPr>
              <a:spLocks/>
            </p:cNvSpPr>
            <p:nvPr/>
          </p:nvSpPr>
          <p:spPr bwMode="auto">
            <a:xfrm>
              <a:off x="2603" y="1617"/>
              <a:ext cx="39" cy="171"/>
            </a:xfrm>
            <a:custGeom>
              <a:avLst/>
              <a:gdLst>
                <a:gd name="T0" fmla="*/ 1 w 307"/>
                <a:gd name="T1" fmla="*/ 1 h 1363"/>
                <a:gd name="T2" fmla="*/ 1 w 307"/>
                <a:gd name="T3" fmla="*/ 2 h 1363"/>
                <a:gd name="T4" fmla="*/ 1 w 307"/>
                <a:gd name="T5" fmla="*/ 3 h 1363"/>
                <a:gd name="T6" fmla="*/ 1 w 307"/>
                <a:gd name="T7" fmla="*/ 4 h 1363"/>
                <a:gd name="T8" fmla="*/ 0 w 307"/>
                <a:gd name="T9" fmla="*/ 5 h 1363"/>
                <a:gd name="T10" fmla="*/ 0 w 307"/>
                <a:gd name="T11" fmla="*/ 7 h 1363"/>
                <a:gd name="T12" fmla="*/ 0 w 307"/>
                <a:gd name="T13" fmla="*/ 8 h 1363"/>
                <a:gd name="T14" fmla="*/ 0 w 307"/>
                <a:gd name="T15" fmla="*/ 9 h 1363"/>
                <a:gd name="T16" fmla="*/ 0 w 307"/>
                <a:gd name="T17" fmla="*/ 10 h 1363"/>
                <a:gd name="T18" fmla="*/ 0 w 307"/>
                <a:gd name="T19" fmla="*/ 12 h 1363"/>
                <a:gd name="T20" fmla="*/ 0 w 307"/>
                <a:gd name="T21" fmla="*/ 13 h 1363"/>
                <a:gd name="T22" fmla="*/ 0 w 307"/>
                <a:gd name="T23" fmla="*/ 15 h 1363"/>
                <a:gd name="T24" fmla="*/ 1 w 307"/>
                <a:gd name="T25" fmla="*/ 16 h 1363"/>
                <a:gd name="T26" fmla="*/ 1 w 307"/>
                <a:gd name="T27" fmla="*/ 18 h 1363"/>
                <a:gd name="T28" fmla="*/ 1 w 307"/>
                <a:gd name="T29" fmla="*/ 19 h 1363"/>
                <a:gd name="T30" fmla="*/ 2 w 307"/>
                <a:gd name="T31" fmla="*/ 20 h 1363"/>
                <a:gd name="T32" fmla="*/ 2 w 307"/>
                <a:gd name="T33" fmla="*/ 21 h 1363"/>
                <a:gd name="T34" fmla="*/ 3 w 307"/>
                <a:gd name="T35" fmla="*/ 21 h 1363"/>
                <a:gd name="T36" fmla="*/ 4 w 307"/>
                <a:gd name="T37" fmla="*/ 21 h 1363"/>
                <a:gd name="T38" fmla="*/ 5 w 307"/>
                <a:gd name="T39" fmla="*/ 21 h 1363"/>
                <a:gd name="T40" fmla="*/ 5 w 307"/>
                <a:gd name="T41" fmla="*/ 21 h 1363"/>
                <a:gd name="T42" fmla="*/ 4 w 307"/>
                <a:gd name="T43" fmla="*/ 19 h 1363"/>
                <a:gd name="T44" fmla="*/ 4 w 307"/>
                <a:gd name="T45" fmla="*/ 18 h 1363"/>
                <a:gd name="T46" fmla="*/ 3 w 307"/>
                <a:gd name="T47" fmla="*/ 16 h 1363"/>
                <a:gd name="T48" fmla="*/ 3 w 307"/>
                <a:gd name="T49" fmla="*/ 15 h 1363"/>
                <a:gd name="T50" fmla="*/ 3 w 307"/>
                <a:gd name="T51" fmla="*/ 13 h 1363"/>
                <a:gd name="T52" fmla="*/ 3 w 307"/>
                <a:gd name="T53" fmla="*/ 12 h 1363"/>
                <a:gd name="T54" fmla="*/ 3 w 307"/>
                <a:gd name="T55" fmla="*/ 10 h 1363"/>
                <a:gd name="T56" fmla="*/ 3 w 307"/>
                <a:gd name="T57" fmla="*/ 9 h 1363"/>
                <a:gd name="T58" fmla="*/ 3 w 307"/>
                <a:gd name="T59" fmla="*/ 8 h 1363"/>
                <a:gd name="T60" fmla="*/ 3 w 307"/>
                <a:gd name="T61" fmla="*/ 7 h 1363"/>
                <a:gd name="T62" fmla="*/ 3 w 307"/>
                <a:gd name="T63" fmla="*/ 5 h 1363"/>
                <a:gd name="T64" fmla="*/ 3 w 307"/>
                <a:gd name="T65" fmla="*/ 4 h 1363"/>
                <a:gd name="T66" fmla="*/ 3 w 307"/>
                <a:gd name="T67" fmla="*/ 3 h 1363"/>
                <a:gd name="T68" fmla="*/ 4 w 307"/>
                <a:gd name="T69" fmla="*/ 2 h 1363"/>
                <a:gd name="T70" fmla="*/ 4 w 307"/>
                <a:gd name="T71" fmla="*/ 1 h 1363"/>
                <a:gd name="T72" fmla="*/ 4 w 307"/>
                <a:gd name="T73" fmla="*/ 0 h 1363"/>
                <a:gd name="T74" fmla="*/ 3 w 307"/>
                <a:gd name="T75" fmla="*/ 0 h 1363"/>
                <a:gd name="T76" fmla="*/ 2 w 307"/>
                <a:gd name="T77" fmla="*/ 0 h 1363"/>
                <a:gd name="T78" fmla="*/ 2 w 307"/>
                <a:gd name="T79" fmla="*/ 0 h 136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7"/>
                <a:gd name="T121" fmla="*/ 0 h 1363"/>
                <a:gd name="T122" fmla="*/ 307 w 307"/>
                <a:gd name="T123" fmla="*/ 1363 h 136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7" h="1363">
                  <a:moveTo>
                    <a:pt x="89" y="0"/>
                  </a:moveTo>
                  <a:lnTo>
                    <a:pt x="79" y="35"/>
                  </a:lnTo>
                  <a:lnTo>
                    <a:pt x="69" y="72"/>
                  </a:lnTo>
                  <a:lnTo>
                    <a:pt x="60" y="109"/>
                  </a:lnTo>
                  <a:lnTo>
                    <a:pt x="50" y="146"/>
                  </a:lnTo>
                  <a:lnTo>
                    <a:pt x="42" y="184"/>
                  </a:lnTo>
                  <a:lnTo>
                    <a:pt x="35" y="221"/>
                  </a:lnTo>
                  <a:lnTo>
                    <a:pt x="28" y="259"/>
                  </a:lnTo>
                  <a:lnTo>
                    <a:pt x="23" y="297"/>
                  </a:lnTo>
                  <a:lnTo>
                    <a:pt x="17" y="336"/>
                  </a:lnTo>
                  <a:lnTo>
                    <a:pt x="13" y="374"/>
                  </a:lnTo>
                  <a:lnTo>
                    <a:pt x="9" y="413"/>
                  </a:lnTo>
                  <a:lnTo>
                    <a:pt x="6" y="452"/>
                  </a:lnTo>
                  <a:lnTo>
                    <a:pt x="3" y="491"/>
                  </a:lnTo>
                  <a:lnTo>
                    <a:pt x="1" y="530"/>
                  </a:lnTo>
                  <a:lnTo>
                    <a:pt x="0" y="570"/>
                  </a:lnTo>
                  <a:lnTo>
                    <a:pt x="0" y="609"/>
                  </a:lnTo>
                  <a:lnTo>
                    <a:pt x="0" y="658"/>
                  </a:lnTo>
                  <a:lnTo>
                    <a:pt x="2" y="706"/>
                  </a:lnTo>
                  <a:lnTo>
                    <a:pt x="5" y="754"/>
                  </a:lnTo>
                  <a:lnTo>
                    <a:pt x="8" y="801"/>
                  </a:lnTo>
                  <a:lnTo>
                    <a:pt x="13" y="848"/>
                  </a:lnTo>
                  <a:lnTo>
                    <a:pt x="19" y="896"/>
                  </a:lnTo>
                  <a:lnTo>
                    <a:pt x="26" y="942"/>
                  </a:lnTo>
                  <a:lnTo>
                    <a:pt x="33" y="988"/>
                  </a:lnTo>
                  <a:lnTo>
                    <a:pt x="42" y="1034"/>
                  </a:lnTo>
                  <a:lnTo>
                    <a:pt x="52" y="1080"/>
                  </a:lnTo>
                  <a:lnTo>
                    <a:pt x="63" y="1124"/>
                  </a:lnTo>
                  <a:lnTo>
                    <a:pt x="75" y="1170"/>
                  </a:lnTo>
                  <a:lnTo>
                    <a:pt x="87" y="1213"/>
                  </a:lnTo>
                  <a:lnTo>
                    <a:pt x="101" y="1258"/>
                  </a:lnTo>
                  <a:lnTo>
                    <a:pt x="115" y="1302"/>
                  </a:lnTo>
                  <a:lnTo>
                    <a:pt x="130" y="1345"/>
                  </a:lnTo>
                  <a:lnTo>
                    <a:pt x="153" y="1347"/>
                  </a:lnTo>
                  <a:lnTo>
                    <a:pt x="175" y="1350"/>
                  </a:lnTo>
                  <a:lnTo>
                    <a:pt x="197" y="1352"/>
                  </a:lnTo>
                  <a:lnTo>
                    <a:pt x="220" y="1355"/>
                  </a:lnTo>
                  <a:lnTo>
                    <a:pt x="242" y="1357"/>
                  </a:lnTo>
                  <a:lnTo>
                    <a:pt x="263" y="1359"/>
                  </a:lnTo>
                  <a:lnTo>
                    <a:pt x="285" y="1361"/>
                  </a:lnTo>
                  <a:lnTo>
                    <a:pt x="307" y="1363"/>
                  </a:lnTo>
                  <a:lnTo>
                    <a:pt x="290" y="1320"/>
                  </a:lnTo>
                  <a:lnTo>
                    <a:pt x="273" y="1275"/>
                  </a:lnTo>
                  <a:lnTo>
                    <a:pt x="257" y="1231"/>
                  </a:lnTo>
                  <a:lnTo>
                    <a:pt x="243" y="1185"/>
                  </a:lnTo>
                  <a:lnTo>
                    <a:pt x="230" y="1140"/>
                  </a:lnTo>
                  <a:lnTo>
                    <a:pt x="217" y="1093"/>
                  </a:lnTo>
                  <a:lnTo>
                    <a:pt x="205" y="1046"/>
                  </a:lnTo>
                  <a:lnTo>
                    <a:pt x="195" y="1000"/>
                  </a:lnTo>
                  <a:lnTo>
                    <a:pt x="187" y="952"/>
                  </a:lnTo>
                  <a:lnTo>
                    <a:pt x="179" y="904"/>
                  </a:lnTo>
                  <a:lnTo>
                    <a:pt x="172" y="856"/>
                  </a:lnTo>
                  <a:lnTo>
                    <a:pt x="167" y="807"/>
                  </a:lnTo>
                  <a:lnTo>
                    <a:pt x="163" y="758"/>
                  </a:lnTo>
                  <a:lnTo>
                    <a:pt x="159" y="709"/>
                  </a:lnTo>
                  <a:lnTo>
                    <a:pt x="158" y="660"/>
                  </a:lnTo>
                  <a:lnTo>
                    <a:pt x="157" y="609"/>
                  </a:lnTo>
                  <a:lnTo>
                    <a:pt x="157" y="572"/>
                  </a:lnTo>
                  <a:lnTo>
                    <a:pt x="158" y="533"/>
                  </a:lnTo>
                  <a:lnTo>
                    <a:pt x="160" y="496"/>
                  </a:lnTo>
                  <a:lnTo>
                    <a:pt x="163" y="458"/>
                  </a:lnTo>
                  <a:lnTo>
                    <a:pt x="166" y="421"/>
                  </a:lnTo>
                  <a:lnTo>
                    <a:pt x="170" y="383"/>
                  </a:lnTo>
                  <a:lnTo>
                    <a:pt x="174" y="346"/>
                  </a:lnTo>
                  <a:lnTo>
                    <a:pt x="180" y="309"/>
                  </a:lnTo>
                  <a:lnTo>
                    <a:pt x="185" y="273"/>
                  </a:lnTo>
                  <a:lnTo>
                    <a:pt x="192" y="236"/>
                  </a:lnTo>
                  <a:lnTo>
                    <a:pt x="199" y="200"/>
                  </a:lnTo>
                  <a:lnTo>
                    <a:pt x="207" y="165"/>
                  </a:lnTo>
                  <a:lnTo>
                    <a:pt x="217" y="129"/>
                  </a:lnTo>
                  <a:lnTo>
                    <a:pt x="226" y="94"/>
                  </a:lnTo>
                  <a:lnTo>
                    <a:pt x="235" y="58"/>
                  </a:lnTo>
                  <a:lnTo>
                    <a:pt x="246" y="24"/>
                  </a:lnTo>
                  <a:lnTo>
                    <a:pt x="228" y="21"/>
                  </a:lnTo>
                  <a:lnTo>
                    <a:pt x="209" y="18"/>
                  </a:lnTo>
                  <a:lnTo>
                    <a:pt x="190" y="15"/>
                  </a:lnTo>
                  <a:lnTo>
                    <a:pt x="172" y="12"/>
                  </a:lnTo>
                  <a:lnTo>
                    <a:pt x="152" y="8"/>
                  </a:lnTo>
                  <a:lnTo>
                    <a:pt x="130" y="5"/>
                  </a:lnTo>
                  <a:lnTo>
                    <a:pt x="110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8A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0" name="Freeform 636"/>
            <p:cNvSpPr>
              <a:spLocks/>
            </p:cNvSpPr>
            <p:nvPr/>
          </p:nvSpPr>
          <p:spPr bwMode="auto">
            <a:xfrm>
              <a:off x="2613" y="1619"/>
              <a:ext cx="40" cy="170"/>
            </a:xfrm>
            <a:custGeom>
              <a:avLst/>
              <a:gdLst>
                <a:gd name="T0" fmla="*/ 1 w 318"/>
                <a:gd name="T1" fmla="*/ 1 h 1359"/>
                <a:gd name="T2" fmla="*/ 1 w 318"/>
                <a:gd name="T3" fmla="*/ 2 h 1359"/>
                <a:gd name="T4" fmla="*/ 1 w 318"/>
                <a:gd name="T5" fmla="*/ 3 h 1359"/>
                <a:gd name="T6" fmla="*/ 1 w 318"/>
                <a:gd name="T7" fmla="*/ 4 h 1359"/>
                <a:gd name="T8" fmla="*/ 0 w 318"/>
                <a:gd name="T9" fmla="*/ 5 h 1359"/>
                <a:gd name="T10" fmla="*/ 0 w 318"/>
                <a:gd name="T11" fmla="*/ 6 h 1359"/>
                <a:gd name="T12" fmla="*/ 0 w 318"/>
                <a:gd name="T13" fmla="*/ 8 h 1359"/>
                <a:gd name="T14" fmla="*/ 0 w 318"/>
                <a:gd name="T15" fmla="*/ 9 h 1359"/>
                <a:gd name="T16" fmla="*/ 0 w 318"/>
                <a:gd name="T17" fmla="*/ 10 h 1359"/>
                <a:gd name="T18" fmla="*/ 0 w 318"/>
                <a:gd name="T19" fmla="*/ 12 h 1359"/>
                <a:gd name="T20" fmla="*/ 0 w 318"/>
                <a:gd name="T21" fmla="*/ 13 h 1359"/>
                <a:gd name="T22" fmla="*/ 1 w 318"/>
                <a:gd name="T23" fmla="*/ 15 h 1359"/>
                <a:gd name="T24" fmla="*/ 1 w 318"/>
                <a:gd name="T25" fmla="*/ 16 h 1359"/>
                <a:gd name="T26" fmla="*/ 1 w 318"/>
                <a:gd name="T27" fmla="*/ 18 h 1359"/>
                <a:gd name="T28" fmla="*/ 2 w 318"/>
                <a:gd name="T29" fmla="*/ 19 h 1359"/>
                <a:gd name="T30" fmla="*/ 2 w 318"/>
                <a:gd name="T31" fmla="*/ 20 h 1359"/>
                <a:gd name="T32" fmla="*/ 3 w 318"/>
                <a:gd name="T33" fmla="*/ 21 h 1359"/>
                <a:gd name="T34" fmla="*/ 3 w 318"/>
                <a:gd name="T35" fmla="*/ 21 h 1359"/>
                <a:gd name="T36" fmla="*/ 4 w 318"/>
                <a:gd name="T37" fmla="*/ 21 h 1359"/>
                <a:gd name="T38" fmla="*/ 5 w 318"/>
                <a:gd name="T39" fmla="*/ 21 h 1359"/>
                <a:gd name="T40" fmla="*/ 5 w 318"/>
                <a:gd name="T41" fmla="*/ 21 h 1359"/>
                <a:gd name="T42" fmla="*/ 4 w 318"/>
                <a:gd name="T43" fmla="*/ 19 h 1359"/>
                <a:gd name="T44" fmla="*/ 4 w 318"/>
                <a:gd name="T45" fmla="*/ 18 h 1359"/>
                <a:gd name="T46" fmla="*/ 3 w 318"/>
                <a:gd name="T47" fmla="*/ 16 h 1359"/>
                <a:gd name="T48" fmla="*/ 3 w 318"/>
                <a:gd name="T49" fmla="*/ 15 h 1359"/>
                <a:gd name="T50" fmla="*/ 3 w 318"/>
                <a:gd name="T51" fmla="*/ 13 h 1359"/>
                <a:gd name="T52" fmla="*/ 3 w 318"/>
                <a:gd name="T53" fmla="*/ 12 h 1359"/>
                <a:gd name="T54" fmla="*/ 3 w 318"/>
                <a:gd name="T55" fmla="*/ 10 h 1359"/>
                <a:gd name="T56" fmla="*/ 3 w 318"/>
                <a:gd name="T57" fmla="*/ 9 h 1359"/>
                <a:gd name="T58" fmla="*/ 3 w 318"/>
                <a:gd name="T59" fmla="*/ 8 h 1359"/>
                <a:gd name="T60" fmla="*/ 3 w 318"/>
                <a:gd name="T61" fmla="*/ 7 h 1359"/>
                <a:gd name="T62" fmla="*/ 3 w 318"/>
                <a:gd name="T63" fmla="*/ 5 h 1359"/>
                <a:gd name="T64" fmla="*/ 3 w 318"/>
                <a:gd name="T65" fmla="*/ 4 h 1359"/>
                <a:gd name="T66" fmla="*/ 3 w 318"/>
                <a:gd name="T67" fmla="*/ 3 h 1359"/>
                <a:gd name="T68" fmla="*/ 3 w 318"/>
                <a:gd name="T69" fmla="*/ 2 h 1359"/>
                <a:gd name="T70" fmla="*/ 4 w 318"/>
                <a:gd name="T71" fmla="*/ 1 h 1359"/>
                <a:gd name="T72" fmla="*/ 4 w 318"/>
                <a:gd name="T73" fmla="*/ 0 h 1359"/>
                <a:gd name="T74" fmla="*/ 3 w 318"/>
                <a:gd name="T75" fmla="*/ 0 h 1359"/>
                <a:gd name="T76" fmla="*/ 2 w 318"/>
                <a:gd name="T77" fmla="*/ 0 h 1359"/>
                <a:gd name="T78" fmla="*/ 2 w 318"/>
                <a:gd name="T79" fmla="*/ 0 h 1359"/>
                <a:gd name="T80" fmla="*/ 1 w 318"/>
                <a:gd name="T81" fmla="*/ 0 h 135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18"/>
                <a:gd name="T124" fmla="*/ 0 h 1359"/>
                <a:gd name="T125" fmla="*/ 318 w 318"/>
                <a:gd name="T126" fmla="*/ 1359 h 1359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18" h="1359">
                  <a:moveTo>
                    <a:pt x="90" y="0"/>
                  </a:moveTo>
                  <a:lnTo>
                    <a:pt x="79" y="35"/>
                  </a:lnTo>
                  <a:lnTo>
                    <a:pt x="69" y="72"/>
                  </a:lnTo>
                  <a:lnTo>
                    <a:pt x="60" y="107"/>
                  </a:lnTo>
                  <a:lnTo>
                    <a:pt x="51" y="143"/>
                  </a:lnTo>
                  <a:lnTo>
                    <a:pt x="43" y="181"/>
                  </a:lnTo>
                  <a:lnTo>
                    <a:pt x="36" y="217"/>
                  </a:lnTo>
                  <a:lnTo>
                    <a:pt x="29" y="255"/>
                  </a:lnTo>
                  <a:lnTo>
                    <a:pt x="23" y="292"/>
                  </a:lnTo>
                  <a:lnTo>
                    <a:pt x="18" y="330"/>
                  </a:lnTo>
                  <a:lnTo>
                    <a:pt x="13" y="367"/>
                  </a:lnTo>
                  <a:lnTo>
                    <a:pt x="9" y="406"/>
                  </a:lnTo>
                  <a:lnTo>
                    <a:pt x="6" y="443"/>
                  </a:lnTo>
                  <a:lnTo>
                    <a:pt x="4" y="482"/>
                  </a:lnTo>
                  <a:lnTo>
                    <a:pt x="2" y="521"/>
                  </a:lnTo>
                  <a:lnTo>
                    <a:pt x="1" y="560"/>
                  </a:lnTo>
                  <a:lnTo>
                    <a:pt x="0" y="598"/>
                  </a:lnTo>
                  <a:lnTo>
                    <a:pt x="1" y="648"/>
                  </a:lnTo>
                  <a:lnTo>
                    <a:pt x="3" y="696"/>
                  </a:lnTo>
                  <a:lnTo>
                    <a:pt x="6" y="745"/>
                  </a:lnTo>
                  <a:lnTo>
                    <a:pt x="10" y="793"/>
                  </a:lnTo>
                  <a:lnTo>
                    <a:pt x="15" y="841"/>
                  </a:lnTo>
                  <a:lnTo>
                    <a:pt x="21" y="889"/>
                  </a:lnTo>
                  <a:lnTo>
                    <a:pt x="28" y="936"/>
                  </a:lnTo>
                  <a:lnTo>
                    <a:pt x="36" y="983"/>
                  </a:lnTo>
                  <a:lnTo>
                    <a:pt x="46" y="1029"/>
                  </a:lnTo>
                  <a:lnTo>
                    <a:pt x="57" y="1076"/>
                  </a:lnTo>
                  <a:lnTo>
                    <a:pt x="68" y="1121"/>
                  </a:lnTo>
                  <a:lnTo>
                    <a:pt x="81" y="1167"/>
                  </a:lnTo>
                  <a:lnTo>
                    <a:pt x="94" y="1212"/>
                  </a:lnTo>
                  <a:lnTo>
                    <a:pt x="109" y="1256"/>
                  </a:lnTo>
                  <a:lnTo>
                    <a:pt x="124" y="1300"/>
                  </a:lnTo>
                  <a:lnTo>
                    <a:pt x="141" y="1343"/>
                  </a:lnTo>
                  <a:lnTo>
                    <a:pt x="163" y="1346"/>
                  </a:lnTo>
                  <a:lnTo>
                    <a:pt x="185" y="1348"/>
                  </a:lnTo>
                  <a:lnTo>
                    <a:pt x="207" y="1350"/>
                  </a:lnTo>
                  <a:lnTo>
                    <a:pt x="230" y="1352"/>
                  </a:lnTo>
                  <a:lnTo>
                    <a:pt x="252" y="1354"/>
                  </a:lnTo>
                  <a:lnTo>
                    <a:pt x="273" y="1355"/>
                  </a:lnTo>
                  <a:lnTo>
                    <a:pt x="296" y="1357"/>
                  </a:lnTo>
                  <a:lnTo>
                    <a:pt x="318" y="1359"/>
                  </a:lnTo>
                  <a:lnTo>
                    <a:pt x="299" y="1315"/>
                  </a:lnTo>
                  <a:lnTo>
                    <a:pt x="281" y="1270"/>
                  </a:lnTo>
                  <a:lnTo>
                    <a:pt x="264" y="1226"/>
                  </a:lnTo>
                  <a:lnTo>
                    <a:pt x="249" y="1180"/>
                  </a:lnTo>
                  <a:lnTo>
                    <a:pt x="235" y="1134"/>
                  </a:lnTo>
                  <a:lnTo>
                    <a:pt x="222" y="1087"/>
                  </a:lnTo>
                  <a:lnTo>
                    <a:pt x="210" y="1040"/>
                  </a:lnTo>
                  <a:lnTo>
                    <a:pt x="198" y="993"/>
                  </a:lnTo>
                  <a:lnTo>
                    <a:pt x="189" y="945"/>
                  </a:lnTo>
                  <a:lnTo>
                    <a:pt x="181" y="897"/>
                  </a:lnTo>
                  <a:lnTo>
                    <a:pt x="174" y="848"/>
                  </a:lnTo>
                  <a:lnTo>
                    <a:pt x="168" y="799"/>
                  </a:lnTo>
                  <a:lnTo>
                    <a:pt x="163" y="749"/>
                  </a:lnTo>
                  <a:lnTo>
                    <a:pt x="160" y="699"/>
                  </a:lnTo>
                  <a:lnTo>
                    <a:pt x="158" y="649"/>
                  </a:lnTo>
                  <a:lnTo>
                    <a:pt x="158" y="598"/>
                  </a:lnTo>
                  <a:lnTo>
                    <a:pt x="158" y="562"/>
                  </a:lnTo>
                  <a:lnTo>
                    <a:pt x="159" y="524"/>
                  </a:lnTo>
                  <a:lnTo>
                    <a:pt x="161" y="487"/>
                  </a:lnTo>
                  <a:lnTo>
                    <a:pt x="163" y="450"/>
                  </a:lnTo>
                  <a:lnTo>
                    <a:pt x="166" y="414"/>
                  </a:lnTo>
                  <a:lnTo>
                    <a:pt x="170" y="377"/>
                  </a:lnTo>
                  <a:lnTo>
                    <a:pt x="175" y="341"/>
                  </a:lnTo>
                  <a:lnTo>
                    <a:pt x="180" y="305"/>
                  </a:lnTo>
                  <a:lnTo>
                    <a:pt x="186" y="270"/>
                  </a:lnTo>
                  <a:lnTo>
                    <a:pt x="192" y="235"/>
                  </a:lnTo>
                  <a:lnTo>
                    <a:pt x="200" y="199"/>
                  </a:lnTo>
                  <a:lnTo>
                    <a:pt x="207" y="164"/>
                  </a:lnTo>
                  <a:lnTo>
                    <a:pt x="217" y="129"/>
                  </a:lnTo>
                  <a:lnTo>
                    <a:pt x="226" y="95"/>
                  </a:lnTo>
                  <a:lnTo>
                    <a:pt x="236" y="60"/>
                  </a:lnTo>
                  <a:lnTo>
                    <a:pt x="246" y="27"/>
                  </a:lnTo>
                  <a:lnTo>
                    <a:pt x="227" y="23"/>
                  </a:lnTo>
                  <a:lnTo>
                    <a:pt x="208" y="20"/>
                  </a:lnTo>
                  <a:lnTo>
                    <a:pt x="189" y="16"/>
                  </a:lnTo>
                  <a:lnTo>
                    <a:pt x="170" y="13"/>
                  </a:lnTo>
                  <a:lnTo>
                    <a:pt x="152" y="10"/>
                  </a:lnTo>
                  <a:lnTo>
                    <a:pt x="133" y="7"/>
                  </a:lnTo>
                  <a:lnTo>
                    <a:pt x="113" y="4"/>
                  </a:lnTo>
                  <a:lnTo>
                    <a:pt x="94" y="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8BA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1" name="Freeform 637"/>
            <p:cNvSpPr>
              <a:spLocks/>
            </p:cNvSpPr>
            <p:nvPr/>
          </p:nvSpPr>
          <p:spPr bwMode="auto">
            <a:xfrm>
              <a:off x="2623" y="1620"/>
              <a:ext cx="41" cy="169"/>
            </a:xfrm>
            <a:custGeom>
              <a:avLst/>
              <a:gdLst>
                <a:gd name="T0" fmla="*/ 1 w 327"/>
                <a:gd name="T1" fmla="*/ 1 h 1351"/>
                <a:gd name="T2" fmla="*/ 1 w 327"/>
                <a:gd name="T3" fmla="*/ 2 h 1351"/>
                <a:gd name="T4" fmla="*/ 1 w 327"/>
                <a:gd name="T5" fmla="*/ 3 h 1351"/>
                <a:gd name="T6" fmla="*/ 1 w 327"/>
                <a:gd name="T7" fmla="*/ 4 h 1351"/>
                <a:gd name="T8" fmla="*/ 0 w 327"/>
                <a:gd name="T9" fmla="*/ 5 h 1351"/>
                <a:gd name="T10" fmla="*/ 0 w 327"/>
                <a:gd name="T11" fmla="*/ 6 h 1351"/>
                <a:gd name="T12" fmla="*/ 0 w 327"/>
                <a:gd name="T13" fmla="*/ 7 h 1351"/>
                <a:gd name="T14" fmla="*/ 0 w 327"/>
                <a:gd name="T15" fmla="*/ 9 h 1351"/>
                <a:gd name="T16" fmla="*/ 0 w 327"/>
                <a:gd name="T17" fmla="*/ 10 h 1351"/>
                <a:gd name="T18" fmla="*/ 0 w 327"/>
                <a:gd name="T19" fmla="*/ 12 h 1351"/>
                <a:gd name="T20" fmla="*/ 0 w 327"/>
                <a:gd name="T21" fmla="*/ 13 h 1351"/>
                <a:gd name="T22" fmla="*/ 1 w 327"/>
                <a:gd name="T23" fmla="*/ 15 h 1351"/>
                <a:gd name="T24" fmla="*/ 1 w 327"/>
                <a:gd name="T25" fmla="*/ 16 h 1351"/>
                <a:gd name="T26" fmla="*/ 1 w 327"/>
                <a:gd name="T27" fmla="*/ 18 h 1351"/>
                <a:gd name="T28" fmla="*/ 2 w 327"/>
                <a:gd name="T29" fmla="*/ 19 h 1351"/>
                <a:gd name="T30" fmla="*/ 2 w 327"/>
                <a:gd name="T31" fmla="*/ 20 h 1351"/>
                <a:gd name="T32" fmla="*/ 3 w 327"/>
                <a:gd name="T33" fmla="*/ 21 h 1351"/>
                <a:gd name="T34" fmla="*/ 3 w 327"/>
                <a:gd name="T35" fmla="*/ 21 h 1351"/>
                <a:gd name="T36" fmla="*/ 4 w 327"/>
                <a:gd name="T37" fmla="*/ 21 h 1351"/>
                <a:gd name="T38" fmla="*/ 5 w 327"/>
                <a:gd name="T39" fmla="*/ 21 h 1351"/>
                <a:gd name="T40" fmla="*/ 5 w 327"/>
                <a:gd name="T41" fmla="*/ 20 h 1351"/>
                <a:gd name="T42" fmla="*/ 4 w 327"/>
                <a:gd name="T43" fmla="*/ 19 h 1351"/>
                <a:gd name="T44" fmla="*/ 4 w 327"/>
                <a:gd name="T45" fmla="*/ 18 h 1351"/>
                <a:gd name="T46" fmla="*/ 3 w 327"/>
                <a:gd name="T47" fmla="*/ 16 h 1351"/>
                <a:gd name="T48" fmla="*/ 3 w 327"/>
                <a:gd name="T49" fmla="*/ 15 h 1351"/>
                <a:gd name="T50" fmla="*/ 3 w 327"/>
                <a:gd name="T51" fmla="*/ 13 h 1351"/>
                <a:gd name="T52" fmla="*/ 3 w 327"/>
                <a:gd name="T53" fmla="*/ 12 h 1351"/>
                <a:gd name="T54" fmla="*/ 3 w 327"/>
                <a:gd name="T55" fmla="*/ 10 h 1351"/>
                <a:gd name="T56" fmla="*/ 3 w 327"/>
                <a:gd name="T57" fmla="*/ 9 h 1351"/>
                <a:gd name="T58" fmla="*/ 3 w 327"/>
                <a:gd name="T59" fmla="*/ 8 h 1351"/>
                <a:gd name="T60" fmla="*/ 3 w 327"/>
                <a:gd name="T61" fmla="*/ 6 h 1351"/>
                <a:gd name="T62" fmla="*/ 3 w 327"/>
                <a:gd name="T63" fmla="*/ 5 h 1351"/>
                <a:gd name="T64" fmla="*/ 3 w 327"/>
                <a:gd name="T65" fmla="*/ 4 h 1351"/>
                <a:gd name="T66" fmla="*/ 3 w 327"/>
                <a:gd name="T67" fmla="*/ 3 h 1351"/>
                <a:gd name="T68" fmla="*/ 3 w 327"/>
                <a:gd name="T69" fmla="*/ 2 h 1351"/>
                <a:gd name="T70" fmla="*/ 4 w 327"/>
                <a:gd name="T71" fmla="*/ 1 h 1351"/>
                <a:gd name="T72" fmla="*/ 4 w 327"/>
                <a:gd name="T73" fmla="*/ 0 h 1351"/>
                <a:gd name="T74" fmla="*/ 3 w 327"/>
                <a:gd name="T75" fmla="*/ 0 h 1351"/>
                <a:gd name="T76" fmla="*/ 2 w 327"/>
                <a:gd name="T77" fmla="*/ 0 h 1351"/>
                <a:gd name="T78" fmla="*/ 2 w 327"/>
                <a:gd name="T79" fmla="*/ 0 h 135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27"/>
                <a:gd name="T121" fmla="*/ 0 h 1351"/>
                <a:gd name="T122" fmla="*/ 327 w 327"/>
                <a:gd name="T123" fmla="*/ 1351 h 135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27" h="1351">
                  <a:moveTo>
                    <a:pt x="89" y="0"/>
                  </a:moveTo>
                  <a:lnTo>
                    <a:pt x="78" y="34"/>
                  </a:lnTo>
                  <a:lnTo>
                    <a:pt x="69" y="70"/>
                  </a:lnTo>
                  <a:lnTo>
                    <a:pt x="60" y="105"/>
                  </a:lnTo>
                  <a:lnTo>
                    <a:pt x="50" y="141"/>
                  </a:lnTo>
                  <a:lnTo>
                    <a:pt x="42" y="176"/>
                  </a:lnTo>
                  <a:lnTo>
                    <a:pt x="35" y="212"/>
                  </a:lnTo>
                  <a:lnTo>
                    <a:pt x="28" y="249"/>
                  </a:lnTo>
                  <a:lnTo>
                    <a:pt x="23" y="285"/>
                  </a:lnTo>
                  <a:lnTo>
                    <a:pt x="17" y="322"/>
                  </a:lnTo>
                  <a:lnTo>
                    <a:pt x="13" y="359"/>
                  </a:lnTo>
                  <a:lnTo>
                    <a:pt x="9" y="397"/>
                  </a:lnTo>
                  <a:lnTo>
                    <a:pt x="6" y="434"/>
                  </a:lnTo>
                  <a:lnTo>
                    <a:pt x="3" y="472"/>
                  </a:lnTo>
                  <a:lnTo>
                    <a:pt x="1" y="509"/>
                  </a:lnTo>
                  <a:lnTo>
                    <a:pt x="0" y="548"/>
                  </a:lnTo>
                  <a:lnTo>
                    <a:pt x="0" y="585"/>
                  </a:lnTo>
                  <a:lnTo>
                    <a:pt x="1" y="636"/>
                  </a:lnTo>
                  <a:lnTo>
                    <a:pt x="2" y="685"/>
                  </a:lnTo>
                  <a:lnTo>
                    <a:pt x="6" y="734"/>
                  </a:lnTo>
                  <a:lnTo>
                    <a:pt x="10" y="783"/>
                  </a:lnTo>
                  <a:lnTo>
                    <a:pt x="15" y="832"/>
                  </a:lnTo>
                  <a:lnTo>
                    <a:pt x="22" y="880"/>
                  </a:lnTo>
                  <a:lnTo>
                    <a:pt x="30" y="928"/>
                  </a:lnTo>
                  <a:lnTo>
                    <a:pt x="38" y="976"/>
                  </a:lnTo>
                  <a:lnTo>
                    <a:pt x="48" y="1022"/>
                  </a:lnTo>
                  <a:lnTo>
                    <a:pt x="60" y="1069"/>
                  </a:lnTo>
                  <a:lnTo>
                    <a:pt x="73" y="1116"/>
                  </a:lnTo>
                  <a:lnTo>
                    <a:pt x="86" y="1161"/>
                  </a:lnTo>
                  <a:lnTo>
                    <a:pt x="100" y="1207"/>
                  </a:lnTo>
                  <a:lnTo>
                    <a:pt x="116" y="1251"/>
                  </a:lnTo>
                  <a:lnTo>
                    <a:pt x="133" y="1296"/>
                  </a:lnTo>
                  <a:lnTo>
                    <a:pt x="150" y="1339"/>
                  </a:lnTo>
                  <a:lnTo>
                    <a:pt x="172" y="1341"/>
                  </a:lnTo>
                  <a:lnTo>
                    <a:pt x="195" y="1342"/>
                  </a:lnTo>
                  <a:lnTo>
                    <a:pt x="218" y="1344"/>
                  </a:lnTo>
                  <a:lnTo>
                    <a:pt x="239" y="1346"/>
                  </a:lnTo>
                  <a:lnTo>
                    <a:pt x="261" y="1347"/>
                  </a:lnTo>
                  <a:lnTo>
                    <a:pt x="283" y="1348"/>
                  </a:lnTo>
                  <a:lnTo>
                    <a:pt x="306" y="1350"/>
                  </a:lnTo>
                  <a:lnTo>
                    <a:pt x="327" y="1351"/>
                  </a:lnTo>
                  <a:lnTo>
                    <a:pt x="308" y="1307"/>
                  </a:lnTo>
                  <a:lnTo>
                    <a:pt x="289" y="1262"/>
                  </a:lnTo>
                  <a:lnTo>
                    <a:pt x="271" y="1218"/>
                  </a:lnTo>
                  <a:lnTo>
                    <a:pt x="255" y="1172"/>
                  </a:lnTo>
                  <a:lnTo>
                    <a:pt x="239" y="1126"/>
                  </a:lnTo>
                  <a:lnTo>
                    <a:pt x="226" y="1079"/>
                  </a:lnTo>
                  <a:lnTo>
                    <a:pt x="213" y="1032"/>
                  </a:lnTo>
                  <a:lnTo>
                    <a:pt x="201" y="984"/>
                  </a:lnTo>
                  <a:lnTo>
                    <a:pt x="191" y="935"/>
                  </a:lnTo>
                  <a:lnTo>
                    <a:pt x="182" y="887"/>
                  </a:lnTo>
                  <a:lnTo>
                    <a:pt x="174" y="837"/>
                  </a:lnTo>
                  <a:lnTo>
                    <a:pt x="168" y="788"/>
                  </a:lnTo>
                  <a:lnTo>
                    <a:pt x="163" y="738"/>
                  </a:lnTo>
                  <a:lnTo>
                    <a:pt x="160" y="687"/>
                  </a:lnTo>
                  <a:lnTo>
                    <a:pt x="158" y="637"/>
                  </a:lnTo>
                  <a:lnTo>
                    <a:pt x="157" y="585"/>
                  </a:lnTo>
                  <a:lnTo>
                    <a:pt x="158" y="549"/>
                  </a:lnTo>
                  <a:lnTo>
                    <a:pt x="159" y="513"/>
                  </a:lnTo>
                  <a:lnTo>
                    <a:pt x="160" y="477"/>
                  </a:lnTo>
                  <a:lnTo>
                    <a:pt x="163" y="441"/>
                  </a:lnTo>
                  <a:lnTo>
                    <a:pt x="166" y="406"/>
                  </a:lnTo>
                  <a:lnTo>
                    <a:pt x="170" y="370"/>
                  </a:lnTo>
                  <a:lnTo>
                    <a:pt x="174" y="335"/>
                  </a:lnTo>
                  <a:lnTo>
                    <a:pt x="179" y="301"/>
                  </a:lnTo>
                  <a:lnTo>
                    <a:pt x="185" y="265"/>
                  </a:lnTo>
                  <a:lnTo>
                    <a:pt x="192" y="231"/>
                  </a:lnTo>
                  <a:lnTo>
                    <a:pt x="199" y="196"/>
                  </a:lnTo>
                  <a:lnTo>
                    <a:pt x="208" y="163"/>
                  </a:lnTo>
                  <a:lnTo>
                    <a:pt x="216" y="128"/>
                  </a:lnTo>
                  <a:lnTo>
                    <a:pt x="225" y="95"/>
                  </a:lnTo>
                  <a:lnTo>
                    <a:pt x="234" y="62"/>
                  </a:lnTo>
                  <a:lnTo>
                    <a:pt x="245" y="29"/>
                  </a:lnTo>
                  <a:lnTo>
                    <a:pt x="226" y="25"/>
                  </a:lnTo>
                  <a:lnTo>
                    <a:pt x="206" y="21"/>
                  </a:lnTo>
                  <a:lnTo>
                    <a:pt x="186" y="17"/>
                  </a:lnTo>
                  <a:lnTo>
                    <a:pt x="167" y="14"/>
                  </a:lnTo>
                  <a:lnTo>
                    <a:pt x="148" y="10"/>
                  </a:lnTo>
                  <a:lnTo>
                    <a:pt x="128" y="7"/>
                  </a:lnTo>
                  <a:lnTo>
                    <a:pt x="108" y="3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DAF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2" name="Freeform 638"/>
            <p:cNvSpPr>
              <a:spLocks/>
            </p:cNvSpPr>
            <p:nvPr/>
          </p:nvSpPr>
          <p:spPr bwMode="auto">
            <a:xfrm>
              <a:off x="2633" y="1622"/>
              <a:ext cx="42" cy="168"/>
            </a:xfrm>
            <a:custGeom>
              <a:avLst/>
              <a:gdLst>
                <a:gd name="T0" fmla="*/ 1 w 337"/>
                <a:gd name="T1" fmla="*/ 1 h 1341"/>
                <a:gd name="T2" fmla="*/ 1 w 337"/>
                <a:gd name="T3" fmla="*/ 2 h 1341"/>
                <a:gd name="T4" fmla="*/ 1 w 337"/>
                <a:gd name="T5" fmla="*/ 3 h 1341"/>
                <a:gd name="T6" fmla="*/ 0 w 337"/>
                <a:gd name="T7" fmla="*/ 4 h 1341"/>
                <a:gd name="T8" fmla="*/ 0 w 337"/>
                <a:gd name="T9" fmla="*/ 5 h 1341"/>
                <a:gd name="T10" fmla="*/ 0 w 337"/>
                <a:gd name="T11" fmla="*/ 6 h 1341"/>
                <a:gd name="T12" fmla="*/ 0 w 337"/>
                <a:gd name="T13" fmla="*/ 7 h 1341"/>
                <a:gd name="T14" fmla="*/ 0 w 337"/>
                <a:gd name="T15" fmla="*/ 8 h 1341"/>
                <a:gd name="T16" fmla="*/ 0 w 337"/>
                <a:gd name="T17" fmla="*/ 10 h 1341"/>
                <a:gd name="T18" fmla="*/ 0 w 337"/>
                <a:gd name="T19" fmla="*/ 11 h 1341"/>
                <a:gd name="T20" fmla="*/ 0 w 337"/>
                <a:gd name="T21" fmla="*/ 13 h 1341"/>
                <a:gd name="T22" fmla="*/ 0 w 337"/>
                <a:gd name="T23" fmla="*/ 14 h 1341"/>
                <a:gd name="T24" fmla="*/ 1 w 337"/>
                <a:gd name="T25" fmla="*/ 16 h 1341"/>
                <a:gd name="T26" fmla="*/ 1 w 337"/>
                <a:gd name="T27" fmla="*/ 17 h 1341"/>
                <a:gd name="T28" fmla="*/ 2 w 337"/>
                <a:gd name="T29" fmla="*/ 19 h 1341"/>
                <a:gd name="T30" fmla="*/ 2 w 337"/>
                <a:gd name="T31" fmla="*/ 20 h 1341"/>
                <a:gd name="T32" fmla="*/ 3 w 337"/>
                <a:gd name="T33" fmla="*/ 21 h 1341"/>
                <a:gd name="T34" fmla="*/ 3 w 337"/>
                <a:gd name="T35" fmla="*/ 21 h 1341"/>
                <a:gd name="T36" fmla="*/ 4 w 337"/>
                <a:gd name="T37" fmla="*/ 21 h 1341"/>
                <a:gd name="T38" fmla="*/ 5 w 337"/>
                <a:gd name="T39" fmla="*/ 21 h 1341"/>
                <a:gd name="T40" fmla="*/ 5 w 337"/>
                <a:gd name="T41" fmla="*/ 20 h 1341"/>
                <a:gd name="T42" fmla="*/ 4 w 337"/>
                <a:gd name="T43" fmla="*/ 19 h 1341"/>
                <a:gd name="T44" fmla="*/ 4 w 337"/>
                <a:gd name="T45" fmla="*/ 18 h 1341"/>
                <a:gd name="T46" fmla="*/ 3 w 337"/>
                <a:gd name="T47" fmla="*/ 16 h 1341"/>
                <a:gd name="T48" fmla="*/ 3 w 337"/>
                <a:gd name="T49" fmla="*/ 15 h 1341"/>
                <a:gd name="T50" fmla="*/ 3 w 337"/>
                <a:gd name="T51" fmla="*/ 13 h 1341"/>
                <a:gd name="T52" fmla="*/ 2 w 337"/>
                <a:gd name="T53" fmla="*/ 11 h 1341"/>
                <a:gd name="T54" fmla="*/ 2 w 337"/>
                <a:gd name="T55" fmla="*/ 10 h 1341"/>
                <a:gd name="T56" fmla="*/ 2 w 337"/>
                <a:gd name="T57" fmla="*/ 8 h 1341"/>
                <a:gd name="T58" fmla="*/ 2 w 337"/>
                <a:gd name="T59" fmla="*/ 7 h 1341"/>
                <a:gd name="T60" fmla="*/ 3 w 337"/>
                <a:gd name="T61" fmla="*/ 6 h 1341"/>
                <a:gd name="T62" fmla="*/ 3 w 337"/>
                <a:gd name="T63" fmla="*/ 5 h 1341"/>
                <a:gd name="T64" fmla="*/ 3 w 337"/>
                <a:gd name="T65" fmla="*/ 4 h 1341"/>
                <a:gd name="T66" fmla="*/ 3 w 337"/>
                <a:gd name="T67" fmla="*/ 3 h 1341"/>
                <a:gd name="T68" fmla="*/ 3 w 337"/>
                <a:gd name="T69" fmla="*/ 2 h 1341"/>
                <a:gd name="T70" fmla="*/ 4 w 337"/>
                <a:gd name="T71" fmla="*/ 1 h 1341"/>
                <a:gd name="T72" fmla="*/ 3 w 337"/>
                <a:gd name="T73" fmla="*/ 0 h 1341"/>
                <a:gd name="T74" fmla="*/ 3 w 337"/>
                <a:gd name="T75" fmla="*/ 0 h 1341"/>
                <a:gd name="T76" fmla="*/ 2 w 337"/>
                <a:gd name="T77" fmla="*/ 0 h 1341"/>
                <a:gd name="T78" fmla="*/ 2 w 337"/>
                <a:gd name="T79" fmla="*/ 0 h 134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37"/>
                <a:gd name="T121" fmla="*/ 0 h 1341"/>
                <a:gd name="T122" fmla="*/ 337 w 337"/>
                <a:gd name="T123" fmla="*/ 1341 h 134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37" h="1341">
                  <a:moveTo>
                    <a:pt x="88" y="0"/>
                  </a:moveTo>
                  <a:lnTo>
                    <a:pt x="78" y="33"/>
                  </a:lnTo>
                  <a:lnTo>
                    <a:pt x="68" y="68"/>
                  </a:lnTo>
                  <a:lnTo>
                    <a:pt x="59" y="102"/>
                  </a:lnTo>
                  <a:lnTo>
                    <a:pt x="49" y="137"/>
                  </a:lnTo>
                  <a:lnTo>
                    <a:pt x="42" y="172"/>
                  </a:lnTo>
                  <a:lnTo>
                    <a:pt x="34" y="208"/>
                  </a:lnTo>
                  <a:lnTo>
                    <a:pt x="28" y="243"/>
                  </a:lnTo>
                  <a:lnTo>
                    <a:pt x="22" y="278"/>
                  </a:lnTo>
                  <a:lnTo>
                    <a:pt x="17" y="314"/>
                  </a:lnTo>
                  <a:lnTo>
                    <a:pt x="12" y="350"/>
                  </a:lnTo>
                  <a:lnTo>
                    <a:pt x="8" y="387"/>
                  </a:lnTo>
                  <a:lnTo>
                    <a:pt x="5" y="423"/>
                  </a:lnTo>
                  <a:lnTo>
                    <a:pt x="3" y="460"/>
                  </a:lnTo>
                  <a:lnTo>
                    <a:pt x="1" y="497"/>
                  </a:lnTo>
                  <a:lnTo>
                    <a:pt x="0" y="535"/>
                  </a:lnTo>
                  <a:lnTo>
                    <a:pt x="0" y="571"/>
                  </a:lnTo>
                  <a:lnTo>
                    <a:pt x="0" y="622"/>
                  </a:lnTo>
                  <a:lnTo>
                    <a:pt x="2" y="672"/>
                  </a:lnTo>
                  <a:lnTo>
                    <a:pt x="6" y="722"/>
                  </a:lnTo>
                  <a:lnTo>
                    <a:pt x="10" y="772"/>
                  </a:lnTo>
                  <a:lnTo>
                    <a:pt x="16" y="821"/>
                  </a:lnTo>
                  <a:lnTo>
                    <a:pt x="23" y="870"/>
                  </a:lnTo>
                  <a:lnTo>
                    <a:pt x="31" y="918"/>
                  </a:lnTo>
                  <a:lnTo>
                    <a:pt x="41" y="966"/>
                  </a:lnTo>
                  <a:lnTo>
                    <a:pt x="52" y="1013"/>
                  </a:lnTo>
                  <a:lnTo>
                    <a:pt x="64" y="1060"/>
                  </a:lnTo>
                  <a:lnTo>
                    <a:pt x="77" y="1107"/>
                  </a:lnTo>
                  <a:lnTo>
                    <a:pt x="91" y="1153"/>
                  </a:lnTo>
                  <a:lnTo>
                    <a:pt x="106" y="1199"/>
                  </a:lnTo>
                  <a:lnTo>
                    <a:pt x="123" y="1243"/>
                  </a:lnTo>
                  <a:lnTo>
                    <a:pt x="141" y="1288"/>
                  </a:lnTo>
                  <a:lnTo>
                    <a:pt x="160" y="1332"/>
                  </a:lnTo>
                  <a:lnTo>
                    <a:pt x="182" y="1333"/>
                  </a:lnTo>
                  <a:lnTo>
                    <a:pt x="204" y="1334"/>
                  </a:lnTo>
                  <a:lnTo>
                    <a:pt x="227" y="1336"/>
                  </a:lnTo>
                  <a:lnTo>
                    <a:pt x="249" y="1337"/>
                  </a:lnTo>
                  <a:lnTo>
                    <a:pt x="271" y="1339"/>
                  </a:lnTo>
                  <a:lnTo>
                    <a:pt x="294" y="1340"/>
                  </a:lnTo>
                  <a:lnTo>
                    <a:pt x="315" y="1340"/>
                  </a:lnTo>
                  <a:lnTo>
                    <a:pt x="337" y="1341"/>
                  </a:lnTo>
                  <a:lnTo>
                    <a:pt x="316" y="1297"/>
                  </a:lnTo>
                  <a:lnTo>
                    <a:pt x="296" y="1252"/>
                  </a:lnTo>
                  <a:lnTo>
                    <a:pt x="277" y="1207"/>
                  </a:lnTo>
                  <a:lnTo>
                    <a:pt x="260" y="1161"/>
                  </a:lnTo>
                  <a:lnTo>
                    <a:pt x="244" y="1115"/>
                  </a:lnTo>
                  <a:lnTo>
                    <a:pt x="229" y="1068"/>
                  </a:lnTo>
                  <a:lnTo>
                    <a:pt x="216" y="1021"/>
                  </a:lnTo>
                  <a:lnTo>
                    <a:pt x="203" y="973"/>
                  </a:lnTo>
                  <a:lnTo>
                    <a:pt x="192" y="924"/>
                  </a:lnTo>
                  <a:lnTo>
                    <a:pt x="183" y="875"/>
                  </a:lnTo>
                  <a:lnTo>
                    <a:pt x="175" y="825"/>
                  </a:lnTo>
                  <a:lnTo>
                    <a:pt x="168" y="776"/>
                  </a:lnTo>
                  <a:lnTo>
                    <a:pt x="163" y="725"/>
                  </a:lnTo>
                  <a:lnTo>
                    <a:pt x="160" y="674"/>
                  </a:lnTo>
                  <a:lnTo>
                    <a:pt x="157" y="623"/>
                  </a:lnTo>
                  <a:lnTo>
                    <a:pt x="157" y="571"/>
                  </a:lnTo>
                  <a:lnTo>
                    <a:pt x="157" y="537"/>
                  </a:lnTo>
                  <a:lnTo>
                    <a:pt x="158" y="501"/>
                  </a:lnTo>
                  <a:lnTo>
                    <a:pt x="160" y="466"/>
                  </a:lnTo>
                  <a:lnTo>
                    <a:pt x="162" y="431"/>
                  </a:lnTo>
                  <a:lnTo>
                    <a:pt x="165" y="397"/>
                  </a:lnTo>
                  <a:lnTo>
                    <a:pt x="169" y="362"/>
                  </a:lnTo>
                  <a:lnTo>
                    <a:pt x="173" y="328"/>
                  </a:lnTo>
                  <a:lnTo>
                    <a:pt x="179" y="295"/>
                  </a:lnTo>
                  <a:lnTo>
                    <a:pt x="184" y="260"/>
                  </a:lnTo>
                  <a:lnTo>
                    <a:pt x="191" y="227"/>
                  </a:lnTo>
                  <a:lnTo>
                    <a:pt x="198" y="194"/>
                  </a:lnTo>
                  <a:lnTo>
                    <a:pt x="206" y="161"/>
                  </a:lnTo>
                  <a:lnTo>
                    <a:pt x="214" y="129"/>
                  </a:lnTo>
                  <a:lnTo>
                    <a:pt x="223" y="95"/>
                  </a:lnTo>
                  <a:lnTo>
                    <a:pt x="233" y="64"/>
                  </a:lnTo>
                  <a:lnTo>
                    <a:pt x="243" y="31"/>
                  </a:lnTo>
                  <a:lnTo>
                    <a:pt x="224" y="27"/>
                  </a:lnTo>
                  <a:lnTo>
                    <a:pt x="204" y="23"/>
                  </a:lnTo>
                  <a:lnTo>
                    <a:pt x="185" y="19"/>
                  </a:lnTo>
                  <a:lnTo>
                    <a:pt x="166" y="15"/>
                  </a:lnTo>
                  <a:lnTo>
                    <a:pt x="147" y="11"/>
                  </a:lnTo>
                  <a:lnTo>
                    <a:pt x="127" y="7"/>
                  </a:lnTo>
                  <a:lnTo>
                    <a:pt x="107" y="3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8EB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3" name="Freeform 639"/>
            <p:cNvSpPr>
              <a:spLocks/>
            </p:cNvSpPr>
            <p:nvPr/>
          </p:nvSpPr>
          <p:spPr bwMode="auto">
            <a:xfrm>
              <a:off x="2643" y="1624"/>
              <a:ext cx="43" cy="166"/>
            </a:xfrm>
            <a:custGeom>
              <a:avLst/>
              <a:gdLst>
                <a:gd name="T0" fmla="*/ 1 w 348"/>
                <a:gd name="T1" fmla="*/ 1 h 1327"/>
                <a:gd name="T2" fmla="*/ 1 w 348"/>
                <a:gd name="T3" fmla="*/ 2 h 1327"/>
                <a:gd name="T4" fmla="*/ 1 w 348"/>
                <a:gd name="T5" fmla="*/ 3 h 1327"/>
                <a:gd name="T6" fmla="*/ 0 w 348"/>
                <a:gd name="T7" fmla="*/ 4 h 1327"/>
                <a:gd name="T8" fmla="*/ 0 w 348"/>
                <a:gd name="T9" fmla="*/ 5 h 1327"/>
                <a:gd name="T10" fmla="*/ 0 w 348"/>
                <a:gd name="T11" fmla="*/ 6 h 1327"/>
                <a:gd name="T12" fmla="*/ 0 w 348"/>
                <a:gd name="T13" fmla="*/ 7 h 1327"/>
                <a:gd name="T14" fmla="*/ 0 w 348"/>
                <a:gd name="T15" fmla="*/ 8 h 1327"/>
                <a:gd name="T16" fmla="*/ 0 w 348"/>
                <a:gd name="T17" fmla="*/ 10 h 1327"/>
                <a:gd name="T18" fmla="*/ 0 w 348"/>
                <a:gd name="T19" fmla="*/ 11 h 1327"/>
                <a:gd name="T20" fmla="*/ 0 w 348"/>
                <a:gd name="T21" fmla="*/ 13 h 1327"/>
                <a:gd name="T22" fmla="*/ 0 w 348"/>
                <a:gd name="T23" fmla="*/ 14 h 1327"/>
                <a:gd name="T24" fmla="*/ 1 w 348"/>
                <a:gd name="T25" fmla="*/ 16 h 1327"/>
                <a:gd name="T26" fmla="*/ 1 w 348"/>
                <a:gd name="T27" fmla="*/ 17 h 1327"/>
                <a:gd name="T28" fmla="*/ 2 w 348"/>
                <a:gd name="T29" fmla="*/ 19 h 1327"/>
                <a:gd name="T30" fmla="*/ 2 w 348"/>
                <a:gd name="T31" fmla="*/ 20 h 1327"/>
                <a:gd name="T32" fmla="*/ 3 w 348"/>
                <a:gd name="T33" fmla="*/ 21 h 1327"/>
                <a:gd name="T34" fmla="*/ 4 w 348"/>
                <a:gd name="T35" fmla="*/ 21 h 1327"/>
                <a:gd name="T36" fmla="*/ 4 w 348"/>
                <a:gd name="T37" fmla="*/ 21 h 1327"/>
                <a:gd name="T38" fmla="*/ 5 w 348"/>
                <a:gd name="T39" fmla="*/ 21 h 1327"/>
                <a:gd name="T40" fmla="*/ 5 w 348"/>
                <a:gd name="T41" fmla="*/ 20 h 1327"/>
                <a:gd name="T42" fmla="*/ 4 w 348"/>
                <a:gd name="T43" fmla="*/ 19 h 1327"/>
                <a:gd name="T44" fmla="*/ 4 w 348"/>
                <a:gd name="T45" fmla="*/ 17 h 1327"/>
                <a:gd name="T46" fmla="*/ 3 w 348"/>
                <a:gd name="T47" fmla="*/ 16 h 1327"/>
                <a:gd name="T48" fmla="*/ 3 w 348"/>
                <a:gd name="T49" fmla="*/ 14 h 1327"/>
                <a:gd name="T50" fmla="*/ 3 w 348"/>
                <a:gd name="T51" fmla="*/ 13 h 1327"/>
                <a:gd name="T52" fmla="*/ 2 w 348"/>
                <a:gd name="T53" fmla="*/ 11 h 1327"/>
                <a:gd name="T54" fmla="*/ 2 w 348"/>
                <a:gd name="T55" fmla="*/ 10 h 1327"/>
                <a:gd name="T56" fmla="*/ 2 w 348"/>
                <a:gd name="T57" fmla="*/ 8 h 1327"/>
                <a:gd name="T58" fmla="*/ 2 w 348"/>
                <a:gd name="T59" fmla="*/ 7 h 1327"/>
                <a:gd name="T60" fmla="*/ 3 w 348"/>
                <a:gd name="T61" fmla="*/ 6 h 1327"/>
                <a:gd name="T62" fmla="*/ 3 w 348"/>
                <a:gd name="T63" fmla="*/ 5 h 1327"/>
                <a:gd name="T64" fmla="*/ 3 w 348"/>
                <a:gd name="T65" fmla="*/ 4 h 1327"/>
                <a:gd name="T66" fmla="*/ 3 w 348"/>
                <a:gd name="T67" fmla="*/ 3 h 1327"/>
                <a:gd name="T68" fmla="*/ 3 w 348"/>
                <a:gd name="T69" fmla="*/ 2 h 1327"/>
                <a:gd name="T70" fmla="*/ 4 w 348"/>
                <a:gd name="T71" fmla="*/ 1 h 1327"/>
                <a:gd name="T72" fmla="*/ 3 w 348"/>
                <a:gd name="T73" fmla="*/ 1 h 1327"/>
                <a:gd name="T74" fmla="*/ 3 w 348"/>
                <a:gd name="T75" fmla="*/ 0 h 1327"/>
                <a:gd name="T76" fmla="*/ 2 w 348"/>
                <a:gd name="T77" fmla="*/ 0 h 1327"/>
                <a:gd name="T78" fmla="*/ 2 w 348"/>
                <a:gd name="T79" fmla="*/ 0 h 132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48"/>
                <a:gd name="T121" fmla="*/ 0 h 1327"/>
                <a:gd name="T122" fmla="*/ 348 w 348"/>
                <a:gd name="T123" fmla="*/ 1327 h 1327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48" h="1327">
                  <a:moveTo>
                    <a:pt x="88" y="0"/>
                  </a:moveTo>
                  <a:lnTo>
                    <a:pt x="77" y="33"/>
                  </a:lnTo>
                  <a:lnTo>
                    <a:pt x="68" y="66"/>
                  </a:lnTo>
                  <a:lnTo>
                    <a:pt x="59" y="99"/>
                  </a:lnTo>
                  <a:lnTo>
                    <a:pt x="49" y="134"/>
                  </a:lnTo>
                  <a:lnTo>
                    <a:pt x="42" y="167"/>
                  </a:lnTo>
                  <a:lnTo>
                    <a:pt x="35" y="202"/>
                  </a:lnTo>
                  <a:lnTo>
                    <a:pt x="28" y="236"/>
                  </a:lnTo>
                  <a:lnTo>
                    <a:pt x="22" y="272"/>
                  </a:lnTo>
                  <a:lnTo>
                    <a:pt x="17" y="306"/>
                  </a:lnTo>
                  <a:lnTo>
                    <a:pt x="13" y="341"/>
                  </a:lnTo>
                  <a:lnTo>
                    <a:pt x="9" y="377"/>
                  </a:lnTo>
                  <a:lnTo>
                    <a:pt x="6" y="412"/>
                  </a:lnTo>
                  <a:lnTo>
                    <a:pt x="3" y="448"/>
                  </a:lnTo>
                  <a:lnTo>
                    <a:pt x="2" y="484"/>
                  </a:lnTo>
                  <a:lnTo>
                    <a:pt x="1" y="520"/>
                  </a:lnTo>
                  <a:lnTo>
                    <a:pt x="0" y="556"/>
                  </a:lnTo>
                  <a:lnTo>
                    <a:pt x="1" y="608"/>
                  </a:lnTo>
                  <a:lnTo>
                    <a:pt x="3" y="658"/>
                  </a:lnTo>
                  <a:lnTo>
                    <a:pt x="6" y="709"/>
                  </a:lnTo>
                  <a:lnTo>
                    <a:pt x="11" y="759"/>
                  </a:lnTo>
                  <a:lnTo>
                    <a:pt x="17" y="808"/>
                  </a:lnTo>
                  <a:lnTo>
                    <a:pt x="25" y="858"/>
                  </a:lnTo>
                  <a:lnTo>
                    <a:pt x="34" y="906"/>
                  </a:lnTo>
                  <a:lnTo>
                    <a:pt x="44" y="955"/>
                  </a:lnTo>
                  <a:lnTo>
                    <a:pt x="56" y="1003"/>
                  </a:lnTo>
                  <a:lnTo>
                    <a:pt x="69" y="1050"/>
                  </a:lnTo>
                  <a:lnTo>
                    <a:pt x="82" y="1097"/>
                  </a:lnTo>
                  <a:lnTo>
                    <a:pt x="97" y="1143"/>
                  </a:lnTo>
                  <a:lnTo>
                    <a:pt x="114" y="1189"/>
                  </a:lnTo>
                  <a:lnTo>
                    <a:pt x="132" y="1233"/>
                  </a:lnTo>
                  <a:lnTo>
                    <a:pt x="150" y="1278"/>
                  </a:lnTo>
                  <a:lnTo>
                    <a:pt x="170" y="1322"/>
                  </a:lnTo>
                  <a:lnTo>
                    <a:pt x="192" y="1324"/>
                  </a:lnTo>
                  <a:lnTo>
                    <a:pt x="216" y="1324"/>
                  </a:lnTo>
                  <a:lnTo>
                    <a:pt x="238" y="1325"/>
                  </a:lnTo>
                  <a:lnTo>
                    <a:pt x="260" y="1326"/>
                  </a:lnTo>
                  <a:lnTo>
                    <a:pt x="283" y="1326"/>
                  </a:lnTo>
                  <a:lnTo>
                    <a:pt x="305" y="1327"/>
                  </a:lnTo>
                  <a:lnTo>
                    <a:pt x="326" y="1327"/>
                  </a:lnTo>
                  <a:lnTo>
                    <a:pt x="348" y="1327"/>
                  </a:lnTo>
                  <a:lnTo>
                    <a:pt x="326" y="1283"/>
                  </a:lnTo>
                  <a:lnTo>
                    <a:pt x="305" y="1239"/>
                  </a:lnTo>
                  <a:lnTo>
                    <a:pt x="286" y="1194"/>
                  </a:lnTo>
                  <a:lnTo>
                    <a:pt x="267" y="1148"/>
                  </a:lnTo>
                  <a:lnTo>
                    <a:pt x="250" y="1103"/>
                  </a:lnTo>
                  <a:lnTo>
                    <a:pt x="234" y="1055"/>
                  </a:lnTo>
                  <a:lnTo>
                    <a:pt x="220" y="1008"/>
                  </a:lnTo>
                  <a:lnTo>
                    <a:pt x="207" y="960"/>
                  </a:lnTo>
                  <a:lnTo>
                    <a:pt x="195" y="911"/>
                  </a:lnTo>
                  <a:lnTo>
                    <a:pt x="185" y="862"/>
                  </a:lnTo>
                  <a:lnTo>
                    <a:pt x="177" y="812"/>
                  </a:lnTo>
                  <a:lnTo>
                    <a:pt x="170" y="762"/>
                  </a:lnTo>
                  <a:lnTo>
                    <a:pt x="164" y="711"/>
                  </a:lnTo>
                  <a:lnTo>
                    <a:pt x="160" y="660"/>
                  </a:lnTo>
                  <a:lnTo>
                    <a:pt x="158" y="609"/>
                  </a:lnTo>
                  <a:lnTo>
                    <a:pt x="157" y="556"/>
                  </a:lnTo>
                  <a:lnTo>
                    <a:pt x="158" y="523"/>
                  </a:lnTo>
                  <a:lnTo>
                    <a:pt x="159" y="488"/>
                  </a:lnTo>
                  <a:lnTo>
                    <a:pt x="160" y="455"/>
                  </a:lnTo>
                  <a:lnTo>
                    <a:pt x="163" y="421"/>
                  </a:lnTo>
                  <a:lnTo>
                    <a:pt x="166" y="387"/>
                  </a:lnTo>
                  <a:lnTo>
                    <a:pt x="169" y="355"/>
                  </a:lnTo>
                  <a:lnTo>
                    <a:pt x="174" y="321"/>
                  </a:lnTo>
                  <a:lnTo>
                    <a:pt x="179" y="289"/>
                  </a:lnTo>
                  <a:lnTo>
                    <a:pt x="184" y="255"/>
                  </a:lnTo>
                  <a:lnTo>
                    <a:pt x="191" y="223"/>
                  </a:lnTo>
                  <a:lnTo>
                    <a:pt x="197" y="192"/>
                  </a:lnTo>
                  <a:lnTo>
                    <a:pt x="206" y="159"/>
                  </a:lnTo>
                  <a:lnTo>
                    <a:pt x="214" y="128"/>
                  </a:lnTo>
                  <a:lnTo>
                    <a:pt x="223" y="96"/>
                  </a:lnTo>
                  <a:lnTo>
                    <a:pt x="232" y="65"/>
                  </a:lnTo>
                  <a:lnTo>
                    <a:pt x="242" y="35"/>
                  </a:lnTo>
                  <a:lnTo>
                    <a:pt x="223" y="30"/>
                  </a:lnTo>
                  <a:lnTo>
                    <a:pt x="203" y="25"/>
                  </a:lnTo>
                  <a:lnTo>
                    <a:pt x="184" y="20"/>
                  </a:lnTo>
                  <a:lnTo>
                    <a:pt x="165" y="16"/>
                  </a:lnTo>
                  <a:lnTo>
                    <a:pt x="146" y="12"/>
                  </a:lnTo>
                  <a:lnTo>
                    <a:pt x="126" y="8"/>
                  </a:lnTo>
                  <a:lnTo>
                    <a:pt x="107" y="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0B2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4" name="Freeform 640"/>
            <p:cNvSpPr>
              <a:spLocks/>
            </p:cNvSpPr>
            <p:nvPr/>
          </p:nvSpPr>
          <p:spPr bwMode="auto">
            <a:xfrm>
              <a:off x="2652" y="1626"/>
              <a:ext cx="45" cy="164"/>
            </a:xfrm>
            <a:custGeom>
              <a:avLst/>
              <a:gdLst>
                <a:gd name="T0" fmla="*/ 1 w 359"/>
                <a:gd name="T1" fmla="*/ 1 h 1311"/>
                <a:gd name="T2" fmla="*/ 1 w 359"/>
                <a:gd name="T3" fmla="*/ 2 h 1311"/>
                <a:gd name="T4" fmla="*/ 1 w 359"/>
                <a:gd name="T5" fmla="*/ 3 h 1311"/>
                <a:gd name="T6" fmla="*/ 0 w 359"/>
                <a:gd name="T7" fmla="*/ 4 h 1311"/>
                <a:gd name="T8" fmla="*/ 0 w 359"/>
                <a:gd name="T9" fmla="*/ 5 h 1311"/>
                <a:gd name="T10" fmla="*/ 0 w 359"/>
                <a:gd name="T11" fmla="*/ 6 h 1311"/>
                <a:gd name="T12" fmla="*/ 0 w 359"/>
                <a:gd name="T13" fmla="*/ 7 h 1311"/>
                <a:gd name="T14" fmla="*/ 0 w 359"/>
                <a:gd name="T15" fmla="*/ 8 h 1311"/>
                <a:gd name="T16" fmla="*/ 0 w 359"/>
                <a:gd name="T17" fmla="*/ 9 h 1311"/>
                <a:gd name="T18" fmla="*/ 0 w 359"/>
                <a:gd name="T19" fmla="*/ 11 h 1311"/>
                <a:gd name="T20" fmla="*/ 0 w 359"/>
                <a:gd name="T21" fmla="*/ 12 h 1311"/>
                <a:gd name="T22" fmla="*/ 1 w 359"/>
                <a:gd name="T23" fmla="*/ 14 h 1311"/>
                <a:gd name="T24" fmla="*/ 1 w 359"/>
                <a:gd name="T25" fmla="*/ 16 h 1311"/>
                <a:gd name="T26" fmla="*/ 1 w 359"/>
                <a:gd name="T27" fmla="*/ 17 h 1311"/>
                <a:gd name="T28" fmla="*/ 2 w 359"/>
                <a:gd name="T29" fmla="*/ 18 h 1311"/>
                <a:gd name="T30" fmla="*/ 3 w 359"/>
                <a:gd name="T31" fmla="*/ 20 h 1311"/>
                <a:gd name="T32" fmla="*/ 3 w 359"/>
                <a:gd name="T33" fmla="*/ 21 h 1311"/>
                <a:gd name="T34" fmla="*/ 4 w 359"/>
                <a:gd name="T35" fmla="*/ 21 h 1311"/>
                <a:gd name="T36" fmla="*/ 5 w 359"/>
                <a:gd name="T37" fmla="*/ 21 h 1311"/>
                <a:gd name="T38" fmla="*/ 5 w 359"/>
                <a:gd name="T39" fmla="*/ 21 h 1311"/>
                <a:gd name="T40" fmla="*/ 5 w 359"/>
                <a:gd name="T41" fmla="*/ 20 h 1311"/>
                <a:gd name="T42" fmla="*/ 5 w 359"/>
                <a:gd name="T43" fmla="*/ 18 h 1311"/>
                <a:gd name="T44" fmla="*/ 4 w 359"/>
                <a:gd name="T45" fmla="*/ 17 h 1311"/>
                <a:gd name="T46" fmla="*/ 4 w 359"/>
                <a:gd name="T47" fmla="*/ 16 h 1311"/>
                <a:gd name="T48" fmla="*/ 3 w 359"/>
                <a:gd name="T49" fmla="*/ 14 h 1311"/>
                <a:gd name="T50" fmla="*/ 3 w 359"/>
                <a:gd name="T51" fmla="*/ 13 h 1311"/>
                <a:gd name="T52" fmla="*/ 3 w 359"/>
                <a:gd name="T53" fmla="*/ 11 h 1311"/>
                <a:gd name="T54" fmla="*/ 3 w 359"/>
                <a:gd name="T55" fmla="*/ 9 h 1311"/>
                <a:gd name="T56" fmla="*/ 3 w 359"/>
                <a:gd name="T57" fmla="*/ 8 h 1311"/>
                <a:gd name="T58" fmla="*/ 3 w 359"/>
                <a:gd name="T59" fmla="*/ 7 h 1311"/>
                <a:gd name="T60" fmla="*/ 3 w 359"/>
                <a:gd name="T61" fmla="*/ 6 h 1311"/>
                <a:gd name="T62" fmla="*/ 3 w 359"/>
                <a:gd name="T63" fmla="*/ 5 h 1311"/>
                <a:gd name="T64" fmla="*/ 3 w 359"/>
                <a:gd name="T65" fmla="*/ 4 h 1311"/>
                <a:gd name="T66" fmla="*/ 3 w 359"/>
                <a:gd name="T67" fmla="*/ 3 h 1311"/>
                <a:gd name="T68" fmla="*/ 3 w 359"/>
                <a:gd name="T69" fmla="*/ 2 h 1311"/>
                <a:gd name="T70" fmla="*/ 4 w 359"/>
                <a:gd name="T71" fmla="*/ 1 h 1311"/>
                <a:gd name="T72" fmla="*/ 4 w 359"/>
                <a:gd name="T73" fmla="*/ 1 h 1311"/>
                <a:gd name="T74" fmla="*/ 3 w 359"/>
                <a:gd name="T75" fmla="*/ 0 h 1311"/>
                <a:gd name="T76" fmla="*/ 2 w 359"/>
                <a:gd name="T77" fmla="*/ 0 h 1311"/>
                <a:gd name="T78" fmla="*/ 2 w 359"/>
                <a:gd name="T79" fmla="*/ 0 h 13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59"/>
                <a:gd name="T121" fmla="*/ 0 h 1311"/>
                <a:gd name="T122" fmla="*/ 359 w 359"/>
                <a:gd name="T123" fmla="*/ 1311 h 131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59" h="1311">
                  <a:moveTo>
                    <a:pt x="86" y="0"/>
                  </a:moveTo>
                  <a:lnTo>
                    <a:pt x="76" y="33"/>
                  </a:lnTo>
                  <a:lnTo>
                    <a:pt x="66" y="64"/>
                  </a:lnTo>
                  <a:lnTo>
                    <a:pt x="57" y="98"/>
                  </a:lnTo>
                  <a:lnTo>
                    <a:pt x="49" y="130"/>
                  </a:lnTo>
                  <a:lnTo>
                    <a:pt x="41" y="163"/>
                  </a:lnTo>
                  <a:lnTo>
                    <a:pt x="34" y="196"/>
                  </a:lnTo>
                  <a:lnTo>
                    <a:pt x="27" y="229"/>
                  </a:lnTo>
                  <a:lnTo>
                    <a:pt x="22" y="264"/>
                  </a:lnTo>
                  <a:lnTo>
                    <a:pt x="16" y="297"/>
                  </a:lnTo>
                  <a:lnTo>
                    <a:pt x="12" y="331"/>
                  </a:lnTo>
                  <a:lnTo>
                    <a:pt x="8" y="366"/>
                  </a:lnTo>
                  <a:lnTo>
                    <a:pt x="5" y="400"/>
                  </a:lnTo>
                  <a:lnTo>
                    <a:pt x="3" y="435"/>
                  </a:lnTo>
                  <a:lnTo>
                    <a:pt x="1" y="470"/>
                  </a:lnTo>
                  <a:lnTo>
                    <a:pt x="0" y="506"/>
                  </a:lnTo>
                  <a:lnTo>
                    <a:pt x="0" y="540"/>
                  </a:lnTo>
                  <a:lnTo>
                    <a:pt x="0" y="592"/>
                  </a:lnTo>
                  <a:lnTo>
                    <a:pt x="3" y="643"/>
                  </a:lnTo>
                  <a:lnTo>
                    <a:pt x="6" y="694"/>
                  </a:lnTo>
                  <a:lnTo>
                    <a:pt x="11" y="745"/>
                  </a:lnTo>
                  <a:lnTo>
                    <a:pt x="18" y="794"/>
                  </a:lnTo>
                  <a:lnTo>
                    <a:pt x="26" y="844"/>
                  </a:lnTo>
                  <a:lnTo>
                    <a:pt x="35" y="893"/>
                  </a:lnTo>
                  <a:lnTo>
                    <a:pt x="46" y="942"/>
                  </a:lnTo>
                  <a:lnTo>
                    <a:pt x="59" y="990"/>
                  </a:lnTo>
                  <a:lnTo>
                    <a:pt x="72" y="1037"/>
                  </a:lnTo>
                  <a:lnTo>
                    <a:pt x="87" y="1084"/>
                  </a:lnTo>
                  <a:lnTo>
                    <a:pt x="103" y="1130"/>
                  </a:lnTo>
                  <a:lnTo>
                    <a:pt x="120" y="1176"/>
                  </a:lnTo>
                  <a:lnTo>
                    <a:pt x="139" y="1221"/>
                  </a:lnTo>
                  <a:lnTo>
                    <a:pt x="159" y="1266"/>
                  </a:lnTo>
                  <a:lnTo>
                    <a:pt x="180" y="1310"/>
                  </a:lnTo>
                  <a:lnTo>
                    <a:pt x="203" y="1310"/>
                  </a:lnTo>
                  <a:lnTo>
                    <a:pt x="226" y="1311"/>
                  </a:lnTo>
                  <a:lnTo>
                    <a:pt x="248" y="1311"/>
                  </a:lnTo>
                  <a:lnTo>
                    <a:pt x="270" y="1311"/>
                  </a:lnTo>
                  <a:lnTo>
                    <a:pt x="293" y="1311"/>
                  </a:lnTo>
                  <a:lnTo>
                    <a:pt x="315" y="1311"/>
                  </a:lnTo>
                  <a:lnTo>
                    <a:pt x="336" y="1311"/>
                  </a:lnTo>
                  <a:lnTo>
                    <a:pt x="359" y="1311"/>
                  </a:lnTo>
                  <a:lnTo>
                    <a:pt x="335" y="1267"/>
                  </a:lnTo>
                  <a:lnTo>
                    <a:pt x="313" y="1223"/>
                  </a:lnTo>
                  <a:lnTo>
                    <a:pt x="293" y="1179"/>
                  </a:lnTo>
                  <a:lnTo>
                    <a:pt x="272" y="1133"/>
                  </a:lnTo>
                  <a:lnTo>
                    <a:pt x="255" y="1088"/>
                  </a:lnTo>
                  <a:lnTo>
                    <a:pt x="238" y="1040"/>
                  </a:lnTo>
                  <a:lnTo>
                    <a:pt x="223" y="993"/>
                  </a:lnTo>
                  <a:lnTo>
                    <a:pt x="210" y="945"/>
                  </a:lnTo>
                  <a:lnTo>
                    <a:pt x="197" y="896"/>
                  </a:lnTo>
                  <a:lnTo>
                    <a:pt x="186" y="847"/>
                  </a:lnTo>
                  <a:lnTo>
                    <a:pt x="178" y="797"/>
                  </a:lnTo>
                  <a:lnTo>
                    <a:pt x="170" y="747"/>
                  </a:lnTo>
                  <a:lnTo>
                    <a:pt x="164" y="696"/>
                  </a:lnTo>
                  <a:lnTo>
                    <a:pt x="160" y="644"/>
                  </a:lnTo>
                  <a:lnTo>
                    <a:pt x="158" y="593"/>
                  </a:lnTo>
                  <a:lnTo>
                    <a:pt x="157" y="540"/>
                  </a:lnTo>
                  <a:lnTo>
                    <a:pt x="157" y="508"/>
                  </a:lnTo>
                  <a:lnTo>
                    <a:pt x="158" y="475"/>
                  </a:lnTo>
                  <a:lnTo>
                    <a:pt x="160" y="442"/>
                  </a:lnTo>
                  <a:lnTo>
                    <a:pt x="162" y="409"/>
                  </a:lnTo>
                  <a:lnTo>
                    <a:pt x="165" y="378"/>
                  </a:lnTo>
                  <a:lnTo>
                    <a:pt x="169" y="346"/>
                  </a:lnTo>
                  <a:lnTo>
                    <a:pt x="173" y="313"/>
                  </a:lnTo>
                  <a:lnTo>
                    <a:pt x="178" y="282"/>
                  </a:lnTo>
                  <a:lnTo>
                    <a:pt x="183" y="250"/>
                  </a:lnTo>
                  <a:lnTo>
                    <a:pt x="189" y="219"/>
                  </a:lnTo>
                  <a:lnTo>
                    <a:pt x="196" y="189"/>
                  </a:lnTo>
                  <a:lnTo>
                    <a:pt x="204" y="157"/>
                  </a:lnTo>
                  <a:lnTo>
                    <a:pt x="212" y="127"/>
                  </a:lnTo>
                  <a:lnTo>
                    <a:pt x="221" y="97"/>
                  </a:lnTo>
                  <a:lnTo>
                    <a:pt x="230" y="67"/>
                  </a:lnTo>
                  <a:lnTo>
                    <a:pt x="239" y="37"/>
                  </a:lnTo>
                  <a:lnTo>
                    <a:pt x="221" y="33"/>
                  </a:lnTo>
                  <a:lnTo>
                    <a:pt x="201" y="28"/>
                  </a:lnTo>
                  <a:lnTo>
                    <a:pt x="182" y="23"/>
                  </a:lnTo>
                  <a:lnTo>
                    <a:pt x="163" y="19"/>
                  </a:lnTo>
                  <a:lnTo>
                    <a:pt x="144" y="14"/>
                  </a:lnTo>
                  <a:lnTo>
                    <a:pt x="124" y="9"/>
                  </a:lnTo>
                  <a:lnTo>
                    <a:pt x="105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93B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5" name="Freeform 641"/>
            <p:cNvSpPr>
              <a:spLocks/>
            </p:cNvSpPr>
            <p:nvPr/>
          </p:nvSpPr>
          <p:spPr bwMode="auto">
            <a:xfrm>
              <a:off x="2662" y="1628"/>
              <a:ext cx="46" cy="162"/>
            </a:xfrm>
            <a:custGeom>
              <a:avLst/>
              <a:gdLst>
                <a:gd name="T0" fmla="*/ 1 w 370"/>
                <a:gd name="T1" fmla="*/ 1 h 1292"/>
                <a:gd name="T2" fmla="*/ 1 w 370"/>
                <a:gd name="T3" fmla="*/ 2 h 1292"/>
                <a:gd name="T4" fmla="*/ 1 w 370"/>
                <a:gd name="T5" fmla="*/ 3 h 1292"/>
                <a:gd name="T6" fmla="*/ 0 w 370"/>
                <a:gd name="T7" fmla="*/ 4 h 1292"/>
                <a:gd name="T8" fmla="*/ 0 w 370"/>
                <a:gd name="T9" fmla="*/ 5 h 1292"/>
                <a:gd name="T10" fmla="*/ 0 w 370"/>
                <a:gd name="T11" fmla="*/ 6 h 1292"/>
                <a:gd name="T12" fmla="*/ 0 w 370"/>
                <a:gd name="T13" fmla="*/ 7 h 1292"/>
                <a:gd name="T14" fmla="*/ 0 w 370"/>
                <a:gd name="T15" fmla="*/ 8 h 1292"/>
                <a:gd name="T16" fmla="*/ 0 w 370"/>
                <a:gd name="T17" fmla="*/ 9 h 1292"/>
                <a:gd name="T18" fmla="*/ 0 w 370"/>
                <a:gd name="T19" fmla="*/ 11 h 1292"/>
                <a:gd name="T20" fmla="*/ 0 w 370"/>
                <a:gd name="T21" fmla="*/ 12 h 1292"/>
                <a:gd name="T22" fmla="*/ 1 w 370"/>
                <a:gd name="T23" fmla="*/ 14 h 1292"/>
                <a:gd name="T24" fmla="*/ 1 w 370"/>
                <a:gd name="T25" fmla="*/ 15 h 1292"/>
                <a:gd name="T26" fmla="*/ 1 w 370"/>
                <a:gd name="T27" fmla="*/ 17 h 1292"/>
                <a:gd name="T28" fmla="*/ 2 w 370"/>
                <a:gd name="T29" fmla="*/ 18 h 1292"/>
                <a:gd name="T30" fmla="*/ 3 w 370"/>
                <a:gd name="T31" fmla="*/ 20 h 1292"/>
                <a:gd name="T32" fmla="*/ 3 w 370"/>
                <a:gd name="T33" fmla="*/ 20 h 1292"/>
                <a:gd name="T34" fmla="*/ 4 w 370"/>
                <a:gd name="T35" fmla="*/ 20 h 1292"/>
                <a:gd name="T36" fmla="*/ 5 w 370"/>
                <a:gd name="T37" fmla="*/ 20 h 1292"/>
                <a:gd name="T38" fmla="*/ 5 w 370"/>
                <a:gd name="T39" fmla="*/ 20 h 1292"/>
                <a:gd name="T40" fmla="*/ 5 w 370"/>
                <a:gd name="T41" fmla="*/ 20 h 1292"/>
                <a:gd name="T42" fmla="*/ 5 w 370"/>
                <a:gd name="T43" fmla="*/ 18 h 1292"/>
                <a:gd name="T44" fmla="*/ 4 w 370"/>
                <a:gd name="T45" fmla="*/ 17 h 1292"/>
                <a:gd name="T46" fmla="*/ 3 w 370"/>
                <a:gd name="T47" fmla="*/ 15 h 1292"/>
                <a:gd name="T48" fmla="*/ 3 w 370"/>
                <a:gd name="T49" fmla="*/ 14 h 1292"/>
                <a:gd name="T50" fmla="*/ 3 w 370"/>
                <a:gd name="T51" fmla="*/ 12 h 1292"/>
                <a:gd name="T52" fmla="*/ 3 w 370"/>
                <a:gd name="T53" fmla="*/ 11 h 1292"/>
                <a:gd name="T54" fmla="*/ 2 w 370"/>
                <a:gd name="T55" fmla="*/ 9 h 1292"/>
                <a:gd name="T56" fmla="*/ 2 w 370"/>
                <a:gd name="T57" fmla="*/ 8 h 1292"/>
                <a:gd name="T58" fmla="*/ 2 w 370"/>
                <a:gd name="T59" fmla="*/ 7 h 1292"/>
                <a:gd name="T60" fmla="*/ 3 w 370"/>
                <a:gd name="T61" fmla="*/ 6 h 1292"/>
                <a:gd name="T62" fmla="*/ 3 w 370"/>
                <a:gd name="T63" fmla="*/ 5 h 1292"/>
                <a:gd name="T64" fmla="*/ 3 w 370"/>
                <a:gd name="T65" fmla="*/ 4 h 1292"/>
                <a:gd name="T66" fmla="*/ 3 w 370"/>
                <a:gd name="T67" fmla="*/ 3 h 1292"/>
                <a:gd name="T68" fmla="*/ 3 w 370"/>
                <a:gd name="T69" fmla="*/ 2 h 1292"/>
                <a:gd name="T70" fmla="*/ 3 w 370"/>
                <a:gd name="T71" fmla="*/ 1 h 1292"/>
                <a:gd name="T72" fmla="*/ 3 w 370"/>
                <a:gd name="T73" fmla="*/ 1 h 1292"/>
                <a:gd name="T74" fmla="*/ 3 w 370"/>
                <a:gd name="T75" fmla="*/ 0 h 1292"/>
                <a:gd name="T76" fmla="*/ 2 w 370"/>
                <a:gd name="T77" fmla="*/ 0 h 1292"/>
                <a:gd name="T78" fmla="*/ 2 w 370"/>
                <a:gd name="T79" fmla="*/ 0 h 12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70"/>
                <a:gd name="T121" fmla="*/ 0 h 1292"/>
                <a:gd name="T122" fmla="*/ 370 w 370"/>
                <a:gd name="T123" fmla="*/ 1292 h 129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70" h="1292">
                  <a:moveTo>
                    <a:pt x="85" y="0"/>
                  </a:moveTo>
                  <a:lnTo>
                    <a:pt x="75" y="30"/>
                  </a:lnTo>
                  <a:lnTo>
                    <a:pt x="66" y="61"/>
                  </a:lnTo>
                  <a:lnTo>
                    <a:pt x="57" y="93"/>
                  </a:lnTo>
                  <a:lnTo>
                    <a:pt x="49" y="124"/>
                  </a:lnTo>
                  <a:lnTo>
                    <a:pt x="40" y="157"/>
                  </a:lnTo>
                  <a:lnTo>
                    <a:pt x="34" y="188"/>
                  </a:lnTo>
                  <a:lnTo>
                    <a:pt x="27" y="220"/>
                  </a:lnTo>
                  <a:lnTo>
                    <a:pt x="22" y="254"/>
                  </a:lnTo>
                  <a:lnTo>
                    <a:pt x="17" y="286"/>
                  </a:lnTo>
                  <a:lnTo>
                    <a:pt x="12" y="320"/>
                  </a:lnTo>
                  <a:lnTo>
                    <a:pt x="9" y="353"/>
                  </a:lnTo>
                  <a:lnTo>
                    <a:pt x="6" y="386"/>
                  </a:lnTo>
                  <a:lnTo>
                    <a:pt x="3" y="420"/>
                  </a:lnTo>
                  <a:lnTo>
                    <a:pt x="2" y="453"/>
                  </a:lnTo>
                  <a:lnTo>
                    <a:pt x="1" y="488"/>
                  </a:lnTo>
                  <a:lnTo>
                    <a:pt x="0" y="521"/>
                  </a:lnTo>
                  <a:lnTo>
                    <a:pt x="1" y="574"/>
                  </a:lnTo>
                  <a:lnTo>
                    <a:pt x="3" y="625"/>
                  </a:lnTo>
                  <a:lnTo>
                    <a:pt x="7" y="676"/>
                  </a:lnTo>
                  <a:lnTo>
                    <a:pt x="13" y="727"/>
                  </a:lnTo>
                  <a:lnTo>
                    <a:pt x="20" y="777"/>
                  </a:lnTo>
                  <a:lnTo>
                    <a:pt x="28" y="827"/>
                  </a:lnTo>
                  <a:lnTo>
                    <a:pt x="38" y="876"/>
                  </a:lnTo>
                  <a:lnTo>
                    <a:pt x="50" y="925"/>
                  </a:lnTo>
                  <a:lnTo>
                    <a:pt x="63" y="973"/>
                  </a:lnTo>
                  <a:lnTo>
                    <a:pt x="77" y="1020"/>
                  </a:lnTo>
                  <a:lnTo>
                    <a:pt x="93" y="1068"/>
                  </a:lnTo>
                  <a:lnTo>
                    <a:pt x="110" y="1113"/>
                  </a:lnTo>
                  <a:lnTo>
                    <a:pt x="129" y="1159"/>
                  </a:lnTo>
                  <a:lnTo>
                    <a:pt x="148" y="1204"/>
                  </a:lnTo>
                  <a:lnTo>
                    <a:pt x="169" y="1248"/>
                  </a:lnTo>
                  <a:lnTo>
                    <a:pt x="191" y="1292"/>
                  </a:lnTo>
                  <a:lnTo>
                    <a:pt x="214" y="1292"/>
                  </a:lnTo>
                  <a:lnTo>
                    <a:pt x="237" y="1292"/>
                  </a:lnTo>
                  <a:lnTo>
                    <a:pt x="259" y="1292"/>
                  </a:lnTo>
                  <a:lnTo>
                    <a:pt x="282" y="1292"/>
                  </a:lnTo>
                  <a:lnTo>
                    <a:pt x="304" y="1291"/>
                  </a:lnTo>
                  <a:lnTo>
                    <a:pt x="326" y="1291"/>
                  </a:lnTo>
                  <a:lnTo>
                    <a:pt x="348" y="1290"/>
                  </a:lnTo>
                  <a:lnTo>
                    <a:pt x="370" y="1289"/>
                  </a:lnTo>
                  <a:lnTo>
                    <a:pt x="345" y="1246"/>
                  </a:lnTo>
                  <a:lnTo>
                    <a:pt x="322" y="1203"/>
                  </a:lnTo>
                  <a:lnTo>
                    <a:pt x="300" y="1159"/>
                  </a:lnTo>
                  <a:lnTo>
                    <a:pt x="280" y="1113"/>
                  </a:lnTo>
                  <a:lnTo>
                    <a:pt x="260" y="1068"/>
                  </a:lnTo>
                  <a:lnTo>
                    <a:pt x="243" y="1021"/>
                  </a:lnTo>
                  <a:lnTo>
                    <a:pt x="228" y="975"/>
                  </a:lnTo>
                  <a:lnTo>
                    <a:pt x="213" y="926"/>
                  </a:lnTo>
                  <a:lnTo>
                    <a:pt x="200" y="877"/>
                  </a:lnTo>
                  <a:lnTo>
                    <a:pt x="189" y="829"/>
                  </a:lnTo>
                  <a:lnTo>
                    <a:pt x="179" y="778"/>
                  </a:lnTo>
                  <a:lnTo>
                    <a:pt x="171" y="729"/>
                  </a:lnTo>
                  <a:lnTo>
                    <a:pt x="165" y="677"/>
                  </a:lnTo>
                  <a:lnTo>
                    <a:pt x="161" y="625"/>
                  </a:lnTo>
                  <a:lnTo>
                    <a:pt x="158" y="574"/>
                  </a:lnTo>
                  <a:lnTo>
                    <a:pt x="157" y="521"/>
                  </a:lnTo>
                  <a:lnTo>
                    <a:pt x="158" y="490"/>
                  </a:lnTo>
                  <a:lnTo>
                    <a:pt x="159" y="458"/>
                  </a:lnTo>
                  <a:lnTo>
                    <a:pt x="160" y="427"/>
                  </a:lnTo>
                  <a:lnTo>
                    <a:pt x="163" y="395"/>
                  </a:lnTo>
                  <a:lnTo>
                    <a:pt x="165" y="365"/>
                  </a:lnTo>
                  <a:lnTo>
                    <a:pt x="169" y="335"/>
                  </a:lnTo>
                  <a:lnTo>
                    <a:pt x="173" y="303"/>
                  </a:lnTo>
                  <a:lnTo>
                    <a:pt x="178" y="273"/>
                  </a:lnTo>
                  <a:lnTo>
                    <a:pt x="183" y="244"/>
                  </a:lnTo>
                  <a:lnTo>
                    <a:pt x="189" y="213"/>
                  </a:lnTo>
                  <a:lnTo>
                    <a:pt x="195" y="184"/>
                  </a:lnTo>
                  <a:lnTo>
                    <a:pt x="203" y="155"/>
                  </a:lnTo>
                  <a:lnTo>
                    <a:pt x="211" y="125"/>
                  </a:lnTo>
                  <a:lnTo>
                    <a:pt x="219" y="96"/>
                  </a:lnTo>
                  <a:lnTo>
                    <a:pt x="228" y="67"/>
                  </a:lnTo>
                  <a:lnTo>
                    <a:pt x="237" y="38"/>
                  </a:lnTo>
                  <a:lnTo>
                    <a:pt x="219" y="33"/>
                  </a:lnTo>
                  <a:lnTo>
                    <a:pt x="199" y="28"/>
                  </a:lnTo>
                  <a:lnTo>
                    <a:pt x="181" y="23"/>
                  </a:lnTo>
                  <a:lnTo>
                    <a:pt x="162" y="19"/>
                  </a:lnTo>
                  <a:lnTo>
                    <a:pt x="143" y="14"/>
                  </a:lnTo>
                  <a:lnTo>
                    <a:pt x="123" y="9"/>
                  </a:lnTo>
                  <a:lnTo>
                    <a:pt x="104" y="4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95B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6" name="Freeform 642"/>
            <p:cNvSpPr>
              <a:spLocks/>
            </p:cNvSpPr>
            <p:nvPr/>
          </p:nvSpPr>
          <p:spPr bwMode="auto">
            <a:xfrm>
              <a:off x="2672" y="1630"/>
              <a:ext cx="48" cy="160"/>
            </a:xfrm>
            <a:custGeom>
              <a:avLst/>
              <a:gdLst>
                <a:gd name="T0" fmla="*/ 1 w 380"/>
                <a:gd name="T1" fmla="*/ 1 h 1274"/>
                <a:gd name="T2" fmla="*/ 1 w 380"/>
                <a:gd name="T3" fmla="*/ 1 h 1274"/>
                <a:gd name="T4" fmla="*/ 1 w 380"/>
                <a:gd name="T5" fmla="*/ 2 h 1274"/>
                <a:gd name="T6" fmla="*/ 0 w 380"/>
                <a:gd name="T7" fmla="*/ 3 h 1274"/>
                <a:gd name="T8" fmla="*/ 0 w 380"/>
                <a:gd name="T9" fmla="*/ 4 h 1274"/>
                <a:gd name="T10" fmla="*/ 0 w 380"/>
                <a:gd name="T11" fmla="*/ 5 h 1274"/>
                <a:gd name="T12" fmla="*/ 0 w 380"/>
                <a:gd name="T13" fmla="*/ 6 h 1274"/>
                <a:gd name="T14" fmla="*/ 0 w 380"/>
                <a:gd name="T15" fmla="*/ 7 h 1274"/>
                <a:gd name="T16" fmla="*/ 0 w 380"/>
                <a:gd name="T17" fmla="*/ 9 h 1274"/>
                <a:gd name="T18" fmla="*/ 0 w 380"/>
                <a:gd name="T19" fmla="*/ 10 h 1274"/>
                <a:gd name="T20" fmla="*/ 0 w 380"/>
                <a:gd name="T21" fmla="*/ 12 h 1274"/>
                <a:gd name="T22" fmla="*/ 1 w 380"/>
                <a:gd name="T23" fmla="*/ 14 h 1274"/>
                <a:gd name="T24" fmla="*/ 1 w 380"/>
                <a:gd name="T25" fmla="*/ 15 h 1274"/>
                <a:gd name="T26" fmla="*/ 2 w 380"/>
                <a:gd name="T27" fmla="*/ 17 h 1274"/>
                <a:gd name="T28" fmla="*/ 2 w 380"/>
                <a:gd name="T29" fmla="*/ 18 h 1274"/>
                <a:gd name="T30" fmla="*/ 3 w 380"/>
                <a:gd name="T31" fmla="*/ 19 h 1274"/>
                <a:gd name="T32" fmla="*/ 4 w 380"/>
                <a:gd name="T33" fmla="*/ 20 h 1274"/>
                <a:gd name="T34" fmla="*/ 4 w 380"/>
                <a:gd name="T35" fmla="*/ 20 h 1274"/>
                <a:gd name="T36" fmla="*/ 5 w 380"/>
                <a:gd name="T37" fmla="*/ 20 h 1274"/>
                <a:gd name="T38" fmla="*/ 6 w 380"/>
                <a:gd name="T39" fmla="*/ 20 h 1274"/>
                <a:gd name="T40" fmla="*/ 6 w 380"/>
                <a:gd name="T41" fmla="*/ 19 h 1274"/>
                <a:gd name="T42" fmla="*/ 5 w 380"/>
                <a:gd name="T43" fmla="*/ 18 h 1274"/>
                <a:gd name="T44" fmla="*/ 4 w 380"/>
                <a:gd name="T45" fmla="*/ 17 h 1274"/>
                <a:gd name="T46" fmla="*/ 4 w 380"/>
                <a:gd name="T47" fmla="*/ 15 h 1274"/>
                <a:gd name="T48" fmla="*/ 3 w 380"/>
                <a:gd name="T49" fmla="*/ 14 h 1274"/>
                <a:gd name="T50" fmla="*/ 3 w 380"/>
                <a:gd name="T51" fmla="*/ 12 h 1274"/>
                <a:gd name="T52" fmla="*/ 3 w 380"/>
                <a:gd name="T53" fmla="*/ 10 h 1274"/>
                <a:gd name="T54" fmla="*/ 3 w 380"/>
                <a:gd name="T55" fmla="*/ 9 h 1274"/>
                <a:gd name="T56" fmla="*/ 3 w 380"/>
                <a:gd name="T57" fmla="*/ 8 h 1274"/>
                <a:gd name="T58" fmla="*/ 3 w 380"/>
                <a:gd name="T59" fmla="*/ 7 h 1274"/>
                <a:gd name="T60" fmla="*/ 3 w 380"/>
                <a:gd name="T61" fmla="*/ 6 h 1274"/>
                <a:gd name="T62" fmla="*/ 3 w 380"/>
                <a:gd name="T63" fmla="*/ 5 h 1274"/>
                <a:gd name="T64" fmla="*/ 3 w 380"/>
                <a:gd name="T65" fmla="*/ 4 h 1274"/>
                <a:gd name="T66" fmla="*/ 3 w 380"/>
                <a:gd name="T67" fmla="*/ 3 h 1274"/>
                <a:gd name="T68" fmla="*/ 3 w 380"/>
                <a:gd name="T69" fmla="*/ 2 h 1274"/>
                <a:gd name="T70" fmla="*/ 4 w 380"/>
                <a:gd name="T71" fmla="*/ 1 h 1274"/>
                <a:gd name="T72" fmla="*/ 3 w 380"/>
                <a:gd name="T73" fmla="*/ 1 h 1274"/>
                <a:gd name="T74" fmla="*/ 3 w 380"/>
                <a:gd name="T75" fmla="*/ 0 h 1274"/>
                <a:gd name="T76" fmla="*/ 2 w 380"/>
                <a:gd name="T77" fmla="*/ 0 h 1274"/>
                <a:gd name="T78" fmla="*/ 2 w 380"/>
                <a:gd name="T79" fmla="*/ 0 h 12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80"/>
                <a:gd name="T121" fmla="*/ 0 h 1274"/>
                <a:gd name="T122" fmla="*/ 380 w 380"/>
                <a:gd name="T123" fmla="*/ 1274 h 127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80" h="1274">
                  <a:moveTo>
                    <a:pt x="82" y="0"/>
                  </a:moveTo>
                  <a:lnTo>
                    <a:pt x="73" y="30"/>
                  </a:lnTo>
                  <a:lnTo>
                    <a:pt x="64" y="60"/>
                  </a:lnTo>
                  <a:lnTo>
                    <a:pt x="55" y="90"/>
                  </a:lnTo>
                  <a:lnTo>
                    <a:pt x="47" y="120"/>
                  </a:lnTo>
                  <a:lnTo>
                    <a:pt x="39" y="152"/>
                  </a:lnTo>
                  <a:lnTo>
                    <a:pt x="32" y="182"/>
                  </a:lnTo>
                  <a:lnTo>
                    <a:pt x="26" y="213"/>
                  </a:lnTo>
                  <a:lnTo>
                    <a:pt x="21" y="245"/>
                  </a:lnTo>
                  <a:lnTo>
                    <a:pt x="16" y="276"/>
                  </a:lnTo>
                  <a:lnTo>
                    <a:pt x="12" y="309"/>
                  </a:lnTo>
                  <a:lnTo>
                    <a:pt x="8" y="341"/>
                  </a:lnTo>
                  <a:lnTo>
                    <a:pt x="5" y="372"/>
                  </a:lnTo>
                  <a:lnTo>
                    <a:pt x="3" y="405"/>
                  </a:lnTo>
                  <a:lnTo>
                    <a:pt x="1" y="438"/>
                  </a:lnTo>
                  <a:lnTo>
                    <a:pt x="0" y="471"/>
                  </a:lnTo>
                  <a:lnTo>
                    <a:pt x="0" y="503"/>
                  </a:lnTo>
                  <a:lnTo>
                    <a:pt x="1" y="556"/>
                  </a:lnTo>
                  <a:lnTo>
                    <a:pt x="3" y="607"/>
                  </a:lnTo>
                  <a:lnTo>
                    <a:pt x="7" y="659"/>
                  </a:lnTo>
                  <a:lnTo>
                    <a:pt x="13" y="710"/>
                  </a:lnTo>
                  <a:lnTo>
                    <a:pt x="20" y="760"/>
                  </a:lnTo>
                  <a:lnTo>
                    <a:pt x="29" y="810"/>
                  </a:lnTo>
                  <a:lnTo>
                    <a:pt x="40" y="859"/>
                  </a:lnTo>
                  <a:lnTo>
                    <a:pt x="53" y="908"/>
                  </a:lnTo>
                  <a:lnTo>
                    <a:pt x="66" y="956"/>
                  </a:lnTo>
                  <a:lnTo>
                    <a:pt x="81" y="1003"/>
                  </a:lnTo>
                  <a:lnTo>
                    <a:pt x="98" y="1051"/>
                  </a:lnTo>
                  <a:lnTo>
                    <a:pt x="115" y="1096"/>
                  </a:lnTo>
                  <a:lnTo>
                    <a:pt x="135" y="1142"/>
                  </a:lnTo>
                  <a:lnTo>
                    <a:pt x="156" y="1186"/>
                  </a:lnTo>
                  <a:lnTo>
                    <a:pt x="178" y="1230"/>
                  </a:lnTo>
                  <a:lnTo>
                    <a:pt x="202" y="1274"/>
                  </a:lnTo>
                  <a:lnTo>
                    <a:pt x="225" y="1273"/>
                  </a:lnTo>
                  <a:lnTo>
                    <a:pt x="247" y="1273"/>
                  </a:lnTo>
                  <a:lnTo>
                    <a:pt x="269" y="1272"/>
                  </a:lnTo>
                  <a:lnTo>
                    <a:pt x="292" y="1271"/>
                  </a:lnTo>
                  <a:lnTo>
                    <a:pt x="314" y="1269"/>
                  </a:lnTo>
                  <a:lnTo>
                    <a:pt x="336" y="1268"/>
                  </a:lnTo>
                  <a:lnTo>
                    <a:pt x="359" y="1267"/>
                  </a:lnTo>
                  <a:lnTo>
                    <a:pt x="380" y="1265"/>
                  </a:lnTo>
                  <a:lnTo>
                    <a:pt x="355" y="1224"/>
                  </a:lnTo>
                  <a:lnTo>
                    <a:pt x="330" y="1181"/>
                  </a:lnTo>
                  <a:lnTo>
                    <a:pt x="307" y="1138"/>
                  </a:lnTo>
                  <a:lnTo>
                    <a:pt x="286" y="1093"/>
                  </a:lnTo>
                  <a:lnTo>
                    <a:pt x="265" y="1048"/>
                  </a:lnTo>
                  <a:lnTo>
                    <a:pt x="247" y="1002"/>
                  </a:lnTo>
                  <a:lnTo>
                    <a:pt x="231" y="956"/>
                  </a:lnTo>
                  <a:lnTo>
                    <a:pt x="216" y="907"/>
                  </a:lnTo>
                  <a:lnTo>
                    <a:pt x="203" y="859"/>
                  </a:lnTo>
                  <a:lnTo>
                    <a:pt x="190" y="810"/>
                  </a:lnTo>
                  <a:lnTo>
                    <a:pt x="180" y="760"/>
                  </a:lnTo>
                  <a:lnTo>
                    <a:pt x="172" y="711"/>
                  </a:lnTo>
                  <a:lnTo>
                    <a:pt x="165" y="659"/>
                  </a:lnTo>
                  <a:lnTo>
                    <a:pt x="161" y="607"/>
                  </a:lnTo>
                  <a:lnTo>
                    <a:pt x="158" y="556"/>
                  </a:lnTo>
                  <a:lnTo>
                    <a:pt x="157" y="503"/>
                  </a:lnTo>
                  <a:lnTo>
                    <a:pt x="157" y="474"/>
                  </a:lnTo>
                  <a:lnTo>
                    <a:pt x="158" y="443"/>
                  </a:lnTo>
                  <a:lnTo>
                    <a:pt x="160" y="413"/>
                  </a:lnTo>
                  <a:lnTo>
                    <a:pt x="162" y="384"/>
                  </a:lnTo>
                  <a:lnTo>
                    <a:pt x="165" y="354"/>
                  </a:lnTo>
                  <a:lnTo>
                    <a:pt x="168" y="325"/>
                  </a:lnTo>
                  <a:lnTo>
                    <a:pt x="172" y="295"/>
                  </a:lnTo>
                  <a:lnTo>
                    <a:pt x="176" y="266"/>
                  </a:lnTo>
                  <a:lnTo>
                    <a:pt x="182" y="238"/>
                  </a:lnTo>
                  <a:lnTo>
                    <a:pt x="187" y="209"/>
                  </a:lnTo>
                  <a:lnTo>
                    <a:pt x="194" y="181"/>
                  </a:lnTo>
                  <a:lnTo>
                    <a:pt x="201" y="153"/>
                  </a:lnTo>
                  <a:lnTo>
                    <a:pt x="209" y="124"/>
                  </a:lnTo>
                  <a:lnTo>
                    <a:pt x="217" y="97"/>
                  </a:lnTo>
                  <a:lnTo>
                    <a:pt x="225" y="70"/>
                  </a:lnTo>
                  <a:lnTo>
                    <a:pt x="234" y="42"/>
                  </a:lnTo>
                  <a:lnTo>
                    <a:pt x="216" y="36"/>
                  </a:lnTo>
                  <a:lnTo>
                    <a:pt x="196" y="31"/>
                  </a:lnTo>
                  <a:lnTo>
                    <a:pt x="178" y="26"/>
                  </a:lnTo>
                  <a:lnTo>
                    <a:pt x="159" y="21"/>
                  </a:lnTo>
                  <a:lnTo>
                    <a:pt x="140" y="15"/>
                  </a:lnTo>
                  <a:lnTo>
                    <a:pt x="120" y="10"/>
                  </a:lnTo>
                  <a:lnTo>
                    <a:pt x="101" y="5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97B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7" name="Freeform 643"/>
            <p:cNvSpPr>
              <a:spLocks/>
            </p:cNvSpPr>
            <p:nvPr/>
          </p:nvSpPr>
          <p:spPr bwMode="auto">
            <a:xfrm>
              <a:off x="2682" y="1633"/>
              <a:ext cx="49" cy="156"/>
            </a:xfrm>
            <a:custGeom>
              <a:avLst/>
              <a:gdLst>
                <a:gd name="T0" fmla="*/ 1 w 392"/>
                <a:gd name="T1" fmla="*/ 0 h 1251"/>
                <a:gd name="T2" fmla="*/ 1 w 392"/>
                <a:gd name="T3" fmla="*/ 1 h 1251"/>
                <a:gd name="T4" fmla="*/ 1 w 392"/>
                <a:gd name="T5" fmla="*/ 2 h 1251"/>
                <a:gd name="T6" fmla="*/ 0 w 392"/>
                <a:gd name="T7" fmla="*/ 3 h 1251"/>
                <a:gd name="T8" fmla="*/ 0 w 392"/>
                <a:gd name="T9" fmla="*/ 4 h 1251"/>
                <a:gd name="T10" fmla="*/ 0 w 392"/>
                <a:gd name="T11" fmla="*/ 5 h 1251"/>
                <a:gd name="T12" fmla="*/ 0 w 392"/>
                <a:gd name="T13" fmla="*/ 6 h 1251"/>
                <a:gd name="T14" fmla="*/ 0 w 392"/>
                <a:gd name="T15" fmla="*/ 7 h 1251"/>
                <a:gd name="T16" fmla="*/ 0 w 392"/>
                <a:gd name="T17" fmla="*/ 8 h 1251"/>
                <a:gd name="T18" fmla="*/ 0 w 392"/>
                <a:gd name="T19" fmla="*/ 10 h 1251"/>
                <a:gd name="T20" fmla="*/ 0 w 392"/>
                <a:gd name="T21" fmla="*/ 11 h 1251"/>
                <a:gd name="T22" fmla="*/ 1 w 392"/>
                <a:gd name="T23" fmla="*/ 13 h 1251"/>
                <a:gd name="T24" fmla="*/ 1 w 392"/>
                <a:gd name="T25" fmla="*/ 15 h 1251"/>
                <a:gd name="T26" fmla="*/ 2 w 392"/>
                <a:gd name="T27" fmla="*/ 16 h 1251"/>
                <a:gd name="T28" fmla="*/ 2 w 392"/>
                <a:gd name="T29" fmla="*/ 17 h 1251"/>
                <a:gd name="T30" fmla="*/ 3 w 392"/>
                <a:gd name="T31" fmla="*/ 19 h 1251"/>
                <a:gd name="T32" fmla="*/ 4 w 392"/>
                <a:gd name="T33" fmla="*/ 19 h 1251"/>
                <a:gd name="T34" fmla="*/ 4 w 392"/>
                <a:gd name="T35" fmla="*/ 19 h 1251"/>
                <a:gd name="T36" fmla="*/ 5 w 392"/>
                <a:gd name="T37" fmla="*/ 19 h 1251"/>
                <a:gd name="T38" fmla="*/ 6 w 392"/>
                <a:gd name="T39" fmla="*/ 19 h 1251"/>
                <a:gd name="T40" fmla="*/ 6 w 392"/>
                <a:gd name="T41" fmla="*/ 19 h 1251"/>
                <a:gd name="T42" fmla="*/ 5 w 392"/>
                <a:gd name="T43" fmla="*/ 17 h 1251"/>
                <a:gd name="T44" fmla="*/ 4 w 392"/>
                <a:gd name="T45" fmla="*/ 16 h 1251"/>
                <a:gd name="T46" fmla="*/ 4 w 392"/>
                <a:gd name="T47" fmla="*/ 14 h 1251"/>
                <a:gd name="T48" fmla="*/ 3 w 392"/>
                <a:gd name="T49" fmla="*/ 13 h 1251"/>
                <a:gd name="T50" fmla="*/ 3 w 392"/>
                <a:gd name="T51" fmla="*/ 11 h 1251"/>
                <a:gd name="T52" fmla="*/ 3 w 392"/>
                <a:gd name="T53" fmla="*/ 10 h 1251"/>
                <a:gd name="T54" fmla="*/ 3 w 392"/>
                <a:gd name="T55" fmla="*/ 9 h 1251"/>
                <a:gd name="T56" fmla="*/ 3 w 392"/>
                <a:gd name="T57" fmla="*/ 8 h 1251"/>
                <a:gd name="T58" fmla="*/ 3 w 392"/>
                <a:gd name="T59" fmla="*/ 7 h 1251"/>
                <a:gd name="T60" fmla="*/ 3 w 392"/>
                <a:gd name="T61" fmla="*/ 6 h 1251"/>
                <a:gd name="T62" fmla="*/ 3 w 392"/>
                <a:gd name="T63" fmla="*/ 5 h 1251"/>
                <a:gd name="T64" fmla="*/ 3 w 392"/>
                <a:gd name="T65" fmla="*/ 4 h 1251"/>
                <a:gd name="T66" fmla="*/ 3 w 392"/>
                <a:gd name="T67" fmla="*/ 4 h 1251"/>
                <a:gd name="T68" fmla="*/ 3 w 392"/>
                <a:gd name="T69" fmla="*/ 3 h 1251"/>
                <a:gd name="T70" fmla="*/ 3 w 392"/>
                <a:gd name="T71" fmla="*/ 2 h 1251"/>
                <a:gd name="T72" fmla="*/ 3 w 392"/>
                <a:gd name="T73" fmla="*/ 1 h 1251"/>
                <a:gd name="T74" fmla="*/ 3 w 392"/>
                <a:gd name="T75" fmla="*/ 1 h 1251"/>
                <a:gd name="T76" fmla="*/ 3 w 392"/>
                <a:gd name="T77" fmla="*/ 0 h 1251"/>
                <a:gd name="T78" fmla="*/ 2 w 392"/>
                <a:gd name="T79" fmla="*/ 0 h 1251"/>
                <a:gd name="T80" fmla="*/ 2 w 392"/>
                <a:gd name="T81" fmla="*/ 0 h 125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92"/>
                <a:gd name="T124" fmla="*/ 0 h 1251"/>
                <a:gd name="T125" fmla="*/ 392 w 392"/>
                <a:gd name="T126" fmla="*/ 1251 h 1251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92" h="1251">
                  <a:moveTo>
                    <a:pt x="80" y="0"/>
                  </a:moveTo>
                  <a:lnTo>
                    <a:pt x="71" y="29"/>
                  </a:lnTo>
                  <a:lnTo>
                    <a:pt x="62" y="58"/>
                  </a:lnTo>
                  <a:lnTo>
                    <a:pt x="54" y="87"/>
                  </a:lnTo>
                  <a:lnTo>
                    <a:pt x="46" y="117"/>
                  </a:lnTo>
                  <a:lnTo>
                    <a:pt x="38" y="146"/>
                  </a:lnTo>
                  <a:lnTo>
                    <a:pt x="32" y="175"/>
                  </a:lnTo>
                  <a:lnTo>
                    <a:pt x="26" y="206"/>
                  </a:lnTo>
                  <a:lnTo>
                    <a:pt x="21" y="235"/>
                  </a:lnTo>
                  <a:lnTo>
                    <a:pt x="16" y="265"/>
                  </a:lnTo>
                  <a:lnTo>
                    <a:pt x="12" y="297"/>
                  </a:lnTo>
                  <a:lnTo>
                    <a:pt x="8" y="327"/>
                  </a:lnTo>
                  <a:lnTo>
                    <a:pt x="6" y="357"/>
                  </a:lnTo>
                  <a:lnTo>
                    <a:pt x="3" y="389"/>
                  </a:lnTo>
                  <a:lnTo>
                    <a:pt x="2" y="420"/>
                  </a:lnTo>
                  <a:lnTo>
                    <a:pt x="1" y="452"/>
                  </a:lnTo>
                  <a:lnTo>
                    <a:pt x="0" y="483"/>
                  </a:lnTo>
                  <a:lnTo>
                    <a:pt x="1" y="536"/>
                  </a:lnTo>
                  <a:lnTo>
                    <a:pt x="4" y="587"/>
                  </a:lnTo>
                  <a:lnTo>
                    <a:pt x="8" y="639"/>
                  </a:lnTo>
                  <a:lnTo>
                    <a:pt x="14" y="691"/>
                  </a:lnTo>
                  <a:lnTo>
                    <a:pt x="22" y="740"/>
                  </a:lnTo>
                  <a:lnTo>
                    <a:pt x="32" y="791"/>
                  </a:lnTo>
                  <a:lnTo>
                    <a:pt x="43" y="839"/>
                  </a:lnTo>
                  <a:lnTo>
                    <a:pt x="56" y="888"/>
                  </a:lnTo>
                  <a:lnTo>
                    <a:pt x="71" y="937"/>
                  </a:lnTo>
                  <a:lnTo>
                    <a:pt x="86" y="983"/>
                  </a:lnTo>
                  <a:lnTo>
                    <a:pt x="103" y="1030"/>
                  </a:lnTo>
                  <a:lnTo>
                    <a:pt x="123" y="1075"/>
                  </a:lnTo>
                  <a:lnTo>
                    <a:pt x="143" y="1121"/>
                  </a:lnTo>
                  <a:lnTo>
                    <a:pt x="165" y="1165"/>
                  </a:lnTo>
                  <a:lnTo>
                    <a:pt x="188" y="1208"/>
                  </a:lnTo>
                  <a:lnTo>
                    <a:pt x="213" y="1251"/>
                  </a:lnTo>
                  <a:lnTo>
                    <a:pt x="236" y="1249"/>
                  </a:lnTo>
                  <a:lnTo>
                    <a:pt x="258" y="1248"/>
                  </a:lnTo>
                  <a:lnTo>
                    <a:pt x="282" y="1247"/>
                  </a:lnTo>
                  <a:lnTo>
                    <a:pt x="304" y="1245"/>
                  </a:lnTo>
                  <a:lnTo>
                    <a:pt x="326" y="1244"/>
                  </a:lnTo>
                  <a:lnTo>
                    <a:pt x="348" y="1242"/>
                  </a:lnTo>
                  <a:lnTo>
                    <a:pt x="370" y="1240"/>
                  </a:lnTo>
                  <a:lnTo>
                    <a:pt x="392" y="1238"/>
                  </a:lnTo>
                  <a:lnTo>
                    <a:pt x="365" y="1198"/>
                  </a:lnTo>
                  <a:lnTo>
                    <a:pt x="339" y="1156"/>
                  </a:lnTo>
                  <a:lnTo>
                    <a:pt x="315" y="1113"/>
                  </a:lnTo>
                  <a:lnTo>
                    <a:pt x="293" y="1069"/>
                  </a:lnTo>
                  <a:lnTo>
                    <a:pt x="271" y="1025"/>
                  </a:lnTo>
                  <a:lnTo>
                    <a:pt x="252" y="979"/>
                  </a:lnTo>
                  <a:lnTo>
                    <a:pt x="235" y="933"/>
                  </a:lnTo>
                  <a:lnTo>
                    <a:pt x="219" y="886"/>
                  </a:lnTo>
                  <a:lnTo>
                    <a:pt x="205" y="837"/>
                  </a:lnTo>
                  <a:lnTo>
                    <a:pt x="192" y="789"/>
                  </a:lnTo>
                  <a:lnTo>
                    <a:pt x="182" y="739"/>
                  </a:lnTo>
                  <a:lnTo>
                    <a:pt x="173" y="690"/>
                  </a:lnTo>
                  <a:lnTo>
                    <a:pt x="166" y="639"/>
                  </a:lnTo>
                  <a:lnTo>
                    <a:pt x="161" y="587"/>
                  </a:lnTo>
                  <a:lnTo>
                    <a:pt x="160" y="562"/>
                  </a:lnTo>
                  <a:lnTo>
                    <a:pt x="158" y="536"/>
                  </a:lnTo>
                  <a:lnTo>
                    <a:pt x="158" y="509"/>
                  </a:lnTo>
                  <a:lnTo>
                    <a:pt x="157" y="483"/>
                  </a:lnTo>
                  <a:lnTo>
                    <a:pt x="158" y="455"/>
                  </a:lnTo>
                  <a:lnTo>
                    <a:pt x="159" y="426"/>
                  </a:lnTo>
                  <a:lnTo>
                    <a:pt x="160" y="398"/>
                  </a:lnTo>
                  <a:lnTo>
                    <a:pt x="162" y="370"/>
                  </a:lnTo>
                  <a:lnTo>
                    <a:pt x="165" y="341"/>
                  </a:lnTo>
                  <a:lnTo>
                    <a:pt x="168" y="314"/>
                  </a:lnTo>
                  <a:lnTo>
                    <a:pt x="172" y="286"/>
                  </a:lnTo>
                  <a:lnTo>
                    <a:pt x="176" y="258"/>
                  </a:lnTo>
                  <a:lnTo>
                    <a:pt x="181" y="231"/>
                  </a:lnTo>
                  <a:lnTo>
                    <a:pt x="186" y="204"/>
                  </a:lnTo>
                  <a:lnTo>
                    <a:pt x="192" y="177"/>
                  </a:lnTo>
                  <a:lnTo>
                    <a:pt x="200" y="150"/>
                  </a:lnTo>
                  <a:lnTo>
                    <a:pt x="207" y="124"/>
                  </a:lnTo>
                  <a:lnTo>
                    <a:pt x="215" y="97"/>
                  </a:lnTo>
                  <a:lnTo>
                    <a:pt x="223" y="71"/>
                  </a:lnTo>
                  <a:lnTo>
                    <a:pt x="231" y="46"/>
                  </a:lnTo>
                  <a:lnTo>
                    <a:pt x="213" y="40"/>
                  </a:lnTo>
                  <a:lnTo>
                    <a:pt x="194" y="33"/>
                  </a:lnTo>
                  <a:lnTo>
                    <a:pt x="175" y="28"/>
                  </a:lnTo>
                  <a:lnTo>
                    <a:pt x="157" y="22"/>
                  </a:lnTo>
                  <a:lnTo>
                    <a:pt x="138" y="17"/>
                  </a:lnTo>
                  <a:lnTo>
                    <a:pt x="118" y="11"/>
                  </a:lnTo>
                  <a:lnTo>
                    <a:pt x="99" y="6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99B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8" name="Freeform 644"/>
            <p:cNvSpPr>
              <a:spLocks/>
            </p:cNvSpPr>
            <p:nvPr/>
          </p:nvSpPr>
          <p:spPr bwMode="auto">
            <a:xfrm>
              <a:off x="2692" y="1636"/>
              <a:ext cx="50" cy="153"/>
            </a:xfrm>
            <a:custGeom>
              <a:avLst/>
              <a:gdLst>
                <a:gd name="T0" fmla="*/ 1 w 402"/>
                <a:gd name="T1" fmla="*/ 1 h 1223"/>
                <a:gd name="T2" fmla="*/ 1 w 402"/>
                <a:gd name="T3" fmla="*/ 1 h 1223"/>
                <a:gd name="T4" fmla="*/ 1 w 402"/>
                <a:gd name="T5" fmla="*/ 2 h 1223"/>
                <a:gd name="T6" fmla="*/ 0 w 402"/>
                <a:gd name="T7" fmla="*/ 3 h 1223"/>
                <a:gd name="T8" fmla="*/ 0 w 402"/>
                <a:gd name="T9" fmla="*/ 4 h 1223"/>
                <a:gd name="T10" fmla="*/ 0 w 402"/>
                <a:gd name="T11" fmla="*/ 5 h 1223"/>
                <a:gd name="T12" fmla="*/ 0 w 402"/>
                <a:gd name="T13" fmla="*/ 6 h 1223"/>
                <a:gd name="T14" fmla="*/ 0 w 402"/>
                <a:gd name="T15" fmla="*/ 7 h 1223"/>
                <a:gd name="T16" fmla="*/ 0 w 402"/>
                <a:gd name="T17" fmla="*/ 8 h 1223"/>
                <a:gd name="T18" fmla="*/ 0 w 402"/>
                <a:gd name="T19" fmla="*/ 10 h 1223"/>
                <a:gd name="T20" fmla="*/ 0 w 402"/>
                <a:gd name="T21" fmla="*/ 11 h 1223"/>
                <a:gd name="T22" fmla="*/ 1 w 402"/>
                <a:gd name="T23" fmla="*/ 13 h 1223"/>
                <a:gd name="T24" fmla="*/ 1 w 402"/>
                <a:gd name="T25" fmla="*/ 14 h 1223"/>
                <a:gd name="T26" fmla="*/ 2 w 402"/>
                <a:gd name="T27" fmla="*/ 16 h 1223"/>
                <a:gd name="T28" fmla="*/ 2 w 402"/>
                <a:gd name="T29" fmla="*/ 17 h 1223"/>
                <a:gd name="T30" fmla="*/ 3 w 402"/>
                <a:gd name="T31" fmla="*/ 19 h 1223"/>
                <a:gd name="T32" fmla="*/ 4 w 402"/>
                <a:gd name="T33" fmla="*/ 19 h 1223"/>
                <a:gd name="T34" fmla="*/ 4 w 402"/>
                <a:gd name="T35" fmla="*/ 19 h 1223"/>
                <a:gd name="T36" fmla="*/ 5 w 402"/>
                <a:gd name="T37" fmla="*/ 19 h 1223"/>
                <a:gd name="T38" fmla="*/ 6 w 402"/>
                <a:gd name="T39" fmla="*/ 19 h 1223"/>
                <a:gd name="T40" fmla="*/ 6 w 402"/>
                <a:gd name="T41" fmla="*/ 18 h 1223"/>
                <a:gd name="T42" fmla="*/ 5 w 402"/>
                <a:gd name="T43" fmla="*/ 17 h 1223"/>
                <a:gd name="T44" fmla="*/ 4 w 402"/>
                <a:gd name="T45" fmla="*/ 16 h 1223"/>
                <a:gd name="T46" fmla="*/ 4 w 402"/>
                <a:gd name="T47" fmla="*/ 14 h 1223"/>
                <a:gd name="T48" fmla="*/ 3 w 402"/>
                <a:gd name="T49" fmla="*/ 13 h 1223"/>
                <a:gd name="T50" fmla="*/ 3 w 402"/>
                <a:gd name="T51" fmla="*/ 12 h 1223"/>
                <a:gd name="T52" fmla="*/ 3 w 402"/>
                <a:gd name="T53" fmla="*/ 11 h 1223"/>
                <a:gd name="T54" fmla="*/ 3 w 402"/>
                <a:gd name="T55" fmla="*/ 10 h 1223"/>
                <a:gd name="T56" fmla="*/ 2 w 402"/>
                <a:gd name="T57" fmla="*/ 9 h 1223"/>
                <a:gd name="T58" fmla="*/ 2 w 402"/>
                <a:gd name="T59" fmla="*/ 8 h 1223"/>
                <a:gd name="T60" fmla="*/ 2 w 402"/>
                <a:gd name="T61" fmla="*/ 8 h 1223"/>
                <a:gd name="T62" fmla="*/ 2 w 402"/>
                <a:gd name="T63" fmla="*/ 7 h 1223"/>
                <a:gd name="T64" fmla="*/ 2 w 402"/>
                <a:gd name="T65" fmla="*/ 6 h 1223"/>
                <a:gd name="T66" fmla="*/ 2 w 402"/>
                <a:gd name="T67" fmla="*/ 5 h 1223"/>
                <a:gd name="T68" fmla="*/ 3 w 402"/>
                <a:gd name="T69" fmla="*/ 4 h 1223"/>
                <a:gd name="T70" fmla="*/ 3 w 402"/>
                <a:gd name="T71" fmla="*/ 4 h 1223"/>
                <a:gd name="T72" fmla="*/ 3 w 402"/>
                <a:gd name="T73" fmla="*/ 3 h 1223"/>
                <a:gd name="T74" fmla="*/ 3 w 402"/>
                <a:gd name="T75" fmla="*/ 2 h 1223"/>
                <a:gd name="T76" fmla="*/ 3 w 402"/>
                <a:gd name="T77" fmla="*/ 1 h 1223"/>
                <a:gd name="T78" fmla="*/ 3 w 402"/>
                <a:gd name="T79" fmla="*/ 1 h 1223"/>
                <a:gd name="T80" fmla="*/ 2 w 402"/>
                <a:gd name="T81" fmla="*/ 0 h 122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02"/>
                <a:gd name="T124" fmla="*/ 0 h 1223"/>
                <a:gd name="T125" fmla="*/ 402 w 402"/>
                <a:gd name="T126" fmla="*/ 1223 h 122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02" h="1223">
                  <a:moveTo>
                    <a:pt x="77" y="0"/>
                  </a:moveTo>
                  <a:lnTo>
                    <a:pt x="68" y="28"/>
                  </a:lnTo>
                  <a:lnTo>
                    <a:pt x="60" y="55"/>
                  </a:lnTo>
                  <a:lnTo>
                    <a:pt x="52" y="82"/>
                  </a:lnTo>
                  <a:lnTo>
                    <a:pt x="44" y="111"/>
                  </a:lnTo>
                  <a:lnTo>
                    <a:pt x="37" y="139"/>
                  </a:lnTo>
                  <a:lnTo>
                    <a:pt x="30" y="167"/>
                  </a:lnTo>
                  <a:lnTo>
                    <a:pt x="25" y="196"/>
                  </a:lnTo>
                  <a:lnTo>
                    <a:pt x="19" y="224"/>
                  </a:lnTo>
                  <a:lnTo>
                    <a:pt x="15" y="253"/>
                  </a:lnTo>
                  <a:lnTo>
                    <a:pt x="11" y="283"/>
                  </a:lnTo>
                  <a:lnTo>
                    <a:pt x="8" y="312"/>
                  </a:lnTo>
                  <a:lnTo>
                    <a:pt x="5" y="342"/>
                  </a:lnTo>
                  <a:lnTo>
                    <a:pt x="3" y="371"/>
                  </a:lnTo>
                  <a:lnTo>
                    <a:pt x="1" y="401"/>
                  </a:lnTo>
                  <a:lnTo>
                    <a:pt x="0" y="432"/>
                  </a:lnTo>
                  <a:lnTo>
                    <a:pt x="0" y="461"/>
                  </a:lnTo>
                  <a:lnTo>
                    <a:pt x="1" y="514"/>
                  </a:lnTo>
                  <a:lnTo>
                    <a:pt x="4" y="565"/>
                  </a:lnTo>
                  <a:lnTo>
                    <a:pt x="8" y="617"/>
                  </a:lnTo>
                  <a:lnTo>
                    <a:pt x="15" y="669"/>
                  </a:lnTo>
                  <a:lnTo>
                    <a:pt x="23" y="718"/>
                  </a:lnTo>
                  <a:lnTo>
                    <a:pt x="33" y="768"/>
                  </a:lnTo>
                  <a:lnTo>
                    <a:pt x="46" y="817"/>
                  </a:lnTo>
                  <a:lnTo>
                    <a:pt x="59" y="865"/>
                  </a:lnTo>
                  <a:lnTo>
                    <a:pt x="74" y="914"/>
                  </a:lnTo>
                  <a:lnTo>
                    <a:pt x="90" y="960"/>
                  </a:lnTo>
                  <a:lnTo>
                    <a:pt x="108" y="1006"/>
                  </a:lnTo>
                  <a:lnTo>
                    <a:pt x="129" y="1051"/>
                  </a:lnTo>
                  <a:lnTo>
                    <a:pt x="150" y="1096"/>
                  </a:lnTo>
                  <a:lnTo>
                    <a:pt x="173" y="1139"/>
                  </a:lnTo>
                  <a:lnTo>
                    <a:pt x="198" y="1182"/>
                  </a:lnTo>
                  <a:lnTo>
                    <a:pt x="223" y="1223"/>
                  </a:lnTo>
                  <a:lnTo>
                    <a:pt x="246" y="1222"/>
                  </a:lnTo>
                  <a:lnTo>
                    <a:pt x="269" y="1220"/>
                  </a:lnTo>
                  <a:lnTo>
                    <a:pt x="292" y="1218"/>
                  </a:lnTo>
                  <a:lnTo>
                    <a:pt x="314" y="1216"/>
                  </a:lnTo>
                  <a:lnTo>
                    <a:pt x="336" y="1214"/>
                  </a:lnTo>
                  <a:lnTo>
                    <a:pt x="359" y="1212"/>
                  </a:lnTo>
                  <a:lnTo>
                    <a:pt x="381" y="1209"/>
                  </a:lnTo>
                  <a:lnTo>
                    <a:pt x="402" y="1206"/>
                  </a:lnTo>
                  <a:lnTo>
                    <a:pt x="374" y="1167"/>
                  </a:lnTo>
                  <a:lnTo>
                    <a:pt x="347" y="1126"/>
                  </a:lnTo>
                  <a:lnTo>
                    <a:pt x="322" y="1085"/>
                  </a:lnTo>
                  <a:lnTo>
                    <a:pt x="299" y="1041"/>
                  </a:lnTo>
                  <a:lnTo>
                    <a:pt x="278" y="998"/>
                  </a:lnTo>
                  <a:lnTo>
                    <a:pt x="257" y="953"/>
                  </a:lnTo>
                  <a:lnTo>
                    <a:pt x="238" y="908"/>
                  </a:lnTo>
                  <a:lnTo>
                    <a:pt x="222" y="860"/>
                  </a:lnTo>
                  <a:lnTo>
                    <a:pt x="207" y="813"/>
                  </a:lnTo>
                  <a:lnTo>
                    <a:pt x="194" y="765"/>
                  </a:lnTo>
                  <a:lnTo>
                    <a:pt x="188" y="740"/>
                  </a:lnTo>
                  <a:lnTo>
                    <a:pt x="183" y="716"/>
                  </a:lnTo>
                  <a:lnTo>
                    <a:pt x="178" y="691"/>
                  </a:lnTo>
                  <a:lnTo>
                    <a:pt x="174" y="667"/>
                  </a:lnTo>
                  <a:lnTo>
                    <a:pt x="170" y="641"/>
                  </a:lnTo>
                  <a:lnTo>
                    <a:pt x="166" y="616"/>
                  </a:lnTo>
                  <a:lnTo>
                    <a:pt x="164" y="591"/>
                  </a:lnTo>
                  <a:lnTo>
                    <a:pt x="161" y="565"/>
                  </a:lnTo>
                  <a:lnTo>
                    <a:pt x="159" y="539"/>
                  </a:lnTo>
                  <a:lnTo>
                    <a:pt x="158" y="514"/>
                  </a:lnTo>
                  <a:lnTo>
                    <a:pt x="157" y="487"/>
                  </a:lnTo>
                  <a:lnTo>
                    <a:pt x="157" y="461"/>
                  </a:lnTo>
                  <a:lnTo>
                    <a:pt x="157" y="435"/>
                  </a:lnTo>
                  <a:lnTo>
                    <a:pt x="158" y="407"/>
                  </a:lnTo>
                  <a:lnTo>
                    <a:pt x="160" y="381"/>
                  </a:lnTo>
                  <a:lnTo>
                    <a:pt x="162" y="354"/>
                  </a:lnTo>
                  <a:lnTo>
                    <a:pt x="164" y="327"/>
                  </a:lnTo>
                  <a:lnTo>
                    <a:pt x="167" y="301"/>
                  </a:lnTo>
                  <a:lnTo>
                    <a:pt x="171" y="275"/>
                  </a:lnTo>
                  <a:lnTo>
                    <a:pt x="175" y="248"/>
                  </a:lnTo>
                  <a:lnTo>
                    <a:pt x="179" y="223"/>
                  </a:lnTo>
                  <a:lnTo>
                    <a:pt x="185" y="198"/>
                  </a:lnTo>
                  <a:lnTo>
                    <a:pt x="190" y="172"/>
                  </a:lnTo>
                  <a:lnTo>
                    <a:pt x="197" y="147"/>
                  </a:lnTo>
                  <a:lnTo>
                    <a:pt x="204" y="122"/>
                  </a:lnTo>
                  <a:lnTo>
                    <a:pt x="211" y="97"/>
                  </a:lnTo>
                  <a:lnTo>
                    <a:pt x="219" y="72"/>
                  </a:lnTo>
                  <a:lnTo>
                    <a:pt x="227" y="48"/>
                  </a:lnTo>
                  <a:lnTo>
                    <a:pt x="190" y="36"/>
                  </a:lnTo>
                  <a:lnTo>
                    <a:pt x="153" y="24"/>
                  </a:lnTo>
                  <a:lnTo>
                    <a:pt x="115" y="1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9BB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9" name="Freeform 645"/>
            <p:cNvSpPr>
              <a:spLocks/>
            </p:cNvSpPr>
            <p:nvPr/>
          </p:nvSpPr>
          <p:spPr bwMode="auto">
            <a:xfrm>
              <a:off x="2702" y="1639"/>
              <a:ext cx="51" cy="149"/>
            </a:xfrm>
            <a:custGeom>
              <a:avLst/>
              <a:gdLst>
                <a:gd name="T0" fmla="*/ 1 w 412"/>
                <a:gd name="T1" fmla="*/ 0 h 1192"/>
                <a:gd name="T2" fmla="*/ 1 w 412"/>
                <a:gd name="T3" fmla="*/ 1 h 1192"/>
                <a:gd name="T4" fmla="*/ 0 w 412"/>
                <a:gd name="T5" fmla="*/ 2 h 1192"/>
                <a:gd name="T6" fmla="*/ 0 w 412"/>
                <a:gd name="T7" fmla="*/ 3 h 1192"/>
                <a:gd name="T8" fmla="*/ 0 w 412"/>
                <a:gd name="T9" fmla="*/ 4 h 1192"/>
                <a:gd name="T10" fmla="*/ 0 w 412"/>
                <a:gd name="T11" fmla="*/ 5 h 1192"/>
                <a:gd name="T12" fmla="*/ 0 w 412"/>
                <a:gd name="T13" fmla="*/ 5 h 1192"/>
                <a:gd name="T14" fmla="*/ 0 w 412"/>
                <a:gd name="T15" fmla="*/ 6 h 1192"/>
                <a:gd name="T16" fmla="*/ 0 w 412"/>
                <a:gd name="T17" fmla="*/ 7 h 1192"/>
                <a:gd name="T18" fmla="*/ 0 w 412"/>
                <a:gd name="T19" fmla="*/ 8 h 1192"/>
                <a:gd name="T20" fmla="*/ 0 w 412"/>
                <a:gd name="T21" fmla="*/ 9 h 1192"/>
                <a:gd name="T22" fmla="*/ 0 w 412"/>
                <a:gd name="T23" fmla="*/ 11 h 1192"/>
                <a:gd name="T24" fmla="*/ 1 w 412"/>
                <a:gd name="T25" fmla="*/ 12 h 1192"/>
                <a:gd name="T26" fmla="*/ 1 w 412"/>
                <a:gd name="T27" fmla="*/ 14 h 1192"/>
                <a:gd name="T28" fmla="*/ 2 w 412"/>
                <a:gd name="T29" fmla="*/ 15 h 1192"/>
                <a:gd name="T30" fmla="*/ 2 w 412"/>
                <a:gd name="T31" fmla="*/ 17 h 1192"/>
                <a:gd name="T32" fmla="*/ 3 w 412"/>
                <a:gd name="T33" fmla="*/ 18 h 1192"/>
                <a:gd name="T34" fmla="*/ 4 w 412"/>
                <a:gd name="T35" fmla="*/ 19 h 1192"/>
                <a:gd name="T36" fmla="*/ 5 w 412"/>
                <a:gd name="T37" fmla="*/ 19 h 1192"/>
                <a:gd name="T38" fmla="*/ 5 w 412"/>
                <a:gd name="T39" fmla="*/ 18 h 1192"/>
                <a:gd name="T40" fmla="*/ 6 w 412"/>
                <a:gd name="T41" fmla="*/ 18 h 1192"/>
                <a:gd name="T42" fmla="*/ 6 w 412"/>
                <a:gd name="T43" fmla="*/ 18 h 1192"/>
                <a:gd name="T44" fmla="*/ 5 w 412"/>
                <a:gd name="T45" fmla="*/ 17 h 1192"/>
                <a:gd name="T46" fmla="*/ 4 w 412"/>
                <a:gd name="T47" fmla="*/ 15 h 1192"/>
                <a:gd name="T48" fmla="*/ 4 w 412"/>
                <a:gd name="T49" fmla="*/ 15 h 1192"/>
                <a:gd name="T50" fmla="*/ 4 w 412"/>
                <a:gd name="T51" fmla="*/ 14 h 1192"/>
                <a:gd name="T52" fmla="*/ 4 w 412"/>
                <a:gd name="T53" fmla="*/ 13 h 1192"/>
                <a:gd name="T54" fmla="*/ 3 w 412"/>
                <a:gd name="T55" fmla="*/ 13 h 1192"/>
                <a:gd name="T56" fmla="*/ 3 w 412"/>
                <a:gd name="T57" fmla="*/ 12 h 1192"/>
                <a:gd name="T58" fmla="*/ 3 w 412"/>
                <a:gd name="T59" fmla="*/ 11 h 1192"/>
                <a:gd name="T60" fmla="*/ 3 w 412"/>
                <a:gd name="T61" fmla="*/ 10 h 1192"/>
                <a:gd name="T62" fmla="*/ 3 w 412"/>
                <a:gd name="T63" fmla="*/ 10 h 1192"/>
                <a:gd name="T64" fmla="*/ 2 w 412"/>
                <a:gd name="T65" fmla="*/ 9 h 1192"/>
                <a:gd name="T66" fmla="*/ 2 w 412"/>
                <a:gd name="T67" fmla="*/ 8 h 1192"/>
                <a:gd name="T68" fmla="*/ 2 w 412"/>
                <a:gd name="T69" fmla="*/ 7 h 1192"/>
                <a:gd name="T70" fmla="*/ 2 w 412"/>
                <a:gd name="T71" fmla="*/ 6 h 1192"/>
                <a:gd name="T72" fmla="*/ 2 w 412"/>
                <a:gd name="T73" fmla="*/ 6 h 1192"/>
                <a:gd name="T74" fmla="*/ 2 w 412"/>
                <a:gd name="T75" fmla="*/ 5 h 1192"/>
                <a:gd name="T76" fmla="*/ 3 w 412"/>
                <a:gd name="T77" fmla="*/ 4 h 1192"/>
                <a:gd name="T78" fmla="*/ 3 w 412"/>
                <a:gd name="T79" fmla="*/ 3 h 1192"/>
                <a:gd name="T80" fmla="*/ 3 w 412"/>
                <a:gd name="T81" fmla="*/ 3 h 1192"/>
                <a:gd name="T82" fmla="*/ 3 w 412"/>
                <a:gd name="T83" fmla="*/ 1 h 1192"/>
                <a:gd name="T84" fmla="*/ 3 w 412"/>
                <a:gd name="T85" fmla="*/ 1 h 1192"/>
                <a:gd name="T86" fmla="*/ 2 w 412"/>
                <a:gd name="T87" fmla="*/ 0 h 119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12"/>
                <a:gd name="T133" fmla="*/ 0 h 1192"/>
                <a:gd name="T134" fmla="*/ 412 w 412"/>
                <a:gd name="T135" fmla="*/ 1192 h 119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12" h="1192">
                  <a:moveTo>
                    <a:pt x="73" y="0"/>
                  </a:moveTo>
                  <a:lnTo>
                    <a:pt x="65" y="25"/>
                  </a:lnTo>
                  <a:lnTo>
                    <a:pt x="57" y="51"/>
                  </a:lnTo>
                  <a:lnTo>
                    <a:pt x="49" y="78"/>
                  </a:lnTo>
                  <a:lnTo>
                    <a:pt x="42" y="104"/>
                  </a:lnTo>
                  <a:lnTo>
                    <a:pt x="35" y="131"/>
                  </a:lnTo>
                  <a:lnTo>
                    <a:pt x="29" y="158"/>
                  </a:lnTo>
                  <a:lnTo>
                    <a:pt x="23" y="185"/>
                  </a:lnTo>
                  <a:lnTo>
                    <a:pt x="18" y="212"/>
                  </a:lnTo>
                  <a:lnTo>
                    <a:pt x="14" y="240"/>
                  </a:lnTo>
                  <a:lnTo>
                    <a:pt x="10" y="268"/>
                  </a:lnTo>
                  <a:lnTo>
                    <a:pt x="7" y="295"/>
                  </a:lnTo>
                  <a:lnTo>
                    <a:pt x="4" y="324"/>
                  </a:lnTo>
                  <a:lnTo>
                    <a:pt x="2" y="352"/>
                  </a:lnTo>
                  <a:lnTo>
                    <a:pt x="1" y="380"/>
                  </a:lnTo>
                  <a:lnTo>
                    <a:pt x="0" y="409"/>
                  </a:lnTo>
                  <a:lnTo>
                    <a:pt x="0" y="437"/>
                  </a:lnTo>
                  <a:lnTo>
                    <a:pt x="0" y="463"/>
                  </a:lnTo>
                  <a:lnTo>
                    <a:pt x="0" y="490"/>
                  </a:lnTo>
                  <a:lnTo>
                    <a:pt x="2" y="516"/>
                  </a:lnTo>
                  <a:lnTo>
                    <a:pt x="3" y="541"/>
                  </a:lnTo>
                  <a:lnTo>
                    <a:pt x="8" y="593"/>
                  </a:lnTo>
                  <a:lnTo>
                    <a:pt x="15" y="644"/>
                  </a:lnTo>
                  <a:lnTo>
                    <a:pt x="24" y="693"/>
                  </a:lnTo>
                  <a:lnTo>
                    <a:pt x="34" y="743"/>
                  </a:lnTo>
                  <a:lnTo>
                    <a:pt x="47" y="791"/>
                  </a:lnTo>
                  <a:lnTo>
                    <a:pt x="61" y="840"/>
                  </a:lnTo>
                  <a:lnTo>
                    <a:pt x="77" y="887"/>
                  </a:lnTo>
                  <a:lnTo>
                    <a:pt x="95" y="933"/>
                  </a:lnTo>
                  <a:lnTo>
                    <a:pt x="114" y="979"/>
                  </a:lnTo>
                  <a:lnTo>
                    <a:pt x="135" y="1023"/>
                  </a:lnTo>
                  <a:lnTo>
                    <a:pt x="157" y="1067"/>
                  </a:lnTo>
                  <a:lnTo>
                    <a:pt x="181" y="1110"/>
                  </a:lnTo>
                  <a:lnTo>
                    <a:pt x="207" y="1152"/>
                  </a:lnTo>
                  <a:lnTo>
                    <a:pt x="234" y="1192"/>
                  </a:lnTo>
                  <a:lnTo>
                    <a:pt x="257" y="1190"/>
                  </a:lnTo>
                  <a:lnTo>
                    <a:pt x="280" y="1188"/>
                  </a:lnTo>
                  <a:lnTo>
                    <a:pt x="303" y="1185"/>
                  </a:lnTo>
                  <a:lnTo>
                    <a:pt x="325" y="1182"/>
                  </a:lnTo>
                  <a:lnTo>
                    <a:pt x="348" y="1179"/>
                  </a:lnTo>
                  <a:lnTo>
                    <a:pt x="369" y="1176"/>
                  </a:lnTo>
                  <a:lnTo>
                    <a:pt x="391" y="1173"/>
                  </a:lnTo>
                  <a:lnTo>
                    <a:pt x="412" y="1170"/>
                  </a:lnTo>
                  <a:lnTo>
                    <a:pt x="383" y="1132"/>
                  </a:lnTo>
                  <a:lnTo>
                    <a:pt x="356" y="1092"/>
                  </a:lnTo>
                  <a:lnTo>
                    <a:pt x="329" y="1052"/>
                  </a:lnTo>
                  <a:lnTo>
                    <a:pt x="305" y="1009"/>
                  </a:lnTo>
                  <a:lnTo>
                    <a:pt x="293" y="988"/>
                  </a:lnTo>
                  <a:lnTo>
                    <a:pt x="282" y="967"/>
                  </a:lnTo>
                  <a:lnTo>
                    <a:pt x="272" y="944"/>
                  </a:lnTo>
                  <a:lnTo>
                    <a:pt x="261" y="923"/>
                  </a:lnTo>
                  <a:lnTo>
                    <a:pt x="251" y="901"/>
                  </a:lnTo>
                  <a:lnTo>
                    <a:pt x="242" y="877"/>
                  </a:lnTo>
                  <a:lnTo>
                    <a:pt x="233" y="855"/>
                  </a:lnTo>
                  <a:lnTo>
                    <a:pt x="225" y="832"/>
                  </a:lnTo>
                  <a:lnTo>
                    <a:pt x="217" y="809"/>
                  </a:lnTo>
                  <a:lnTo>
                    <a:pt x="209" y="785"/>
                  </a:lnTo>
                  <a:lnTo>
                    <a:pt x="202" y="762"/>
                  </a:lnTo>
                  <a:lnTo>
                    <a:pt x="196" y="738"/>
                  </a:lnTo>
                  <a:lnTo>
                    <a:pt x="189" y="713"/>
                  </a:lnTo>
                  <a:lnTo>
                    <a:pt x="183" y="689"/>
                  </a:lnTo>
                  <a:lnTo>
                    <a:pt x="178" y="665"/>
                  </a:lnTo>
                  <a:lnTo>
                    <a:pt x="174" y="641"/>
                  </a:lnTo>
                  <a:lnTo>
                    <a:pt x="170" y="615"/>
                  </a:lnTo>
                  <a:lnTo>
                    <a:pt x="166" y="591"/>
                  </a:lnTo>
                  <a:lnTo>
                    <a:pt x="163" y="566"/>
                  </a:lnTo>
                  <a:lnTo>
                    <a:pt x="161" y="540"/>
                  </a:lnTo>
                  <a:lnTo>
                    <a:pt x="159" y="515"/>
                  </a:lnTo>
                  <a:lnTo>
                    <a:pt x="158" y="489"/>
                  </a:lnTo>
                  <a:lnTo>
                    <a:pt x="157" y="463"/>
                  </a:lnTo>
                  <a:lnTo>
                    <a:pt x="157" y="437"/>
                  </a:lnTo>
                  <a:lnTo>
                    <a:pt x="157" y="412"/>
                  </a:lnTo>
                  <a:lnTo>
                    <a:pt x="158" y="386"/>
                  </a:lnTo>
                  <a:lnTo>
                    <a:pt x="159" y="362"/>
                  </a:lnTo>
                  <a:lnTo>
                    <a:pt x="161" y="337"/>
                  </a:lnTo>
                  <a:lnTo>
                    <a:pt x="163" y="311"/>
                  </a:lnTo>
                  <a:lnTo>
                    <a:pt x="166" y="287"/>
                  </a:lnTo>
                  <a:lnTo>
                    <a:pt x="169" y="263"/>
                  </a:lnTo>
                  <a:lnTo>
                    <a:pt x="173" y="239"/>
                  </a:lnTo>
                  <a:lnTo>
                    <a:pt x="178" y="214"/>
                  </a:lnTo>
                  <a:lnTo>
                    <a:pt x="182" y="190"/>
                  </a:lnTo>
                  <a:lnTo>
                    <a:pt x="188" y="167"/>
                  </a:lnTo>
                  <a:lnTo>
                    <a:pt x="194" y="142"/>
                  </a:lnTo>
                  <a:lnTo>
                    <a:pt x="207" y="96"/>
                  </a:lnTo>
                  <a:lnTo>
                    <a:pt x="222" y="50"/>
                  </a:lnTo>
                  <a:lnTo>
                    <a:pt x="185" y="37"/>
                  </a:lnTo>
                  <a:lnTo>
                    <a:pt x="149" y="24"/>
                  </a:lnTo>
                  <a:lnTo>
                    <a:pt x="111" y="12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9DB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0" name="Freeform 646"/>
            <p:cNvSpPr>
              <a:spLocks/>
            </p:cNvSpPr>
            <p:nvPr/>
          </p:nvSpPr>
          <p:spPr bwMode="auto">
            <a:xfrm>
              <a:off x="2711" y="1642"/>
              <a:ext cx="53" cy="145"/>
            </a:xfrm>
            <a:custGeom>
              <a:avLst/>
              <a:gdLst>
                <a:gd name="T0" fmla="*/ 1 w 422"/>
                <a:gd name="T1" fmla="*/ 0 h 1158"/>
                <a:gd name="T2" fmla="*/ 1 w 422"/>
                <a:gd name="T3" fmla="*/ 1 h 1158"/>
                <a:gd name="T4" fmla="*/ 1 w 422"/>
                <a:gd name="T5" fmla="*/ 2 h 1158"/>
                <a:gd name="T6" fmla="*/ 0 w 422"/>
                <a:gd name="T7" fmla="*/ 3 h 1158"/>
                <a:gd name="T8" fmla="*/ 0 w 422"/>
                <a:gd name="T9" fmla="*/ 4 h 1158"/>
                <a:gd name="T10" fmla="*/ 0 w 422"/>
                <a:gd name="T11" fmla="*/ 4 h 1158"/>
                <a:gd name="T12" fmla="*/ 0 w 422"/>
                <a:gd name="T13" fmla="*/ 5 h 1158"/>
                <a:gd name="T14" fmla="*/ 0 w 422"/>
                <a:gd name="T15" fmla="*/ 6 h 1158"/>
                <a:gd name="T16" fmla="*/ 0 w 422"/>
                <a:gd name="T17" fmla="*/ 7 h 1158"/>
                <a:gd name="T18" fmla="*/ 0 w 422"/>
                <a:gd name="T19" fmla="*/ 8 h 1158"/>
                <a:gd name="T20" fmla="*/ 0 w 422"/>
                <a:gd name="T21" fmla="*/ 9 h 1158"/>
                <a:gd name="T22" fmla="*/ 0 w 422"/>
                <a:gd name="T23" fmla="*/ 9 h 1158"/>
                <a:gd name="T24" fmla="*/ 0 w 422"/>
                <a:gd name="T25" fmla="*/ 10 h 1158"/>
                <a:gd name="T26" fmla="*/ 1 w 422"/>
                <a:gd name="T27" fmla="*/ 11 h 1158"/>
                <a:gd name="T28" fmla="*/ 1 w 422"/>
                <a:gd name="T29" fmla="*/ 12 h 1158"/>
                <a:gd name="T30" fmla="*/ 1 w 422"/>
                <a:gd name="T31" fmla="*/ 14 h 1158"/>
                <a:gd name="T32" fmla="*/ 2 w 422"/>
                <a:gd name="T33" fmla="*/ 15 h 1158"/>
                <a:gd name="T34" fmla="*/ 3 w 422"/>
                <a:gd name="T35" fmla="*/ 16 h 1158"/>
                <a:gd name="T36" fmla="*/ 3 w 422"/>
                <a:gd name="T37" fmla="*/ 18 h 1158"/>
                <a:gd name="T38" fmla="*/ 4 w 422"/>
                <a:gd name="T39" fmla="*/ 18 h 1158"/>
                <a:gd name="T40" fmla="*/ 5 w 422"/>
                <a:gd name="T41" fmla="*/ 18 h 1158"/>
                <a:gd name="T42" fmla="*/ 6 w 422"/>
                <a:gd name="T43" fmla="*/ 18 h 1158"/>
                <a:gd name="T44" fmla="*/ 6 w 422"/>
                <a:gd name="T45" fmla="*/ 18 h 1158"/>
                <a:gd name="T46" fmla="*/ 6 w 422"/>
                <a:gd name="T47" fmla="*/ 17 h 1158"/>
                <a:gd name="T48" fmla="*/ 6 w 422"/>
                <a:gd name="T49" fmla="*/ 17 h 1158"/>
                <a:gd name="T50" fmla="*/ 6 w 422"/>
                <a:gd name="T51" fmla="*/ 16 h 1158"/>
                <a:gd name="T52" fmla="*/ 5 w 422"/>
                <a:gd name="T53" fmla="*/ 16 h 1158"/>
                <a:gd name="T54" fmla="*/ 5 w 422"/>
                <a:gd name="T55" fmla="*/ 15 h 1158"/>
                <a:gd name="T56" fmla="*/ 4 w 422"/>
                <a:gd name="T57" fmla="*/ 14 h 1158"/>
                <a:gd name="T58" fmla="*/ 4 w 422"/>
                <a:gd name="T59" fmla="*/ 14 h 1158"/>
                <a:gd name="T60" fmla="*/ 4 w 422"/>
                <a:gd name="T61" fmla="*/ 13 h 1158"/>
                <a:gd name="T62" fmla="*/ 4 w 422"/>
                <a:gd name="T63" fmla="*/ 12 h 1158"/>
                <a:gd name="T64" fmla="*/ 3 w 422"/>
                <a:gd name="T65" fmla="*/ 12 h 1158"/>
                <a:gd name="T66" fmla="*/ 3 w 422"/>
                <a:gd name="T67" fmla="*/ 11 h 1158"/>
                <a:gd name="T68" fmla="*/ 3 w 422"/>
                <a:gd name="T69" fmla="*/ 10 h 1158"/>
                <a:gd name="T70" fmla="*/ 3 w 422"/>
                <a:gd name="T71" fmla="*/ 9 h 1158"/>
                <a:gd name="T72" fmla="*/ 3 w 422"/>
                <a:gd name="T73" fmla="*/ 9 h 1158"/>
                <a:gd name="T74" fmla="*/ 3 w 422"/>
                <a:gd name="T75" fmla="*/ 8 h 1158"/>
                <a:gd name="T76" fmla="*/ 3 w 422"/>
                <a:gd name="T77" fmla="*/ 7 h 1158"/>
                <a:gd name="T78" fmla="*/ 3 w 422"/>
                <a:gd name="T79" fmla="*/ 6 h 1158"/>
                <a:gd name="T80" fmla="*/ 3 w 422"/>
                <a:gd name="T81" fmla="*/ 4 h 1158"/>
                <a:gd name="T82" fmla="*/ 3 w 422"/>
                <a:gd name="T83" fmla="*/ 3 h 1158"/>
                <a:gd name="T84" fmla="*/ 3 w 422"/>
                <a:gd name="T85" fmla="*/ 2 h 1158"/>
                <a:gd name="T86" fmla="*/ 3 w 422"/>
                <a:gd name="T87" fmla="*/ 1 h 1158"/>
                <a:gd name="T88" fmla="*/ 2 w 422"/>
                <a:gd name="T89" fmla="*/ 0 h 11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22"/>
                <a:gd name="T136" fmla="*/ 0 h 1158"/>
                <a:gd name="T137" fmla="*/ 422 w 422"/>
                <a:gd name="T138" fmla="*/ 1158 h 11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22" h="1158">
                  <a:moveTo>
                    <a:pt x="70" y="0"/>
                  </a:moveTo>
                  <a:lnTo>
                    <a:pt x="62" y="24"/>
                  </a:lnTo>
                  <a:lnTo>
                    <a:pt x="54" y="49"/>
                  </a:lnTo>
                  <a:lnTo>
                    <a:pt x="47" y="74"/>
                  </a:lnTo>
                  <a:lnTo>
                    <a:pt x="40" y="99"/>
                  </a:lnTo>
                  <a:lnTo>
                    <a:pt x="33" y="124"/>
                  </a:lnTo>
                  <a:lnTo>
                    <a:pt x="28" y="150"/>
                  </a:lnTo>
                  <a:lnTo>
                    <a:pt x="22" y="175"/>
                  </a:lnTo>
                  <a:lnTo>
                    <a:pt x="18" y="200"/>
                  </a:lnTo>
                  <a:lnTo>
                    <a:pt x="14" y="227"/>
                  </a:lnTo>
                  <a:lnTo>
                    <a:pt x="10" y="253"/>
                  </a:lnTo>
                  <a:lnTo>
                    <a:pt x="7" y="279"/>
                  </a:lnTo>
                  <a:lnTo>
                    <a:pt x="5" y="306"/>
                  </a:lnTo>
                  <a:lnTo>
                    <a:pt x="3" y="333"/>
                  </a:lnTo>
                  <a:lnTo>
                    <a:pt x="1" y="359"/>
                  </a:lnTo>
                  <a:lnTo>
                    <a:pt x="0" y="387"/>
                  </a:lnTo>
                  <a:lnTo>
                    <a:pt x="0" y="413"/>
                  </a:lnTo>
                  <a:lnTo>
                    <a:pt x="0" y="439"/>
                  </a:lnTo>
                  <a:lnTo>
                    <a:pt x="1" y="466"/>
                  </a:lnTo>
                  <a:lnTo>
                    <a:pt x="2" y="491"/>
                  </a:lnTo>
                  <a:lnTo>
                    <a:pt x="4" y="517"/>
                  </a:lnTo>
                  <a:lnTo>
                    <a:pt x="7" y="543"/>
                  </a:lnTo>
                  <a:lnTo>
                    <a:pt x="9" y="568"/>
                  </a:lnTo>
                  <a:lnTo>
                    <a:pt x="13" y="593"/>
                  </a:lnTo>
                  <a:lnTo>
                    <a:pt x="16" y="619"/>
                  </a:lnTo>
                  <a:lnTo>
                    <a:pt x="21" y="643"/>
                  </a:lnTo>
                  <a:lnTo>
                    <a:pt x="26" y="668"/>
                  </a:lnTo>
                  <a:lnTo>
                    <a:pt x="31" y="692"/>
                  </a:lnTo>
                  <a:lnTo>
                    <a:pt x="37" y="717"/>
                  </a:lnTo>
                  <a:lnTo>
                    <a:pt x="50" y="765"/>
                  </a:lnTo>
                  <a:lnTo>
                    <a:pt x="65" y="813"/>
                  </a:lnTo>
                  <a:lnTo>
                    <a:pt x="81" y="860"/>
                  </a:lnTo>
                  <a:lnTo>
                    <a:pt x="100" y="905"/>
                  </a:lnTo>
                  <a:lnTo>
                    <a:pt x="121" y="950"/>
                  </a:lnTo>
                  <a:lnTo>
                    <a:pt x="142" y="993"/>
                  </a:lnTo>
                  <a:lnTo>
                    <a:pt x="165" y="1037"/>
                  </a:lnTo>
                  <a:lnTo>
                    <a:pt x="190" y="1078"/>
                  </a:lnTo>
                  <a:lnTo>
                    <a:pt x="217" y="1119"/>
                  </a:lnTo>
                  <a:lnTo>
                    <a:pt x="245" y="1158"/>
                  </a:lnTo>
                  <a:lnTo>
                    <a:pt x="268" y="1155"/>
                  </a:lnTo>
                  <a:lnTo>
                    <a:pt x="291" y="1152"/>
                  </a:lnTo>
                  <a:lnTo>
                    <a:pt x="314" y="1149"/>
                  </a:lnTo>
                  <a:lnTo>
                    <a:pt x="336" y="1145"/>
                  </a:lnTo>
                  <a:lnTo>
                    <a:pt x="358" y="1142"/>
                  </a:lnTo>
                  <a:lnTo>
                    <a:pt x="380" y="1138"/>
                  </a:lnTo>
                  <a:lnTo>
                    <a:pt x="401" y="1134"/>
                  </a:lnTo>
                  <a:lnTo>
                    <a:pt x="422" y="1129"/>
                  </a:lnTo>
                  <a:lnTo>
                    <a:pt x="407" y="1111"/>
                  </a:lnTo>
                  <a:lnTo>
                    <a:pt x="392" y="1092"/>
                  </a:lnTo>
                  <a:lnTo>
                    <a:pt x="378" y="1074"/>
                  </a:lnTo>
                  <a:lnTo>
                    <a:pt x="364" y="1055"/>
                  </a:lnTo>
                  <a:lnTo>
                    <a:pt x="350" y="1035"/>
                  </a:lnTo>
                  <a:lnTo>
                    <a:pt x="336" y="1015"/>
                  </a:lnTo>
                  <a:lnTo>
                    <a:pt x="324" y="995"/>
                  </a:lnTo>
                  <a:lnTo>
                    <a:pt x="311" y="975"/>
                  </a:lnTo>
                  <a:lnTo>
                    <a:pt x="299" y="954"/>
                  </a:lnTo>
                  <a:lnTo>
                    <a:pt x="288" y="933"/>
                  </a:lnTo>
                  <a:lnTo>
                    <a:pt x="277" y="912"/>
                  </a:lnTo>
                  <a:lnTo>
                    <a:pt x="265" y="890"/>
                  </a:lnTo>
                  <a:lnTo>
                    <a:pt x="255" y="869"/>
                  </a:lnTo>
                  <a:lnTo>
                    <a:pt x="246" y="846"/>
                  </a:lnTo>
                  <a:lnTo>
                    <a:pt x="237" y="824"/>
                  </a:lnTo>
                  <a:lnTo>
                    <a:pt x="228" y="802"/>
                  </a:lnTo>
                  <a:lnTo>
                    <a:pt x="220" y="779"/>
                  </a:lnTo>
                  <a:lnTo>
                    <a:pt x="212" y="756"/>
                  </a:lnTo>
                  <a:lnTo>
                    <a:pt x="205" y="733"/>
                  </a:lnTo>
                  <a:lnTo>
                    <a:pt x="198" y="710"/>
                  </a:lnTo>
                  <a:lnTo>
                    <a:pt x="191" y="685"/>
                  </a:lnTo>
                  <a:lnTo>
                    <a:pt x="185" y="662"/>
                  </a:lnTo>
                  <a:lnTo>
                    <a:pt x="180" y="638"/>
                  </a:lnTo>
                  <a:lnTo>
                    <a:pt x="175" y="614"/>
                  </a:lnTo>
                  <a:lnTo>
                    <a:pt x="171" y="589"/>
                  </a:lnTo>
                  <a:lnTo>
                    <a:pt x="167" y="565"/>
                  </a:lnTo>
                  <a:lnTo>
                    <a:pt x="164" y="540"/>
                  </a:lnTo>
                  <a:lnTo>
                    <a:pt x="162" y="514"/>
                  </a:lnTo>
                  <a:lnTo>
                    <a:pt x="160" y="490"/>
                  </a:lnTo>
                  <a:lnTo>
                    <a:pt x="158" y="465"/>
                  </a:lnTo>
                  <a:lnTo>
                    <a:pt x="157" y="439"/>
                  </a:lnTo>
                  <a:lnTo>
                    <a:pt x="157" y="413"/>
                  </a:lnTo>
                  <a:lnTo>
                    <a:pt x="158" y="366"/>
                  </a:lnTo>
                  <a:lnTo>
                    <a:pt x="161" y="320"/>
                  </a:lnTo>
                  <a:lnTo>
                    <a:pt x="166" y="274"/>
                  </a:lnTo>
                  <a:lnTo>
                    <a:pt x="172" y="229"/>
                  </a:lnTo>
                  <a:lnTo>
                    <a:pt x="181" y="184"/>
                  </a:lnTo>
                  <a:lnTo>
                    <a:pt x="191" y="140"/>
                  </a:lnTo>
                  <a:lnTo>
                    <a:pt x="204" y="96"/>
                  </a:lnTo>
                  <a:lnTo>
                    <a:pt x="218" y="54"/>
                  </a:lnTo>
                  <a:lnTo>
                    <a:pt x="181" y="39"/>
                  </a:lnTo>
                  <a:lnTo>
                    <a:pt x="145" y="26"/>
                  </a:lnTo>
                  <a:lnTo>
                    <a:pt x="107" y="13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FB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1" name="Freeform 647"/>
            <p:cNvSpPr>
              <a:spLocks/>
            </p:cNvSpPr>
            <p:nvPr/>
          </p:nvSpPr>
          <p:spPr bwMode="auto">
            <a:xfrm>
              <a:off x="2721" y="1645"/>
              <a:ext cx="54" cy="140"/>
            </a:xfrm>
            <a:custGeom>
              <a:avLst/>
              <a:gdLst>
                <a:gd name="T0" fmla="*/ 1 w 431"/>
                <a:gd name="T1" fmla="*/ 1 h 1120"/>
                <a:gd name="T2" fmla="*/ 1 w 431"/>
                <a:gd name="T3" fmla="*/ 2 h 1120"/>
                <a:gd name="T4" fmla="*/ 0 w 431"/>
                <a:gd name="T5" fmla="*/ 2 h 1120"/>
                <a:gd name="T6" fmla="*/ 0 w 431"/>
                <a:gd name="T7" fmla="*/ 3 h 1120"/>
                <a:gd name="T8" fmla="*/ 0 w 431"/>
                <a:gd name="T9" fmla="*/ 4 h 1120"/>
                <a:gd name="T10" fmla="*/ 0 w 431"/>
                <a:gd name="T11" fmla="*/ 5 h 1120"/>
                <a:gd name="T12" fmla="*/ 0 w 431"/>
                <a:gd name="T13" fmla="*/ 6 h 1120"/>
                <a:gd name="T14" fmla="*/ 0 w 431"/>
                <a:gd name="T15" fmla="*/ 6 h 1120"/>
                <a:gd name="T16" fmla="*/ 0 w 431"/>
                <a:gd name="T17" fmla="*/ 7 h 1120"/>
                <a:gd name="T18" fmla="*/ 0 w 431"/>
                <a:gd name="T19" fmla="*/ 8 h 1120"/>
                <a:gd name="T20" fmla="*/ 0 w 431"/>
                <a:gd name="T21" fmla="*/ 9 h 1120"/>
                <a:gd name="T22" fmla="*/ 0 w 431"/>
                <a:gd name="T23" fmla="*/ 10 h 1120"/>
                <a:gd name="T24" fmla="*/ 1 w 431"/>
                <a:gd name="T25" fmla="*/ 10 h 1120"/>
                <a:gd name="T26" fmla="*/ 1 w 431"/>
                <a:gd name="T27" fmla="*/ 11 h 1120"/>
                <a:gd name="T28" fmla="*/ 1 w 431"/>
                <a:gd name="T29" fmla="*/ 12 h 1120"/>
                <a:gd name="T30" fmla="*/ 1 w 431"/>
                <a:gd name="T31" fmla="*/ 13 h 1120"/>
                <a:gd name="T32" fmla="*/ 2 w 431"/>
                <a:gd name="T33" fmla="*/ 13 h 1120"/>
                <a:gd name="T34" fmla="*/ 2 w 431"/>
                <a:gd name="T35" fmla="*/ 14 h 1120"/>
                <a:gd name="T36" fmla="*/ 2 w 431"/>
                <a:gd name="T37" fmla="*/ 15 h 1120"/>
                <a:gd name="T38" fmla="*/ 3 w 431"/>
                <a:gd name="T39" fmla="*/ 16 h 1120"/>
                <a:gd name="T40" fmla="*/ 4 w 431"/>
                <a:gd name="T41" fmla="*/ 17 h 1120"/>
                <a:gd name="T42" fmla="*/ 4 w 431"/>
                <a:gd name="T43" fmla="*/ 18 h 1120"/>
                <a:gd name="T44" fmla="*/ 5 w 431"/>
                <a:gd name="T45" fmla="*/ 17 h 1120"/>
                <a:gd name="T46" fmla="*/ 6 w 431"/>
                <a:gd name="T47" fmla="*/ 17 h 1120"/>
                <a:gd name="T48" fmla="*/ 6 w 431"/>
                <a:gd name="T49" fmla="*/ 17 h 1120"/>
                <a:gd name="T50" fmla="*/ 7 w 431"/>
                <a:gd name="T51" fmla="*/ 17 h 1120"/>
                <a:gd name="T52" fmla="*/ 6 w 431"/>
                <a:gd name="T53" fmla="*/ 16 h 1120"/>
                <a:gd name="T54" fmla="*/ 6 w 431"/>
                <a:gd name="T55" fmla="*/ 15 h 1120"/>
                <a:gd name="T56" fmla="*/ 5 w 431"/>
                <a:gd name="T57" fmla="*/ 15 h 1120"/>
                <a:gd name="T58" fmla="*/ 5 w 431"/>
                <a:gd name="T59" fmla="*/ 14 h 1120"/>
                <a:gd name="T60" fmla="*/ 4 w 431"/>
                <a:gd name="T61" fmla="*/ 14 h 1120"/>
                <a:gd name="T62" fmla="*/ 4 w 431"/>
                <a:gd name="T63" fmla="*/ 13 h 1120"/>
                <a:gd name="T64" fmla="*/ 4 w 431"/>
                <a:gd name="T65" fmla="*/ 12 h 1120"/>
                <a:gd name="T66" fmla="*/ 4 w 431"/>
                <a:gd name="T67" fmla="*/ 12 h 1120"/>
                <a:gd name="T68" fmla="*/ 3 w 431"/>
                <a:gd name="T69" fmla="*/ 11 h 1120"/>
                <a:gd name="T70" fmla="*/ 3 w 431"/>
                <a:gd name="T71" fmla="*/ 10 h 1120"/>
                <a:gd name="T72" fmla="*/ 3 w 431"/>
                <a:gd name="T73" fmla="*/ 9 h 1120"/>
                <a:gd name="T74" fmla="*/ 3 w 431"/>
                <a:gd name="T75" fmla="*/ 9 h 1120"/>
                <a:gd name="T76" fmla="*/ 3 w 431"/>
                <a:gd name="T77" fmla="*/ 8 h 1120"/>
                <a:gd name="T78" fmla="*/ 3 w 431"/>
                <a:gd name="T79" fmla="*/ 7 h 1120"/>
                <a:gd name="T80" fmla="*/ 3 w 431"/>
                <a:gd name="T81" fmla="*/ 6 h 1120"/>
                <a:gd name="T82" fmla="*/ 3 w 431"/>
                <a:gd name="T83" fmla="*/ 5 h 1120"/>
                <a:gd name="T84" fmla="*/ 3 w 431"/>
                <a:gd name="T85" fmla="*/ 4 h 1120"/>
                <a:gd name="T86" fmla="*/ 3 w 431"/>
                <a:gd name="T87" fmla="*/ 3 h 1120"/>
                <a:gd name="T88" fmla="*/ 3 w 431"/>
                <a:gd name="T89" fmla="*/ 1 h 1120"/>
                <a:gd name="T90" fmla="*/ 3 w 431"/>
                <a:gd name="T91" fmla="*/ 1 h 1120"/>
                <a:gd name="T92" fmla="*/ 2 w 431"/>
                <a:gd name="T93" fmla="*/ 0 h 112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431"/>
                <a:gd name="T142" fmla="*/ 0 h 1120"/>
                <a:gd name="T143" fmla="*/ 431 w 431"/>
                <a:gd name="T144" fmla="*/ 1120 h 112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431" h="1120">
                  <a:moveTo>
                    <a:pt x="65" y="0"/>
                  </a:moveTo>
                  <a:lnTo>
                    <a:pt x="50" y="46"/>
                  </a:lnTo>
                  <a:lnTo>
                    <a:pt x="37" y="92"/>
                  </a:lnTo>
                  <a:lnTo>
                    <a:pt x="31" y="117"/>
                  </a:lnTo>
                  <a:lnTo>
                    <a:pt x="25" y="140"/>
                  </a:lnTo>
                  <a:lnTo>
                    <a:pt x="21" y="164"/>
                  </a:lnTo>
                  <a:lnTo>
                    <a:pt x="16" y="189"/>
                  </a:lnTo>
                  <a:lnTo>
                    <a:pt x="12" y="213"/>
                  </a:lnTo>
                  <a:lnTo>
                    <a:pt x="9" y="237"/>
                  </a:lnTo>
                  <a:lnTo>
                    <a:pt x="6" y="261"/>
                  </a:lnTo>
                  <a:lnTo>
                    <a:pt x="4" y="287"/>
                  </a:lnTo>
                  <a:lnTo>
                    <a:pt x="2" y="312"/>
                  </a:lnTo>
                  <a:lnTo>
                    <a:pt x="1" y="336"/>
                  </a:lnTo>
                  <a:lnTo>
                    <a:pt x="0" y="362"/>
                  </a:lnTo>
                  <a:lnTo>
                    <a:pt x="0" y="387"/>
                  </a:lnTo>
                  <a:lnTo>
                    <a:pt x="0" y="413"/>
                  </a:lnTo>
                  <a:lnTo>
                    <a:pt x="1" y="439"/>
                  </a:lnTo>
                  <a:lnTo>
                    <a:pt x="2" y="465"/>
                  </a:lnTo>
                  <a:lnTo>
                    <a:pt x="4" y="490"/>
                  </a:lnTo>
                  <a:lnTo>
                    <a:pt x="6" y="516"/>
                  </a:lnTo>
                  <a:lnTo>
                    <a:pt x="9" y="541"/>
                  </a:lnTo>
                  <a:lnTo>
                    <a:pt x="13" y="565"/>
                  </a:lnTo>
                  <a:lnTo>
                    <a:pt x="17" y="591"/>
                  </a:lnTo>
                  <a:lnTo>
                    <a:pt x="21" y="615"/>
                  </a:lnTo>
                  <a:lnTo>
                    <a:pt x="26" y="639"/>
                  </a:lnTo>
                  <a:lnTo>
                    <a:pt x="32" y="663"/>
                  </a:lnTo>
                  <a:lnTo>
                    <a:pt x="39" y="688"/>
                  </a:lnTo>
                  <a:lnTo>
                    <a:pt x="45" y="712"/>
                  </a:lnTo>
                  <a:lnTo>
                    <a:pt x="52" y="735"/>
                  </a:lnTo>
                  <a:lnTo>
                    <a:pt x="60" y="759"/>
                  </a:lnTo>
                  <a:lnTo>
                    <a:pt x="68" y="782"/>
                  </a:lnTo>
                  <a:lnTo>
                    <a:pt x="76" y="805"/>
                  </a:lnTo>
                  <a:lnTo>
                    <a:pt x="85" y="827"/>
                  </a:lnTo>
                  <a:lnTo>
                    <a:pt x="94" y="851"/>
                  </a:lnTo>
                  <a:lnTo>
                    <a:pt x="104" y="873"/>
                  </a:lnTo>
                  <a:lnTo>
                    <a:pt x="115" y="894"/>
                  </a:lnTo>
                  <a:lnTo>
                    <a:pt x="125" y="917"/>
                  </a:lnTo>
                  <a:lnTo>
                    <a:pt x="136" y="938"/>
                  </a:lnTo>
                  <a:lnTo>
                    <a:pt x="148" y="959"/>
                  </a:lnTo>
                  <a:lnTo>
                    <a:pt x="172" y="1002"/>
                  </a:lnTo>
                  <a:lnTo>
                    <a:pt x="199" y="1042"/>
                  </a:lnTo>
                  <a:lnTo>
                    <a:pt x="226" y="1082"/>
                  </a:lnTo>
                  <a:lnTo>
                    <a:pt x="255" y="1120"/>
                  </a:lnTo>
                  <a:lnTo>
                    <a:pt x="279" y="1116"/>
                  </a:lnTo>
                  <a:lnTo>
                    <a:pt x="301" y="1112"/>
                  </a:lnTo>
                  <a:lnTo>
                    <a:pt x="323" y="1107"/>
                  </a:lnTo>
                  <a:lnTo>
                    <a:pt x="346" y="1103"/>
                  </a:lnTo>
                  <a:lnTo>
                    <a:pt x="368" y="1098"/>
                  </a:lnTo>
                  <a:lnTo>
                    <a:pt x="389" y="1094"/>
                  </a:lnTo>
                  <a:lnTo>
                    <a:pt x="410" y="1089"/>
                  </a:lnTo>
                  <a:lnTo>
                    <a:pt x="431" y="1084"/>
                  </a:lnTo>
                  <a:lnTo>
                    <a:pt x="415" y="1066"/>
                  </a:lnTo>
                  <a:lnTo>
                    <a:pt x="400" y="1048"/>
                  </a:lnTo>
                  <a:lnTo>
                    <a:pt x="385" y="1030"/>
                  </a:lnTo>
                  <a:lnTo>
                    <a:pt x="371" y="1012"/>
                  </a:lnTo>
                  <a:lnTo>
                    <a:pt x="357" y="994"/>
                  </a:lnTo>
                  <a:lnTo>
                    <a:pt x="342" y="974"/>
                  </a:lnTo>
                  <a:lnTo>
                    <a:pt x="329" y="955"/>
                  </a:lnTo>
                  <a:lnTo>
                    <a:pt x="316" y="936"/>
                  </a:lnTo>
                  <a:lnTo>
                    <a:pt x="304" y="916"/>
                  </a:lnTo>
                  <a:lnTo>
                    <a:pt x="292" y="895"/>
                  </a:lnTo>
                  <a:lnTo>
                    <a:pt x="281" y="875"/>
                  </a:lnTo>
                  <a:lnTo>
                    <a:pt x="270" y="854"/>
                  </a:lnTo>
                  <a:lnTo>
                    <a:pt x="259" y="833"/>
                  </a:lnTo>
                  <a:lnTo>
                    <a:pt x="249" y="811"/>
                  </a:lnTo>
                  <a:lnTo>
                    <a:pt x="239" y="790"/>
                  </a:lnTo>
                  <a:lnTo>
                    <a:pt x="230" y="768"/>
                  </a:lnTo>
                  <a:lnTo>
                    <a:pt x="222" y="745"/>
                  </a:lnTo>
                  <a:lnTo>
                    <a:pt x="214" y="723"/>
                  </a:lnTo>
                  <a:lnTo>
                    <a:pt x="206" y="701"/>
                  </a:lnTo>
                  <a:lnTo>
                    <a:pt x="199" y="678"/>
                  </a:lnTo>
                  <a:lnTo>
                    <a:pt x="193" y="654"/>
                  </a:lnTo>
                  <a:lnTo>
                    <a:pt x="186" y="631"/>
                  </a:lnTo>
                  <a:lnTo>
                    <a:pt x="180" y="608"/>
                  </a:lnTo>
                  <a:lnTo>
                    <a:pt x="175" y="583"/>
                  </a:lnTo>
                  <a:lnTo>
                    <a:pt x="171" y="560"/>
                  </a:lnTo>
                  <a:lnTo>
                    <a:pt x="167" y="536"/>
                  </a:lnTo>
                  <a:lnTo>
                    <a:pt x="164" y="512"/>
                  </a:lnTo>
                  <a:lnTo>
                    <a:pt x="161" y="487"/>
                  </a:lnTo>
                  <a:lnTo>
                    <a:pt x="159" y="462"/>
                  </a:lnTo>
                  <a:lnTo>
                    <a:pt x="158" y="438"/>
                  </a:lnTo>
                  <a:lnTo>
                    <a:pt x="157" y="412"/>
                  </a:lnTo>
                  <a:lnTo>
                    <a:pt x="157" y="387"/>
                  </a:lnTo>
                  <a:lnTo>
                    <a:pt x="158" y="345"/>
                  </a:lnTo>
                  <a:lnTo>
                    <a:pt x="160" y="302"/>
                  </a:lnTo>
                  <a:lnTo>
                    <a:pt x="165" y="259"/>
                  </a:lnTo>
                  <a:lnTo>
                    <a:pt x="171" y="218"/>
                  </a:lnTo>
                  <a:lnTo>
                    <a:pt x="178" y="176"/>
                  </a:lnTo>
                  <a:lnTo>
                    <a:pt x="188" y="136"/>
                  </a:lnTo>
                  <a:lnTo>
                    <a:pt x="199" y="96"/>
                  </a:lnTo>
                  <a:lnTo>
                    <a:pt x="212" y="57"/>
                  </a:lnTo>
                  <a:lnTo>
                    <a:pt x="176" y="43"/>
                  </a:lnTo>
                  <a:lnTo>
                    <a:pt x="140" y="28"/>
                  </a:lnTo>
                  <a:lnTo>
                    <a:pt x="102" y="13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A1C1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2" name="Freeform 648"/>
            <p:cNvSpPr>
              <a:spLocks/>
            </p:cNvSpPr>
            <p:nvPr/>
          </p:nvSpPr>
          <p:spPr bwMode="auto">
            <a:xfrm>
              <a:off x="2731" y="1648"/>
              <a:ext cx="55" cy="135"/>
            </a:xfrm>
            <a:custGeom>
              <a:avLst/>
              <a:gdLst>
                <a:gd name="T0" fmla="*/ 1 w 439"/>
                <a:gd name="T1" fmla="*/ 1 h 1075"/>
                <a:gd name="T2" fmla="*/ 0 w 439"/>
                <a:gd name="T3" fmla="*/ 2 h 1075"/>
                <a:gd name="T4" fmla="*/ 0 w 439"/>
                <a:gd name="T5" fmla="*/ 4 h 1075"/>
                <a:gd name="T6" fmla="*/ 0 w 439"/>
                <a:gd name="T7" fmla="*/ 5 h 1075"/>
                <a:gd name="T8" fmla="*/ 0 w 439"/>
                <a:gd name="T9" fmla="*/ 6 h 1075"/>
                <a:gd name="T10" fmla="*/ 0 w 439"/>
                <a:gd name="T11" fmla="*/ 7 h 1075"/>
                <a:gd name="T12" fmla="*/ 0 w 439"/>
                <a:gd name="T13" fmla="*/ 8 h 1075"/>
                <a:gd name="T14" fmla="*/ 0 w 439"/>
                <a:gd name="T15" fmla="*/ 8 h 1075"/>
                <a:gd name="T16" fmla="*/ 0 w 439"/>
                <a:gd name="T17" fmla="*/ 9 h 1075"/>
                <a:gd name="T18" fmla="*/ 1 w 439"/>
                <a:gd name="T19" fmla="*/ 10 h 1075"/>
                <a:gd name="T20" fmla="*/ 1 w 439"/>
                <a:gd name="T21" fmla="*/ 11 h 1075"/>
                <a:gd name="T22" fmla="*/ 1 w 439"/>
                <a:gd name="T23" fmla="*/ 11 h 1075"/>
                <a:gd name="T24" fmla="*/ 1 w 439"/>
                <a:gd name="T25" fmla="*/ 12 h 1075"/>
                <a:gd name="T26" fmla="*/ 2 w 439"/>
                <a:gd name="T27" fmla="*/ 13 h 1075"/>
                <a:gd name="T28" fmla="*/ 2 w 439"/>
                <a:gd name="T29" fmla="*/ 14 h 1075"/>
                <a:gd name="T30" fmla="*/ 2 w 439"/>
                <a:gd name="T31" fmla="*/ 14 h 1075"/>
                <a:gd name="T32" fmla="*/ 3 w 439"/>
                <a:gd name="T33" fmla="*/ 15 h 1075"/>
                <a:gd name="T34" fmla="*/ 3 w 439"/>
                <a:gd name="T35" fmla="*/ 15 h 1075"/>
                <a:gd name="T36" fmla="*/ 4 w 439"/>
                <a:gd name="T37" fmla="*/ 16 h 1075"/>
                <a:gd name="T38" fmla="*/ 4 w 439"/>
                <a:gd name="T39" fmla="*/ 17 h 1075"/>
                <a:gd name="T40" fmla="*/ 5 w 439"/>
                <a:gd name="T41" fmla="*/ 17 h 1075"/>
                <a:gd name="T42" fmla="*/ 5 w 439"/>
                <a:gd name="T43" fmla="*/ 17 h 1075"/>
                <a:gd name="T44" fmla="*/ 6 w 439"/>
                <a:gd name="T45" fmla="*/ 17 h 1075"/>
                <a:gd name="T46" fmla="*/ 7 w 439"/>
                <a:gd name="T47" fmla="*/ 16 h 1075"/>
                <a:gd name="T48" fmla="*/ 7 w 439"/>
                <a:gd name="T49" fmla="*/ 16 h 1075"/>
                <a:gd name="T50" fmla="*/ 6 w 439"/>
                <a:gd name="T51" fmla="*/ 15 h 1075"/>
                <a:gd name="T52" fmla="*/ 6 w 439"/>
                <a:gd name="T53" fmla="*/ 15 h 1075"/>
                <a:gd name="T54" fmla="*/ 5 w 439"/>
                <a:gd name="T55" fmla="*/ 14 h 1075"/>
                <a:gd name="T56" fmla="*/ 5 w 439"/>
                <a:gd name="T57" fmla="*/ 14 h 1075"/>
                <a:gd name="T58" fmla="*/ 5 w 439"/>
                <a:gd name="T59" fmla="*/ 13 h 1075"/>
                <a:gd name="T60" fmla="*/ 4 w 439"/>
                <a:gd name="T61" fmla="*/ 12 h 1075"/>
                <a:gd name="T62" fmla="*/ 4 w 439"/>
                <a:gd name="T63" fmla="*/ 12 h 1075"/>
                <a:gd name="T64" fmla="*/ 4 w 439"/>
                <a:gd name="T65" fmla="*/ 11 h 1075"/>
                <a:gd name="T66" fmla="*/ 3 w 439"/>
                <a:gd name="T67" fmla="*/ 11 h 1075"/>
                <a:gd name="T68" fmla="*/ 3 w 439"/>
                <a:gd name="T69" fmla="*/ 10 h 1075"/>
                <a:gd name="T70" fmla="*/ 3 w 439"/>
                <a:gd name="T71" fmla="*/ 9 h 1075"/>
                <a:gd name="T72" fmla="*/ 3 w 439"/>
                <a:gd name="T73" fmla="*/ 8 h 1075"/>
                <a:gd name="T74" fmla="*/ 3 w 439"/>
                <a:gd name="T75" fmla="*/ 8 h 1075"/>
                <a:gd name="T76" fmla="*/ 3 w 439"/>
                <a:gd name="T77" fmla="*/ 7 h 1075"/>
                <a:gd name="T78" fmla="*/ 3 w 439"/>
                <a:gd name="T79" fmla="*/ 6 h 1075"/>
                <a:gd name="T80" fmla="*/ 3 w 439"/>
                <a:gd name="T81" fmla="*/ 5 h 1075"/>
                <a:gd name="T82" fmla="*/ 3 w 439"/>
                <a:gd name="T83" fmla="*/ 4 h 1075"/>
                <a:gd name="T84" fmla="*/ 3 w 439"/>
                <a:gd name="T85" fmla="*/ 3 h 1075"/>
                <a:gd name="T86" fmla="*/ 3 w 439"/>
                <a:gd name="T87" fmla="*/ 2 h 1075"/>
                <a:gd name="T88" fmla="*/ 3 w 439"/>
                <a:gd name="T89" fmla="*/ 1 h 1075"/>
                <a:gd name="T90" fmla="*/ 2 w 439"/>
                <a:gd name="T91" fmla="*/ 0 h 107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39"/>
                <a:gd name="T139" fmla="*/ 0 h 1075"/>
                <a:gd name="T140" fmla="*/ 439 w 439"/>
                <a:gd name="T141" fmla="*/ 1075 h 107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39" h="1075">
                  <a:moveTo>
                    <a:pt x="61" y="0"/>
                  </a:moveTo>
                  <a:lnTo>
                    <a:pt x="47" y="42"/>
                  </a:lnTo>
                  <a:lnTo>
                    <a:pt x="34" y="86"/>
                  </a:lnTo>
                  <a:lnTo>
                    <a:pt x="24" y="130"/>
                  </a:lnTo>
                  <a:lnTo>
                    <a:pt x="15" y="175"/>
                  </a:lnTo>
                  <a:lnTo>
                    <a:pt x="9" y="220"/>
                  </a:lnTo>
                  <a:lnTo>
                    <a:pt x="4" y="266"/>
                  </a:lnTo>
                  <a:lnTo>
                    <a:pt x="1" y="312"/>
                  </a:lnTo>
                  <a:lnTo>
                    <a:pt x="0" y="359"/>
                  </a:lnTo>
                  <a:lnTo>
                    <a:pt x="0" y="385"/>
                  </a:lnTo>
                  <a:lnTo>
                    <a:pt x="1" y="411"/>
                  </a:lnTo>
                  <a:lnTo>
                    <a:pt x="3" y="436"/>
                  </a:lnTo>
                  <a:lnTo>
                    <a:pt x="5" y="460"/>
                  </a:lnTo>
                  <a:lnTo>
                    <a:pt x="7" y="486"/>
                  </a:lnTo>
                  <a:lnTo>
                    <a:pt x="10" y="511"/>
                  </a:lnTo>
                  <a:lnTo>
                    <a:pt x="14" y="535"/>
                  </a:lnTo>
                  <a:lnTo>
                    <a:pt x="18" y="560"/>
                  </a:lnTo>
                  <a:lnTo>
                    <a:pt x="23" y="584"/>
                  </a:lnTo>
                  <a:lnTo>
                    <a:pt x="28" y="608"/>
                  </a:lnTo>
                  <a:lnTo>
                    <a:pt x="34" y="631"/>
                  </a:lnTo>
                  <a:lnTo>
                    <a:pt x="41" y="656"/>
                  </a:lnTo>
                  <a:lnTo>
                    <a:pt x="48" y="679"/>
                  </a:lnTo>
                  <a:lnTo>
                    <a:pt x="55" y="702"/>
                  </a:lnTo>
                  <a:lnTo>
                    <a:pt x="63" y="725"/>
                  </a:lnTo>
                  <a:lnTo>
                    <a:pt x="71" y="748"/>
                  </a:lnTo>
                  <a:lnTo>
                    <a:pt x="80" y="770"/>
                  </a:lnTo>
                  <a:lnTo>
                    <a:pt x="89" y="792"/>
                  </a:lnTo>
                  <a:lnTo>
                    <a:pt x="98" y="815"/>
                  </a:lnTo>
                  <a:lnTo>
                    <a:pt x="109" y="836"/>
                  </a:lnTo>
                  <a:lnTo>
                    <a:pt x="120" y="858"/>
                  </a:lnTo>
                  <a:lnTo>
                    <a:pt x="131" y="879"/>
                  </a:lnTo>
                  <a:lnTo>
                    <a:pt x="142" y="900"/>
                  </a:lnTo>
                  <a:lnTo>
                    <a:pt x="154" y="921"/>
                  </a:lnTo>
                  <a:lnTo>
                    <a:pt x="167" y="941"/>
                  </a:lnTo>
                  <a:lnTo>
                    <a:pt x="179" y="961"/>
                  </a:lnTo>
                  <a:lnTo>
                    <a:pt x="193" y="981"/>
                  </a:lnTo>
                  <a:lnTo>
                    <a:pt x="207" y="1001"/>
                  </a:lnTo>
                  <a:lnTo>
                    <a:pt x="221" y="1020"/>
                  </a:lnTo>
                  <a:lnTo>
                    <a:pt x="235" y="1038"/>
                  </a:lnTo>
                  <a:lnTo>
                    <a:pt x="250" y="1057"/>
                  </a:lnTo>
                  <a:lnTo>
                    <a:pt x="265" y="1075"/>
                  </a:lnTo>
                  <a:lnTo>
                    <a:pt x="289" y="1071"/>
                  </a:lnTo>
                  <a:lnTo>
                    <a:pt x="311" y="1066"/>
                  </a:lnTo>
                  <a:lnTo>
                    <a:pt x="333" y="1060"/>
                  </a:lnTo>
                  <a:lnTo>
                    <a:pt x="356" y="1055"/>
                  </a:lnTo>
                  <a:lnTo>
                    <a:pt x="377" y="1049"/>
                  </a:lnTo>
                  <a:lnTo>
                    <a:pt x="398" y="1043"/>
                  </a:lnTo>
                  <a:lnTo>
                    <a:pt x="418" y="1037"/>
                  </a:lnTo>
                  <a:lnTo>
                    <a:pt x="439" y="1030"/>
                  </a:lnTo>
                  <a:lnTo>
                    <a:pt x="423" y="1014"/>
                  </a:lnTo>
                  <a:lnTo>
                    <a:pt x="407" y="998"/>
                  </a:lnTo>
                  <a:lnTo>
                    <a:pt x="392" y="981"/>
                  </a:lnTo>
                  <a:lnTo>
                    <a:pt x="377" y="963"/>
                  </a:lnTo>
                  <a:lnTo>
                    <a:pt x="363" y="946"/>
                  </a:lnTo>
                  <a:lnTo>
                    <a:pt x="349" y="928"/>
                  </a:lnTo>
                  <a:lnTo>
                    <a:pt x="334" y="910"/>
                  </a:lnTo>
                  <a:lnTo>
                    <a:pt x="321" y="891"/>
                  </a:lnTo>
                  <a:lnTo>
                    <a:pt x="309" y="871"/>
                  </a:lnTo>
                  <a:lnTo>
                    <a:pt x="297" y="852"/>
                  </a:lnTo>
                  <a:lnTo>
                    <a:pt x="285" y="833"/>
                  </a:lnTo>
                  <a:lnTo>
                    <a:pt x="274" y="813"/>
                  </a:lnTo>
                  <a:lnTo>
                    <a:pt x="262" y="792"/>
                  </a:lnTo>
                  <a:lnTo>
                    <a:pt x="252" y="771"/>
                  </a:lnTo>
                  <a:lnTo>
                    <a:pt x="242" y="751"/>
                  </a:lnTo>
                  <a:lnTo>
                    <a:pt x="233" y="730"/>
                  </a:lnTo>
                  <a:lnTo>
                    <a:pt x="224" y="708"/>
                  </a:lnTo>
                  <a:lnTo>
                    <a:pt x="216" y="686"/>
                  </a:lnTo>
                  <a:lnTo>
                    <a:pt x="208" y="665"/>
                  </a:lnTo>
                  <a:lnTo>
                    <a:pt x="201" y="643"/>
                  </a:lnTo>
                  <a:lnTo>
                    <a:pt x="194" y="620"/>
                  </a:lnTo>
                  <a:lnTo>
                    <a:pt x="187" y="597"/>
                  </a:lnTo>
                  <a:lnTo>
                    <a:pt x="182" y="575"/>
                  </a:lnTo>
                  <a:lnTo>
                    <a:pt x="177" y="551"/>
                  </a:lnTo>
                  <a:lnTo>
                    <a:pt x="172" y="528"/>
                  </a:lnTo>
                  <a:lnTo>
                    <a:pt x="168" y="504"/>
                  </a:lnTo>
                  <a:lnTo>
                    <a:pt x="165" y="481"/>
                  </a:lnTo>
                  <a:lnTo>
                    <a:pt x="162" y="456"/>
                  </a:lnTo>
                  <a:lnTo>
                    <a:pt x="160" y="433"/>
                  </a:lnTo>
                  <a:lnTo>
                    <a:pt x="158" y="409"/>
                  </a:lnTo>
                  <a:lnTo>
                    <a:pt x="158" y="384"/>
                  </a:lnTo>
                  <a:lnTo>
                    <a:pt x="157" y="359"/>
                  </a:lnTo>
                  <a:lnTo>
                    <a:pt x="158" y="321"/>
                  </a:lnTo>
                  <a:lnTo>
                    <a:pt x="160" y="282"/>
                  </a:lnTo>
                  <a:lnTo>
                    <a:pt x="164" y="244"/>
                  </a:lnTo>
                  <a:lnTo>
                    <a:pt x="170" y="206"/>
                  </a:lnTo>
                  <a:lnTo>
                    <a:pt x="176" y="169"/>
                  </a:lnTo>
                  <a:lnTo>
                    <a:pt x="185" y="132"/>
                  </a:lnTo>
                  <a:lnTo>
                    <a:pt x="195" y="96"/>
                  </a:lnTo>
                  <a:lnTo>
                    <a:pt x="206" y="60"/>
                  </a:lnTo>
                  <a:lnTo>
                    <a:pt x="170" y="45"/>
                  </a:lnTo>
                  <a:lnTo>
                    <a:pt x="135" y="30"/>
                  </a:lnTo>
                  <a:lnTo>
                    <a:pt x="98" y="15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A2C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3" name="Freeform 649"/>
            <p:cNvSpPr>
              <a:spLocks/>
            </p:cNvSpPr>
            <p:nvPr/>
          </p:nvSpPr>
          <p:spPr bwMode="auto">
            <a:xfrm>
              <a:off x="2741" y="1652"/>
              <a:ext cx="55" cy="128"/>
            </a:xfrm>
            <a:custGeom>
              <a:avLst/>
              <a:gdLst>
                <a:gd name="T0" fmla="*/ 1 w 443"/>
                <a:gd name="T1" fmla="*/ 1 h 1027"/>
                <a:gd name="T2" fmla="*/ 0 w 443"/>
                <a:gd name="T3" fmla="*/ 2 h 1027"/>
                <a:gd name="T4" fmla="*/ 0 w 443"/>
                <a:gd name="T5" fmla="*/ 3 h 1027"/>
                <a:gd name="T6" fmla="*/ 0 w 443"/>
                <a:gd name="T7" fmla="*/ 4 h 1027"/>
                <a:gd name="T8" fmla="*/ 0 w 443"/>
                <a:gd name="T9" fmla="*/ 5 h 1027"/>
                <a:gd name="T10" fmla="*/ 0 w 443"/>
                <a:gd name="T11" fmla="*/ 6 h 1027"/>
                <a:gd name="T12" fmla="*/ 0 w 443"/>
                <a:gd name="T13" fmla="*/ 7 h 1027"/>
                <a:gd name="T14" fmla="*/ 0 w 443"/>
                <a:gd name="T15" fmla="*/ 8 h 1027"/>
                <a:gd name="T16" fmla="*/ 0 w 443"/>
                <a:gd name="T17" fmla="*/ 9 h 1027"/>
                <a:gd name="T18" fmla="*/ 0 w 443"/>
                <a:gd name="T19" fmla="*/ 9 h 1027"/>
                <a:gd name="T20" fmla="*/ 1 w 443"/>
                <a:gd name="T21" fmla="*/ 10 h 1027"/>
                <a:gd name="T22" fmla="*/ 1 w 443"/>
                <a:gd name="T23" fmla="*/ 11 h 1027"/>
                <a:gd name="T24" fmla="*/ 1 w 443"/>
                <a:gd name="T25" fmla="*/ 11 h 1027"/>
                <a:gd name="T26" fmla="*/ 2 w 443"/>
                <a:gd name="T27" fmla="*/ 12 h 1027"/>
                <a:gd name="T28" fmla="*/ 2 w 443"/>
                <a:gd name="T29" fmla="*/ 13 h 1027"/>
                <a:gd name="T30" fmla="*/ 2 w 443"/>
                <a:gd name="T31" fmla="*/ 13 h 1027"/>
                <a:gd name="T32" fmla="*/ 3 w 443"/>
                <a:gd name="T33" fmla="*/ 14 h 1027"/>
                <a:gd name="T34" fmla="*/ 3 w 443"/>
                <a:gd name="T35" fmla="*/ 15 h 1027"/>
                <a:gd name="T36" fmla="*/ 3 w 443"/>
                <a:gd name="T37" fmla="*/ 15 h 1027"/>
                <a:gd name="T38" fmla="*/ 4 w 443"/>
                <a:gd name="T39" fmla="*/ 16 h 1027"/>
                <a:gd name="T40" fmla="*/ 5 w 443"/>
                <a:gd name="T41" fmla="*/ 16 h 1027"/>
                <a:gd name="T42" fmla="*/ 5 w 443"/>
                <a:gd name="T43" fmla="*/ 16 h 1027"/>
                <a:gd name="T44" fmla="*/ 6 w 443"/>
                <a:gd name="T45" fmla="*/ 15 h 1027"/>
                <a:gd name="T46" fmla="*/ 7 w 443"/>
                <a:gd name="T47" fmla="*/ 15 h 1027"/>
                <a:gd name="T48" fmla="*/ 7 w 443"/>
                <a:gd name="T49" fmla="*/ 15 h 1027"/>
                <a:gd name="T50" fmla="*/ 6 w 443"/>
                <a:gd name="T51" fmla="*/ 14 h 1027"/>
                <a:gd name="T52" fmla="*/ 6 w 443"/>
                <a:gd name="T53" fmla="*/ 14 h 1027"/>
                <a:gd name="T54" fmla="*/ 5 w 443"/>
                <a:gd name="T55" fmla="*/ 13 h 1027"/>
                <a:gd name="T56" fmla="*/ 5 w 443"/>
                <a:gd name="T57" fmla="*/ 13 h 1027"/>
                <a:gd name="T58" fmla="*/ 4 w 443"/>
                <a:gd name="T59" fmla="*/ 12 h 1027"/>
                <a:gd name="T60" fmla="*/ 4 w 443"/>
                <a:gd name="T61" fmla="*/ 12 h 1027"/>
                <a:gd name="T62" fmla="*/ 4 w 443"/>
                <a:gd name="T63" fmla="*/ 11 h 1027"/>
                <a:gd name="T64" fmla="*/ 3 w 443"/>
                <a:gd name="T65" fmla="*/ 10 h 1027"/>
                <a:gd name="T66" fmla="*/ 3 w 443"/>
                <a:gd name="T67" fmla="*/ 10 h 1027"/>
                <a:gd name="T68" fmla="*/ 3 w 443"/>
                <a:gd name="T69" fmla="*/ 9 h 1027"/>
                <a:gd name="T70" fmla="*/ 3 w 443"/>
                <a:gd name="T71" fmla="*/ 8 h 1027"/>
                <a:gd name="T72" fmla="*/ 3 w 443"/>
                <a:gd name="T73" fmla="*/ 8 h 1027"/>
                <a:gd name="T74" fmla="*/ 2 w 443"/>
                <a:gd name="T75" fmla="*/ 7 h 1027"/>
                <a:gd name="T76" fmla="*/ 2 w 443"/>
                <a:gd name="T77" fmla="*/ 6 h 1027"/>
                <a:gd name="T78" fmla="*/ 2 w 443"/>
                <a:gd name="T79" fmla="*/ 5 h 1027"/>
                <a:gd name="T80" fmla="*/ 2 w 443"/>
                <a:gd name="T81" fmla="*/ 5 h 1027"/>
                <a:gd name="T82" fmla="*/ 2 w 443"/>
                <a:gd name="T83" fmla="*/ 3 h 1027"/>
                <a:gd name="T84" fmla="*/ 3 w 443"/>
                <a:gd name="T85" fmla="*/ 2 h 1027"/>
                <a:gd name="T86" fmla="*/ 3 w 443"/>
                <a:gd name="T87" fmla="*/ 1 h 1027"/>
                <a:gd name="T88" fmla="*/ 2 w 443"/>
                <a:gd name="T89" fmla="*/ 1 h 1027"/>
                <a:gd name="T90" fmla="*/ 1 w 443"/>
                <a:gd name="T91" fmla="*/ 0 h 102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43"/>
                <a:gd name="T139" fmla="*/ 0 h 1027"/>
                <a:gd name="T140" fmla="*/ 443 w 443"/>
                <a:gd name="T141" fmla="*/ 1027 h 102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43" h="1027">
                  <a:moveTo>
                    <a:pt x="55" y="0"/>
                  </a:moveTo>
                  <a:lnTo>
                    <a:pt x="42" y="39"/>
                  </a:lnTo>
                  <a:lnTo>
                    <a:pt x="31" y="79"/>
                  </a:lnTo>
                  <a:lnTo>
                    <a:pt x="21" y="119"/>
                  </a:lnTo>
                  <a:lnTo>
                    <a:pt x="14" y="161"/>
                  </a:lnTo>
                  <a:lnTo>
                    <a:pt x="8" y="202"/>
                  </a:lnTo>
                  <a:lnTo>
                    <a:pt x="3" y="245"/>
                  </a:lnTo>
                  <a:lnTo>
                    <a:pt x="1" y="288"/>
                  </a:lnTo>
                  <a:lnTo>
                    <a:pt x="0" y="330"/>
                  </a:lnTo>
                  <a:lnTo>
                    <a:pt x="0" y="355"/>
                  </a:lnTo>
                  <a:lnTo>
                    <a:pt x="1" y="381"/>
                  </a:lnTo>
                  <a:lnTo>
                    <a:pt x="2" y="405"/>
                  </a:lnTo>
                  <a:lnTo>
                    <a:pt x="4" y="430"/>
                  </a:lnTo>
                  <a:lnTo>
                    <a:pt x="7" y="455"/>
                  </a:lnTo>
                  <a:lnTo>
                    <a:pt x="10" y="479"/>
                  </a:lnTo>
                  <a:lnTo>
                    <a:pt x="14" y="503"/>
                  </a:lnTo>
                  <a:lnTo>
                    <a:pt x="18" y="526"/>
                  </a:lnTo>
                  <a:lnTo>
                    <a:pt x="23" y="551"/>
                  </a:lnTo>
                  <a:lnTo>
                    <a:pt x="29" y="574"/>
                  </a:lnTo>
                  <a:lnTo>
                    <a:pt x="36" y="597"/>
                  </a:lnTo>
                  <a:lnTo>
                    <a:pt x="42" y="621"/>
                  </a:lnTo>
                  <a:lnTo>
                    <a:pt x="49" y="644"/>
                  </a:lnTo>
                  <a:lnTo>
                    <a:pt x="57" y="666"/>
                  </a:lnTo>
                  <a:lnTo>
                    <a:pt x="65" y="688"/>
                  </a:lnTo>
                  <a:lnTo>
                    <a:pt x="73" y="711"/>
                  </a:lnTo>
                  <a:lnTo>
                    <a:pt x="82" y="733"/>
                  </a:lnTo>
                  <a:lnTo>
                    <a:pt x="92" y="754"/>
                  </a:lnTo>
                  <a:lnTo>
                    <a:pt x="102" y="776"/>
                  </a:lnTo>
                  <a:lnTo>
                    <a:pt x="113" y="797"/>
                  </a:lnTo>
                  <a:lnTo>
                    <a:pt x="124" y="818"/>
                  </a:lnTo>
                  <a:lnTo>
                    <a:pt x="135" y="838"/>
                  </a:lnTo>
                  <a:lnTo>
                    <a:pt x="147" y="859"/>
                  </a:lnTo>
                  <a:lnTo>
                    <a:pt x="159" y="879"/>
                  </a:lnTo>
                  <a:lnTo>
                    <a:pt x="172" y="898"/>
                  </a:lnTo>
                  <a:lnTo>
                    <a:pt x="185" y="917"/>
                  </a:lnTo>
                  <a:lnTo>
                    <a:pt x="200" y="937"/>
                  </a:lnTo>
                  <a:lnTo>
                    <a:pt x="214" y="955"/>
                  </a:lnTo>
                  <a:lnTo>
                    <a:pt x="228" y="973"/>
                  </a:lnTo>
                  <a:lnTo>
                    <a:pt x="243" y="991"/>
                  </a:lnTo>
                  <a:lnTo>
                    <a:pt x="258" y="1009"/>
                  </a:lnTo>
                  <a:lnTo>
                    <a:pt x="274" y="1027"/>
                  </a:lnTo>
                  <a:lnTo>
                    <a:pt x="297" y="1021"/>
                  </a:lnTo>
                  <a:lnTo>
                    <a:pt x="319" y="1014"/>
                  </a:lnTo>
                  <a:lnTo>
                    <a:pt x="340" y="1007"/>
                  </a:lnTo>
                  <a:lnTo>
                    <a:pt x="362" y="1001"/>
                  </a:lnTo>
                  <a:lnTo>
                    <a:pt x="383" y="994"/>
                  </a:lnTo>
                  <a:lnTo>
                    <a:pt x="403" y="987"/>
                  </a:lnTo>
                  <a:lnTo>
                    <a:pt x="424" y="980"/>
                  </a:lnTo>
                  <a:lnTo>
                    <a:pt x="443" y="972"/>
                  </a:lnTo>
                  <a:lnTo>
                    <a:pt x="427" y="958"/>
                  </a:lnTo>
                  <a:lnTo>
                    <a:pt x="410" y="942"/>
                  </a:lnTo>
                  <a:lnTo>
                    <a:pt x="395" y="926"/>
                  </a:lnTo>
                  <a:lnTo>
                    <a:pt x="380" y="910"/>
                  </a:lnTo>
                  <a:lnTo>
                    <a:pt x="366" y="893"/>
                  </a:lnTo>
                  <a:lnTo>
                    <a:pt x="352" y="876"/>
                  </a:lnTo>
                  <a:lnTo>
                    <a:pt x="337" y="859"/>
                  </a:lnTo>
                  <a:lnTo>
                    <a:pt x="324" y="841"/>
                  </a:lnTo>
                  <a:lnTo>
                    <a:pt x="311" y="823"/>
                  </a:lnTo>
                  <a:lnTo>
                    <a:pt x="299" y="805"/>
                  </a:lnTo>
                  <a:lnTo>
                    <a:pt x="287" y="786"/>
                  </a:lnTo>
                  <a:lnTo>
                    <a:pt x="276" y="767"/>
                  </a:lnTo>
                  <a:lnTo>
                    <a:pt x="265" y="747"/>
                  </a:lnTo>
                  <a:lnTo>
                    <a:pt x="253" y="728"/>
                  </a:lnTo>
                  <a:lnTo>
                    <a:pt x="243" y="708"/>
                  </a:lnTo>
                  <a:lnTo>
                    <a:pt x="234" y="687"/>
                  </a:lnTo>
                  <a:lnTo>
                    <a:pt x="225" y="667"/>
                  </a:lnTo>
                  <a:lnTo>
                    <a:pt x="217" y="646"/>
                  </a:lnTo>
                  <a:lnTo>
                    <a:pt x="209" y="626"/>
                  </a:lnTo>
                  <a:lnTo>
                    <a:pt x="201" y="603"/>
                  </a:lnTo>
                  <a:lnTo>
                    <a:pt x="195" y="582"/>
                  </a:lnTo>
                  <a:lnTo>
                    <a:pt x="188" y="560"/>
                  </a:lnTo>
                  <a:lnTo>
                    <a:pt x="182" y="539"/>
                  </a:lnTo>
                  <a:lnTo>
                    <a:pt x="177" y="516"/>
                  </a:lnTo>
                  <a:lnTo>
                    <a:pt x="172" y="493"/>
                  </a:lnTo>
                  <a:lnTo>
                    <a:pt x="168" y="471"/>
                  </a:lnTo>
                  <a:lnTo>
                    <a:pt x="165" y="447"/>
                  </a:lnTo>
                  <a:lnTo>
                    <a:pt x="162" y="424"/>
                  </a:lnTo>
                  <a:lnTo>
                    <a:pt x="160" y="401"/>
                  </a:lnTo>
                  <a:lnTo>
                    <a:pt x="158" y="378"/>
                  </a:lnTo>
                  <a:lnTo>
                    <a:pt x="157" y="354"/>
                  </a:lnTo>
                  <a:lnTo>
                    <a:pt x="157" y="330"/>
                  </a:lnTo>
                  <a:lnTo>
                    <a:pt x="157" y="296"/>
                  </a:lnTo>
                  <a:lnTo>
                    <a:pt x="159" y="261"/>
                  </a:lnTo>
                  <a:lnTo>
                    <a:pt x="163" y="228"/>
                  </a:lnTo>
                  <a:lnTo>
                    <a:pt x="167" y="194"/>
                  </a:lnTo>
                  <a:lnTo>
                    <a:pt x="173" y="161"/>
                  </a:lnTo>
                  <a:lnTo>
                    <a:pt x="180" y="129"/>
                  </a:lnTo>
                  <a:lnTo>
                    <a:pt x="189" y="96"/>
                  </a:lnTo>
                  <a:lnTo>
                    <a:pt x="199" y="65"/>
                  </a:lnTo>
                  <a:lnTo>
                    <a:pt x="164" y="49"/>
                  </a:lnTo>
                  <a:lnTo>
                    <a:pt x="128" y="32"/>
                  </a:lnTo>
                  <a:lnTo>
                    <a:pt x="92" y="1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A4C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4" name="Freeform 650"/>
            <p:cNvSpPr>
              <a:spLocks/>
            </p:cNvSpPr>
            <p:nvPr/>
          </p:nvSpPr>
          <p:spPr bwMode="auto">
            <a:xfrm>
              <a:off x="2751" y="1656"/>
              <a:ext cx="55" cy="121"/>
            </a:xfrm>
            <a:custGeom>
              <a:avLst/>
              <a:gdLst>
                <a:gd name="T0" fmla="*/ 1 w 445"/>
                <a:gd name="T1" fmla="*/ 0 h 970"/>
                <a:gd name="T2" fmla="*/ 0 w 445"/>
                <a:gd name="T3" fmla="*/ 2 h 970"/>
                <a:gd name="T4" fmla="*/ 0 w 445"/>
                <a:gd name="T5" fmla="*/ 3 h 970"/>
                <a:gd name="T6" fmla="*/ 0 w 445"/>
                <a:gd name="T7" fmla="*/ 4 h 970"/>
                <a:gd name="T8" fmla="*/ 0 w 445"/>
                <a:gd name="T9" fmla="*/ 5 h 970"/>
                <a:gd name="T10" fmla="*/ 0 w 445"/>
                <a:gd name="T11" fmla="*/ 6 h 970"/>
                <a:gd name="T12" fmla="*/ 0 w 445"/>
                <a:gd name="T13" fmla="*/ 7 h 970"/>
                <a:gd name="T14" fmla="*/ 0 w 445"/>
                <a:gd name="T15" fmla="*/ 7 h 970"/>
                <a:gd name="T16" fmla="*/ 0 w 445"/>
                <a:gd name="T17" fmla="*/ 8 h 970"/>
                <a:gd name="T18" fmla="*/ 1 w 445"/>
                <a:gd name="T19" fmla="*/ 9 h 970"/>
                <a:gd name="T20" fmla="*/ 1 w 445"/>
                <a:gd name="T21" fmla="*/ 9 h 970"/>
                <a:gd name="T22" fmla="*/ 1 w 445"/>
                <a:gd name="T23" fmla="*/ 10 h 970"/>
                <a:gd name="T24" fmla="*/ 1 w 445"/>
                <a:gd name="T25" fmla="*/ 11 h 970"/>
                <a:gd name="T26" fmla="*/ 2 w 445"/>
                <a:gd name="T27" fmla="*/ 11 h 970"/>
                <a:gd name="T28" fmla="*/ 2 w 445"/>
                <a:gd name="T29" fmla="*/ 12 h 970"/>
                <a:gd name="T30" fmla="*/ 2 w 445"/>
                <a:gd name="T31" fmla="*/ 13 h 970"/>
                <a:gd name="T32" fmla="*/ 3 w 445"/>
                <a:gd name="T33" fmla="*/ 13 h 970"/>
                <a:gd name="T34" fmla="*/ 3 w 445"/>
                <a:gd name="T35" fmla="*/ 14 h 970"/>
                <a:gd name="T36" fmla="*/ 4 w 445"/>
                <a:gd name="T37" fmla="*/ 14 h 970"/>
                <a:gd name="T38" fmla="*/ 4 w 445"/>
                <a:gd name="T39" fmla="*/ 15 h 970"/>
                <a:gd name="T40" fmla="*/ 5 w 445"/>
                <a:gd name="T41" fmla="*/ 15 h 970"/>
                <a:gd name="T42" fmla="*/ 5 w 445"/>
                <a:gd name="T43" fmla="*/ 15 h 970"/>
                <a:gd name="T44" fmla="*/ 6 w 445"/>
                <a:gd name="T45" fmla="*/ 14 h 970"/>
                <a:gd name="T46" fmla="*/ 7 w 445"/>
                <a:gd name="T47" fmla="*/ 14 h 970"/>
                <a:gd name="T48" fmla="*/ 7 w 445"/>
                <a:gd name="T49" fmla="*/ 14 h 970"/>
                <a:gd name="T50" fmla="*/ 6 w 445"/>
                <a:gd name="T51" fmla="*/ 13 h 970"/>
                <a:gd name="T52" fmla="*/ 6 w 445"/>
                <a:gd name="T53" fmla="*/ 13 h 970"/>
                <a:gd name="T54" fmla="*/ 5 w 445"/>
                <a:gd name="T55" fmla="*/ 12 h 970"/>
                <a:gd name="T56" fmla="*/ 5 w 445"/>
                <a:gd name="T57" fmla="*/ 12 h 970"/>
                <a:gd name="T58" fmla="*/ 4 w 445"/>
                <a:gd name="T59" fmla="*/ 11 h 970"/>
                <a:gd name="T60" fmla="*/ 4 w 445"/>
                <a:gd name="T61" fmla="*/ 11 h 970"/>
                <a:gd name="T62" fmla="*/ 4 w 445"/>
                <a:gd name="T63" fmla="*/ 10 h 970"/>
                <a:gd name="T64" fmla="*/ 3 w 445"/>
                <a:gd name="T65" fmla="*/ 10 h 970"/>
                <a:gd name="T66" fmla="*/ 3 w 445"/>
                <a:gd name="T67" fmla="*/ 9 h 970"/>
                <a:gd name="T68" fmla="*/ 3 w 445"/>
                <a:gd name="T69" fmla="*/ 8 h 970"/>
                <a:gd name="T70" fmla="*/ 3 w 445"/>
                <a:gd name="T71" fmla="*/ 8 h 970"/>
                <a:gd name="T72" fmla="*/ 3 w 445"/>
                <a:gd name="T73" fmla="*/ 7 h 970"/>
                <a:gd name="T74" fmla="*/ 2 w 445"/>
                <a:gd name="T75" fmla="*/ 6 h 970"/>
                <a:gd name="T76" fmla="*/ 2 w 445"/>
                <a:gd name="T77" fmla="*/ 6 h 970"/>
                <a:gd name="T78" fmla="*/ 2 w 445"/>
                <a:gd name="T79" fmla="*/ 5 h 970"/>
                <a:gd name="T80" fmla="*/ 2 w 445"/>
                <a:gd name="T81" fmla="*/ 4 h 970"/>
                <a:gd name="T82" fmla="*/ 2 w 445"/>
                <a:gd name="T83" fmla="*/ 3 h 970"/>
                <a:gd name="T84" fmla="*/ 3 w 445"/>
                <a:gd name="T85" fmla="*/ 2 h 970"/>
                <a:gd name="T86" fmla="*/ 3 w 445"/>
                <a:gd name="T87" fmla="*/ 1 h 970"/>
                <a:gd name="T88" fmla="*/ 2 w 445"/>
                <a:gd name="T89" fmla="*/ 1 h 970"/>
                <a:gd name="T90" fmla="*/ 1 w 445"/>
                <a:gd name="T91" fmla="*/ 0 h 97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45"/>
                <a:gd name="T139" fmla="*/ 0 h 970"/>
                <a:gd name="T140" fmla="*/ 445 w 445"/>
                <a:gd name="T141" fmla="*/ 970 h 97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45" h="970">
                  <a:moveTo>
                    <a:pt x="49" y="0"/>
                  </a:moveTo>
                  <a:lnTo>
                    <a:pt x="38" y="36"/>
                  </a:lnTo>
                  <a:lnTo>
                    <a:pt x="28" y="72"/>
                  </a:lnTo>
                  <a:lnTo>
                    <a:pt x="19" y="109"/>
                  </a:lnTo>
                  <a:lnTo>
                    <a:pt x="13" y="146"/>
                  </a:lnTo>
                  <a:lnTo>
                    <a:pt x="7" y="184"/>
                  </a:lnTo>
                  <a:lnTo>
                    <a:pt x="3" y="222"/>
                  </a:lnTo>
                  <a:lnTo>
                    <a:pt x="1" y="261"/>
                  </a:lnTo>
                  <a:lnTo>
                    <a:pt x="0" y="299"/>
                  </a:lnTo>
                  <a:lnTo>
                    <a:pt x="1" y="324"/>
                  </a:lnTo>
                  <a:lnTo>
                    <a:pt x="1" y="349"/>
                  </a:lnTo>
                  <a:lnTo>
                    <a:pt x="3" y="373"/>
                  </a:lnTo>
                  <a:lnTo>
                    <a:pt x="5" y="396"/>
                  </a:lnTo>
                  <a:lnTo>
                    <a:pt x="8" y="421"/>
                  </a:lnTo>
                  <a:lnTo>
                    <a:pt x="11" y="444"/>
                  </a:lnTo>
                  <a:lnTo>
                    <a:pt x="15" y="468"/>
                  </a:lnTo>
                  <a:lnTo>
                    <a:pt x="20" y="491"/>
                  </a:lnTo>
                  <a:lnTo>
                    <a:pt x="25" y="515"/>
                  </a:lnTo>
                  <a:lnTo>
                    <a:pt x="30" y="537"/>
                  </a:lnTo>
                  <a:lnTo>
                    <a:pt x="37" y="560"/>
                  </a:lnTo>
                  <a:lnTo>
                    <a:pt x="44" y="583"/>
                  </a:lnTo>
                  <a:lnTo>
                    <a:pt x="51" y="605"/>
                  </a:lnTo>
                  <a:lnTo>
                    <a:pt x="59" y="626"/>
                  </a:lnTo>
                  <a:lnTo>
                    <a:pt x="67" y="648"/>
                  </a:lnTo>
                  <a:lnTo>
                    <a:pt x="76" y="670"/>
                  </a:lnTo>
                  <a:lnTo>
                    <a:pt x="85" y="691"/>
                  </a:lnTo>
                  <a:lnTo>
                    <a:pt x="95" y="711"/>
                  </a:lnTo>
                  <a:lnTo>
                    <a:pt x="105" y="732"/>
                  </a:lnTo>
                  <a:lnTo>
                    <a:pt x="117" y="753"/>
                  </a:lnTo>
                  <a:lnTo>
                    <a:pt x="128" y="773"/>
                  </a:lnTo>
                  <a:lnTo>
                    <a:pt x="140" y="792"/>
                  </a:lnTo>
                  <a:lnTo>
                    <a:pt x="152" y="811"/>
                  </a:lnTo>
                  <a:lnTo>
                    <a:pt x="164" y="831"/>
                  </a:lnTo>
                  <a:lnTo>
                    <a:pt x="177" y="850"/>
                  </a:lnTo>
                  <a:lnTo>
                    <a:pt x="192" y="868"/>
                  </a:lnTo>
                  <a:lnTo>
                    <a:pt x="206" y="886"/>
                  </a:lnTo>
                  <a:lnTo>
                    <a:pt x="220" y="903"/>
                  </a:lnTo>
                  <a:lnTo>
                    <a:pt x="235" y="921"/>
                  </a:lnTo>
                  <a:lnTo>
                    <a:pt x="250" y="938"/>
                  </a:lnTo>
                  <a:lnTo>
                    <a:pt x="266" y="954"/>
                  </a:lnTo>
                  <a:lnTo>
                    <a:pt x="282" y="970"/>
                  </a:lnTo>
                  <a:lnTo>
                    <a:pt x="304" y="963"/>
                  </a:lnTo>
                  <a:lnTo>
                    <a:pt x="325" y="956"/>
                  </a:lnTo>
                  <a:lnTo>
                    <a:pt x="347" y="948"/>
                  </a:lnTo>
                  <a:lnTo>
                    <a:pt x="368" y="940"/>
                  </a:lnTo>
                  <a:lnTo>
                    <a:pt x="388" y="932"/>
                  </a:lnTo>
                  <a:lnTo>
                    <a:pt x="407" y="924"/>
                  </a:lnTo>
                  <a:lnTo>
                    <a:pt x="427" y="915"/>
                  </a:lnTo>
                  <a:lnTo>
                    <a:pt x="445" y="907"/>
                  </a:lnTo>
                  <a:lnTo>
                    <a:pt x="429" y="892"/>
                  </a:lnTo>
                  <a:lnTo>
                    <a:pt x="412" y="878"/>
                  </a:lnTo>
                  <a:lnTo>
                    <a:pt x="397" y="864"/>
                  </a:lnTo>
                  <a:lnTo>
                    <a:pt x="382" y="849"/>
                  </a:lnTo>
                  <a:lnTo>
                    <a:pt x="367" y="834"/>
                  </a:lnTo>
                  <a:lnTo>
                    <a:pt x="353" y="817"/>
                  </a:lnTo>
                  <a:lnTo>
                    <a:pt x="339" y="801"/>
                  </a:lnTo>
                  <a:lnTo>
                    <a:pt x="325" y="785"/>
                  </a:lnTo>
                  <a:lnTo>
                    <a:pt x="313" y="768"/>
                  </a:lnTo>
                  <a:lnTo>
                    <a:pt x="300" y="751"/>
                  </a:lnTo>
                  <a:lnTo>
                    <a:pt x="288" y="733"/>
                  </a:lnTo>
                  <a:lnTo>
                    <a:pt x="277" y="715"/>
                  </a:lnTo>
                  <a:lnTo>
                    <a:pt x="266" y="697"/>
                  </a:lnTo>
                  <a:lnTo>
                    <a:pt x="255" y="679"/>
                  </a:lnTo>
                  <a:lnTo>
                    <a:pt x="245" y="659"/>
                  </a:lnTo>
                  <a:lnTo>
                    <a:pt x="235" y="640"/>
                  </a:lnTo>
                  <a:lnTo>
                    <a:pt x="226" y="621"/>
                  </a:lnTo>
                  <a:lnTo>
                    <a:pt x="218" y="601"/>
                  </a:lnTo>
                  <a:lnTo>
                    <a:pt x="210" y="582"/>
                  </a:lnTo>
                  <a:lnTo>
                    <a:pt x="202" y="561"/>
                  </a:lnTo>
                  <a:lnTo>
                    <a:pt x="196" y="540"/>
                  </a:lnTo>
                  <a:lnTo>
                    <a:pt x="189" y="520"/>
                  </a:lnTo>
                  <a:lnTo>
                    <a:pt x="182" y="498"/>
                  </a:lnTo>
                  <a:lnTo>
                    <a:pt x="177" y="477"/>
                  </a:lnTo>
                  <a:lnTo>
                    <a:pt x="173" y="456"/>
                  </a:lnTo>
                  <a:lnTo>
                    <a:pt x="169" y="434"/>
                  </a:lnTo>
                  <a:lnTo>
                    <a:pt x="165" y="411"/>
                  </a:lnTo>
                  <a:lnTo>
                    <a:pt x="162" y="390"/>
                  </a:lnTo>
                  <a:lnTo>
                    <a:pt x="160" y="368"/>
                  </a:lnTo>
                  <a:lnTo>
                    <a:pt x="159" y="345"/>
                  </a:lnTo>
                  <a:lnTo>
                    <a:pt x="158" y="322"/>
                  </a:lnTo>
                  <a:lnTo>
                    <a:pt x="157" y="299"/>
                  </a:lnTo>
                  <a:lnTo>
                    <a:pt x="158" y="270"/>
                  </a:lnTo>
                  <a:lnTo>
                    <a:pt x="160" y="240"/>
                  </a:lnTo>
                  <a:lnTo>
                    <a:pt x="162" y="211"/>
                  </a:lnTo>
                  <a:lnTo>
                    <a:pt x="166" y="182"/>
                  </a:lnTo>
                  <a:lnTo>
                    <a:pt x="171" y="153"/>
                  </a:lnTo>
                  <a:lnTo>
                    <a:pt x="177" y="125"/>
                  </a:lnTo>
                  <a:lnTo>
                    <a:pt x="183" y="98"/>
                  </a:lnTo>
                  <a:lnTo>
                    <a:pt x="192" y="70"/>
                  </a:lnTo>
                  <a:lnTo>
                    <a:pt x="157" y="52"/>
                  </a:lnTo>
                  <a:lnTo>
                    <a:pt x="122" y="35"/>
                  </a:lnTo>
                  <a:lnTo>
                    <a:pt x="86" y="18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A7C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5" name="Freeform 651"/>
            <p:cNvSpPr>
              <a:spLocks/>
            </p:cNvSpPr>
            <p:nvPr/>
          </p:nvSpPr>
          <p:spPr bwMode="auto">
            <a:xfrm>
              <a:off x="2761" y="1660"/>
              <a:ext cx="54" cy="114"/>
            </a:xfrm>
            <a:custGeom>
              <a:avLst/>
              <a:gdLst>
                <a:gd name="T0" fmla="*/ 0 w 440"/>
                <a:gd name="T1" fmla="*/ 1 h 907"/>
                <a:gd name="T2" fmla="*/ 0 w 440"/>
                <a:gd name="T3" fmla="*/ 2 h 907"/>
                <a:gd name="T4" fmla="*/ 0 w 440"/>
                <a:gd name="T5" fmla="*/ 3 h 907"/>
                <a:gd name="T6" fmla="*/ 0 w 440"/>
                <a:gd name="T7" fmla="*/ 4 h 907"/>
                <a:gd name="T8" fmla="*/ 0 w 440"/>
                <a:gd name="T9" fmla="*/ 5 h 907"/>
                <a:gd name="T10" fmla="*/ 0 w 440"/>
                <a:gd name="T11" fmla="*/ 5 h 907"/>
                <a:gd name="T12" fmla="*/ 0 w 440"/>
                <a:gd name="T13" fmla="*/ 6 h 907"/>
                <a:gd name="T14" fmla="*/ 0 w 440"/>
                <a:gd name="T15" fmla="*/ 7 h 907"/>
                <a:gd name="T16" fmla="*/ 0 w 440"/>
                <a:gd name="T17" fmla="*/ 8 h 907"/>
                <a:gd name="T18" fmla="*/ 1 w 440"/>
                <a:gd name="T19" fmla="*/ 8 h 907"/>
                <a:gd name="T20" fmla="*/ 1 w 440"/>
                <a:gd name="T21" fmla="*/ 9 h 907"/>
                <a:gd name="T22" fmla="*/ 1 w 440"/>
                <a:gd name="T23" fmla="*/ 10 h 907"/>
                <a:gd name="T24" fmla="*/ 1 w 440"/>
                <a:gd name="T25" fmla="*/ 10 h 907"/>
                <a:gd name="T26" fmla="*/ 2 w 440"/>
                <a:gd name="T27" fmla="*/ 11 h 907"/>
                <a:gd name="T28" fmla="*/ 2 w 440"/>
                <a:gd name="T29" fmla="*/ 11 h 907"/>
                <a:gd name="T30" fmla="*/ 2 w 440"/>
                <a:gd name="T31" fmla="*/ 12 h 907"/>
                <a:gd name="T32" fmla="*/ 3 w 440"/>
                <a:gd name="T33" fmla="*/ 13 h 907"/>
                <a:gd name="T34" fmla="*/ 3 w 440"/>
                <a:gd name="T35" fmla="*/ 13 h 907"/>
                <a:gd name="T36" fmla="*/ 4 w 440"/>
                <a:gd name="T37" fmla="*/ 14 h 907"/>
                <a:gd name="T38" fmla="*/ 4 w 440"/>
                <a:gd name="T39" fmla="*/ 14 h 907"/>
                <a:gd name="T40" fmla="*/ 5 w 440"/>
                <a:gd name="T41" fmla="*/ 14 h 907"/>
                <a:gd name="T42" fmla="*/ 5 w 440"/>
                <a:gd name="T43" fmla="*/ 14 h 907"/>
                <a:gd name="T44" fmla="*/ 6 w 440"/>
                <a:gd name="T45" fmla="*/ 14 h 907"/>
                <a:gd name="T46" fmla="*/ 6 w 440"/>
                <a:gd name="T47" fmla="*/ 13 h 907"/>
                <a:gd name="T48" fmla="*/ 6 w 440"/>
                <a:gd name="T49" fmla="*/ 13 h 907"/>
                <a:gd name="T50" fmla="*/ 6 w 440"/>
                <a:gd name="T51" fmla="*/ 13 h 907"/>
                <a:gd name="T52" fmla="*/ 6 w 440"/>
                <a:gd name="T53" fmla="*/ 12 h 907"/>
                <a:gd name="T54" fmla="*/ 5 w 440"/>
                <a:gd name="T55" fmla="*/ 12 h 907"/>
                <a:gd name="T56" fmla="*/ 5 w 440"/>
                <a:gd name="T57" fmla="*/ 11 h 907"/>
                <a:gd name="T58" fmla="*/ 4 w 440"/>
                <a:gd name="T59" fmla="*/ 11 h 907"/>
                <a:gd name="T60" fmla="*/ 4 w 440"/>
                <a:gd name="T61" fmla="*/ 10 h 907"/>
                <a:gd name="T62" fmla="*/ 4 w 440"/>
                <a:gd name="T63" fmla="*/ 10 h 907"/>
                <a:gd name="T64" fmla="*/ 3 w 440"/>
                <a:gd name="T65" fmla="*/ 9 h 907"/>
                <a:gd name="T66" fmla="*/ 3 w 440"/>
                <a:gd name="T67" fmla="*/ 8 h 907"/>
                <a:gd name="T68" fmla="*/ 3 w 440"/>
                <a:gd name="T69" fmla="*/ 8 h 907"/>
                <a:gd name="T70" fmla="*/ 3 w 440"/>
                <a:gd name="T71" fmla="*/ 7 h 907"/>
                <a:gd name="T72" fmla="*/ 3 w 440"/>
                <a:gd name="T73" fmla="*/ 7 h 907"/>
                <a:gd name="T74" fmla="*/ 2 w 440"/>
                <a:gd name="T75" fmla="*/ 6 h 907"/>
                <a:gd name="T76" fmla="*/ 2 w 440"/>
                <a:gd name="T77" fmla="*/ 5 h 907"/>
                <a:gd name="T78" fmla="*/ 2 w 440"/>
                <a:gd name="T79" fmla="*/ 5 h 907"/>
                <a:gd name="T80" fmla="*/ 2 w 440"/>
                <a:gd name="T81" fmla="*/ 4 h 907"/>
                <a:gd name="T82" fmla="*/ 2 w 440"/>
                <a:gd name="T83" fmla="*/ 3 h 907"/>
                <a:gd name="T84" fmla="*/ 2 w 440"/>
                <a:gd name="T85" fmla="*/ 2 h 907"/>
                <a:gd name="T86" fmla="*/ 3 w 440"/>
                <a:gd name="T87" fmla="*/ 2 h 907"/>
                <a:gd name="T88" fmla="*/ 2 w 440"/>
                <a:gd name="T89" fmla="*/ 1 h 907"/>
                <a:gd name="T90" fmla="*/ 1 w 440"/>
                <a:gd name="T91" fmla="*/ 0 h 90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40"/>
                <a:gd name="T139" fmla="*/ 0 h 907"/>
                <a:gd name="T140" fmla="*/ 440 w 440"/>
                <a:gd name="T141" fmla="*/ 907 h 90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40" h="907">
                  <a:moveTo>
                    <a:pt x="42" y="0"/>
                  </a:moveTo>
                  <a:lnTo>
                    <a:pt x="32" y="31"/>
                  </a:lnTo>
                  <a:lnTo>
                    <a:pt x="23" y="64"/>
                  </a:lnTo>
                  <a:lnTo>
                    <a:pt x="16" y="96"/>
                  </a:lnTo>
                  <a:lnTo>
                    <a:pt x="10" y="129"/>
                  </a:lnTo>
                  <a:lnTo>
                    <a:pt x="6" y="163"/>
                  </a:lnTo>
                  <a:lnTo>
                    <a:pt x="2" y="196"/>
                  </a:lnTo>
                  <a:lnTo>
                    <a:pt x="0" y="231"/>
                  </a:lnTo>
                  <a:lnTo>
                    <a:pt x="0" y="265"/>
                  </a:lnTo>
                  <a:lnTo>
                    <a:pt x="0" y="289"/>
                  </a:lnTo>
                  <a:lnTo>
                    <a:pt x="1" y="313"/>
                  </a:lnTo>
                  <a:lnTo>
                    <a:pt x="3" y="336"/>
                  </a:lnTo>
                  <a:lnTo>
                    <a:pt x="5" y="359"/>
                  </a:lnTo>
                  <a:lnTo>
                    <a:pt x="8" y="382"/>
                  </a:lnTo>
                  <a:lnTo>
                    <a:pt x="11" y="406"/>
                  </a:lnTo>
                  <a:lnTo>
                    <a:pt x="15" y="428"/>
                  </a:lnTo>
                  <a:lnTo>
                    <a:pt x="20" y="451"/>
                  </a:lnTo>
                  <a:lnTo>
                    <a:pt x="25" y="474"/>
                  </a:lnTo>
                  <a:lnTo>
                    <a:pt x="31" y="495"/>
                  </a:lnTo>
                  <a:lnTo>
                    <a:pt x="38" y="517"/>
                  </a:lnTo>
                  <a:lnTo>
                    <a:pt x="44" y="538"/>
                  </a:lnTo>
                  <a:lnTo>
                    <a:pt x="52" y="561"/>
                  </a:lnTo>
                  <a:lnTo>
                    <a:pt x="60" y="581"/>
                  </a:lnTo>
                  <a:lnTo>
                    <a:pt x="68" y="602"/>
                  </a:lnTo>
                  <a:lnTo>
                    <a:pt x="77" y="622"/>
                  </a:lnTo>
                  <a:lnTo>
                    <a:pt x="86" y="643"/>
                  </a:lnTo>
                  <a:lnTo>
                    <a:pt x="96" y="663"/>
                  </a:lnTo>
                  <a:lnTo>
                    <a:pt x="108" y="682"/>
                  </a:lnTo>
                  <a:lnTo>
                    <a:pt x="119" y="702"/>
                  </a:lnTo>
                  <a:lnTo>
                    <a:pt x="130" y="721"/>
                  </a:lnTo>
                  <a:lnTo>
                    <a:pt x="142" y="740"/>
                  </a:lnTo>
                  <a:lnTo>
                    <a:pt x="154" y="758"/>
                  </a:lnTo>
                  <a:lnTo>
                    <a:pt x="167" y="776"/>
                  </a:lnTo>
                  <a:lnTo>
                    <a:pt x="180" y="794"/>
                  </a:lnTo>
                  <a:lnTo>
                    <a:pt x="195" y="811"/>
                  </a:lnTo>
                  <a:lnTo>
                    <a:pt x="209" y="828"/>
                  </a:lnTo>
                  <a:lnTo>
                    <a:pt x="223" y="845"/>
                  </a:lnTo>
                  <a:lnTo>
                    <a:pt x="238" y="861"/>
                  </a:lnTo>
                  <a:lnTo>
                    <a:pt x="253" y="877"/>
                  </a:lnTo>
                  <a:lnTo>
                    <a:pt x="270" y="893"/>
                  </a:lnTo>
                  <a:lnTo>
                    <a:pt x="286" y="907"/>
                  </a:lnTo>
                  <a:lnTo>
                    <a:pt x="307" y="899"/>
                  </a:lnTo>
                  <a:lnTo>
                    <a:pt x="328" y="890"/>
                  </a:lnTo>
                  <a:lnTo>
                    <a:pt x="349" y="881"/>
                  </a:lnTo>
                  <a:lnTo>
                    <a:pt x="368" y="871"/>
                  </a:lnTo>
                  <a:lnTo>
                    <a:pt x="387" y="861"/>
                  </a:lnTo>
                  <a:lnTo>
                    <a:pt x="405" y="851"/>
                  </a:lnTo>
                  <a:lnTo>
                    <a:pt x="423" y="841"/>
                  </a:lnTo>
                  <a:lnTo>
                    <a:pt x="440" y="830"/>
                  </a:lnTo>
                  <a:lnTo>
                    <a:pt x="424" y="818"/>
                  </a:lnTo>
                  <a:lnTo>
                    <a:pt x="408" y="805"/>
                  </a:lnTo>
                  <a:lnTo>
                    <a:pt x="393" y="792"/>
                  </a:lnTo>
                  <a:lnTo>
                    <a:pt x="378" y="778"/>
                  </a:lnTo>
                  <a:lnTo>
                    <a:pt x="364" y="764"/>
                  </a:lnTo>
                  <a:lnTo>
                    <a:pt x="350" y="750"/>
                  </a:lnTo>
                  <a:lnTo>
                    <a:pt x="336" y="735"/>
                  </a:lnTo>
                  <a:lnTo>
                    <a:pt x="323" y="720"/>
                  </a:lnTo>
                  <a:lnTo>
                    <a:pt x="310" y="704"/>
                  </a:lnTo>
                  <a:lnTo>
                    <a:pt x="298" y="688"/>
                  </a:lnTo>
                  <a:lnTo>
                    <a:pt x="286" y="672"/>
                  </a:lnTo>
                  <a:lnTo>
                    <a:pt x="275" y="656"/>
                  </a:lnTo>
                  <a:lnTo>
                    <a:pt x="264" y="639"/>
                  </a:lnTo>
                  <a:lnTo>
                    <a:pt x="253" y="621"/>
                  </a:lnTo>
                  <a:lnTo>
                    <a:pt x="243" y="604"/>
                  </a:lnTo>
                  <a:lnTo>
                    <a:pt x="234" y="586"/>
                  </a:lnTo>
                  <a:lnTo>
                    <a:pt x="225" y="568"/>
                  </a:lnTo>
                  <a:lnTo>
                    <a:pt x="217" y="550"/>
                  </a:lnTo>
                  <a:lnTo>
                    <a:pt x="209" y="530"/>
                  </a:lnTo>
                  <a:lnTo>
                    <a:pt x="202" y="511"/>
                  </a:lnTo>
                  <a:lnTo>
                    <a:pt x="195" y="492"/>
                  </a:lnTo>
                  <a:lnTo>
                    <a:pt x="189" y="473"/>
                  </a:lnTo>
                  <a:lnTo>
                    <a:pt x="182" y="453"/>
                  </a:lnTo>
                  <a:lnTo>
                    <a:pt x="177" y="433"/>
                  </a:lnTo>
                  <a:lnTo>
                    <a:pt x="172" y="413"/>
                  </a:lnTo>
                  <a:lnTo>
                    <a:pt x="168" y="393"/>
                  </a:lnTo>
                  <a:lnTo>
                    <a:pt x="165" y="371"/>
                  </a:lnTo>
                  <a:lnTo>
                    <a:pt x="162" y="351"/>
                  </a:lnTo>
                  <a:lnTo>
                    <a:pt x="160" y="330"/>
                  </a:lnTo>
                  <a:lnTo>
                    <a:pt x="158" y="309"/>
                  </a:lnTo>
                  <a:lnTo>
                    <a:pt x="157" y="287"/>
                  </a:lnTo>
                  <a:lnTo>
                    <a:pt x="157" y="265"/>
                  </a:lnTo>
                  <a:lnTo>
                    <a:pt x="157" y="241"/>
                  </a:lnTo>
                  <a:lnTo>
                    <a:pt x="159" y="216"/>
                  </a:lnTo>
                  <a:lnTo>
                    <a:pt x="161" y="192"/>
                  </a:lnTo>
                  <a:lnTo>
                    <a:pt x="164" y="168"/>
                  </a:lnTo>
                  <a:lnTo>
                    <a:pt x="167" y="145"/>
                  </a:lnTo>
                  <a:lnTo>
                    <a:pt x="172" y="120"/>
                  </a:lnTo>
                  <a:lnTo>
                    <a:pt x="177" y="97"/>
                  </a:lnTo>
                  <a:lnTo>
                    <a:pt x="183" y="75"/>
                  </a:lnTo>
                  <a:lnTo>
                    <a:pt x="149" y="55"/>
                  </a:lnTo>
                  <a:lnTo>
                    <a:pt x="115" y="36"/>
                  </a:lnTo>
                  <a:lnTo>
                    <a:pt x="78" y="1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9C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6" name="Freeform 652"/>
            <p:cNvSpPr>
              <a:spLocks/>
            </p:cNvSpPr>
            <p:nvPr/>
          </p:nvSpPr>
          <p:spPr bwMode="auto">
            <a:xfrm>
              <a:off x="2770" y="1665"/>
              <a:ext cx="54" cy="104"/>
            </a:xfrm>
            <a:custGeom>
              <a:avLst/>
              <a:gdLst>
                <a:gd name="T0" fmla="*/ 0 w 427"/>
                <a:gd name="T1" fmla="*/ 0 h 837"/>
                <a:gd name="T2" fmla="*/ 0 w 427"/>
                <a:gd name="T3" fmla="*/ 1 h 837"/>
                <a:gd name="T4" fmla="*/ 0 w 427"/>
                <a:gd name="T5" fmla="*/ 2 h 837"/>
                <a:gd name="T6" fmla="*/ 0 w 427"/>
                <a:gd name="T7" fmla="*/ 3 h 837"/>
                <a:gd name="T8" fmla="*/ 0 w 427"/>
                <a:gd name="T9" fmla="*/ 4 h 837"/>
                <a:gd name="T10" fmla="*/ 0 w 427"/>
                <a:gd name="T11" fmla="*/ 5 h 837"/>
                <a:gd name="T12" fmla="*/ 0 w 427"/>
                <a:gd name="T13" fmla="*/ 5 h 837"/>
                <a:gd name="T14" fmla="*/ 0 w 427"/>
                <a:gd name="T15" fmla="*/ 6 h 837"/>
                <a:gd name="T16" fmla="*/ 0 w 427"/>
                <a:gd name="T17" fmla="*/ 7 h 837"/>
                <a:gd name="T18" fmla="*/ 1 w 427"/>
                <a:gd name="T19" fmla="*/ 7 h 837"/>
                <a:gd name="T20" fmla="*/ 1 w 427"/>
                <a:gd name="T21" fmla="*/ 8 h 837"/>
                <a:gd name="T22" fmla="*/ 1 w 427"/>
                <a:gd name="T23" fmla="*/ 8 h 837"/>
                <a:gd name="T24" fmla="*/ 1 w 427"/>
                <a:gd name="T25" fmla="*/ 9 h 837"/>
                <a:gd name="T26" fmla="*/ 2 w 427"/>
                <a:gd name="T27" fmla="*/ 10 h 837"/>
                <a:gd name="T28" fmla="*/ 2 w 427"/>
                <a:gd name="T29" fmla="*/ 10 h 837"/>
                <a:gd name="T30" fmla="*/ 3 w 427"/>
                <a:gd name="T31" fmla="*/ 11 h 837"/>
                <a:gd name="T32" fmla="*/ 3 w 427"/>
                <a:gd name="T33" fmla="*/ 11 h 837"/>
                <a:gd name="T34" fmla="*/ 3 w 427"/>
                <a:gd name="T35" fmla="*/ 12 h 837"/>
                <a:gd name="T36" fmla="*/ 4 w 427"/>
                <a:gd name="T37" fmla="*/ 12 h 837"/>
                <a:gd name="T38" fmla="*/ 4 w 427"/>
                <a:gd name="T39" fmla="*/ 13 h 837"/>
                <a:gd name="T40" fmla="*/ 5 w 427"/>
                <a:gd name="T41" fmla="*/ 13 h 837"/>
                <a:gd name="T42" fmla="*/ 6 w 427"/>
                <a:gd name="T43" fmla="*/ 12 h 837"/>
                <a:gd name="T44" fmla="*/ 6 w 427"/>
                <a:gd name="T45" fmla="*/ 12 h 837"/>
                <a:gd name="T46" fmla="*/ 7 w 427"/>
                <a:gd name="T47" fmla="*/ 12 h 837"/>
                <a:gd name="T48" fmla="*/ 7 w 427"/>
                <a:gd name="T49" fmla="*/ 11 h 837"/>
                <a:gd name="T50" fmla="*/ 6 w 427"/>
                <a:gd name="T51" fmla="*/ 11 h 837"/>
                <a:gd name="T52" fmla="*/ 6 w 427"/>
                <a:gd name="T53" fmla="*/ 11 h 837"/>
                <a:gd name="T54" fmla="*/ 5 w 427"/>
                <a:gd name="T55" fmla="*/ 10 h 837"/>
                <a:gd name="T56" fmla="*/ 5 w 427"/>
                <a:gd name="T57" fmla="*/ 10 h 837"/>
                <a:gd name="T58" fmla="*/ 5 w 427"/>
                <a:gd name="T59" fmla="*/ 9 h 837"/>
                <a:gd name="T60" fmla="*/ 4 w 427"/>
                <a:gd name="T61" fmla="*/ 9 h 837"/>
                <a:gd name="T62" fmla="*/ 4 w 427"/>
                <a:gd name="T63" fmla="*/ 8 h 837"/>
                <a:gd name="T64" fmla="*/ 4 w 427"/>
                <a:gd name="T65" fmla="*/ 8 h 837"/>
                <a:gd name="T66" fmla="*/ 3 w 427"/>
                <a:gd name="T67" fmla="*/ 7 h 837"/>
                <a:gd name="T68" fmla="*/ 3 w 427"/>
                <a:gd name="T69" fmla="*/ 7 h 837"/>
                <a:gd name="T70" fmla="*/ 3 w 427"/>
                <a:gd name="T71" fmla="*/ 6 h 837"/>
                <a:gd name="T72" fmla="*/ 3 w 427"/>
                <a:gd name="T73" fmla="*/ 6 h 837"/>
                <a:gd name="T74" fmla="*/ 3 w 427"/>
                <a:gd name="T75" fmla="*/ 5 h 837"/>
                <a:gd name="T76" fmla="*/ 3 w 427"/>
                <a:gd name="T77" fmla="*/ 4 h 837"/>
                <a:gd name="T78" fmla="*/ 3 w 427"/>
                <a:gd name="T79" fmla="*/ 4 h 837"/>
                <a:gd name="T80" fmla="*/ 3 w 427"/>
                <a:gd name="T81" fmla="*/ 3 h 837"/>
                <a:gd name="T82" fmla="*/ 3 w 427"/>
                <a:gd name="T83" fmla="*/ 3 h 837"/>
                <a:gd name="T84" fmla="*/ 3 w 427"/>
                <a:gd name="T85" fmla="*/ 2 h 837"/>
                <a:gd name="T86" fmla="*/ 3 w 427"/>
                <a:gd name="T87" fmla="*/ 1 h 837"/>
                <a:gd name="T88" fmla="*/ 2 w 427"/>
                <a:gd name="T89" fmla="*/ 1 h 837"/>
                <a:gd name="T90" fmla="*/ 1 w 427"/>
                <a:gd name="T91" fmla="*/ 0 h 8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27"/>
                <a:gd name="T139" fmla="*/ 0 h 837"/>
                <a:gd name="T140" fmla="*/ 427 w 427"/>
                <a:gd name="T141" fmla="*/ 837 h 83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27" h="837">
                  <a:moveTo>
                    <a:pt x="35" y="0"/>
                  </a:moveTo>
                  <a:lnTo>
                    <a:pt x="26" y="28"/>
                  </a:lnTo>
                  <a:lnTo>
                    <a:pt x="20" y="55"/>
                  </a:lnTo>
                  <a:lnTo>
                    <a:pt x="14" y="83"/>
                  </a:lnTo>
                  <a:lnTo>
                    <a:pt x="9" y="112"/>
                  </a:lnTo>
                  <a:lnTo>
                    <a:pt x="5" y="141"/>
                  </a:lnTo>
                  <a:lnTo>
                    <a:pt x="3" y="170"/>
                  </a:lnTo>
                  <a:lnTo>
                    <a:pt x="1" y="200"/>
                  </a:lnTo>
                  <a:lnTo>
                    <a:pt x="0" y="229"/>
                  </a:lnTo>
                  <a:lnTo>
                    <a:pt x="1" y="252"/>
                  </a:lnTo>
                  <a:lnTo>
                    <a:pt x="2" y="275"/>
                  </a:lnTo>
                  <a:lnTo>
                    <a:pt x="3" y="298"/>
                  </a:lnTo>
                  <a:lnTo>
                    <a:pt x="5" y="320"/>
                  </a:lnTo>
                  <a:lnTo>
                    <a:pt x="8" y="341"/>
                  </a:lnTo>
                  <a:lnTo>
                    <a:pt x="12" y="364"/>
                  </a:lnTo>
                  <a:lnTo>
                    <a:pt x="16" y="386"/>
                  </a:lnTo>
                  <a:lnTo>
                    <a:pt x="20" y="407"/>
                  </a:lnTo>
                  <a:lnTo>
                    <a:pt x="26" y="428"/>
                  </a:lnTo>
                  <a:lnTo>
                    <a:pt x="32" y="450"/>
                  </a:lnTo>
                  <a:lnTo>
                    <a:pt x="39" y="470"/>
                  </a:lnTo>
                  <a:lnTo>
                    <a:pt x="45" y="491"/>
                  </a:lnTo>
                  <a:lnTo>
                    <a:pt x="53" y="512"/>
                  </a:lnTo>
                  <a:lnTo>
                    <a:pt x="61" y="531"/>
                  </a:lnTo>
                  <a:lnTo>
                    <a:pt x="69" y="551"/>
                  </a:lnTo>
                  <a:lnTo>
                    <a:pt x="78" y="570"/>
                  </a:lnTo>
                  <a:lnTo>
                    <a:pt x="88" y="589"/>
                  </a:lnTo>
                  <a:lnTo>
                    <a:pt x="98" y="609"/>
                  </a:lnTo>
                  <a:lnTo>
                    <a:pt x="109" y="627"/>
                  </a:lnTo>
                  <a:lnTo>
                    <a:pt x="120" y="645"/>
                  </a:lnTo>
                  <a:lnTo>
                    <a:pt x="131" y="663"/>
                  </a:lnTo>
                  <a:lnTo>
                    <a:pt x="143" y="681"/>
                  </a:lnTo>
                  <a:lnTo>
                    <a:pt x="156" y="698"/>
                  </a:lnTo>
                  <a:lnTo>
                    <a:pt x="168" y="715"/>
                  </a:lnTo>
                  <a:lnTo>
                    <a:pt x="182" y="731"/>
                  </a:lnTo>
                  <a:lnTo>
                    <a:pt x="196" y="747"/>
                  </a:lnTo>
                  <a:lnTo>
                    <a:pt x="210" y="764"/>
                  </a:lnTo>
                  <a:lnTo>
                    <a:pt x="225" y="779"/>
                  </a:lnTo>
                  <a:lnTo>
                    <a:pt x="240" y="794"/>
                  </a:lnTo>
                  <a:lnTo>
                    <a:pt x="255" y="808"/>
                  </a:lnTo>
                  <a:lnTo>
                    <a:pt x="272" y="822"/>
                  </a:lnTo>
                  <a:lnTo>
                    <a:pt x="288" y="837"/>
                  </a:lnTo>
                  <a:lnTo>
                    <a:pt x="308" y="825"/>
                  </a:lnTo>
                  <a:lnTo>
                    <a:pt x="327" y="815"/>
                  </a:lnTo>
                  <a:lnTo>
                    <a:pt x="346" y="804"/>
                  </a:lnTo>
                  <a:lnTo>
                    <a:pt x="364" y="793"/>
                  </a:lnTo>
                  <a:lnTo>
                    <a:pt x="381" y="781"/>
                  </a:lnTo>
                  <a:lnTo>
                    <a:pt x="397" y="770"/>
                  </a:lnTo>
                  <a:lnTo>
                    <a:pt x="412" y="758"/>
                  </a:lnTo>
                  <a:lnTo>
                    <a:pt x="427" y="744"/>
                  </a:lnTo>
                  <a:lnTo>
                    <a:pt x="411" y="734"/>
                  </a:lnTo>
                  <a:lnTo>
                    <a:pt x="397" y="722"/>
                  </a:lnTo>
                  <a:lnTo>
                    <a:pt x="382" y="711"/>
                  </a:lnTo>
                  <a:lnTo>
                    <a:pt x="369" y="699"/>
                  </a:lnTo>
                  <a:lnTo>
                    <a:pt x="355" y="686"/>
                  </a:lnTo>
                  <a:lnTo>
                    <a:pt x="342" y="674"/>
                  </a:lnTo>
                  <a:lnTo>
                    <a:pt x="328" y="660"/>
                  </a:lnTo>
                  <a:lnTo>
                    <a:pt x="316" y="646"/>
                  </a:lnTo>
                  <a:lnTo>
                    <a:pt x="304" y="632"/>
                  </a:lnTo>
                  <a:lnTo>
                    <a:pt x="292" y="618"/>
                  </a:lnTo>
                  <a:lnTo>
                    <a:pt x="281" y="603"/>
                  </a:lnTo>
                  <a:lnTo>
                    <a:pt x="270" y="588"/>
                  </a:lnTo>
                  <a:lnTo>
                    <a:pt x="259" y="572"/>
                  </a:lnTo>
                  <a:lnTo>
                    <a:pt x="249" y="557"/>
                  </a:lnTo>
                  <a:lnTo>
                    <a:pt x="240" y="541"/>
                  </a:lnTo>
                  <a:lnTo>
                    <a:pt x="231" y="525"/>
                  </a:lnTo>
                  <a:lnTo>
                    <a:pt x="223" y="507"/>
                  </a:lnTo>
                  <a:lnTo>
                    <a:pt x="215" y="491"/>
                  </a:lnTo>
                  <a:lnTo>
                    <a:pt x="207" y="474"/>
                  </a:lnTo>
                  <a:lnTo>
                    <a:pt x="200" y="456"/>
                  </a:lnTo>
                  <a:lnTo>
                    <a:pt x="194" y="439"/>
                  </a:lnTo>
                  <a:lnTo>
                    <a:pt x="188" y="420"/>
                  </a:lnTo>
                  <a:lnTo>
                    <a:pt x="181" y="402"/>
                  </a:lnTo>
                  <a:lnTo>
                    <a:pt x="176" y="384"/>
                  </a:lnTo>
                  <a:lnTo>
                    <a:pt x="172" y="366"/>
                  </a:lnTo>
                  <a:lnTo>
                    <a:pt x="168" y="346"/>
                  </a:lnTo>
                  <a:lnTo>
                    <a:pt x="165" y="327"/>
                  </a:lnTo>
                  <a:lnTo>
                    <a:pt x="162" y="308"/>
                  </a:lnTo>
                  <a:lnTo>
                    <a:pt x="160" y="289"/>
                  </a:lnTo>
                  <a:lnTo>
                    <a:pt x="159" y="270"/>
                  </a:lnTo>
                  <a:lnTo>
                    <a:pt x="158" y="249"/>
                  </a:lnTo>
                  <a:lnTo>
                    <a:pt x="157" y="229"/>
                  </a:lnTo>
                  <a:lnTo>
                    <a:pt x="158" y="210"/>
                  </a:lnTo>
                  <a:lnTo>
                    <a:pt x="159" y="192"/>
                  </a:lnTo>
                  <a:lnTo>
                    <a:pt x="160" y="172"/>
                  </a:lnTo>
                  <a:lnTo>
                    <a:pt x="162" y="154"/>
                  </a:lnTo>
                  <a:lnTo>
                    <a:pt x="164" y="135"/>
                  </a:lnTo>
                  <a:lnTo>
                    <a:pt x="167" y="117"/>
                  </a:lnTo>
                  <a:lnTo>
                    <a:pt x="171" y="98"/>
                  </a:lnTo>
                  <a:lnTo>
                    <a:pt x="175" y="81"/>
                  </a:lnTo>
                  <a:lnTo>
                    <a:pt x="142" y="60"/>
                  </a:lnTo>
                  <a:lnTo>
                    <a:pt x="108" y="40"/>
                  </a:lnTo>
                  <a:lnTo>
                    <a:pt x="72" y="19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ABCA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7" name="Freeform 653"/>
            <p:cNvSpPr>
              <a:spLocks/>
            </p:cNvSpPr>
            <p:nvPr/>
          </p:nvSpPr>
          <p:spPr bwMode="auto">
            <a:xfrm>
              <a:off x="2780" y="1670"/>
              <a:ext cx="50" cy="94"/>
            </a:xfrm>
            <a:custGeom>
              <a:avLst/>
              <a:gdLst>
                <a:gd name="T0" fmla="*/ 0 w 401"/>
                <a:gd name="T1" fmla="*/ 0 h 755"/>
                <a:gd name="T2" fmla="*/ 0 w 401"/>
                <a:gd name="T3" fmla="*/ 1 h 755"/>
                <a:gd name="T4" fmla="*/ 0 w 401"/>
                <a:gd name="T5" fmla="*/ 2 h 755"/>
                <a:gd name="T6" fmla="*/ 0 w 401"/>
                <a:gd name="T7" fmla="*/ 3 h 755"/>
                <a:gd name="T8" fmla="*/ 0 w 401"/>
                <a:gd name="T9" fmla="*/ 3 h 755"/>
                <a:gd name="T10" fmla="*/ 0 w 401"/>
                <a:gd name="T11" fmla="*/ 4 h 755"/>
                <a:gd name="T12" fmla="*/ 0 w 401"/>
                <a:gd name="T13" fmla="*/ 5 h 755"/>
                <a:gd name="T14" fmla="*/ 0 w 401"/>
                <a:gd name="T15" fmla="*/ 5 h 755"/>
                <a:gd name="T16" fmla="*/ 0 w 401"/>
                <a:gd name="T17" fmla="*/ 6 h 755"/>
                <a:gd name="T18" fmla="*/ 1 w 401"/>
                <a:gd name="T19" fmla="*/ 6 h 755"/>
                <a:gd name="T20" fmla="*/ 1 w 401"/>
                <a:gd name="T21" fmla="*/ 7 h 755"/>
                <a:gd name="T22" fmla="*/ 1 w 401"/>
                <a:gd name="T23" fmla="*/ 8 h 755"/>
                <a:gd name="T24" fmla="*/ 1 w 401"/>
                <a:gd name="T25" fmla="*/ 8 h 755"/>
                <a:gd name="T26" fmla="*/ 2 w 401"/>
                <a:gd name="T27" fmla="*/ 9 h 755"/>
                <a:gd name="T28" fmla="*/ 2 w 401"/>
                <a:gd name="T29" fmla="*/ 9 h 755"/>
                <a:gd name="T30" fmla="*/ 2 w 401"/>
                <a:gd name="T31" fmla="*/ 10 h 755"/>
                <a:gd name="T32" fmla="*/ 3 w 401"/>
                <a:gd name="T33" fmla="*/ 10 h 755"/>
                <a:gd name="T34" fmla="*/ 3 w 401"/>
                <a:gd name="T35" fmla="*/ 11 h 755"/>
                <a:gd name="T36" fmla="*/ 4 w 401"/>
                <a:gd name="T37" fmla="*/ 11 h 755"/>
                <a:gd name="T38" fmla="*/ 4 w 401"/>
                <a:gd name="T39" fmla="*/ 12 h 755"/>
                <a:gd name="T40" fmla="*/ 5 w 401"/>
                <a:gd name="T41" fmla="*/ 12 h 755"/>
                <a:gd name="T42" fmla="*/ 5 w 401"/>
                <a:gd name="T43" fmla="*/ 11 h 755"/>
                <a:gd name="T44" fmla="*/ 6 w 401"/>
                <a:gd name="T45" fmla="*/ 11 h 755"/>
                <a:gd name="T46" fmla="*/ 6 w 401"/>
                <a:gd name="T47" fmla="*/ 10 h 755"/>
                <a:gd name="T48" fmla="*/ 6 w 401"/>
                <a:gd name="T49" fmla="*/ 10 h 755"/>
                <a:gd name="T50" fmla="*/ 5 w 401"/>
                <a:gd name="T51" fmla="*/ 9 h 755"/>
                <a:gd name="T52" fmla="*/ 4 w 401"/>
                <a:gd name="T53" fmla="*/ 8 h 755"/>
                <a:gd name="T54" fmla="*/ 4 w 401"/>
                <a:gd name="T55" fmla="*/ 8 h 755"/>
                <a:gd name="T56" fmla="*/ 4 w 401"/>
                <a:gd name="T57" fmla="*/ 7 h 755"/>
                <a:gd name="T58" fmla="*/ 3 w 401"/>
                <a:gd name="T59" fmla="*/ 7 h 755"/>
                <a:gd name="T60" fmla="*/ 3 w 401"/>
                <a:gd name="T61" fmla="*/ 6 h 755"/>
                <a:gd name="T62" fmla="*/ 3 w 401"/>
                <a:gd name="T63" fmla="*/ 6 h 755"/>
                <a:gd name="T64" fmla="*/ 3 w 401"/>
                <a:gd name="T65" fmla="*/ 5 h 755"/>
                <a:gd name="T66" fmla="*/ 3 w 401"/>
                <a:gd name="T67" fmla="*/ 5 h 755"/>
                <a:gd name="T68" fmla="*/ 2 w 401"/>
                <a:gd name="T69" fmla="*/ 4 h 755"/>
                <a:gd name="T70" fmla="*/ 2 w 401"/>
                <a:gd name="T71" fmla="*/ 4 h 755"/>
                <a:gd name="T72" fmla="*/ 2 w 401"/>
                <a:gd name="T73" fmla="*/ 3 h 755"/>
                <a:gd name="T74" fmla="*/ 2 w 401"/>
                <a:gd name="T75" fmla="*/ 3 h 755"/>
                <a:gd name="T76" fmla="*/ 2 w 401"/>
                <a:gd name="T77" fmla="*/ 2 h 755"/>
                <a:gd name="T78" fmla="*/ 2 w 401"/>
                <a:gd name="T79" fmla="*/ 1 h 755"/>
                <a:gd name="T80" fmla="*/ 1 w 401"/>
                <a:gd name="T81" fmla="*/ 0 h 75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01"/>
                <a:gd name="T124" fmla="*/ 0 h 755"/>
                <a:gd name="T125" fmla="*/ 401 w 401"/>
                <a:gd name="T126" fmla="*/ 755 h 75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01" h="755">
                  <a:moveTo>
                    <a:pt x="26" y="0"/>
                  </a:moveTo>
                  <a:lnTo>
                    <a:pt x="20" y="22"/>
                  </a:lnTo>
                  <a:lnTo>
                    <a:pt x="15" y="45"/>
                  </a:lnTo>
                  <a:lnTo>
                    <a:pt x="10" y="70"/>
                  </a:lnTo>
                  <a:lnTo>
                    <a:pt x="7" y="93"/>
                  </a:lnTo>
                  <a:lnTo>
                    <a:pt x="4" y="117"/>
                  </a:lnTo>
                  <a:lnTo>
                    <a:pt x="2" y="141"/>
                  </a:lnTo>
                  <a:lnTo>
                    <a:pt x="0" y="166"/>
                  </a:lnTo>
                  <a:lnTo>
                    <a:pt x="0" y="190"/>
                  </a:lnTo>
                  <a:lnTo>
                    <a:pt x="0" y="212"/>
                  </a:lnTo>
                  <a:lnTo>
                    <a:pt x="1" y="234"/>
                  </a:lnTo>
                  <a:lnTo>
                    <a:pt x="3" y="255"/>
                  </a:lnTo>
                  <a:lnTo>
                    <a:pt x="5" y="276"/>
                  </a:lnTo>
                  <a:lnTo>
                    <a:pt x="8" y="296"/>
                  </a:lnTo>
                  <a:lnTo>
                    <a:pt x="11" y="318"/>
                  </a:lnTo>
                  <a:lnTo>
                    <a:pt x="15" y="338"/>
                  </a:lnTo>
                  <a:lnTo>
                    <a:pt x="20" y="358"/>
                  </a:lnTo>
                  <a:lnTo>
                    <a:pt x="25" y="378"/>
                  </a:lnTo>
                  <a:lnTo>
                    <a:pt x="32" y="398"/>
                  </a:lnTo>
                  <a:lnTo>
                    <a:pt x="38" y="417"/>
                  </a:lnTo>
                  <a:lnTo>
                    <a:pt x="44" y="436"/>
                  </a:lnTo>
                  <a:lnTo>
                    <a:pt x="52" y="455"/>
                  </a:lnTo>
                  <a:lnTo>
                    <a:pt x="60" y="475"/>
                  </a:lnTo>
                  <a:lnTo>
                    <a:pt x="68" y="493"/>
                  </a:lnTo>
                  <a:lnTo>
                    <a:pt x="77" y="511"/>
                  </a:lnTo>
                  <a:lnTo>
                    <a:pt x="86" y="529"/>
                  </a:lnTo>
                  <a:lnTo>
                    <a:pt x="96" y="546"/>
                  </a:lnTo>
                  <a:lnTo>
                    <a:pt x="107" y="564"/>
                  </a:lnTo>
                  <a:lnTo>
                    <a:pt x="118" y="581"/>
                  </a:lnTo>
                  <a:lnTo>
                    <a:pt x="129" y="597"/>
                  </a:lnTo>
                  <a:lnTo>
                    <a:pt x="141" y="613"/>
                  </a:lnTo>
                  <a:lnTo>
                    <a:pt x="153" y="629"/>
                  </a:lnTo>
                  <a:lnTo>
                    <a:pt x="166" y="645"/>
                  </a:lnTo>
                  <a:lnTo>
                    <a:pt x="179" y="660"/>
                  </a:lnTo>
                  <a:lnTo>
                    <a:pt x="193" y="675"/>
                  </a:lnTo>
                  <a:lnTo>
                    <a:pt x="207" y="689"/>
                  </a:lnTo>
                  <a:lnTo>
                    <a:pt x="221" y="703"/>
                  </a:lnTo>
                  <a:lnTo>
                    <a:pt x="236" y="717"/>
                  </a:lnTo>
                  <a:lnTo>
                    <a:pt x="250" y="730"/>
                  </a:lnTo>
                  <a:lnTo>
                    <a:pt x="267" y="743"/>
                  </a:lnTo>
                  <a:lnTo>
                    <a:pt x="282" y="755"/>
                  </a:lnTo>
                  <a:lnTo>
                    <a:pt x="301" y="743"/>
                  </a:lnTo>
                  <a:lnTo>
                    <a:pt x="318" y="730"/>
                  </a:lnTo>
                  <a:lnTo>
                    <a:pt x="334" y="718"/>
                  </a:lnTo>
                  <a:lnTo>
                    <a:pt x="350" y="703"/>
                  </a:lnTo>
                  <a:lnTo>
                    <a:pt x="364" y="690"/>
                  </a:lnTo>
                  <a:lnTo>
                    <a:pt x="378" y="676"/>
                  </a:lnTo>
                  <a:lnTo>
                    <a:pt x="390" y="662"/>
                  </a:lnTo>
                  <a:lnTo>
                    <a:pt x="401" y="648"/>
                  </a:lnTo>
                  <a:lnTo>
                    <a:pt x="374" y="628"/>
                  </a:lnTo>
                  <a:lnTo>
                    <a:pt x="349" y="607"/>
                  </a:lnTo>
                  <a:lnTo>
                    <a:pt x="324" y="585"/>
                  </a:lnTo>
                  <a:lnTo>
                    <a:pt x="301" y="561"/>
                  </a:lnTo>
                  <a:lnTo>
                    <a:pt x="280" y="536"/>
                  </a:lnTo>
                  <a:lnTo>
                    <a:pt x="260" y="510"/>
                  </a:lnTo>
                  <a:lnTo>
                    <a:pt x="250" y="496"/>
                  </a:lnTo>
                  <a:lnTo>
                    <a:pt x="241" y="482"/>
                  </a:lnTo>
                  <a:lnTo>
                    <a:pt x="232" y="467"/>
                  </a:lnTo>
                  <a:lnTo>
                    <a:pt x="224" y="453"/>
                  </a:lnTo>
                  <a:lnTo>
                    <a:pt x="216" y="438"/>
                  </a:lnTo>
                  <a:lnTo>
                    <a:pt x="209" y="424"/>
                  </a:lnTo>
                  <a:lnTo>
                    <a:pt x="202" y="408"/>
                  </a:lnTo>
                  <a:lnTo>
                    <a:pt x="196" y="393"/>
                  </a:lnTo>
                  <a:lnTo>
                    <a:pt x="190" y="377"/>
                  </a:lnTo>
                  <a:lnTo>
                    <a:pt x="185" y="361"/>
                  </a:lnTo>
                  <a:lnTo>
                    <a:pt x="179" y="345"/>
                  </a:lnTo>
                  <a:lnTo>
                    <a:pt x="174" y="329"/>
                  </a:lnTo>
                  <a:lnTo>
                    <a:pt x="170" y="312"/>
                  </a:lnTo>
                  <a:lnTo>
                    <a:pt x="167" y="295"/>
                  </a:lnTo>
                  <a:lnTo>
                    <a:pt x="164" y="278"/>
                  </a:lnTo>
                  <a:lnTo>
                    <a:pt x="161" y="261"/>
                  </a:lnTo>
                  <a:lnTo>
                    <a:pt x="160" y="244"/>
                  </a:lnTo>
                  <a:lnTo>
                    <a:pt x="158" y="225"/>
                  </a:lnTo>
                  <a:lnTo>
                    <a:pt x="157" y="208"/>
                  </a:lnTo>
                  <a:lnTo>
                    <a:pt x="157" y="190"/>
                  </a:lnTo>
                  <a:lnTo>
                    <a:pt x="158" y="165"/>
                  </a:lnTo>
                  <a:lnTo>
                    <a:pt x="159" y="138"/>
                  </a:lnTo>
                  <a:lnTo>
                    <a:pt x="162" y="113"/>
                  </a:lnTo>
                  <a:lnTo>
                    <a:pt x="166" y="89"/>
                  </a:lnTo>
                  <a:lnTo>
                    <a:pt x="134" y="67"/>
                  </a:lnTo>
                  <a:lnTo>
                    <a:pt x="99" y="43"/>
                  </a:lnTo>
                  <a:lnTo>
                    <a:pt x="64" y="2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AEC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8" name="Freeform 654"/>
            <p:cNvSpPr>
              <a:spLocks/>
            </p:cNvSpPr>
            <p:nvPr/>
          </p:nvSpPr>
          <p:spPr bwMode="auto">
            <a:xfrm>
              <a:off x="2790" y="1675"/>
              <a:ext cx="45" cy="83"/>
            </a:xfrm>
            <a:custGeom>
              <a:avLst/>
              <a:gdLst>
                <a:gd name="T0" fmla="*/ 0 w 362"/>
                <a:gd name="T1" fmla="*/ 0 h 663"/>
                <a:gd name="T2" fmla="*/ 0 w 362"/>
                <a:gd name="T3" fmla="*/ 1 h 663"/>
                <a:gd name="T4" fmla="*/ 0 w 362"/>
                <a:gd name="T5" fmla="*/ 1 h 663"/>
                <a:gd name="T6" fmla="*/ 0 w 362"/>
                <a:gd name="T7" fmla="*/ 2 h 663"/>
                <a:gd name="T8" fmla="*/ 0 w 362"/>
                <a:gd name="T9" fmla="*/ 3 h 663"/>
                <a:gd name="T10" fmla="*/ 0 w 362"/>
                <a:gd name="T11" fmla="*/ 3 h 663"/>
                <a:gd name="T12" fmla="*/ 0 w 362"/>
                <a:gd name="T13" fmla="*/ 4 h 663"/>
                <a:gd name="T14" fmla="*/ 0 w 362"/>
                <a:gd name="T15" fmla="*/ 5 h 663"/>
                <a:gd name="T16" fmla="*/ 0 w 362"/>
                <a:gd name="T17" fmla="*/ 5 h 663"/>
                <a:gd name="T18" fmla="*/ 1 w 362"/>
                <a:gd name="T19" fmla="*/ 6 h 663"/>
                <a:gd name="T20" fmla="*/ 1 w 362"/>
                <a:gd name="T21" fmla="*/ 6 h 663"/>
                <a:gd name="T22" fmla="*/ 1 w 362"/>
                <a:gd name="T23" fmla="*/ 7 h 663"/>
                <a:gd name="T24" fmla="*/ 1 w 362"/>
                <a:gd name="T25" fmla="*/ 7 h 663"/>
                <a:gd name="T26" fmla="*/ 2 w 362"/>
                <a:gd name="T27" fmla="*/ 8 h 663"/>
                <a:gd name="T28" fmla="*/ 2 w 362"/>
                <a:gd name="T29" fmla="*/ 8 h 663"/>
                <a:gd name="T30" fmla="*/ 2 w 362"/>
                <a:gd name="T31" fmla="*/ 9 h 663"/>
                <a:gd name="T32" fmla="*/ 3 w 362"/>
                <a:gd name="T33" fmla="*/ 9 h 663"/>
                <a:gd name="T34" fmla="*/ 3 w 362"/>
                <a:gd name="T35" fmla="*/ 10 h 663"/>
                <a:gd name="T36" fmla="*/ 3 w 362"/>
                <a:gd name="T37" fmla="*/ 10 h 663"/>
                <a:gd name="T38" fmla="*/ 4 w 362"/>
                <a:gd name="T39" fmla="*/ 10 h 663"/>
                <a:gd name="T40" fmla="*/ 4 w 362"/>
                <a:gd name="T41" fmla="*/ 10 h 663"/>
                <a:gd name="T42" fmla="*/ 5 w 362"/>
                <a:gd name="T43" fmla="*/ 10 h 663"/>
                <a:gd name="T44" fmla="*/ 5 w 362"/>
                <a:gd name="T45" fmla="*/ 9 h 663"/>
                <a:gd name="T46" fmla="*/ 5 w 362"/>
                <a:gd name="T47" fmla="*/ 9 h 663"/>
                <a:gd name="T48" fmla="*/ 5 w 362"/>
                <a:gd name="T49" fmla="*/ 8 h 663"/>
                <a:gd name="T50" fmla="*/ 5 w 362"/>
                <a:gd name="T51" fmla="*/ 8 h 663"/>
                <a:gd name="T52" fmla="*/ 4 w 362"/>
                <a:gd name="T53" fmla="*/ 7 h 663"/>
                <a:gd name="T54" fmla="*/ 3 w 362"/>
                <a:gd name="T55" fmla="*/ 6 h 663"/>
                <a:gd name="T56" fmla="*/ 3 w 362"/>
                <a:gd name="T57" fmla="*/ 5 h 663"/>
                <a:gd name="T58" fmla="*/ 3 w 362"/>
                <a:gd name="T59" fmla="*/ 5 h 663"/>
                <a:gd name="T60" fmla="*/ 3 w 362"/>
                <a:gd name="T61" fmla="*/ 4 h 663"/>
                <a:gd name="T62" fmla="*/ 2 w 362"/>
                <a:gd name="T63" fmla="*/ 3 h 663"/>
                <a:gd name="T64" fmla="*/ 2 w 362"/>
                <a:gd name="T65" fmla="*/ 2 h 663"/>
                <a:gd name="T66" fmla="*/ 2 w 362"/>
                <a:gd name="T67" fmla="*/ 2 h 663"/>
                <a:gd name="T68" fmla="*/ 2 w 362"/>
                <a:gd name="T69" fmla="*/ 1 h 663"/>
                <a:gd name="T70" fmla="*/ 1 w 362"/>
                <a:gd name="T71" fmla="*/ 0 h 66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2"/>
                <a:gd name="T109" fmla="*/ 0 h 663"/>
                <a:gd name="T110" fmla="*/ 362 w 362"/>
                <a:gd name="T111" fmla="*/ 663 h 66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2" h="663">
                  <a:moveTo>
                    <a:pt x="18" y="0"/>
                  </a:moveTo>
                  <a:lnTo>
                    <a:pt x="14" y="17"/>
                  </a:lnTo>
                  <a:lnTo>
                    <a:pt x="10" y="36"/>
                  </a:lnTo>
                  <a:lnTo>
                    <a:pt x="7" y="54"/>
                  </a:lnTo>
                  <a:lnTo>
                    <a:pt x="5" y="73"/>
                  </a:lnTo>
                  <a:lnTo>
                    <a:pt x="3" y="91"/>
                  </a:lnTo>
                  <a:lnTo>
                    <a:pt x="2" y="111"/>
                  </a:lnTo>
                  <a:lnTo>
                    <a:pt x="1" y="129"/>
                  </a:lnTo>
                  <a:lnTo>
                    <a:pt x="0" y="148"/>
                  </a:lnTo>
                  <a:lnTo>
                    <a:pt x="1" y="168"/>
                  </a:lnTo>
                  <a:lnTo>
                    <a:pt x="2" y="189"/>
                  </a:lnTo>
                  <a:lnTo>
                    <a:pt x="3" y="208"/>
                  </a:lnTo>
                  <a:lnTo>
                    <a:pt x="5" y="227"/>
                  </a:lnTo>
                  <a:lnTo>
                    <a:pt x="8" y="246"/>
                  </a:lnTo>
                  <a:lnTo>
                    <a:pt x="11" y="265"/>
                  </a:lnTo>
                  <a:lnTo>
                    <a:pt x="15" y="285"/>
                  </a:lnTo>
                  <a:lnTo>
                    <a:pt x="19" y="303"/>
                  </a:lnTo>
                  <a:lnTo>
                    <a:pt x="24" y="321"/>
                  </a:lnTo>
                  <a:lnTo>
                    <a:pt x="31" y="339"/>
                  </a:lnTo>
                  <a:lnTo>
                    <a:pt x="37" y="358"/>
                  </a:lnTo>
                  <a:lnTo>
                    <a:pt x="43" y="375"/>
                  </a:lnTo>
                  <a:lnTo>
                    <a:pt x="50" y="393"/>
                  </a:lnTo>
                  <a:lnTo>
                    <a:pt x="58" y="410"/>
                  </a:lnTo>
                  <a:lnTo>
                    <a:pt x="66" y="426"/>
                  </a:lnTo>
                  <a:lnTo>
                    <a:pt x="74" y="444"/>
                  </a:lnTo>
                  <a:lnTo>
                    <a:pt x="83" y="460"/>
                  </a:lnTo>
                  <a:lnTo>
                    <a:pt x="92" y="476"/>
                  </a:lnTo>
                  <a:lnTo>
                    <a:pt x="102" y="491"/>
                  </a:lnTo>
                  <a:lnTo>
                    <a:pt x="113" y="507"/>
                  </a:lnTo>
                  <a:lnTo>
                    <a:pt x="124" y="522"/>
                  </a:lnTo>
                  <a:lnTo>
                    <a:pt x="135" y="537"/>
                  </a:lnTo>
                  <a:lnTo>
                    <a:pt x="147" y="551"/>
                  </a:lnTo>
                  <a:lnTo>
                    <a:pt x="159" y="565"/>
                  </a:lnTo>
                  <a:lnTo>
                    <a:pt x="171" y="579"/>
                  </a:lnTo>
                  <a:lnTo>
                    <a:pt x="185" y="593"/>
                  </a:lnTo>
                  <a:lnTo>
                    <a:pt x="198" y="605"/>
                  </a:lnTo>
                  <a:lnTo>
                    <a:pt x="212" y="618"/>
                  </a:lnTo>
                  <a:lnTo>
                    <a:pt x="225" y="630"/>
                  </a:lnTo>
                  <a:lnTo>
                    <a:pt x="240" y="641"/>
                  </a:lnTo>
                  <a:lnTo>
                    <a:pt x="254" y="653"/>
                  </a:lnTo>
                  <a:lnTo>
                    <a:pt x="270" y="663"/>
                  </a:lnTo>
                  <a:lnTo>
                    <a:pt x="286" y="649"/>
                  </a:lnTo>
                  <a:lnTo>
                    <a:pt x="300" y="634"/>
                  </a:lnTo>
                  <a:lnTo>
                    <a:pt x="313" y="619"/>
                  </a:lnTo>
                  <a:lnTo>
                    <a:pt x="325" y="603"/>
                  </a:lnTo>
                  <a:lnTo>
                    <a:pt x="337" y="586"/>
                  </a:lnTo>
                  <a:lnTo>
                    <a:pt x="346" y="570"/>
                  </a:lnTo>
                  <a:lnTo>
                    <a:pt x="355" y="553"/>
                  </a:lnTo>
                  <a:lnTo>
                    <a:pt x="362" y="536"/>
                  </a:lnTo>
                  <a:lnTo>
                    <a:pt x="339" y="520"/>
                  </a:lnTo>
                  <a:lnTo>
                    <a:pt x="317" y="501"/>
                  </a:lnTo>
                  <a:lnTo>
                    <a:pt x="297" y="482"/>
                  </a:lnTo>
                  <a:lnTo>
                    <a:pt x="278" y="462"/>
                  </a:lnTo>
                  <a:lnTo>
                    <a:pt x="260" y="441"/>
                  </a:lnTo>
                  <a:lnTo>
                    <a:pt x="243" y="418"/>
                  </a:lnTo>
                  <a:lnTo>
                    <a:pt x="227" y="395"/>
                  </a:lnTo>
                  <a:lnTo>
                    <a:pt x="214" y="371"/>
                  </a:lnTo>
                  <a:lnTo>
                    <a:pt x="201" y="345"/>
                  </a:lnTo>
                  <a:lnTo>
                    <a:pt x="190" y="319"/>
                  </a:lnTo>
                  <a:lnTo>
                    <a:pt x="181" y="293"/>
                  </a:lnTo>
                  <a:lnTo>
                    <a:pt x="172" y="264"/>
                  </a:lnTo>
                  <a:lnTo>
                    <a:pt x="166" y="236"/>
                  </a:lnTo>
                  <a:lnTo>
                    <a:pt x="161" y="208"/>
                  </a:lnTo>
                  <a:lnTo>
                    <a:pt x="159" y="178"/>
                  </a:lnTo>
                  <a:lnTo>
                    <a:pt x="158" y="148"/>
                  </a:lnTo>
                  <a:lnTo>
                    <a:pt x="158" y="137"/>
                  </a:lnTo>
                  <a:lnTo>
                    <a:pt x="158" y="125"/>
                  </a:lnTo>
                  <a:lnTo>
                    <a:pt x="159" y="113"/>
                  </a:lnTo>
                  <a:lnTo>
                    <a:pt x="160" y="101"/>
                  </a:lnTo>
                  <a:lnTo>
                    <a:pt x="128" y="75"/>
                  </a:lnTo>
                  <a:lnTo>
                    <a:pt x="93" y="50"/>
                  </a:lnTo>
                  <a:lnTo>
                    <a:pt x="57" y="25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AFC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9" name="Freeform 655"/>
            <p:cNvSpPr>
              <a:spLocks/>
            </p:cNvSpPr>
            <p:nvPr/>
          </p:nvSpPr>
          <p:spPr bwMode="auto">
            <a:xfrm>
              <a:off x="2800" y="1681"/>
              <a:ext cx="37" cy="70"/>
            </a:xfrm>
            <a:custGeom>
              <a:avLst/>
              <a:gdLst>
                <a:gd name="T0" fmla="*/ 0 w 298"/>
                <a:gd name="T1" fmla="*/ 0 h 559"/>
                <a:gd name="T2" fmla="*/ 0 w 298"/>
                <a:gd name="T3" fmla="*/ 1 h 559"/>
                <a:gd name="T4" fmla="*/ 0 w 298"/>
                <a:gd name="T5" fmla="*/ 2 h 559"/>
                <a:gd name="T6" fmla="*/ 0 w 298"/>
                <a:gd name="T7" fmla="*/ 2 h 559"/>
                <a:gd name="T8" fmla="*/ 0 w 298"/>
                <a:gd name="T9" fmla="*/ 3 h 559"/>
                <a:gd name="T10" fmla="*/ 0 w 298"/>
                <a:gd name="T11" fmla="*/ 4 h 559"/>
                <a:gd name="T12" fmla="*/ 0 w 298"/>
                <a:gd name="T13" fmla="*/ 4 h 559"/>
                <a:gd name="T14" fmla="*/ 0 w 298"/>
                <a:gd name="T15" fmla="*/ 5 h 559"/>
                <a:gd name="T16" fmla="*/ 1 w 298"/>
                <a:gd name="T17" fmla="*/ 5 h 559"/>
                <a:gd name="T18" fmla="*/ 1 w 298"/>
                <a:gd name="T19" fmla="*/ 6 h 559"/>
                <a:gd name="T20" fmla="*/ 1 w 298"/>
                <a:gd name="T21" fmla="*/ 6 h 559"/>
                <a:gd name="T22" fmla="*/ 1 w 298"/>
                <a:gd name="T23" fmla="*/ 6 h 559"/>
                <a:gd name="T24" fmla="*/ 2 w 298"/>
                <a:gd name="T25" fmla="*/ 7 h 559"/>
                <a:gd name="T26" fmla="*/ 3 w 298"/>
                <a:gd name="T27" fmla="*/ 8 h 559"/>
                <a:gd name="T28" fmla="*/ 3 w 298"/>
                <a:gd name="T29" fmla="*/ 8 h 559"/>
                <a:gd name="T30" fmla="*/ 4 w 298"/>
                <a:gd name="T31" fmla="*/ 9 h 559"/>
                <a:gd name="T32" fmla="*/ 4 w 298"/>
                <a:gd name="T33" fmla="*/ 8 h 559"/>
                <a:gd name="T34" fmla="*/ 4 w 298"/>
                <a:gd name="T35" fmla="*/ 8 h 559"/>
                <a:gd name="T36" fmla="*/ 4 w 298"/>
                <a:gd name="T37" fmla="*/ 7 h 559"/>
                <a:gd name="T38" fmla="*/ 5 w 298"/>
                <a:gd name="T39" fmla="*/ 7 h 559"/>
                <a:gd name="T40" fmla="*/ 5 w 298"/>
                <a:gd name="T41" fmla="*/ 7 h 559"/>
                <a:gd name="T42" fmla="*/ 4 w 298"/>
                <a:gd name="T43" fmla="*/ 6 h 559"/>
                <a:gd name="T44" fmla="*/ 4 w 298"/>
                <a:gd name="T45" fmla="*/ 6 h 559"/>
                <a:gd name="T46" fmla="*/ 4 w 298"/>
                <a:gd name="T47" fmla="*/ 5 h 559"/>
                <a:gd name="T48" fmla="*/ 3 w 298"/>
                <a:gd name="T49" fmla="*/ 5 h 559"/>
                <a:gd name="T50" fmla="*/ 3 w 298"/>
                <a:gd name="T51" fmla="*/ 4 h 559"/>
                <a:gd name="T52" fmla="*/ 3 w 298"/>
                <a:gd name="T53" fmla="*/ 4 h 559"/>
                <a:gd name="T54" fmla="*/ 3 w 298"/>
                <a:gd name="T55" fmla="*/ 3 h 559"/>
                <a:gd name="T56" fmla="*/ 2 w 298"/>
                <a:gd name="T57" fmla="*/ 2 h 559"/>
                <a:gd name="T58" fmla="*/ 2 w 298"/>
                <a:gd name="T59" fmla="*/ 2 h 559"/>
                <a:gd name="T60" fmla="*/ 2 w 298"/>
                <a:gd name="T61" fmla="*/ 1 h 559"/>
                <a:gd name="T62" fmla="*/ 1 w 298"/>
                <a:gd name="T63" fmla="*/ 1 h 559"/>
                <a:gd name="T64" fmla="*/ 0 w 298"/>
                <a:gd name="T65" fmla="*/ 0 h 5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8"/>
                <a:gd name="T100" fmla="*/ 0 h 559"/>
                <a:gd name="T101" fmla="*/ 298 w 298"/>
                <a:gd name="T102" fmla="*/ 559 h 5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8" h="559">
                  <a:moveTo>
                    <a:pt x="9" y="0"/>
                  </a:moveTo>
                  <a:lnTo>
                    <a:pt x="5" y="25"/>
                  </a:lnTo>
                  <a:lnTo>
                    <a:pt x="2" y="50"/>
                  </a:lnTo>
                  <a:lnTo>
                    <a:pt x="1" y="76"/>
                  </a:lnTo>
                  <a:lnTo>
                    <a:pt x="0" y="101"/>
                  </a:lnTo>
                  <a:lnTo>
                    <a:pt x="0" y="119"/>
                  </a:lnTo>
                  <a:lnTo>
                    <a:pt x="1" y="136"/>
                  </a:lnTo>
                  <a:lnTo>
                    <a:pt x="3" y="155"/>
                  </a:lnTo>
                  <a:lnTo>
                    <a:pt x="4" y="172"/>
                  </a:lnTo>
                  <a:lnTo>
                    <a:pt x="7" y="189"/>
                  </a:lnTo>
                  <a:lnTo>
                    <a:pt x="10" y="206"/>
                  </a:lnTo>
                  <a:lnTo>
                    <a:pt x="13" y="223"/>
                  </a:lnTo>
                  <a:lnTo>
                    <a:pt x="17" y="240"/>
                  </a:lnTo>
                  <a:lnTo>
                    <a:pt x="22" y="256"/>
                  </a:lnTo>
                  <a:lnTo>
                    <a:pt x="28" y="272"/>
                  </a:lnTo>
                  <a:lnTo>
                    <a:pt x="33" y="288"/>
                  </a:lnTo>
                  <a:lnTo>
                    <a:pt x="39" y="304"/>
                  </a:lnTo>
                  <a:lnTo>
                    <a:pt x="45" y="319"/>
                  </a:lnTo>
                  <a:lnTo>
                    <a:pt x="52" y="335"/>
                  </a:lnTo>
                  <a:lnTo>
                    <a:pt x="59" y="349"/>
                  </a:lnTo>
                  <a:lnTo>
                    <a:pt x="67" y="364"/>
                  </a:lnTo>
                  <a:lnTo>
                    <a:pt x="75" y="378"/>
                  </a:lnTo>
                  <a:lnTo>
                    <a:pt x="84" y="393"/>
                  </a:lnTo>
                  <a:lnTo>
                    <a:pt x="93" y="407"/>
                  </a:lnTo>
                  <a:lnTo>
                    <a:pt x="103" y="421"/>
                  </a:lnTo>
                  <a:lnTo>
                    <a:pt x="123" y="447"/>
                  </a:lnTo>
                  <a:lnTo>
                    <a:pt x="144" y="472"/>
                  </a:lnTo>
                  <a:lnTo>
                    <a:pt x="167" y="496"/>
                  </a:lnTo>
                  <a:lnTo>
                    <a:pt x="192" y="518"/>
                  </a:lnTo>
                  <a:lnTo>
                    <a:pt x="217" y="539"/>
                  </a:lnTo>
                  <a:lnTo>
                    <a:pt x="244" y="559"/>
                  </a:lnTo>
                  <a:lnTo>
                    <a:pt x="254" y="545"/>
                  </a:lnTo>
                  <a:lnTo>
                    <a:pt x="263" y="530"/>
                  </a:lnTo>
                  <a:lnTo>
                    <a:pt x="271" y="516"/>
                  </a:lnTo>
                  <a:lnTo>
                    <a:pt x="278" y="502"/>
                  </a:lnTo>
                  <a:lnTo>
                    <a:pt x="284" y="487"/>
                  </a:lnTo>
                  <a:lnTo>
                    <a:pt x="288" y="472"/>
                  </a:lnTo>
                  <a:lnTo>
                    <a:pt x="292" y="456"/>
                  </a:lnTo>
                  <a:lnTo>
                    <a:pt x="295" y="441"/>
                  </a:lnTo>
                  <a:lnTo>
                    <a:pt x="297" y="431"/>
                  </a:lnTo>
                  <a:lnTo>
                    <a:pt x="297" y="422"/>
                  </a:lnTo>
                  <a:lnTo>
                    <a:pt x="298" y="412"/>
                  </a:lnTo>
                  <a:lnTo>
                    <a:pt x="298" y="403"/>
                  </a:lnTo>
                  <a:lnTo>
                    <a:pt x="284" y="390"/>
                  </a:lnTo>
                  <a:lnTo>
                    <a:pt x="270" y="375"/>
                  </a:lnTo>
                  <a:lnTo>
                    <a:pt x="256" y="361"/>
                  </a:lnTo>
                  <a:lnTo>
                    <a:pt x="243" y="346"/>
                  </a:lnTo>
                  <a:lnTo>
                    <a:pt x="231" y="331"/>
                  </a:lnTo>
                  <a:lnTo>
                    <a:pt x="220" y="315"/>
                  </a:lnTo>
                  <a:lnTo>
                    <a:pt x="210" y="297"/>
                  </a:lnTo>
                  <a:lnTo>
                    <a:pt x="201" y="280"/>
                  </a:lnTo>
                  <a:lnTo>
                    <a:pt x="192" y="262"/>
                  </a:lnTo>
                  <a:lnTo>
                    <a:pt x="184" y="244"/>
                  </a:lnTo>
                  <a:lnTo>
                    <a:pt x="177" y="225"/>
                  </a:lnTo>
                  <a:lnTo>
                    <a:pt x="171" y="205"/>
                  </a:lnTo>
                  <a:lnTo>
                    <a:pt x="166" y="186"/>
                  </a:lnTo>
                  <a:lnTo>
                    <a:pt x="162" y="166"/>
                  </a:lnTo>
                  <a:lnTo>
                    <a:pt x="160" y="145"/>
                  </a:lnTo>
                  <a:lnTo>
                    <a:pt x="158" y="124"/>
                  </a:lnTo>
                  <a:lnTo>
                    <a:pt x="142" y="108"/>
                  </a:lnTo>
                  <a:lnTo>
                    <a:pt x="126" y="93"/>
                  </a:lnTo>
                  <a:lnTo>
                    <a:pt x="109" y="77"/>
                  </a:lnTo>
                  <a:lnTo>
                    <a:pt x="90" y="62"/>
                  </a:lnTo>
                  <a:lnTo>
                    <a:pt x="71" y="46"/>
                  </a:lnTo>
                  <a:lnTo>
                    <a:pt x="51" y="30"/>
                  </a:lnTo>
                  <a:lnTo>
                    <a:pt x="31" y="1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B1D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0" name="Freeform 656"/>
            <p:cNvSpPr>
              <a:spLocks/>
            </p:cNvSpPr>
            <p:nvPr/>
          </p:nvSpPr>
          <p:spPr bwMode="auto">
            <a:xfrm>
              <a:off x="2810" y="1688"/>
              <a:ext cx="27" cy="54"/>
            </a:xfrm>
            <a:custGeom>
              <a:avLst/>
              <a:gdLst>
                <a:gd name="T0" fmla="*/ 0 w 219"/>
                <a:gd name="T1" fmla="*/ 0 h 435"/>
                <a:gd name="T2" fmla="*/ 0 w 219"/>
                <a:gd name="T3" fmla="*/ 0 h 435"/>
                <a:gd name="T4" fmla="*/ 0 w 219"/>
                <a:gd name="T5" fmla="*/ 0 h 435"/>
                <a:gd name="T6" fmla="*/ 0 w 219"/>
                <a:gd name="T7" fmla="*/ 0 h 435"/>
                <a:gd name="T8" fmla="*/ 0 w 219"/>
                <a:gd name="T9" fmla="*/ 1 h 435"/>
                <a:gd name="T10" fmla="*/ 0 w 219"/>
                <a:gd name="T11" fmla="*/ 1 h 435"/>
                <a:gd name="T12" fmla="*/ 0 w 219"/>
                <a:gd name="T13" fmla="*/ 2 h 435"/>
                <a:gd name="T14" fmla="*/ 0 w 219"/>
                <a:gd name="T15" fmla="*/ 2 h 435"/>
                <a:gd name="T16" fmla="*/ 0 w 219"/>
                <a:gd name="T17" fmla="*/ 2 h 435"/>
                <a:gd name="T18" fmla="*/ 0 w 219"/>
                <a:gd name="T19" fmla="*/ 3 h 435"/>
                <a:gd name="T20" fmla="*/ 0 w 219"/>
                <a:gd name="T21" fmla="*/ 3 h 435"/>
                <a:gd name="T22" fmla="*/ 1 w 219"/>
                <a:gd name="T23" fmla="*/ 4 h 435"/>
                <a:gd name="T24" fmla="*/ 1 w 219"/>
                <a:gd name="T25" fmla="*/ 4 h 435"/>
                <a:gd name="T26" fmla="*/ 1 w 219"/>
                <a:gd name="T27" fmla="*/ 4 h 435"/>
                <a:gd name="T28" fmla="*/ 1 w 219"/>
                <a:gd name="T29" fmla="*/ 5 h 435"/>
                <a:gd name="T30" fmla="*/ 2 w 219"/>
                <a:gd name="T31" fmla="*/ 5 h 435"/>
                <a:gd name="T32" fmla="*/ 2 w 219"/>
                <a:gd name="T33" fmla="*/ 6 h 435"/>
                <a:gd name="T34" fmla="*/ 2 w 219"/>
                <a:gd name="T35" fmla="*/ 6 h 435"/>
                <a:gd name="T36" fmla="*/ 2 w 219"/>
                <a:gd name="T37" fmla="*/ 6 h 435"/>
                <a:gd name="T38" fmla="*/ 3 w 219"/>
                <a:gd name="T39" fmla="*/ 6 h 435"/>
                <a:gd name="T40" fmla="*/ 3 w 219"/>
                <a:gd name="T41" fmla="*/ 7 h 435"/>
                <a:gd name="T42" fmla="*/ 3 w 219"/>
                <a:gd name="T43" fmla="*/ 7 h 435"/>
                <a:gd name="T44" fmla="*/ 3 w 219"/>
                <a:gd name="T45" fmla="*/ 6 h 435"/>
                <a:gd name="T46" fmla="*/ 3 w 219"/>
                <a:gd name="T47" fmla="*/ 6 h 435"/>
                <a:gd name="T48" fmla="*/ 3 w 219"/>
                <a:gd name="T49" fmla="*/ 6 h 435"/>
                <a:gd name="T50" fmla="*/ 3 w 219"/>
                <a:gd name="T51" fmla="*/ 6 h 435"/>
                <a:gd name="T52" fmla="*/ 3 w 219"/>
                <a:gd name="T53" fmla="*/ 6 h 435"/>
                <a:gd name="T54" fmla="*/ 3 w 219"/>
                <a:gd name="T55" fmla="*/ 5 h 435"/>
                <a:gd name="T56" fmla="*/ 3 w 219"/>
                <a:gd name="T57" fmla="*/ 5 h 435"/>
                <a:gd name="T58" fmla="*/ 3 w 219"/>
                <a:gd name="T59" fmla="*/ 5 h 435"/>
                <a:gd name="T60" fmla="*/ 3 w 219"/>
                <a:gd name="T61" fmla="*/ 5 h 435"/>
                <a:gd name="T62" fmla="*/ 3 w 219"/>
                <a:gd name="T63" fmla="*/ 5 h 435"/>
                <a:gd name="T64" fmla="*/ 3 w 219"/>
                <a:gd name="T65" fmla="*/ 4 h 435"/>
                <a:gd name="T66" fmla="*/ 3 w 219"/>
                <a:gd name="T67" fmla="*/ 4 h 435"/>
                <a:gd name="T68" fmla="*/ 3 w 219"/>
                <a:gd name="T69" fmla="*/ 4 h 435"/>
                <a:gd name="T70" fmla="*/ 3 w 219"/>
                <a:gd name="T71" fmla="*/ 4 h 435"/>
                <a:gd name="T72" fmla="*/ 3 w 219"/>
                <a:gd name="T73" fmla="*/ 4 h 435"/>
                <a:gd name="T74" fmla="*/ 3 w 219"/>
                <a:gd name="T75" fmla="*/ 3 h 435"/>
                <a:gd name="T76" fmla="*/ 3 w 219"/>
                <a:gd name="T77" fmla="*/ 3 h 435"/>
                <a:gd name="T78" fmla="*/ 2 w 219"/>
                <a:gd name="T79" fmla="*/ 3 h 435"/>
                <a:gd name="T80" fmla="*/ 2 w 219"/>
                <a:gd name="T81" fmla="*/ 2 h 435"/>
                <a:gd name="T82" fmla="*/ 2 w 219"/>
                <a:gd name="T83" fmla="*/ 2 h 435"/>
                <a:gd name="T84" fmla="*/ 2 w 219"/>
                <a:gd name="T85" fmla="*/ 1 h 435"/>
                <a:gd name="T86" fmla="*/ 1 w 219"/>
                <a:gd name="T87" fmla="*/ 1 h 435"/>
                <a:gd name="T88" fmla="*/ 1 w 219"/>
                <a:gd name="T89" fmla="*/ 1 h 435"/>
                <a:gd name="T90" fmla="*/ 0 w 219"/>
                <a:gd name="T91" fmla="*/ 0 h 435"/>
                <a:gd name="T92" fmla="*/ 0 w 219"/>
                <a:gd name="T93" fmla="*/ 0 h 43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19"/>
                <a:gd name="T142" fmla="*/ 0 h 435"/>
                <a:gd name="T143" fmla="*/ 219 w 219"/>
                <a:gd name="T144" fmla="*/ 435 h 43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19" h="435">
                  <a:moveTo>
                    <a:pt x="2" y="0"/>
                  </a:moveTo>
                  <a:lnTo>
                    <a:pt x="1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0" y="47"/>
                  </a:lnTo>
                  <a:lnTo>
                    <a:pt x="1" y="77"/>
                  </a:lnTo>
                  <a:lnTo>
                    <a:pt x="3" y="107"/>
                  </a:lnTo>
                  <a:lnTo>
                    <a:pt x="8" y="135"/>
                  </a:lnTo>
                  <a:lnTo>
                    <a:pt x="14" y="163"/>
                  </a:lnTo>
                  <a:lnTo>
                    <a:pt x="23" y="192"/>
                  </a:lnTo>
                  <a:lnTo>
                    <a:pt x="32" y="218"/>
                  </a:lnTo>
                  <a:lnTo>
                    <a:pt x="43" y="244"/>
                  </a:lnTo>
                  <a:lnTo>
                    <a:pt x="56" y="270"/>
                  </a:lnTo>
                  <a:lnTo>
                    <a:pt x="69" y="294"/>
                  </a:lnTo>
                  <a:lnTo>
                    <a:pt x="85" y="317"/>
                  </a:lnTo>
                  <a:lnTo>
                    <a:pt x="102" y="340"/>
                  </a:lnTo>
                  <a:lnTo>
                    <a:pt x="120" y="361"/>
                  </a:lnTo>
                  <a:lnTo>
                    <a:pt x="139" y="381"/>
                  </a:lnTo>
                  <a:lnTo>
                    <a:pt x="159" y="400"/>
                  </a:lnTo>
                  <a:lnTo>
                    <a:pt x="181" y="419"/>
                  </a:lnTo>
                  <a:lnTo>
                    <a:pt x="204" y="435"/>
                  </a:lnTo>
                  <a:lnTo>
                    <a:pt x="208" y="424"/>
                  </a:lnTo>
                  <a:lnTo>
                    <a:pt x="211" y="412"/>
                  </a:lnTo>
                  <a:lnTo>
                    <a:pt x="214" y="399"/>
                  </a:lnTo>
                  <a:lnTo>
                    <a:pt x="216" y="387"/>
                  </a:lnTo>
                  <a:lnTo>
                    <a:pt x="218" y="375"/>
                  </a:lnTo>
                  <a:lnTo>
                    <a:pt x="219" y="363"/>
                  </a:lnTo>
                  <a:lnTo>
                    <a:pt x="219" y="351"/>
                  </a:lnTo>
                  <a:lnTo>
                    <a:pt x="219" y="339"/>
                  </a:lnTo>
                  <a:lnTo>
                    <a:pt x="218" y="327"/>
                  </a:lnTo>
                  <a:lnTo>
                    <a:pt x="217" y="315"/>
                  </a:lnTo>
                  <a:lnTo>
                    <a:pt x="215" y="303"/>
                  </a:lnTo>
                  <a:lnTo>
                    <a:pt x="213" y="291"/>
                  </a:lnTo>
                  <a:lnTo>
                    <a:pt x="210" y="279"/>
                  </a:lnTo>
                  <a:lnTo>
                    <a:pt x="207" y="267"/>
                  </a:lnTo>
                  <a:lnTo>
                    <a:pt x="203" y="255"/>
                  </a:lnTo>
                  <a:lnTo>
                    <a:pt x="198" y="242"/>
                  </a:lnTo>
                  <a:lnTo>
                    <a:pt x="188" y="218"/>
                  </a:lnTo>
                  <a:lnTo>
                    <a:pt x="174" y="194"/>
                  </a:lnTo>
                  <a:lnTo>
                    <a:pt x="159" y="170"/>
                  </a:lnTo>
                  <a:lnTo>
                    <a:pt x="143" y="145"/>
                  </a:lnTo>
                  <a:lnTo>
                    <a:pt x="124" y="121"/>
                  </a:lnTo>
                  <a:lnTo>
                    <a:pt x="104" y="97"/>
                  </a:lnTo>
                  <a:lnTo>
                    <a:pt x="81" y="72"/>
                  </a:lnTo>
                  <a:lnTo>
                    <a:pt x="57" y="48"/>
                  </a:lnTo>
                  <a:lnTo>
                    <a:pt x="31" y="2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4D3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1" name="Freeform 657"/>
            <p:cNvSpPr>
              <a:spLocks/>
            </p:cNvSpPr>
            <p:nvPr/>
          </p:nvSpPr>
          <p:spPr bwMode="auto">
            <a:xfrm>
              <a:off x="2820" y="1696"/>
              <a:ext cx="17" cy="35"/>
            </a:xfrm>
            <a:custGeom>
              <a:avLst/>
              <a:gdLst>
                <a:gd name="T0" fmla="*/ 0 w 140"/>
                <a:gd name="T1" fmla="*/ 0 h 279"/>
                <a:gd name="T2" fmla="*/ 0 w 140"/>
                <a:gd name="T3" fmla="*/ 0 h 279"/>
                <a:gd name="T4" fmla="*/ 0 w 140"/>
                <a:gd name="T5" fmla="*/ 1 h 279"/>
                <a:gd name="T6" fmla="*/ 0 w 140"/>
                <a:gd name="T7" fmla="*/ 1 h 279"/>
                <a:gd name="T8" fmla="*/ 0 w 140"/>
                <a:gd name="T9" fmla="*/ 1 h 279"/>
                <a:gd name="T10" fmla="*/ 0 w 140"/>
                <a:gd name="T11" fmla="*/ 2 h 279"/>
                <a:gd name="T12" fmla="*/ 0 w 140"/>
                <a:gd name="T13" fmla="*/ 2 h 279"/>
                <a:gd name="T14" fmla="*/ 0 w 140"/>
                <a:gd name="T15" fmla="*/ 2 h 279"/>
                <a:gd name="T16" fmla="*/ 1 w 140"/>
                <a:gd name="T17" fmla="*/ 3 h 279"/>
                <a:gd name="T18" fmla="*/ 1 w 140"/>
                <a:gd name="T19" fmla="*/ 3 h 279"/>
                <a:gd name="T20" fmla="*/ 1 w 140"/>
                <a:gd name="T21" fmla="*/ 3 h 279"/>
                <a:gd name="T22" fmla="*/ 1 w 140"/>
                <a:gd name="T23" fmla="*/ 3 h 279"/>
                <a:gd name="T24" fmla="*/ 1 w 140"/>
                <a:gd name="T25" fmla="*/ 4 h 279"/>
                <a:gd name="T26" fmla="*/ 1 w 140"/>
                <a:gd name="T27" fmla="*/ 4 h 279"/>
                <a:gd name="T28" fmla="*/ 2 w 140"/>
                <a:gd name="T29" fmla="*/ 4 h 279"/>
                <a:gd name="T30" fmla="*/ 2 w 140"/>
                <a:gd name="T31" fmla="*/ 4 h 279"/>
                <a:gd name="T32" fmla="*/ 2 w 140"/>
                <a:gd name="T33" fmla="*/ 4 h 279"/>
                <a:gd name="T34" fmla="*/ 2 w 140"/>
                <a:gd name="T35" fmla="*/ 4 h 279"/>
                <a:gd name="T36" fmla="*/ 2 w 140"/>
                <a:gd name="T37" fmla="*/ 4 h 279"/>
                <a:gd name="T38" fmla="*/ 2 w 140"/>
                <a:gd name="T39" fmla="*/ 4 h 279"/>
                <a:gd name="T40" fmla="*/ 2 w 140"/>
                <a:gd name="T41" fmla="*/ 3 h 279"/>
                <a:gd name="T42" fmla="*/ 2 w 140"/>
                <a:gd name="T43" fmla="*/ 3 h 279"/>
                <a:gd name="T44" fmla="*/ 2 w 140"/>
                <a:gd name="T45" fmla="*/ 3 h 279"/>
                <a:gd name="T46" fmla="*/ 2 w 140"/>
                <a:gd name="T47" fmla="*/ 3 h 279"/>
                <a:gd name="T48" fmla="*/ 2 w 140"/>
                <a:gd name="T49" fmla="*/ 2 h 279"/>
                <a:gd name="T50" fmla="*/ 1 w 140"/>
                <a:gd name="T51" fmla="*/ 2 h 279"/>
                <a:gd name="T52" fmla="*/ 1 w 140"/>
                <a:gd name="T53" fmla="*/ 2 h 279"/>
                <a:gd name="T54" fmla="*/ 1 w 140"/>
                <a:gd name="T55" fmla="*/ 1 h 279"/>
                <a:gd name="T56" fmla="*/ 1 w 140"/>
                <a:gd name="T57" fmla="*/ 1 h 279"/>
                <a:gd name="T58" fmla="*/ 1 w 140"/>
                <a:gd name="T59" fmla="*/ 1 h 279"/>
                <a:gd name="T60" fmla="*/ 0 w 140"/>
                <a:gd name="T61" fmla="*/ 1 h 279"/>
                <a:gd name="T62" fmla="*/ 0 w 140"/>
                <a:gd name="T63" fmla="*/ 0 h 279"/>
                <a:gd name="T64" fmla="*/ 0 w 140"/>
                <a:gd name="T65" fmla="*/ 0 h 27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40"/>
                <a:gd name="T100" fmla="*/ 0 h 279"/>
                <a:gd name="T101" fmla="*/ 140 w 140"/>
                <a:gd name="T102" fmla="*/ 279 h 27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40" h="279">
                  <a:moveTo>
                    <a:pt x="0" y="0"/>
                  </a:moveTo>
                  <a:lnTo>
                    <a:pt x="2" y="21"/>
                  </a:lnTo>
                  <a:lnTo>
                    <a:pt x="4" y="42"/>
                  </a:lnTo>
                  <a:lnTo>
                    <a:pt x="8" y="62"/>
                  </a:lnTo>
                  <a:lnTo>
                    <a:pt x="13" y="81"/>
                  </a:lnTo>
                  <a:lnTo>
                    <a:pt x="19" y="101"/>
                  </a:lnTo>
                  <a:lnTo>
                    <a:pt x="26" y="120"/>
                  </a:lnTo>
                  <a:lnTo>
                    <a:pt x="34" y="138"/>
                  </a:lnTo>
                  <a:lnTo>
                    <a:pt x="43" y="156"/>
                  </a:lnTo>
                  <a:lnTo>
                    <a:pt x="52" y="173"/>
                  </a:lnTo>
                  <a:lnTo>
                    <a:pt x="62" y="191"/>
                  </a:lnTo>
                  <a:lnTo>
                    <a:pt x="73" y="207"/>
                  </a:lnTo>
                  <a:lnTo>
                    <a:pt x="85" y="222"/>
                  </a:lnTo>
                  <a:lnTo>
                    <a:pt x="98" y="237"/>
                  </a:lnTo>
                  <a:lnTo>
                    <a:pt x="112" y="251"/>
                  </a:lnTo>
                  <a:lnTo>
                    <a:pt x="126" y="266"/>
                  </a:lnTo>
                  <a:lnTo>
                    <a:pt x="140" y="279"/>
                  </a:lnTo>
                  <a:lnTo>
                    <a:pt x="140" y="262"/>
                  </a:lnTo>
                  <a:lnTo>
                    <a:pt x="138" y="244"/>
                  </a:lnTo>
                  <a:lnTo>
                    <a:pt x="135" y="227"/>
                  </a:lnTo>
                  <a:lnTo>
                    <a:pt x="131" y="209"/>
                  </a:lnTo>
                  <a:lnTo>
                    <a:pt x="126" y="192"/>
                  </a:lnTo>
                  <a:lnTo>
                    <a:pt x="120" y="174"/>
                  </a:lnTo>
                  <a:lnTo>
                    <a:pt x="113" y="157"/>
                  </a:lnTo>
                  <a:lnTo>
                    <a:pt x="104" y="140"/>
                  </a:lnTo>
                  <a:lnTo>
                    <a:pt x="94" y="122"/>
                  </a:lnTo>
                  <a:lnTo>
                    <a:pt x="84" y="105"/>
                  </a:lnTo>
                  <a:lnTo>
                    <a:pt x="72" y="87"/>
                  </a:lnTo>
                  <a:lnTo>
                    <a:pt x="60" y="70"/>
                  </a:lnTo>
                  <a:lnTo>
                    <a:pt x="47" y="52"/>
                  </a:lnTo>
                  <a:lnTo>
                    <a:pt x="32" y="35"/>
                  </a:lnTo>
                  <a:lnTo>
                    <a:pt x="16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D8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2" name="Freeform 658"/>
            <p:cNvSpPr>
              <a:spLocks/>
            </p:cNvSpPr>
            <p:nvPr/>
          </p:nvSpPr>
          <p:spPr bwMode="auto">
            <a:xfrm>
              <a:off x="2387" y="1611"/>
              <a:ext cx="450" cy="179"/>
            </a:xfrm>
            <a:custGeom>
              <a:avLst/>
              <a:gdLst>
                <a:gd name="T0" fmla="*/ 33 w 3600"/>
                <a:gd name="T1" fmla="*/ 1 h 1427"/>
                <a:gd name="T2" fmla="*/ 37 w 3600"/>
                <a:gd name="T3" fmla="*/ 2 h 1427"/>
                <a:gd name="T4" fmla="*/ 41 w 3600"/>
                <a:gd name="T5" fmla="*/ 4 h 1427"/>
                <a:gd name="T6" fmla="*/ 44 w 3600"/>
                <a:gd name="T7" fmla="*/ 5 h 1427"/>
                <a:gd name="T8" fmla="*/ 47 w 3600"/>
                <a:gd name="T9" fmla="*/ 6 h 1427"/>
                <a:gd name="T10" fmla="*/ 50 w 3600"/>
                <a:gd name="T11" fmla="*/ 8 h 1427"/>
                <a:gd name="T12" fmla="*/ 52 w 3600"/>
                <a:gd name="T13" fmla="*/ 9 h 1427"/>
                <a:gd name="T14" fmla="*/ 54 w 3600"/>
                <a:gd name="T15" fmla="*/ 11 h 1427"/>
                <a:gd name="T16" fmla="*/ 55 w 3600"/>
                <a:gd name="T17" fmla="*/ 12 h 1427"/>
                <a:gd name="T18" fmla="*/ 56 w 3600"/>
                <a:gd name="T19" fmla="*/ 14 h 1427"/>
                <a:gd name="T20" fmla="*/ 56 w 3600"/>
                <a:gd name="T21" fmla="*/ 16 h 1427"/>
                <a:gd name="T22" fmla="*/ 56 w 3600"/>
                <a:gd name="T23" fmla="*/ 17 h 1427"/>
                <a:gd name="T24" fmla="*/ 55 w 3600"/>
                <a:gd name="T25" fmla="*/ 19 h 1427"/>
                <a:gd name="T26" fmla="*/ 53 w 3600"/>
                <a:gd name="T27" fmla="*/ 20 h 1427"/>
                <a:gd name="T28" fmla="*/ 51 w 3600"/>
                <a:gd name="T29" fmla="*/ 21 h 1427"/>
                <a:gd name="T30" fmla="*/ 48 w 3600"/>
                <a:gd name="T31" fmla="*/ 21 h 1427"/>
                <a:gd name="T32" fmla="*/ 45 w 3600"/>
                <a:gd name="T33" fmla="*/ 22 h 1427"/>
                <a:gd name="T34" fmla="*/ 41 w 3600"/>
                <a:gd name="T35" fmla="*/ 22 h 1427"/>
                <a:gd name="T36" fmla="*/ 38 w 3600"/>
                <a:gd name="T37" fmla="*/ 22 h 1427"/>
                <a:gd name="T38" fmla="*/ 34 w 3600"/>
                <a:gd name="T39" fmla="*/ 22 h 1427"/>
                <a:gd name="T40" fmla="*/ 29 w 3600"/>
                <a:gd name="T41" fmla="*/ 22 h 1427"/>
                <a:gd name="T42" fmla="*/ 25 w 3600"/>
                <a:gd name="T43" fmla="*/ 21 h 1427"/>
                <a:gd name="T44" fmla="*/ 21 w 3600"/>
                <a:gd name="T45" fmla="*/ 20 h 1427"/>
                <a:gd name="T46" fmla="*/ 17 w 3600"/>
                <a:gd name="T47" fmla="*/ 19 h 1427"/>
                <a:gd name="T48" fmla="*/ 13 w 3600"/>
                <a:gd name="T49" fmla="*/ 18 h 1427"/>
                <a:gd name="T50" fmla="*/ 10 w 3600"/>
                <a:gd name="T51" fmla="*/ 17 h 1427"/>
                <a:gd name="T52" fmla="*/ 7 w 3600"/>
                <a:gd name="T53" fmla="*/ 15 h 1427"/>
                <a:gd name="T54" fmla="*/ 5 w 3600"/>
                <a:gd name="T55" fmla="*/ 14 h 1427"/>
                <a:gd name="T56" fmla="*/ 3 w 3600"/>
                <a:gd name="T57" fmla="*/ 12 h 1427"/>
                <a:gd name="T58" fmla="*/ 1 w 3600"/>
                <a:gd name="T59" fmla="*/ 11 h 1427"/>
                <a:gd name="T60" fmla="*/ 0 w 3600"/>
                <a:gd name="T61" fmla="*/ 9 h 1427"/>
                <a:gd name="T62" fmla="*/ 0 w 3600"/>
                <a:gd name="T63" fmla="*/ 7 h 1427"/>
                <a:gd name="T64" fmla="*/ 0 w 3600"/>
                <a:gd name="T65" fmla="*/ 6 h 1427"/>
                <a:gd name="T66" fmla="*/ 1 w 3600"/>
                <a:gd name="T67" fmla="*/ 4 h 1427"/>
                <a:gd name="T68" fmla="*/ 3 w 3600"/>
                <a:gd name="T69" fmla="*/ 3 h 1427"/>
                <a:gd name="T70" fmla="*/ 5 w 3600"/>
                <a:gd name="T71" fmla="*/ 2 h 1427"/>
                <a:gd name="T72" fmla="*/ 7 w 3600"/>
                <a:gd name="T73" fmla="*/ 1 h 1427"/>
                <a:gd name="T74" fmla="*/ 11 w 3600"/>
                <a:gd name="T75" fmla="*/ 1 h 1427"/>
                <a:gd name="T76" fmla="*/ 14 w 3600"/>
                <a:gd name="T77" fmla="*/ 0 h 1427"/>
                <a:gd name="T78" fmla="*/ 17 w 3600"/>
                <a:gd name="T79" fmla="*/ 0 h 1427"/>
                <a:gd name="T80" fmla="*/ 21 w 3600"/>
                <a:gd name="T81" fmla="*/ 0 h 1427"/>
                <a:gd name="T82" fmla="*/ 26 w 3600"/>
                <a:gd name="T83" fmla="*/ 0 h 1427"/>
                <a:gd name="T84" fmla="*/ 30 w 3600"/>
                <a:gd name="T85" fmla="*/ 1 h 142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600"/>
                <a:gd name="T130" fmla="*/ 0 h 1427"/>
                <a:gd name="T131" fmla="*/ 3600 w 3600"/>
                <a:gd name="T132" fmla="*/ 1427 h 142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600" h="1427">
                  <a:moveTo>
                    <a:pt x="1903" y="59"/>
                  </a:moveTo>
                  <a:lnTo>
                    <a:pt x="1995" y="74"/>
                  </a:lnTo>
                  <a:lnTo>
                    <a:pt x="2086" y="91"/>
                  </a:lnTo>
                  <a:lnTo>
                    <a:pt x="2176" y="109"/>
                  </a:lnTo>
                  <a:lnTo>
                    <a:pt x="2263" y="129"/>
                  </a:lnTo>
                  <a:lnTo>
                    <a:pt x="2349" y="150"/>
                  </a:lnTo>
                  <a:lnTo>
                    <a:pt x="2433" y="172"/>
                  </a:lnTo>
                  <a:lnTo>
                    <a:pt x="2515" y="195"/>
                  </a:lnTo>
                  <a:lnTo>
                    <a:pt x="2595" y="220"/>
                  </a:lnTo>
                  <a:lnTo>
                    <a:pt x="2672" y="245"/>
                  </a:lnTo>
                  <a:lnTo>
                    <a:pt x="2747" y="272"/>
                  </a:lnTo>
                  <a:lnTo>
                    <a:pt x="2820" y="300"/>
                  </a:lnTo>
                  <a:lnTo>
                    <a:pt x="2890" y="328"/>
                  </a:lnTo>
                  <a:lnTo>
                    <a:pt x="2958" y="357"/>
                  </a:lnTo>
                  <a:lnTo>
                    <a:pt x="3023" y="388"/>
                  </a:lnTo>
                  <a:lnTo>
                    <a:pt x="3084" y="418"/>
                  </a:lnTo>
                  <a:lnTo>
                    <a:pt x="3144" y="449"/>
                  </a:lnTo>
                  <a:lnTo>
                    <a:pt x="3200" y="482"/>
                  </a:lnTo>
                  <a:lnTo>
                    <a:pt x="3253" y="514"/>
                  </a:lnTo>
                  <a:lnTo>
                    <a:pt x="3302" y="548"/>
                  </a:lnTo>
                  <a:lnTo>
                    <a:pt x="3348" y="581"/>
                  </a:lnTo>
                  <a:lnTo>
                    <a:pt x="3390" y="616"/>
                  </a:lnTo>
                  <a:lnTo>
                    <a:pt x="3430" y="649"/>
                  </a:lnTo>
                  <a:lnTo>
                    <a:pt x="3464" y="684"/>
                  </a:lnTo>
                  <a:lnTo>
                    <a:pt x="3496" y="719"/>
                  </a:lnTo>
                  <a:lnTo>
                    <a:pt x="3524" y="753"/>
                  </a:lnTo>
                  <a:lnTo>
                    <a:pt x="3547" y="789"/>
                  </a:lnTo>
                  <a:lnTo>
                    <a:pt x="3567" y="823"/>
                  </a:lnTo>
                  <a:lnTo>
                    <a:pt x="3582" y="859"/>
                  </a:lnTo>
                  <a:lnTo>
                    <a:pt x="3592" y="893"/>
                  </a:lnTo>
                  <a:lnTo>
                    <a:pt x="3598" y="927"/>
                  </a:lnTo>
                  <a:lnTo>
                    <a:pt x="3600" y="962"/>
                  </a:lnTo>
                  <a:lnTo>
                    <a:pt x="3597" y="996"/>
                  </a:lnTo>
                  <a:lnTo>
                    <a:pt x="3590" y="1030"/>
                  </a:lnTo>
                  <a:lnTo>
                    <a:pt x="3578" y="1061"/>
                  </a:lnTo>
                  <a:lnTo>
                    <a:pt x="3561" y="1092"/>
                  </a:lnTo>
                  <a:lnTo>
                    <a:pt x="3540" y="1122"/>
                  </a:lnTo>
                  <a:lnTo>
                    <a:pt x="3515" y="1150"/>
                  </a:lnTo>
                  <a:lnTo>
                    <a:pt x="3486" y="1177"/>
                  </a:lnTo>
                  <a:lnTo>
                    <a:pt x="3453" y="1204"/>
                  </a:lnTo>
                  <a:lnTo>
                    <a:pt x="3416" y="1228"/>
                  </a:lnTo>
                  <a:lnTo>
                    <a:pt x="3375" y="1252"/>
                  </a:lnTo>
                  <a:lnTo>
                    <a:pt x="3332" y="1274"/>
                  </a:lnTo>
                  <a:lnTo>
                    <a:pt x="3284" y="1295"/>
                  </a:lnTo>
                  <a:lnTo>
                    <a:pt x="3232" y="1314"/>
                  </a:lnTo>
                  <a:lnTo>
                    <a:pt x="3179" y="1331"/>
                  </a:lnTo>
                  <a:lnTo>
                    <a:pt x="3121" y="1348"/>
                  </a:lnTo>
                  <a:lnTo>
                    <a:pt x="3061" y="1363"/>
                  </a:lnTo>
                  <a:lnTo>
                    <a:pt x="2998" y="1376"/>
                  </a:lnTo>
                  <a:lnTo>
                    <a:pt x="2932" y="1388"/>
                  </a:lnTo>
                  <a:lnTo>
                    <a:pt x="2863" y="1398"/>
                  </a:lnTo>
                  <a:lnTo>
                    <a:pt x="2793" y="1407"/>
                  </a:lnTo>
                  <a:lnTo>
                    <a:pt x="2720" y="1414"/>
                  </a:lnTo>
                  <a:lnTo>
                    <a:pt x="2644" y="1420"/>
                  </a:lnTo>
                  <a:lnTo>
                    <a:pt x="2566" y="1425"/>
                  </a:lnTo>
                  <a:lnTo>
                    <a:pt x="2487" y="1427"/>
                  </a:lnTo>
                  <a:lnTo>
                    <a:pt x="2405" y="1427"/>
                  </a:lnTo>
                  <a:lnTo>
                    <a:pt x="2321" y="1426"/>
                  </a:lnTo>
                  <a:lnTo>
                    <a:pt x="2236" y="1424"/>
                  </a:lnTo>
                  <a:lnTo>
                    <a:pt x="2149" y="1418"/>
                  </a:lnTo>
                  <a:lnTo>
                    <a:pt x="2061" y="1412"/>
                  </a:lnTo>
                  <a:lnTo>
                    <a:pt x="1972" y="1404"/>
                  </a:lnTo>
                  <a:lnTo>
                    <a:pt x="1882" y="1394"/>
                  </a:lnTo>
                  <a:lnTo>
                    <a:pt x="1790" y="1382"/>
                  </a:lnTo>
                  <a:lnTo>
                    <a:pt x="1697" y="1369"/>
                  </a:lnTo>
                  <a:lnTo>
                    <a:pt x="1604" y="1354"/>
                  </a:lnTo>
                  <a:lnTo>
                    <a:pt x="1514" y="1336"/>
                  </a:lnTo>
                  <a:lnTo>
                    <a:pt x="1425" y="1318"/>
                  </a:lnTo>
                  <a:lnTo>
                    <a:pt x="1337" y="1298"/>
                  </a:lnTo>
                  <a:lnTo>
                    <a:pt x="1252" y="1278"/>
                  </a:lnTo>
                  <a:lnTo>
                    <a:pt x="1167" y="1255"/>
                  </a:lnTo>
                  <a:lnTo>
                    <a:pt x="1085" y="1232"/>
                  </a:lnTo>
                  <a:lnTo>
                    <a:pt x="1005" y="1207"/>
                  </a:lnTo>
                  <a:lnTo>
                    <a:pt x="928" y="1182"/>
                  </a:lnTo>
                  <a:lnTo>
                    <a:pt x="852" y="1155"/>
                  </a:lnTo>
                  <a:lnTo>
                    <a:pt x="780" y="1127"/>
                  </a:lnTo>
                  <a:lnTo>
                    <a:pt x="709" y="1098"/>
                  </a:lnTo>
                  <a:lnTo>
                    <a:pt x="643" y="1069"/>
                  </a:lnTo>
                  <a:lnTo>
                    <a:pt x="578" y="1040"/>
                  </a:lnTo>
                  <a:lnTo>
                    <a:pt x="515" y="1008"/>
                  </a:lnTo>
                  <a:lnTo>
                    <a:pt x="456" y="977"/>
                  </a:lnTo>
                  <a:lnTo>
                    <a:pt x="400" y="945"/>
                  </a:lnTo>
                  <a:lnTo>
                    <a:pt x="348" y="912"/>
                  </a:lnTo>
                  <a:lnTo>
                    <a:pt x="298" y="879"/>
                  </a:lnTo>
                  <a:lnTo>
                    <a:pt x="253" y="845"/>
                  </a:lnTo>
                  <a:lnTo>
                    <a:pt x="210" y="812"/>
                  </a:lnTo>
                  <a:lnTo>
                    <a:pt x="170" y="778"/>
                  </a:lnTo>
                  <a:lnTo>
                    <a:pt x="135" y="743"/>
                  </a:lnTo>
                  <a:lnTo>
                    <a:pt x="104" y="709"/>
                  </a:lnTo>
                  <a:lnTo>
                    <a:pt x="76" y="673"/>
                  </a:lnTo>
                  <a:lnTo>
                    <a:pt x="53" y="639"/>
                  </a:lnTo>
                  <a:lnTo>
                    <a:pt x="34" y="603"/>
                  </a:lnTo>
                  <a:lnTo>
                    <a:pt x="19" y="569"/>
                  </a:lnTo>
                  <a:lnTo>
                    <a:pt x="7" y="535"/>
                  </a:lnTo>
                  <a:lnTo>
                    <a:pt x="1" y="499"/>
                  </a:lnTo>
                  <a:lnTo>
                    <a:pt x="0" y="466"/>
                  </a:lnTo>
                  <a:lnTo>
                    <a:pt x="2" y="431"/>
                  </a:lnTo>
                  <a:lnTo>
                    <a:pt x="10" y="398"/>
                  </a:lnTo>
                  <a:lnTo>
                    <a:pt x="23" y="365"/>
                  </a:lnTo>
                  <a:lnTo>
                    <a:pt x="39" y="335"/>
                  </a:lnTo>
                  <a:lnTo>
                    <a:pt x="60" y="305"/>
                  </a:lnTo>
                  <a:lnTo>
                    <a:pt x="85" y="276"/>
                  </a:lnTo>
                  <a:lnTo>
                    <a:pt x="114" y="249"/>
                  </a:lnTo>
                  <a:lnTo>
                    <a:pt x="147" y="223"/>
                  </a:lnTo>
                  <a:lnTo>
                    <a:pt x="184" y="198"/>
                  </a:lnTo>
                  <a:lnTo>
                    <a:pt x="225" y="175"/>
                  </a:lnTo>
                  <a:lnTo>
                    <a:pt x="269" y="153"/>
                  </a:lnTo>
                  <a:lnTo>
                    <a:pt x="316" y="133"/>
                  </a:lnTo>
                  <a:lnTo>
                    <a:pt x="367" y="113"/>
                  </a:lnTo>
                  <a:lnTo>
                    <a:pt x="422" y="95"/>
                  </a:lnTo>
                  <a:lnTo>
                    <a:pt x="478" y="79"/>
                  </a:lnTo>
                  <a:lnTo>
                    <a:pt x="539" y="64"/>
                  </a:lnTo>
                  <a:lnTo>
                    <a:pt x="602" y="51"/>
                  </a:lnTo>
                  <a:lnTo>
                    <a:pt x="668" y="38"/>
                  </a:lnTo>
                  <a:lnTo>
                    <a:pt x="736" y="28"/>
                  </a:lnTo>
                  <a:lnTo>
                    <a:pt x="807" y="19"/>
                  </a:lnTo>
                  <a:lnTo>
                    <a:pt x="881" y="12"/>
                  </a:lnTo>
                  <a:lnTo>
                    <a:pt x="957" y="7"/>
                  </a:lnTo>
                  <a:lnTo>
                    <a:pt x="1034" y="3"/>
                  </a:lnTo>
                  <a:lnTo>
                    <a:pt x="1114" y="1"/>
                  </a:lnTo>
                  <a:lnTo>
                    <a:pt x="1196" y="0"/>
                  </a:lnTo>
                  <a:lnTo>
                    <a:pt x="1279" y="1"/>
                  </a:lnTo>
                  <a:lnTo>
                    <a:pt x="1364" y="4"/>
                  </a:lnTo>
                  <a:lnTo>
                    <a:pt x="1451" y="8"/>
                  </a:lnTo>
                  <a:lnTo>
                    <a:pt x="1539" y="15"/>
                  </a:lnTo>
                  <a:lnTo>
                    <a:pt x="1628" y="23"/>
                  </a:lnTo>
                  <a:lnTo>
                    <a:pt x="1719" y="32"/>
                  </a:lnTo>
                  <a:lnTo>
                    <a:pt x="1811" y="44"/>
                  </a:lnTo>
                  <a:lnTo>
                    <a:pt x="1903" y="59"/>
                  </a:lnTo>
                  <a:close/>
                </a:path>
              </a:pathLst>
            </a:custGeom>
            <a:noFill/>
            <a:ln w="10">
              <a:solidFill>
                <a:srgbClr val="FEFEF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3" name="Freeform 659"/>
            <p:cNvSpPr>
              <a:spLocks/>
            </p:cNvSpPr>
            <p:nvPr/>
          </p:nvSpPr>
          <p:spPr bwMode="auto">
            <a:xfrm>
              <a:off x="2297" y="1701"/>
              <a:ext cx="315" cy="1739"/>
            </a:xfrm>
            <a:custGeom>
              <a:avLst/>
              <a:gdLst>
                <a:gd name="T0" fmla="*/ 39 w 2523"/>
                <a:gd name="T1" fmla="*/ 0 h 13915"/>
                <a:gd name="T2" fmla="*/ 33 w 2523"/>
                <a:gd name="T3" fmla="*/ 9 h 13915"/>
                <a:gd name="T4" fmla="*/ 0 w 2523"/>
                <a:gd name="T5" fmla="*/ 217 h 13915"/>
                <a:gd name="T6" fmla="*/ 0 60000 65536"/>
                <a:gd name="T7" fmla="*/ 0 60000 65536"/>
                <a:gd name="T8" fmla="*/ 0 60000 65536"/>
                <a:gd name="T9" fmla="*/ 0 w 2523"/>
                <a:gd name="T10" fmla="*/ 0 h 13915"/>
                <a:gd name="T11" fmla="*/ 2523 w 2523"/>
                <a:gd name="T12" fmla="*/ 13915 h 139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23" h="13915">
                  <a:moveTo>
                    <a:pt x="2523" y="0"/>
                  </a:moveTo>
                  <a:lnTo>
                    <a:pt x="2098" y="593"/>
                  </a:lnTo>
                  <a:lnTo>
                    <a:pt x="0" y="13915"/>
                  </a:lnTo>
                </a:path>
              </a:pathLst>
            </a:custGeom>
            <a:noFill/>
            <a:ln w="20">
              <a:solidFill>
                <a:srgbClr val="4D897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4" name="Freeform 660"/>
            <p:cNvSpPr>
              <a:spLocks/>
            </p:cNvSpPr>
            <p:nvPr/>
          </p:nvSpPr>
          <p:spPr bwMode="auto">
            <a:xfrm>
              <a:off x="2125" y="1611"/>
              <a:ext cx="712" cy="1844"/>
            </a:xfrm>
            <a:custGeom>
              <a:avLst/>
              <a:gdLst>
                <a:gd name="T0" fmla="*/ 56 w 5696"/>
                <a:gd name="T1" fmla="*/ 224 h 14749"/>
                <a:gd name="T2" fmla="*/ 55 w 5696"/>
                <a:gd name="T3" fmla="*/ 226 h 14749"/>
                <a:gd name="T4" fmla="*/ 54 w 5696"/>
                <a:gd name="T5" fmla="*/ 227 h 14749"/>
                <a:gd name="T6" fmla="*/ 52 w 5696"/>
                <a:gd name="T7" fmla="*/ 228 h 14749"/>
                <a:gd name="T8" fmla="*/ 50 w 5696"/>
                <a:gd name="T9" fmla="*/ 229 h 14749"/>
                <a:gd name="T10" fmla="*/ 47 w 5696"/>
                <a:gd name="T11" fmla="*/ 230 h 14749"/>
                <a:gd name="T12" fmla="*/ 44 w 5696"/>
                <a:gd name="T13" fmla="*/ 230 h 14749"/>
                <a:gd name="T14" fmla="*/ 40 w 5696"/>
                <a:gd name="T15" fmla="*/ 231 h 14749"/>
                <a:gd name="T16" fmla="*/ 36 w 5696"/>
                <a:gd name="T17" fmla="*/ 231 h 14749"/>
                <a:gd name="T18" fmla="*/ 32 w 5696"/>
                <a:gd name="T19" fmla="*/ 230 h 14749"/>
                <a:gd name="T20" fmla="*/ 28 w 5696"/>
                <a:gd name="T21" fmla="*/ 230 h 14749"/>
                <a:gd name="T22" fmla="*/ 24 w 5696"/>
                <a:gd name="T23" fmla="*/ 229 h 14749"/>
                <a:gd name="T24" fmla="*/ 20 w 5696"/>
                <a:gd name="T25" fmla="*/ 228 h 14749"/>
                <a:gd name="T26" fmla="*/ 16 w 5696"/>
                <a:gd name="T27" fmla="*/ 227 h 14749"/>
                <a:gd name="T28" fmla="*/ 12 w 5696"/>
                <a:gd name="T29" fmla="*/ 226 h 14749"/>
                <a:gd name="T30" fmla="*/ 9 w 5696"/>
                <a:gd name="T31" fmla="*/ 224 h 14749"/>
                <a:gd name="T32" fmla="*/ 6 w 5696"/>
                <a:gd name="T33" fmla="*/ 223 h 14749"/>
                <a:gd name="T34" fmla="*/ 4 w 5696"/>
                <a:gd name="T35" fmla="*/ 221 h 14749"/>
                <a:gd name="T36" fmla="*/ 2 w 5696"/>
                <a:gd name="T37" fmla="*/ 220 h 14749"/>
                <a:gd name="T38" fmla="*/ 1 w 5696"/>
                <a:gd name="T39" fmla="*/ 218 h 14749"/>
                <a:gd name="T40" fmla="*/ 0 w 5696"/>
                <a:gd name="T41" fmla="*/ 217 h 14749"/>
                <a:gd name="T42" fmla="*/ 0 w 5696"/>
                <a:gd name="T43" fmla="*/ 215 h 14749"/>
                <a:gd name="T44" fmla="*/ 33 w 5696"/>
                <a:gd name="T45" fmla="*/ 6 h 14749"/>
                <a:gd name="T46" fmla="*/ 34 w 5696"/>
                <a:gd name="T47" fmla="*/ 4 h 14749"/>
                <a:gd name="T48" fmla="*/ 36 w 5696"/>
                <a:gd name="T49" fmla="*/ 3 h 14749"/>
                <a:gd name="T50" fmla="*/ 38 w 5696"/>
                <a:gd name="T51" fmla="*/ 2 h 14749"/>
                <a:gd name="T52" fmla="*/ 40 w 5696"/>
                <a:gd name="T53" fmla="*/ 1 h 14749"/>
                <a:gd name="T54" fmla="*/ 43 w 5696"/>
                <a:gd name="T55" fmla="*/ 1 h 14749"/>
                <a:gd name="T56" fmla="*/ 46 w 5696"/>
                <a:gd name="T57" fmla="*/ 0 h 14749"/>
                <a:gd name="T58" fmla="*/ 50 w 5696"/>
                <a:gd name="T59" fmla="*/ 0 h 14749"/>
                <a:gd name="T60" fmla="*/ 54 w 5696"/>
                <a:gd name="T61" fmla="*/ 0 h 14749"/>
                <a:gd name="T62" fmla="*/ 58 w 5696"/>
                <a:gd name="T63" fmla="*/ 0 h 14749"/>
                <a:gd name="T64" fmla="*/ 62 w 5696"/>
                <a:gd name="T65" fmla="*/ 1 h 14749"/>
                <a:gd name="T66" fmla="*/ 67 w 5696"/>
                <a:gd name="T67" fmla="*/ 2 h 14749"/>
                <a:gd name="T68" fmla="*/ 71 w 5696"/>
                <a:gd name="T69" fmla="*/ 3 h 14749"/>
                <a:gd name="T70" fmla="*/ 75 w 5696"/>
                <a:gd name="T71" fmla="*/ 4 h 14749"/>
                <a:gd name="T72" fmla="*/ 78 w 5696"/>
                <a:gd name="T73" fmla="*/ 5 h 14749"/>
                <a:gd name="T74" fmla="*/ 81 w 5696"/>
                <a:gd name="T75" fmla="*/ 7 h 14749"/>
                <a:gd name="T76" fmla="*/ 84 w 5696"/>
                <a:gd name="T77" fmla="*/ 8 h 14749"/>
                <a:gd name="T78" fmla="*/ 86 w 5696"/>
                <a:gd name="T79" fmla="*/ 10 h 14749"/>
                <a:gd name="T80" fmla="*/ 87 w 5696"/>
                <a:gd name="T81" fmla="*/ 11 h 14749"/>
                <a:gd name="T82" fmla="*/ 89 w 5696"/>
                <a:gd name="T83" fmla="*/ 13 h 14749"/>
                <a:gd name="T84" fmla="*/ 89 w 5696"/>
                <a:gd name="T85" fmla="*/ 15 h 1474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696"/>
                <a:gd name="T130" fmla="*/ 0 h 14749"/>
                <a:gd name="T131" fmla="*/ 5696 w 5696"/>
                <a:gd name="T132" fmla="*/ 14749 h 1474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696" h="14749">
                  <a:moveTo>
                    <a:pt x="5693" y="996"/>
                  </a:moveTo>
                  <a:lnTo>
                    <a:pt x="3598" y="14318"/>
                  </a:lnTo>
                  <a:lnTo>
                    <a:pt x="3590" y="14351"/>
                  </a:lnTo>
                  <a:lnTo>
                    <a:pt x="3578" y="14384"/>
                  </a:lnTo>
                  <a:lnTo>
                    <a:pt x="3561" y="14414"/>
                  </a:lnTo>
                  <a:lnTo>
                    <a:pt x="3540" y="14444"/>
                  </a:lnTo>
                  <a:lnTo>
                    <a:pt x="3516" y="14473"/>
                  </a:lnTo>
                  <a:lnTo>
                    <a:pt x="3486" y="14500"/>
                  </a:lnTo>
                  <a:lnTo>
                    <a:pt x="3453" y="14525"/>
                  </a:lnTo>
                  <a:lnTo>
                    <a:pt x="3416" y="14551"/>
                  </a:lnTo>
                  <a:lnTo>
                    <a:pt x="3376" y="14574"/>
                  </a:lnTo>
                  <a:lnTo>
                    <a:pt x="3331" y="14596"/>
                  </a:lnTo>
                  <a:lnTo>
                    <a:pt x="3284" y="14616"/>
                  </a:lnTo>
                  <a:lnTo>
                    <a:pt x="3233" y="14636"/>
                  </a:lnTo>
                  <a:lnTo>
                    <a:pt x="3179" y="14654"/>
                  </a:lnTo>
                  <a:lnTo>
                    <a:pt x="3122" y="14670"/>
                  </a:lnTo>
                  <a:lnTo>
                    <a:pt x="3062" y="14684"/>
                  </a:lnTo>
                  <a:lnTo>
                    <a:pt x="2998" y="14698"/>
                  </a:lnTo>
                  <a:lnTo>
                    <a:pt x="2932" y="14710"/>
                  </a:lnTo>
                  <a:lnTo>
                    <a:pt x="2864" y="14721"/>
                  </a:lnTo>
                  <a:lnTo>
                    <a:pt x="2793" y="14729"/>
                  </a:lnTo>
                  <a:lnTo>
                    <a:pt x="2719" y="14736"/>
                  </a:lnTo>
                  <a:lnTo>
                    <a:pt x="2644" y="14742"/>
                  </a:lnTo>
                  <a:lnTo>
                    <a:pt x="2566" y="14746"/>
                  </a:lnTo>
                  <a:lnTo>
                    <a:pt x="2486" y="14748"/>
                  </a:lnTo>
                  <a:lnTo>
                    <a:pt x="2405" y="14749"/>
                  </a:lnTo>
                  <a:lnTo>
                    <a:pt x="2321" y="14748"/>
                  </a:lnTo>
                  <a:lnTo>
                    <a:pt x="2236" y="14745"/>
                  </a:lnTo>
                  <a:lnTo>
                    <a:pt x="2150" y="14740"/>
                  </a:lnTo>
                  <a:lnTo>
                    <a:pt x="2062" y="14734"/>
                  </a:lnTo>
                  <a:lnTo>
                    <a:pt x="1973" y="14726"/>
                  </a:lnTo>
                  <a:lnTo>
                    <a:pt x="1881" y="14716"/>
                  </a:lnTo>
                  <a:lnTo>
                    <a:pt x="1790" y="14704"/>
                  </a:lnTo>
                  <a:lnTo>
                    <a:pt x="1697" y="14690"/>
                  </a:lnTo>
                  <a:lnTo>
                    <a:pt x="1605" y="14675"/>
                  </a:lnTo>
                  <a:lnTo>
                    <a:pt x="1515" y="14658"/>
                  </a:lnTo>
                  <a:lnTo>
                    <a:pt x="1425" y="14640"/>
                  </a:lnTo>
                  <a:lnTo>
                    <a:pt x="1337" y="14620"/>
                  </a:lnTo>
                  <a:lnTo>
                    <a:pt x="1251" y="14599"/>
                  </a:lnTo>
                  <a:lnTo>
                    <a:pt x="1168" y="14577"/>
                  </a:lnTo>
                  <a:lnTo>
                    <a:pt x="1086" y="14554"/>
                  </a:lnTo>
                  <a:lnTo>
                    <a:pt x="1006" y="14529"/>
                  </a:lnTo>
                  <a:lnTo>
                    <a:pt x="928" y="14503"/>
                  </a:lnTo>
                  <a:lnTo>
                    <a:pt x="853" y="14477"/>
                  </a:lnTo>
                  <a:lnTo>
                    <a:pt x="780" y="14449"/>
                  </a:lnTo>
                  <a:lnTo>
                    <a:pt x="710" y="14421"/>
                  </a:lnTo>
                  <a:lnTo>
                    <a:pt x="642" y="14392"/>
                  </a:lnTo>
                  <a:lnTo>
                    <a:pt x="578" y="14361"/>
                  </a:lnTo>
                  <a:lnTo>
                    <a:pt x="516" y="14330"/>
                  </a:lnTo>
                  <a:lnTo>
                    <a:pt x="457" y="14298"/>
                  </a:lnTo>
                  <a:lnTo>
                    <a:pt x="401" y="14267"/>
                  </a:lnTo>
                  <a:lnTo>
                    <a:pt x="349" y="14234"/>
                  </a:lnTo>
                  <a:lnTo>
                    <a:pt x="299" y="14201"/>
                  </a:lnTo>
                  <a:lnTo>
                    <a:pt x="252" y="14167"/>
                  </a:lnTo>
                  <a:lnTo>
                    <a:pt x="210" y="14133"/>
                  </a:lnTo>
                  <a:lnTo>
                    <a:pt x="171" y="14099"/>
                  </a:lnTo>
                  <a:lnTo>
                    <a:pt x="136" y="14065"/>
                  </a:lnTo>
                  <a:lnTo>
                    <a:pt x="104" y="14030"/>
                  </a:lnTo>
                  <a:lnTo>
                    <a:pt x="77" y="13995"/>
                  </a:lnTo>
                  <a:lnTo>
                    <a:pt x="54" y="13960"/>
                  </a:lnTo>
                  <a:lnTo>
                    <a:pt x="34" y="13926"/>
                  </a:lnTo>
                  <a:lnTo>
                    <a:pt x="19" y="13890"/>
                  </a:lnTo>
                  <a:lnTo>
                    <a:pt x="8" y="13856"/>
                  </a:lnTo>
                  <a:lnTo>
                    <a:pt x="2" y="13822"/>
                  </a:lnTo>
                  <a:lnTo>
                    <a:pt x="0" y="13787"/>
                  </a:lnTo>
                  <a:lnTo>
                    <a:pt x="3" y="13753"/>
                  </a:lnTo>
                  <a:lnTo>
                    <a:pt x="2098" y="431"/>
                  </a:lnTo>
                  <a:lnTo>
                    <a:pt x="2106" y="398"/>
                  </a:lnTo>
                  <a:lnTo>
                    <a:pt x="2119" y="365"/>
                  </a:lnTo>
                  <a:lnTo>
                    <a:pt x="2135" y="335"/>
                  </a:lnTo>
                  <a:lnTo>
                    <a:pt x="2156" y="305"/>
                  </a:lnTo>
                  <a:lnTo>
                    <a:pt x="2181" y="276"/>
                  </a:lnTo>
                  <a:lnTo>
                    <a:pt x="2210" y="249"/>
                  </a:lnTo>
                  <a:lnTo>
                    <a:pt x="2243" y="223"/>
                  </a:lnTo>
                  <a:lnTo>
                    <a:pt x="2281" y="198"/>
                  </a:lnTo>
                  <a:lnTo>
                    <a:pt x="2321" y="175"/>
                  </a:lnTo>
                  <a:lnTo>
                    <a:pt x="2365" y="153"/>
                  </a:lnTo>
                  <a:lnTo>
                    <a:pt x="2412" y="133"/>
                  </a:lnTo>
                  <a:lnTo>
                    <a:pt x="2463" y="113"/>
                  </a:lnTo>
                  <a:lnTo>
                    <a:pt x="2518" y="95"/>
                  </a:lnTo>
                  <a:lnTo>
                    <a:pt x="2574" y="79"/>
                  </a:lnTo>
                  <a:lnTo>
                    <a:pt x="2635" y="64"/>
                  </a:lnTo>
                  <a:lnTo>
                    <a:pt x="2698" y="51"/>
                  </a:lnTo>
                  <a:lnTo>
                    <a:pt x="2764" y="38"/>
                  </a:lnTo>
                  <a:lnTo>
                    <a:pt x="2833" y="28"/>
                  </a:lnTo>
                  <a:lnTo>
                    <a:pt x="2904" y="19"/>
                  </a:lnTo>
                  <a:lnTo>
                    <a:pt x="2977" y="12"/>
                  </a:lnTo>
                  <a:lnTo>
                    <a:pt x="3053" y="7"/>
                  </a:lnTo>
                  <a:lnTo>
                    <a:pt x="3130" y="3"/>
                  </a:lnTo>
                  <a:lnTo>
                    <a:pt x="3210" y="1"/>
                  </a:lnTo>
                  <a:lnTo>
                    <a:pt x="3292" y="0"/>
                  </a:lnTo>
                  <a:lnTo>
                    <a:pt x="3375" y="1"/>
                  </a:lnTo>
                  <a:lnTo>
                    <a:pt x="3460" y="4"/>
                  </a:lnTo>
                  <a:lnTo>
                    <a:pt x="3547" y="8"/>
                  </a:lnTo>
                  <a:lnTo>
                    <a:pt x="3635" y="15"/>
                  </a:lnTo>
                  <a:lnTo>
                    <a:pt x="3724" y="23"/>
                  </a:lnTo>
                  <a:lnTo>
                    <a:pt x="3815" y="32"/>
                  </a:lnTo>
                  <a:lnTo>
                    <a:pt x="3907" y="44"/>
                  </a:lnTo>
                  <a:lnTo>
                    <a:pt x="3999" y="59"/>
                  </a:lnTo>
                  <a:lnTo>
                    <a:pt x="4091" y="74"/>
                  </a:lnTo>
                  <a:lnTo>
                    <a:pt x="4182" y="91"/>
                  </a:lnTo>
                  <a:lnTo>
                    <a:pt x="4272" y="109"/>
                  </a:lnTo>
                  <a:lnTo>
                    <a:pt x="4359" y="129"/>
                  </a:lnTo>
                  <a:lnTo>
                    <a:pt x="4445" y="150"/>
                  </a:lnTo>
                  <a:lnTo>
                    <a:pt x="4529" y="172"/>
                  </a:lnTo>
                  <a:lnTo>
                    <a:pt x="4611" y="195"/>
                  </a:lnTo>
                  <a:lnTo>
                    <a:pt x="4690" y="220"/>
                  </a:lnTo>
                  <a:lnTo>
                    <a:pt x="4768" y="245"/>
                  </a:lnTo>
                  <a:lnTo>
                    <a:pt x="4843" y="272"/>
                  </a:lnTo>
                  <a:lnTo>
                    <a:pt x="4916" y="300"/>
                  </a:lnTo>
                  <a:lnTo>
                    <a:pt x="4986" y="328"/>
                  </a:lnTo>
                  <a:lnTo>
                    <a:pt x="5054" y="357"/>
                  </a:lnTo>
                  <a:lnTo>
                    <a:pt x="5119" y="388"/>
                  </a:lnTo>
                  <a:lnTo>
                    <a:pt x="5180" y="418"/>
                  </a:lnTo>
                  <a:lnTo>
                    <a:pt x="5240" y="449"/>
                  </a:lnTo>
                  <a:lnTo>
                    <a:pt x="5296" y="482"/>
                  </a:lnTo>
                  <a:lnTo>
                    <a:pt x="5349" y="514"/>
                  </a:lnTo>
                  <a:lnTo>
                    <a:pt x="5398" y="548"/>
                  </a:lnTo>
                  <a:lnTo>
                    <a:pt x="5444" y="581"/>
                  </a:lnTo>
                  <a:lnTo>
                    <a:pt x="5486" y="616"/>
                  </a:lnTo>
                  <a:lnTo>
                    <a:pt x="5526" y="650"/>
                  </a:lnTo>
                  <a:lnTo>
                    <a:pt x="5560" y="684"/>
                  </a:lnTo>
                  <a:lnTo>
                    <a:pt x="5592" y="719"/>
                  </a:lnTo>
                  <a:lnTo>
                    <a:pt x="5620" y="753"/>
                  </a:lnTo>
                  <a:lnTo>
                    <a:pt x="5643" y="789"/>
                  </a:lnTo>
                  <a:lnTo>
                    <a:pt x="5663" y="823"/>
                  </a:lnTo>
                  <a:lnTo>
                    <a:pt x="5678" y="859"/>
                  </a:lnTo>
                  <a:lnTo>
                    <a:pt x="5688" y="893"/>
                  </a:lnTo>
                  <a:lnTo>
                    <a:pt x="5694" y="927"/>
                  </a:lnTo>
                  <a:lnTo>
                    <a:pt x="5696" y="962"/>
                  </a:lnTo>
                  <a:lnTo>
                    <a:pt x="5693" y="996"/>
                  </a:lnTo>
                  <a:close/>
                </a:path>
              </a:pathLst>
            </a:custGeom>
            <a:noFill/>
            <a:ln w="20">
              <a:solidFill>
                <a:srgbClr val="AFCF6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5" name="Freeform 661"/>
            <p:cNvSpPr>
              <a:spLocks/>
            </p:cNvSpPr>
            <p:nvPr/>
          </p:nvSpPr>
          <p:spPr bwMode="auto">
            <a:xfrm>
              <a:off x="2727" y="2154"/>
              <a:ext cx="94" cy="119"/>
            </a:xfrm>
            <a:custGeom>
              <a:avLst/>
              <a:gdLst>
                <a:gd name="T0" fmla="*/ 6 w 753"/>
                <a:gd name="T1" fmla="*/ 0 h 957"/>
                <a:gd name="T2" fmla="*/ 7 w 753"/>
                <a:gd name="T3" fmla="*/ 0 h 957"/>
                <a:gd name="T4" fmla="*/ 7 w 753"/>
                <a:gd name="T5" fmla="*/ 1 h 957"/>
                <a:gd name="T6" fmla="*/ 8 w 753"/>
                <a:gd name="T7" fmla="*/ 1 h 957"/>
                <a:gd name="T8" fmla="*/ 9 w 753"/>
                <a:gd name="T9" fmla="*/ 1 h 957"/>
                <a:gd name="T10" fmla="*/ 9 w 753"/>
                <a:gd name="T11" fmla="*/ 2 h 957"/>
                <a:gd name="T12" fmla="*/ 10 w 753"/>
                <a:gd name="T13" fmla="*/ 2 h 957"/>
                <a:gd name="T14" fmla="*/ 10 w 753"/>
                <a:gd name="T15" fmla="*/ 3 h 957"/>
                <a:gd name="T16" fmla="*/ 11 w 753"/>
                <a:gd name="T17" fmla="*/ 4 h 957"/>
                <a:gd name="T18" fmla="*/ 11 w 753"/>
                <a:gd name="T19" fmla="*/ 4 h 957"/>
                <a:gd name="T20" fmla="*/ 11 w 753"/>
                <a:gd name="T21" fmla="*/ 5 h 957"/>
                <a:gd name="T22" fmla="*/ 11 w 753"/>
                <a:gd name="T23" fmla="*/ 5 h 957"/>
                <a:gd name="T24" fmla="*/ 12 w 753"/>
                <a:gd name="T25" fmla="*/ 6 h 957"/>
                <a:gd name="T26" fmla="*/ 12 w 753"/>
                <a:gd name="T27" fmla="*/ 7 h 957"/>
                <a:gd name="T28" fmla="*/ 12 w 753"/>
                <a:gd name="T29" fmla="*/ 8 h 957"/>
                <a:gd name="T30" fmla="*/ 12 w 753"/>
                <a:gd name="T31" fmla="*/ 8 h 957"/>
                <a:gd name="T32" fmla="*/ 11 w 753"/>
                <a:gd name="T33" fmla="*/ 9 h 957"/>
                <a:gd name="T34" fmla="*/ 11 w 753"/>
                <a:gd name="T35" fmla="*/ 10 h 957"/>
                <a:gd name="T36" fmla="*/ 11 w 753"/>
                <a:gd name="T37" fmla="*/ 11 h 957"/>
                <a:gd name="T38" fmla="*/ 11 w 753"/>
                <a:gd name="T39" fmla="*/ 11 h 957"/>
                <a:gd name="T40" fmla="*/ 10 w 753"/>
                <a:gd name="T41" fmla="*/ 12 h 957"/>
                <a:gd name="T42" fmla="*/ 10 w 753"/>
                <a:gd name="T43" fmla="*/ 12 h 957"/>
                <a:gd name="T44" fmla="*/ 9 w 753"/>
                <a:gd name="T45" fmla="*/ 13 h 957"/>
                <a:gd name="T46" fmla="*/ 9 w 753"/>
                <a:gd name="T47" fmla="*/ 13 h 957"/>
                <a:gd name="T48" fmla="*/ 8 w 753"/>
                <a:gd name="T49" fmla="*/ 14 h 957"/>
                <a:gd name="T50" fmla="*/ 7 w 753"/>
                <a:gd name="T51" fmla="*/ 14 h 957"/>
                <a:gd name="T52" fmla="*/ 7 w 753"/>
                <a:gd name="T53" fmla="*/ 14 h 957"/>
                <a:gd name="T54" fmla="*/ 6 w 753"/>
                <a:gd name="T55" fmla="*/ 15 h 957"/>
                <a:gd name="T56" fmla="*/ 5 w 753"/>
                <a:gd name="T57" fmla="*/ 15 h 957"/>
                <a:gd name="T58" fmla="*/ 5 w 753"/>
                <a:gd name="T59" fmla="*/ 15 h 957"/>
                <a:gd name="T60" fmla="*/ 4 w 753"/>
                <a:gd name="T61" fmla="*/ 15 h 957"/>
                <a:gd name="T62" fmla="*/ 3 w 753"/>
                <a:gd name="T63" fmla="*/ 15 h 957"/>
                <a:gd name="T64" fmla="*/ 2 w 753"/>
                <a:gd name="T65" fmla="*/ 15 h 957"/>
                <a:gd name="T66" fmla="*/ 2 w 753"/>
                <a:gd name="T67" fmla="*/ 14 h 957"/>
                <a:gd name="T68" fmla="*/ 1 w 753"/>
                <a:gd name="T69" fmla="*/ 14 h 957"/>
                <a:gd name="T70" fmla="*/ 1 w 753"/>
                <a:gd name="T71" fmla="*/ 14 h 957"/>
                <a:gd name="T72" fmla="*/ 0 w 753"/>
                <a:gd name="T73" fmla="*/ 13 h 957"/>
                <a:gd name="T74" fmla="*/ 0 w 753"/>
                <a:gd name="T75" fmla="*/ 13 h 957"/>
                <a:gd name="T76" fmla="*/ 0 w 753"/>
                <a:gd name="T77" fmla="*/ 12 h 957"/>
                <a:gd name="T78" fmla="*/ 0 w 753"/>
                <a:gd name="T79" fmla="*/ 12 h 957"/>
                <a:gd name="T80" fmla="*/ 0 w 753"/>
                <a:gd name="T81" fmla="*/ 11 h 957"/>
                <a:gd name="T82" fmla="*/ 0 w 753"/>
                <a:gd name="T83" fmla="*/ 11 h 957"/>
                <a:gd name="T84" fmla="*/ 0 w 753"/>
                <a:gd name="T85" fmla="*/ 10 h 957"/>
                <a:gd name="T86" fmla="*/ 0 w 753"/>
                <a:gd name="T87" fmla="*/ 8 h 957"/>
                <a:gd name="T88" fmla="*/ 1 w 753"/>
                <a:gd name="T89" fmla="*/ 5 h 957"/>
                <a:gd name="T90" fmla="*/ 1 w 753"/>
                <a:gd name="T91" fmla="*/ 3 h 957"/>
                <a:gd name="T92" fmla="*/ 2 w 753"/>
                <a:gd name="T93" fmla="*/ 2 h 957"/>
                <a:gd name="T94" fmla="*/ 2 w 753"/>
                <a:gd name="T95" fmla="*/ 2 h 957"/>
                <a:gd name="T96" fmla="*/ 2 w 753"/>
                <a:gd name="T97" fmla="*/ 1 h 957"/>
                <a:gd name="T98" fmla="*/ 2 w 753"/>
                <a:gd name="T99" fmla="*/ 1 h 957"/>
                <a:gd name="T100" fmla="*/ 3 w 753"/>
                <a:gd name="T101" fmla="*/ 0 h 957"/>
                <a:gd name="T102" fmla="*/ 3 w 753"/>
                <a:gd name="T103" fmla="*/ 0 h 957"/>
                <a:gd name="T104" fmla="*/ 4 w 753"/>
                <a:gd name="T105" fmla="*/ 0 h 957"/>
                <a:gd name="T106" fmla="*/ 4 w 753"/>
                <a:gd name="T107" fmla="*/ 0 h 957"/>
                <a:gd name="T108" fmla="*/ 5 w 753"/>
                <a:gd name="T109" fmla="*/ 0 h 957"/>
                <a:gd name="T110" fmla="*/ 5 w 753"/>
                <a:gd name="T111" fmla="*/ 0 h 95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53"/>
                <a:gd name="T169" fmla="*/ 0 h 957"/>
                <a:gd name="T170" fmla="*/ 753 w 753"/>
                <a:gd name="T171" fmla="*/ 957 h 95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53" h="957">
                  <a:moveTo>
                    <a:pt x="365" y="9"/>
                  </a:moveTo>
                  <a:lnTo>
                    <a:pt x="390" y="14"/>
                  </a:lnTo>
                  <a:lnTo>
                    <a:pt x="413" y="21"/>
                  </a:lnTo>
                  <a:lnTo>
                    <a:pt x="435" y="28"/>
                  </a:lnTo>
                  <a:lnTo>
                    <a:pt x="459" y="37"/>
                  </a:lnTo>
                  <a:lnTo>
                    <a:pt x="480" y="46"/>
                  </a:lnTo>
                  <a:lnTo>
                    <a:pt x="501" y="57"/>
                  </a:lnTo>
                  <a:lnTo>
                    <a:pt x="521" y="68"/>
                  </a:lnTo>
                  <a:lnTo>
                    <a:pt x="541" y="80"/>
                  </a:lnTo>
                  <a:lnTo>
                    <a:pt x="560" y="95"/>
                  </a:lnTo>
                  <a:lnTo>
                    <a:pt x="578" y="109"/>
                  </a:lnTo>
                  <a:lnTo>
                    <a:pt x="595" y="124"/>
                  </a:lnTo>
                  <a:lnTo>
                    <a:pt x="613" y="140"/>
                  </a:lnTo>
                  <a:lnTo>
                    <a:pt x="629" y="156"/>
                  </a:lnTo>
                  <a:lnTo>
                    <a:pt x="644" y="174"/>
                  </a:lnTo>
                  <a:lnTo>
                    <a:pt x="658" y="192"/>
                  </a:lnTo>
                  <a:lnTo>
                    <a:pt x="671" y="211"/>
                  </a:lnTo>
                  <a:lnTo>
                    <a:pt x="684" y="230"/>
                  </a:lnTo>
                  <a:lnTo>
                    <a:pt x="695" y="250"/>
                  </a:lnTo>
                  <a:lnTo>
                    <a:pt x="706" y="271"/>
                  </a:lnTo>
                  <a:lnTo>
                    <a:pt x="715" y="291"/>
                  </a:lnTo>
                  <a:lnTo>
                    <a:pt x="724" y="312"/>
                  </a:lnTo>
                  <a:lnTo>
                    <a:pt x="731" y="335"/>
                  </a:lnTo>
                  <a:lnTo>
                    <a:pt x="737" y="357"/>
                  </a:lnTo>
                  <a:lnTo>
                    <a:pt x="743" y="379"/>
                  </a:lnTo>
                  <a:lnTo>
                    <a:pt x="747" y="402"/>
                  </a:lnTo>
                  <a:lnTo>
                    <a:pt x="750" y="426"/>
                  </a:lnTo>
                  <a:lnTo>
                    <a:pt x="752" y="449"/>
                  </a:lnTo>
                  <a:lnTo>
                    <a:pt x="753" y="473"/>
                  </a:lnTo>
                  <a:lnTo>
                    <a:pt x="753" y="497"/>
                  </a:lnTo>
                  <a:lnTo>
                    <a:pt x="751" y="521"/>
                  </a:lnTo>
                  <a:lnTo>
                    <a:pt x="748" y="545"/>
                  </a:lnTo>
                  <a:lnTo>
                    <a:pt x="744" y="570"/>
                  </a:lnTo>
                  <a:lnTo>
                    <a:pt x="739" y="594"/>
                  </a:lnTo>
                  <a:lnTo>
                    <a:pt x="733" y="617"/>
                  </a:lnTo>
                  <a:lnTo>
                    <a:pt x="725" y="640"/>
                  </a:lnTo>
                  <a:lnTo>
                    <a:pt x="717" y="663"/>
                  </a:lnTo>
                  <a:lnTo>
                    <a:pt x="707" y="684"/>
                  </a:lnTo>
                  <a:lnTo>
                    <a:pt x="697" y="705"/>
                  </a:lnTo>
                  <a:lnTo>
                    <a:pt x="685" y="725"/>
                  </a:lnTo>
                  <a:lnTo>
                    <a:pt x="672" y="746"/>
                  </a:lnTo>
                  <a:lnTo>
                    <a:pt x="658" y="764"/>
                  </a:lnTo>
                  <a:lnTo>
                    <a:pt x="644" y="782"/>
                  </a:lnTo>
                  <a:lnTo>
                    <a:pt x="629" y="800"/>
                  </a:lnTo>
                  <a:lnTo>
                    <a:pt x="614" y="817"/>
                  </a:lnTo>
                  <a:lnTo>
                    <a:pt x="596" y="833"/>
                  </a:lnTo>
                  <a:lnTo>
                    <a:pt x="579" y="848"/>
                  </a:lnTo>
                  <a:lnTo>
                    <a:pt x="561" y="862"/>
                  </a:lnTo>
                  <a:lnTo>
                    <a:pt x="543" y="875"/>
                  </a:lnTo>
                  <a:lnTo>
                    <a:pt x="523" y="887"/>
                  </a:lnTo>
                  <a:lnTo>
                    <a:pt x="503" y="900"/>
                  </a:lnTo>
                  <a:lnTo>
                    <a:pt x="483" y="910"/>
                  </a:lnTo>
                  <a:lnTo>
                    <a:pt x="462" y="919"/>
                  </a:lnTo>
                  <a:lnTo>
                    <a:pt x="440" y="928"/>
                  </a:lnTo>
                  <a:lnTo>
                    <a:pt x="418" y="935"/>
                  </a:lnTo>
                  <a:lnTo>
                    <a:pt x="396" y="942"/>
                  </a:lnTo>
                  <a:lnTo>
                    <a:pt x="374" y="947"/>
                  </a:lnTo>
                  <a:lnTo>
                    <a:pt x="350" y="951"/>
                  </a:lnTo>
                  <a:lnTo>
                    <a:pt x="327" y="954"/>
                  </a:lnTo>
                  <a:lnTo>
                    <a:pt x="304" y="956"/>
                  </a:lnTo>
                  <a:lnTo>
                    <a:pt x="280" y="957"/>
                  </a:lnTo>
                  <a:lnTo>
                    <a:pt x="256" y="957"/>
                  </a:lnTo>
                  <a:lnTo>
                    <a:pt x="232" y="955"/>
                  </a:lnTo>
                  <a:lnTo>
                    <a:pt x="207" y="953"/>
                  </a:lnTo>
                  <a:lnTo>
                    <a:pt x="183" y="948"/>
                  </a:lnTo>
                  <a:lnTo>
                    <a:pt x="160" y="943"/>
                  </a:lnTo>
                  <a:lnTo>
                    <a:pt x="138" y="937"/>
                  </a:lnTo>
                  <a:lnTo>
                    <a:pt x="119" y="930"/>
                  </a:lnTo>
                  <a:lnTo>
                    <a:pt x="101" y="922"/>
                  </a:lnTo>
                  <a:lnTo>
                    <a:pt x="85" y="913"/>
                  </a:lnTo>
                  <a:lnTo>
                    <a:pt x="71" y="903"/>
                  </a:lnTo>
                  <a:lnTo>
                    <a:pt x="57" y="891"/>
                  </a:lnTo>
                  <a:lnTo>
                    <a:pt x="45" y="879"/>
                  </a:lnTo>
                  <a:lnTo>
                    <a:pt x="36" y="866"/>
                  </a:lnTo>
                  <a:lnTo>
                    <a:pt x="27" y="853"/>
                  </a:lnTo>
                  <a:lnTo>
                    <a:pt x="20" y="839"/>
                  </a:lnTo>
                  <a:lnTo>
                    <a:pt x="14" y="824"/>
                  </a:lnTo>
                  <a:lnTo>
                    <a:pt x="9" y="807"/>
                  </a:lnTo>
                  <a:lnTo>
                    <a:pt x="5" y="791"/>
                  </a:lnTo>
                  <a:lnTo>
                    <a:pt x="2" y="774"/>
                  </a:lnTo>
                  <a:lnTo>
                    <a:pt x="1" y="756"/>
                  </a:lnTo>
                  <a:lnTo>
                    <a:pt x="0" y="738"/>
                  </a:lnTo>
                  <a:lnTo>
                    <a:pt x="0" y="718"/>
                  </a:lnTo>
                  <a:lnTo>
                    <a:pt x="0" y="699"/>
                  </a:lnTo>
                  <a:lnTo>
                    <a:pt x="2" y="679"/>
                  </a:lnTo>
                  <a:lnTo>
                    <a:pt x="6" y="637"/>
                  </a:lnTo>
                  <a:lnTo>
                    <a:pt x="13" y="594"/>
                  </a:lnTo>
                  <a:lnTo>
                    <a:pt x="30" y="502"/>
                  </a:lnTo>
                  <a:lnTo>
                    <a:pt x="49" y="407"/>
                  </a:lnTo>
                  <a:lnTo>
                    <a:pt x="68" y="312"/>
                  </a:lnTo>
                  <a:lnTo>
                    <a:pt x="84" y="227"/>
                  </a:lnTo>
                  <a:lnTo>
                    <a:pt x="93" y="189"/>
                  </a:lnTo>
                  <a:lnTo>
                    <a:pt x="103" y="153"/>
                  </a:lnTo>
                  <a:lnTo>
                    <a:pt x="109" y="136"/>
                  </a:lnTo>
                  <a:lnTo>
                    <a:pt x="115" y="121"/>
                  </a:lnTo>
                  <a:lnTo>
                    <a:pt x="121" y="106"/>
                  </a:lnTo>
                  <a:lnTo>
                    <a:pt x="129" y="92"/>
                  </a:lnTo>
                  <a:lnTo>
                    <a:pt x="136" y="78"/>
                  </a:lnTo>
                  <a:lnTo>
                    <a:pt x="146" y="65"/>
                  </a:lnTo>
                  <a:lnTo>
                    <a:pt x="155" y="54"/>
                  </a:lnTo>
                  <a:lnTo>
                    <a:pt x="165" y="44"/>
                  </a:lnTo>
                  <a:lnTo>
                    <a:pt x="175" y="35"/>
                  </a:lnTo>
                  <a:lnTo>
                    <a:pt x="187" y="27"/>
                  </a:lnTo>
                  <a:lnTo>
                    <a:pt x="200" y="19"/>
                  </a:lnTo>
                  <a:lnTo>
                    <a:pt x="213" y="13"/>
                  </a:lnTo>
                  <a:lnTo>
                    <a:pt x="229" y="9"/>
                  </a:lnTo>
                  <a:lnTo>
                    <a:pt x="244" y="5"/>
                  </a:lnTo>
                  <a:lnTo>
                    <a:pt x="261" y="2"/>
                  </a:lnTo>
                  <a:lnTo>
                    <a:pt x="279" y="0"/>
                  </a:lnTo>
                  <a:lnTo>
                    <a:pt x="299" y="0"/>
                  </a:lnTo>
                  <a:lnTo>
                    <a:pt x="320" y="2"/>
                  </a:lnTo>
                  <a:lnTo>
                    <a:pt x="341" y="5"/>
                  </a:lnTo>
                  <a:lnTo>
                    <a:pt x="365" y="9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6" name="Freeform 662"/>
            <p:cNvSpPr>
              <a:spLocks/>
            </p:cNvSpPr>
            <p:nvPr/>
          </p:nvSpPr>
          <p:spPr bwMode="auto">
            <a:xfrm>
              <a:off x="2727" y="2154"/>
              <a:ext cx="94" cy="119"/>
            </a:xfrm>
            <a:custGeom>
              <a:avLst/>
              <a:gdLst>
                <a:gd name="T0" fmla="*/ 6 w 753"/>
                <a:gd name="T1" fmla="*/ 0 h 957"/>
                <a:gd name="T2" fmla="*/ 7 w 753"/>
                <a:gd name="T3" fmla="*/ 0 h 957"/>
                <a:gd name="T4" fmla="*/ 7 w 753"/>
                <a:gd name="T5" fmla="*/ 1 h 957"/>
                <a:gd name="T6" fmla="*/ 8 w 753"/>
                <a:gd name="T7" fmla="*/ 1 h 957"/>
                <a:gd name="T8" fmla="*/ 9 w 753"/>
                <a:gd name="T9" fmla="*/ 1 h 957"/>
                <a:gd name="T10" fmla="*/ 9 w 753"/>
                <a:gd name="T11" fmla="*/ 2 h 957"/>
                <a:gd name="T12" fmla="*/ 10 w 753"/>
                <a:gd name="T13" fmla="*/ 2 h 957"/>
                <a:gd name="T14" fmla="*/ 10 w 753"/>
                <a:gd name="T15" fmla="*/ 3 h 957"/>
                <a:gd name="T16" fmla="*/ 11 w 753"/>
                <a:gd name="T17" fmla="*/ 4 h 957"/>
                <a:gd name="T18" fmla="*/ 11 w 753"/>
                <a:gd name="T19" fmla="*/ 4 h 957"/>
                <a:gd name="T20" fmla="*/ 11 w 753"/>
                <a:gd name="T21" fmla="*/ 5 h 957"/>
                <a:gd name="T22" fmla="*/ 11 w 753"/>
                <a:gd name="T23" fmla="*/ 5 h 957"/>
                <a:gd name="T24" fmla="*/ 12 w 753"/>
                <a:gd name="T25" fmla="*/ 6 h 957"/>
                <a:gd name="T26" fmla="*/ 12 w 753"/>
                <a:gd name="T27" fmla="*/ 7 h 957"/>
                <a:gd name="T28" fmla="*/ 12 w 753"/>
                <a:gd name="T29" fmla="*/ 8 h 957"/>
                <a:gd name="T30" fmla="*/ 12 w 753"/>
                <a:gd name="T31" fmla="*/ 8 h 957"/>
                <a:gd name="T32" fmla="*/ 11 w 753"/>
                <a:gd name="T33" fmla="*/ 9 h 957"/>
                <a:gd name="T34" fmla="*/ 11 w 753"/>
                <a:gd name="T35" fmla="*/ 10 h 957"/>
                <a:gd name="T36" fmla="*/ 11 w 753"/>
                <a:gd name="T37" fmla="*/ 11 h 957"/>
                <a:gd name="T38" fmla="*/ 11 w 753"/>
                <a:gd name="T39" fmla="*/ 11 h 957"/>
                <a:gd name="T40" fmla="*/ 10 w 753"/>
                <a:gd name="T41" fmla="*/ 12 h 957"/>
                <a:gd name="T42" fmla="*/ 10 w 753"/>
                <a:gd name="T43" fmla="*/ 12 h 957"/>
                <a:gd name="T44" fmla="*/ 9 w 753"/>
                <a:gd name="T45" fmla="*/ 13 h 957"/>
                <a:gd name="T46" fmla="*/ 9 w 753"/>
                <a:gd name="T47" fmla="*/ 13 h 957"/>
                <a:gd name="T48" fmla="*/ 8 w 753"/>
                <a:gd name="T49" fmla="*/ 14 h 957"/>
                <a:gd name="T50" fmla="*/ 7 w 753"/>
                <a:gd name="T51" fmla="*/ 14 h 957"/>
                <a:gd name="T52" fmla="*/ 7 w 753"/>
                <a:gd name="T53" fmla="*/ 14 h 957"/>
                <a:gd name="T54" fmla="*/ 6 w 753"/>
                <a:gd name="T55" fmla="*/ 15 h 957"/>
                <a:gd name="T56" fmla="*/ 5 w 753"/>
                <a:gd name="T57" fmla="*/ 15 h 957"/>
                <a:gd name="T58" fmla="*/ 5 w 753"/>
                <a:gd name="T59" fmla="*/ 15 h 957"/>
                <a:gd name="T60" fmla="*/ 4 w 753"/>
                <a:gd name="T61" fmla="*/ 15 h 957"/>
                <a:gd name="T62" fmla="*/ 3 w 753"/>
                <a:gd name="T63" fmla="*/ 15 h 957"/>
                <a:gd name="T64" fmla="*/ 2 w 753"/>
                <a:gd name="T65" fmla="*/ 15 h 957"/>
                <a:gd name="T66" fmla="*/ 2 w 753"/>
                <a:gd name="T67" fmla="*/ 14 h 957"/>
                <a:gd name="T68" fmla="*/ 1 w 753"/>
                <a:gd name="T69" fmla="*/ 14 h 957"/>
                <a:gd name="T70" fmla="*/ 1 w 753"/>
                <a:gd name="T71" fmla="*/ 14 h 957"/>
                <a:gd name="T72" fmla="*/ 0 w 753"/>
                <a:gd name="T73" fmla="*/ 13 h 957"/>
                <a:gd name="T74" fmla="*/ 0 w 753"/>
                <a:gd name="T75" fmla="*/ 13 h 957"/>
                <a:gd name="T76" fmla="*/ 0 w 753"/>
                <a:gd name="T77" fmla="*/ 12 h 957"/>
                <a:gd name="T78" fmla="*/ 0 w 753"/>
                <a:gd name="T79" fmla="*/ 12 h 957"/>
                <a:gd name="T80" fmla="*/ 0 w 753"/>
                <a:gd name="T81" fmla="*/ 11 h 957"/>
                <a:gd name="T82" fmla="*/ 0 w 753"/>
                <a:gd name="T83" fmla="*/ 11 h 957"/>
                <a:gd name="T84" fmla="*/ 0 w 753"/>
                <a:gd name="T85" fmla="*/ 10 h 957"/>
                <a:gd name="T86" fmla="*/ 0 w 753"/>
                <a:gd name="T87" fmla="*/ 8 h 957"/>
                <a:gd name="T88" fmla="*/ 1 w 753"/>
                <a:gd name="T89" fmla="*/ 5 h 957"/>
                <a:gd name="T90" fmla="*/ 1 w 753"/>
                <a:gd name="T91" fmla="*/ 3 h 957"/>
                <a:gd name="T92" fmla="*/ 2 w 753"/>
                <a:gd name="T93" fmla="*/ 2 h 957"/>
                <a:gd name="T94" fmla="*/ 2 w 753"/>
                <a:gd name="T95" fmla="*/ 2 h 957"/>
                <a:gd name="T96" fmla="*/ 2 w 753"/>
                <a:gd name="T97" fmla="*/ 1 h 957"/>
                <a:gd name="T98" fmla="*/ 2 w 753"/>
                <a:gd name="T99" fmla="*/ 1 h 957"/>
                <a:gd name="T100" fmla="*/ 3 w 753"/>
                <a:gd name="T101" fmla="*/ 0 h 957"/>
                <a:gd name="T102" fmla="*/ 3 w 753"/>
                <a:gd name="T103" fmla="*/ 0 h 957"/>
                <a:gd name="T104" fmla="*/ 4 w 753"/>
                <a:gd name="T105" fmla="*/ 0 h 957"/>
                <a:gd name="T106" fmla="*/ 4 w 753"/>
                <a:gd name="T107" fmla="*/ 0 h 957"/>
                <a:gd name="T108" fmla="*/ 5 w 753"/>
                <a:gd name="T109" fmla="*/ 0 h 957"/>
                <a:gd name="T110" fmla="*/ 5 w 753"/>
                <a:gd name="T111" fmla="*/ 0 h 95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53"/>
                <a:gd name="T169" fmla="*/ 0 h 957"/>
                <a:gd name="T170" fmla="*/ 753 w 753"/>
                <a:gd name="T171" fmla="*/ 957 h 95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53" h="957">
                  <a:moveTo>
                    <a:pt x="365" y="9"/>
                  </a:moveTo>
                  <a:lnTo>
                    <a:pt x="390" y="14"/>
                  </a:lnTo>
                  <a:lnTo>
                    <a:pt x="413" y="21"/>
                  </a:lnTo>
                  <a:lnTo>
                    <a:pt x="435" y="28"/>
                  </a:lnTo>
                  <a:lnTo>
                    <a:pt x="459" y="37"/>
                  </a:lnTo>
                  <a:lnTo>
                    <a:pt x="480" y="46"/>
                  </a:lnTo>
                  <a:lnTo>
                    <a:pt x="501" y="57"/>
                  </a:lnTo>
                  <a:lnTo>
                    <a:pt x="521" y="68"/>
                  </a:lnTo>
                  <a:lnTo>
                    <a:pt x="541" y="80"/>
                  </a:lnTo>
                  <a:lnTo>
                    <a:pt x="560" y="95"/>
                  </a:lnTo>
                  <a:lnTo>
                    <a:pt x="578" y="109"/>
                  </a:lnTo>
                  <a:lnTo>
                    <a:pt x="595" y="124"/>
                  </a:lnTo>
                  <a:lnTo>
                    <a:pt x="613" y="140"/>
                  </a:lnTo>
                  <a:lnTo>
                    <a:pt x="629" y="156"/>
                  </a:lnTo>
                  <a:lnTo>
                    <a:pt x="644" y="174"/>
                  </a:lnTo>
                  <a:lnTo>
                    <a:pt x="658" y="192"/>
                  </a:lnTo>
                  <a:lnTo>
                    <a:pt x="671" y="211"/>
                  </a:lnTo>
                  <a:lnTo>
                    <a:pt x="684" y="230"/>
                  </a:lnTo>
                  <a:lnTo>
                    <a:pt x="695" y="250"/>
                  </a:lnTo>
                  <a:lnTo>
                    <a:pt x="706" y="271"/>
                  </a:lnTo>
                  <a:lnTo>
                    <a:pt x="715" y="291"/>
                  </a:lnTo>
                  <a:lnTo>
                    <a:pt x="724" y="312"/>
                  </a:lnTo>
                  <a:lnTo>
                    <a:pt x="731" y="335"/>
                  </a:lnTo>
                  <a:lnTo>
                    <a:pt x="737" y="357"/>
                  </a:lnTo>
                  <a:lnTo>
                    <a:pt x="743" y="379"/>
                  </a:lnTo>
                  <a:lnTo>
                    <a:pt x="747" y="402"/>
                  </a:lnTo>
                  <a:lnTo>
                    <a:pt x="750" y="426"/>
                  </a:lnTo>
                  <a:lnTo>
                    <a:pt x="752" y="449"/>
                  </a:lnTo>
                  <a:lnTo>
                    <a:pt x="753" y="473"/>
                  </a:lnTo>
                  <a:lnTo>
                    <a:pt x="753" y="497"/>
                  </a:lnTo>
                  <a:lnTo>
                    <a:pt x="751" y="521"/>
                  </a:lnTo>
                  <a:lnTo>
                    <a:pt x="748" y="545"/>
                  </a:lnTo>
                  <a:lnTo>
                    <a:pt x="744" y="570"/>
                  </a:lnTo>
                  <a:lnTo>
                    <a:pt x="739" y="594"/>
                  </a:lnTo>
                  <a:lnTo>
                    <a:pt x="733" y="617"/>
                  </a:lnTo>
                  <a:lnTo>
                    <a:pt x="725" y="640"/>
                  </a:lnTo>
                  <a:lnTo>
                    <a:pt x="717" y="663"/>
                  </a:lnTo>
                  <a:lnTo>
                    <a:pt x="707" y="684"/>
                  </a:lnTo>
                  <a:lnTo>
                    <a:pt x="697" y="705"/>
                  </a:lnTo>
                  <a:lnTo>
                    <a:pt x="685" y="725"/>
                  </a:lnTo>
                  <a:lnTo>
                    <a:pt x="672" y="746"/>
                  </a:lnTo>
                  <a:lnTo>
                    <a:pt x="658" y="764"/>
                  </a:lnTo>
                  <a:lnTo>
                    <a:pt x="644" y="782"/>
                  </a:lnTo>
                  <a:lnTo>
                    <a:pt x="629" y="800"/>
                  </a:lnTo>
                  <a:lnTo>
                    <a:pt x="614" y="817"/>
                  </a:lnTo>
                  <a:lnTo>
                    <a:pt x="596" y="833"/>
                  </a:lnTo>
                  <a:lnTo>
                    <a:pt x="579" y="848"/>
                  </a:lnTo>
                  <a:lnTo>
                    <a:pt x="561" y="862"/>
                  </a:lnTo>
                  <a:lnTo>
                    <a:pt x="543" y="875"/>
                  </a:lnTo>
                  <a:lnTo>
                    <a:pt x="523" y="887"/>
                  </a:lnTo>
                  <a:lnTo>
                    <a:pt x="503" y="900"/>
                  </a:lnTo>
                  <a:lnTo>
                    <a:pt x="483" y="910"/>
                  </a:lnTo>
                  <a:lnTo>
                    <a:pt x="462" y="919"/>
                  </a:lnTo>
                  <a:lnTo>
                    <a:pt x="440" y="928"/>
                  </a:lnTo>
                  <a:lnTo>
                    <a:pt x="418" y="935"/>
                  </a:lnTo>
                  <a:lnTo>
                    <a:pt x="396" y="942"/>
                  </a:lnTo>
                  <a:lnTo>
                    <a:pt x="374" y="947"/>
                  </a:lnTo>
                  <a:lnTo>
                    <a:pt x="350" y="951"/>
                  </a:lnTo>
                  <a:lnTo>
                    <a:pt x="327" y="954"/>
                  </a:lnTo>
                  <a:lnTo>
                    <a:pt x="304" y="956"/>
                  </a:lnTo>
                  <a:lnTo>
                    <a:pt x="280" y="957"/>
                  </a:lnTo>
                  <a:lnTo>
                    <a:pt x="256" y="957"/>
                  </a:lnTo>
                  <a:lnTo>
                    <a:pt x="232" y="955"/>
                  </a:lnTo>
                  <a:lnTo>
                    <a:pt x="207" y="953"/>
                  </a:lnTo>
                  <a:lnTo>
                    <a:pt x="183" y="948"/>
                  </a:lnTo>
                  <a:lnTo>
                    <a:pt x="160" y="943"/>
                  </a:lnTo>
                  <a:lnTo>
                    <a:pt x="138" y="937"/>
                  </a:lnTo>
                  <a:lnTo>
                    <a:pt x="119" y="930"/>
                  </a:lnTo>
                  <a:lnTo>
                    <a:pt x="101" y="922"/>
                  </a:lnTo>
                  <a:lnTo>
                    <a:pt x="85" y="913"/>
                  </a:lnTo>
                  <a:lnTo>
                    <a:pt x="71" y="903"/>
                  </a:lnTo>
                  <a:lnTo>
                    <a:pt x="57" y="891"/>
                  </a:lnTo>
                  <a:lnTo>
                    <a:pt x="45" y="879"/>
                  </a:lnTo>
                  <a:lnTo>
                    <a:pt x="36" y="866"/>
                  </a:lnTo>
                  <a:lnTo>
                    <a:pt x="27" y="853"/>
                  </a:lnTo>
                  <a:lnTo>
                    <a:pt x="20" y="839"/>
                  </a:lnTo>
                  <a:lnTo>
                    <a:pt x="14" y="824"/>
                  </a:lnTo>
                  <a:lnTo>
                    <a:pt x="9" y="807"/>
                  </a:lnTo>
                  <a:lnTo>
                    <a:pt x="5" y="791"/>
                  </a:lnTo>
                  <a:lnTo>
                    <a:pt x="2" y="774"/>
                  </a:lnTo>
                  <a:lnTo>
                    <a:pt x="1" y="756"/>
                  </a:lnTo>
                  <a:lnTo>
                    <a:pt x="0" y="738"/>
                  </a:lnTo>
                  <a:lnTo>
                    <a:pt x="0" y="718"/>
                  </a:lnTo>
                  <a:lnTo>
                    <a:pt x="0" y="699"/>
                  </a:lnTo>
                  <a:lnTo>
                    <a:pt x="2" y="679"/>
                  </a:lnTo>
                  <a:lnTo>
                    <a:pt x="6" y="637"/>
                  </a:lnTo>
                  <a:lnTo>
                    <a:pt x="13" y="594"/>
                  </a:lnTo>
                  <a:lnTo>
                    <a:pt x="30" y="502"/>
                  </a:lnTo>
                  <a:lnTo>
                    <a:pt x="49" y="407"/>
                  </a:lnTo>
                  <a:lnTo>
                    <a:pt x="68" y="312"/>
                  </a:lnTo>
                  <a:lnTo>
                    <a:pt x="84" y="227"/>
                  </a:lnTo>
                  <a:lnTo>
                    <a:pt x="93" y="189"/>
                  </a:lnTo>
                  <a:lnTo>
                    <a:pt x="103" y="153"/>
                  </a:lnTo>
                  <a:lnTo>
                    <a:pt x="109" y="136"/>
                  </a:lnTo>
                  <a:lnTo>
                    <a:pt x="115" y="121"/>
                  </a:lnTo>
                  <a:lnTo>
                    <a:pt x="121" y="106"/>
                  </a:lnTo>
                  <a:lnTo>
                    <a:pt x="129" y="92"/>
                  </a:lnTo>
                  <a:lnTo>
                    <a:pt x="136" y="78"/>
                  </a:lnTo>
                  <a:lnTo>
                    <a:pt x="146" y="65"/>
                  </a:lnTo>
                  <a:lnTo>
                    <a:pt x="155" y="54"/>
                  </a:lnTo>
                  <a:lnTo>
                    <a:pt x="165" y="44"/>
                  </a:lnTo>
                  <a:lnTo>
                    <a:pt x="175" y="35"/>
                  </a:lnTo>
                  <a:lnTo>
                    <a:pt x="187" y="27"/>
                  </a:lnTo>
                  <a:lnTo>
                    <a:pt x="200" y="19"/>
                  </a:lnTo>
                  <a:lnTo>
                    <a:pt x="213" y="13"/>
                  </a:lnTo>
                  <a:lnTo>
                    <a:pt x="229" y="9"/>
                  </a:lnTo>
                  <a:lnTo>
                    <a:pt x="244" y="5"/>
                  </a:lnTo>
                  <a:lnTo>
                    <a:pt x="261" y="2"/>
                  </a:lnTo>
                  <a:lnTo>
                    <a:pt x="279" y="0"/>
                  </a:lnTo>
                  <a:lnTo>
                    <a:pt x="299" y="0"/>
                  </a:lnTo>
                  <a:lnTo>
                    <a:pt x="320" y="2"/>
                  </a:lnTo>
                  <a:lnTo>
                    <a:pt x="341" y="5"/>
                  </a:lnTo>
                  <a:lnTo>
                    <a:pt x="365" y="9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7" name="Freeform 663"/>
            <p:cNvSpPr>
              <a:spLocks/>
            </p:cNvSpPr>
            <p:nvPr/>
          </p:nvSpPr>
          <p:spPr bwMode="auto">
            <a:xfrm>
              <a:off x="2609" y="2826"/>
              <a:ext cx="94" cy="119"/>
            </a:xfrm>
            <a:custGeom>
              <a:avLst/>
              <a:gdLst>
                <a:gd name="T0" fmla="*/ 6 w 754"/>
                <a:gd name="T1" fmla="*/ 0 h 957"/>
                <a:gd name="T2" fmla="*/ 7 w 754"/>
                <a:gd name="T3" fmla="*/ 0 h 957"/>
                <a:gd name="T4" fmla="*/ 7 w 754"/>
                <a:gd name="T5" fmla="*/ 1 h 957"/>
                <a:gd name="T6" fmla="*/ 8 w 754"/>
                <a:gd name="T7" fmla="*/ 1 h 957"/>
                <a:gd name="T8" fmla="*/ 9 w 754"/>
                <a:gd name="T9" fmla="*/ 1 h 957"/>
                <a:gd name="T10" fmla="*/ 9 w 754"/>
                <a:gd name="T11" fmla="*/ 2 h 957"/>
                <a:gd name="T12" fmla="*/ 10 w 754"/>
                <a:gd name="T13" fmla="*/ 2 h 957"/>
                <a:gd name="T14" fmla="*/ 10 w 754"/>
                <a:gd name="T15" fmla="*/ 3 h 957"/>
                <a:gd name="T16" fmla="*/ 11 w 754"/>
                <a:gd name="T17" fmla="*/ 3 h 957"/>
                <a:gd name="T18" fmla="*/ 11 w 754"/>
                <a:gd name="T19" fmla="*/ 4 h 957"/>
                <a:gd name="T20" fmla="*/ 11 w 754"/>
                <a:gd name="T21" fmla="*/ 5 h 957"/>
                <a:gd name="T22" fmla="*/ 11 w 754"/>
                <a:gd name="T23" fmla="*/ 5 h 957"/>
                <a:gd name="T24" fmla="*/ 12 w 754"/>
                <a:gd name="T25" fmla="*/ 6 h 957"/>
                <a:gd name="T26" fmla="*/ 12 w 754"/>
                <a:gd name="T27" fmla="*/ 7 h 957"/>
                <a:gd name="T28" fmla="*/ 12 w 754"/>
                <a:gd name="T29" fmla="*/ 8 h 957"/>
                <a:gd name="T30" fmla="*/ 12 w 754"/>
                <a:gd name="T31" fmla="*/ 8 h 957"/>
                <a:gd name="T32" fmla="*/ 11 w 754"/>
                <a:gd name="T33" fmla="*/ 9 h 957"/>
                <a:gd name="T34" fmla="*/ 11 w 754"/>
                <a:gd name="T35" fmla="*/ 10 h 957"/>
                <a:gd name="T36" fmla="*/ 11 w 754"/>
                <a:gd name="T37" fmla="*/ 11 h 957"/>
                <a:gd name="T38" fmla="*/ 11 w 754"/>
                <a:gd name="T39" fmla="*/ 11 h 957"/>
                <a:gd name="T40" fmla="*/ 10 w 754"/>
                <a:gd name="T41" fmla="*/ 12 h 957"/>
                <a:gd name="T42" fmla="*/ 10 w 754"/>
                <a:gd name="T43" fmla="*/ 12 h 957"/>
                <a:gd name="T44" fmla="*/ 9 w 754"/>
                <a:gd name="T45" fmla="*/ 13 h 957"/>
                <a:gd name="T46" fmla="*/ 9 w 754"/>
                <a:gd name="T47" fmla="*/ 13 h 957"/>
                <a:gd name="T48" fmla="*/ 8 w 754"/>
                <a:gd name="T49" fmla="*/ 14 h 957"/>
                <a:gd name="T50" fmla="*/ 7 w 754"/>
                <a:gd name="T51" fmla="*/ 14 h 957"/>
                <a:gd name="T52" fmla="*/ 7 w 754"/>
                <a:gd name="T53" fmla="*/ 14 h 957"/>
                <a:gd name="T54" fmla="*/ 6 w 754"/>
                <a:gd name="T55" fmla="*/ 15 h 957"/>
                <a:gd name="T56" fmla="*/ 5 w 754"/>
                <a:gd name="T57" fmla="*/ 15 h 957"/>
                <a:gd name="T58" fmla="*/ 5 w 754"/>
                <a:gd name="T59" fmla="*/ 15 h 957"/>
                <a:gd name="T60" fmla="*/ 4 w 754"/>
                <a:gd name="T61" fmla="*/ 15 h 957"/>
                <a:gd name="T62" fmla="*/ 3 w 754"/>
                <a:gd name="T63" fmla="*/ 15 h 957"/>
                <a:gd name="T64" fmla="*/ 2 w 754"/>
                <a:gd name="T65" fmla="*/ 15 h 957"/>
                <a:gd name="T66" fmla="*/ 2 w 754"/>
                <a:gd name="T67" fmla="*/ 14 h 957"/>
                <a:gd name="T68" fmla="*/ 1 w 754"/>
                <a:gd name="T69" fmla="*/ 14 h 957"/>
                <a:gd name="T70" fmla="*/ 1 w 754"/>
                <a:gd name="T71" fmla="*/ 14 h 957"/>
                <a:gd name="T72" fmla="*/ 1 w 754"/>
                <a:gd name="T73" fmla="*/ 13 h 957"/>
                <a:gd name="T74" fmla="*/ 0 w 754"/>
                <a:gd name="T75" fmla="*/ 13 h 957"/>
                <a:gd name="T76" fmla="*/ 0 w 754"/>
                <a:gd name="T77" fmla="*/ 12 h 957"/>
                <a:gd name="T78" fmla="*/ 0 w 754"/>
                <a:gd name="T79" fmla="*/ 12 h 957"/>
                <a:gd name="T80" fmla="*/ 0 w 754"/>
                <a:gd name="T81" fmla="*/ 11 h 957"/>
                <a:gd name="T82" fmla="*/ 0 w 754"/>
                <a:gd name="T83" fmla="*/ 11 h 957"/>
                <a:gd name="T84" fmla="*/ 0 w 754"/>
                <a:gd name="T85" fmla="*/ 10 h 957"/>
                <a:gd name="T86" fmla="*/ 0 w 754"/>
                <a:gd name="T87" fmla="*/ 8 h 957"/>
                <a:gd name="T88" fmla="*/ 1 w 754"/>
                <a:gd name="T89" fmla="*/ 5 h 957"/>
                <a:gd name="T90" fmla="*/ 1 w 754"/>
                <a:gd name="T91" fmla="*/ 3 h 957"/>
                <a:gd name="T92" fmla="*/ 2 w 754"/>
                <a:gd name="T93" fmla="*/ 2 h 957"/>
                <a:gd name="T94" fmla="*/ 2 w 754"/>
                <a:gd name="T95" fmla="*/ 2 h 957"/>
                <a:gd name="T96" fmla="*/ 2 w 754"/>
                <a:gd name="T97" fmla="*/ 1 h 957"/>
                <a:gd name="T98" fmla="*/ 2 w 754"/>
                <a:gd name="T99" fmla="*/ 1 h 957"/>
                <a:gd name="T100" fmla="*/ 3 w 754"/>
                <a:gd name="T101" fmla="*/ 0 h 957"/>
                <a:gd name="T102" fmla="*/ 3 w 754"/>
                <a:gd name="T103" fmla="*/ 0 h 957"/>
                <a:gd name="T104" fmla="*/ 4 w 754"/>
                <a:gd name="T105" fmla="*/ 0 h 957"/>
                <a:gd name="T106" fmla="*/ 4 w 754"/>
                <a:gd name="T107" fmla="*/ 0 h 957"/>
                <a:gd name="T108" fmla="*/ 5 w 754"/>
                <a:gd name="T109" fmla="*/ 0 h 957"/>
                <a:gd name="T110" fmla="*/ 5 w 754"/>
                <a:gd name="T111" fmla="*/ 0 h 95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54"/>
                <a:gd name="T169" fmla="*/ 0 h 957"/>
                <a:gd name="T170" fmla="*/ 754 w 754"/>
                <a:gd name="T171" fmla="*/ 957 h 95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54" h="957">
                  <a:moveTo>
                    <a:pt x="366" y="8"/>
                  </a:moveTo>
                  <a:lnTo>
                    <a:pt x="390" y="13"/>
                  </a:lnTo>
                  <a:lnTo>
                    <a:pt x="414" y="19"/>
                  </a:lnTo>
                  <a:lnTo>
                    <a:pt x="437" y="27"/>
                  </a:lnTo>
                  <a:lnTo>
                    <a:pt x="459" y="35"/>
                  </a:lnTo>
                  <a:lnTo>
                    <a:pt x="481" y="45"/>
                  </a:lnTo>
                  <a:lnTo>
                    <a:pt x="502" y="56"/>
                  </a:lnTo>
                  <a:lnTo>
                    <a:pt x="522" y="68"/>
                  </a:lnTo>
                  <a:lnTo>
                    <a:pt x="542" y="80"/>
                  </a:lnTo>
                  <a:lnTo>
                    <a:pt x="561" y="94"/>
                  </a:lnTo>
                  <a:lnTo>
                    <a:pt x="580" y="108"/>
                  </a:lnTo>
                  <a:lnTo>
                    <a:pt x="597" y="123"/>
                  </a:lnTo>
                  <a:lnTo>
                    <a:pt x="613" y="139"/>
                  </a:lnTo>
                  <a:lnTo>
                    <a:pt x="629" y="156"/>
                  </a:lnTo>
                  <a:lnTo>
                    <a:pt x="645" y="173"/>
                  </a:lnTo>
                  <a:lnTo>
                    <a:pt x="659" y="191"/>
                  </a:lnTo>
                  <a:lnTo>
                    <a:pt x="672" y="209"/>
                  </a:lnTo>
                  <a:lnTo>
                    <a:pt x="684" y="229"/>
                  </a:lnTo>
                  <a:lnTo>
                    <a:pt x="696" y="249"/>
                  </a:lnTo>
                  <a:lnTo>
                    <a:pt x="707" y="269"/>
                  </a:lnTo>
                  <a:lnTo>
                    <a:pt x="716" y="290"/>
                  </a:lnTo>
                  <a:lnTo>
                    <a:pt x="725" y="312"/>
                  </a:lnTo>
                  <a:lnTo>
                    <a:pt x="732" y="334"/>
                  </a:lnTo>
                  <a:lnTo>
                    <a:pt x="739" y="356"/>
                  </a:lnTo>
                  <a:lnTo>
                    <a:pt x="744" y="379"/>
                  </a:lnTo>
                  <a:lnTo>
                    <a:pt x="748" y="402"/>
                  </a:lnTo>
                  <a:lnTo>
                    <a:pt x="751" y="425"/>
                  </a:lnTo>
                  <a:lnTo>
                    <a:pt x="753" y="448"/>
                  </a:lnTo>
                  <a:lnTo>
                    <a:pt x="754" y="472"/>
                  </a:lnTo>
                  <a:lnTo>
                    <a:pt x="754" y="496"/>
                  </a:lnTo>
                  <a:lnTo>
                    <a:pt x="752" y="520"/>
                  </a:lnTo>
                  <a:lnTo>
                    <a:pt x="749" y="545"/>
                  </a:lnTo>
                  <a:lnTo>
                    <a:pt x="745" y="569"/>
                  </a:lnTo>
                  <a:lnTo>
                    <a:pt x="740" y="593"/>
                  </a:lnTo>
                  <a:lnTo>
                    <a:pt x="734" y="616"/>
                  </a:lnTo>
                  <a:lnTo>
                    <a:pt x="726" y="639"/>
                  </a:lnTo>
                  <a:lnTo>
                    <a:pt x="718" y="662"/>
                  </a:lnTo>
                  <a:lnTo>
                    <a:pt x="708" y="683"/>
                  </a:lnTo>
                  <a:lnTo>
                    <a:pt x="697" y="705"/>
                  </a:lnTo>
                  <a:lnTo>
                    <a:pt x="685" y="725"/>
                  </a:lnTo>
                  <a:lnTo>
                    <a:pt x="673" y="744"/>
                  </a:lnTo>
                  <a:lnTo>
                    <a:pt x="660" y="763"/>
                  </a:lnTo>
                  <a:lnTo>
                    <a:pt x="646" y="782"/>
                  </a:lnTo>
                  <a:lnTo>
                    <a:pt x="631" y="800"/>
                  </a:lnTo>
                  <a:lnTo>
                    <a:pt x="614" y="816"/>
                  </a:lnTo>
                  <a:lnTo>
                    <a:pt x="598" y="832"/>
                  </a:lnTo>
                  <a:lnTo>
                    <a:pt x="580" y="847"/>
                  </a:lnTo>
                  <a:lnTo>
                    <a:pt x="562" y="862"/>
                  </a:lnTo>
                  <a:lnTo>
                    <a:pt x="543" y="875"/>
                  </a:lnTo>
                  <a:lnTo>
                    <a:pt x="524" y="887"/>
                  </a:lnTo>
                  <a:lnTo>
                    <a:pt x="504" y="898"/>
                  </a:lnTo>
                  <a:lnTo>
                    <a:pt x="484" y="909"/>
                  </a:lnTo>
                  <a:lnTo>
                    <a:pt x="462" y="918"/>
                  </a:lnTo>
                  <a:lnTo>
                    <a:pt x="441" y="927"/>
                  </a:lnTo>
                  <a:lnTo>
                    <a:pt x="420" y="934"/>
                  </a:lnTo>
                  <a:lnTo>
                    <a:pt x="397" y="940"/>
                  </a:lnTo>
                  <a:lnTo>
                    <a:pt x="374" y="947"/>
                  </a:lnTo>
                  <a:lnTo>
                    <a:pt x="352" y="951"/>
                  </a:lnTo>
                  <a:lnTo>
                    <a:pt x="329" y="954"/>
                  </a:lnTo>
                  <a:lnTo>
                    <a:pt x="304" y="956"/>
                  </a:lnTo>
                  <a:lnTo>
                    <a:pt x="281" y="957"/>
                  </a:lnTo>
                  <a:lnTo>
                    <a:pt x="257" y="957"/>
                  </a:lnTo>
                  <a:lnTo>
                    <a:pt x="232" y="955"/>
                  </a:lnTo>
                  <a:lnTo>
                    <a:pt x="208" y="952"/>
                  </a:lnTo>
                  <a:lnTo>
                    <a:pt x="184" y="948"/>
                  </a:lnTo>
                  <a:lnTo>
                    <a:pt x="160" y="943"/>
                  </a:lnTo>
                  <a:lnTo>
                    <a:pt x="139" y="936"/>
                  </a:lnTo>
                  <a:lnTo>
                    <a:pt x="120" y="929"/>
                  </a:lnTo>
                  <a:lnTo>
                    <a:pt x="102" y="920"/>
                  </a:lnTo>
                  <a:lnTo>
                    <a:pt x="85" y="911"/>
                  </a:lnTo>
                  <a:lnTo>
                    <a:pt x="71" y="901"/>
                  </a:lnTo>
                  <a:lnTo>
                    <a:pt x="58" y="890"/>
                  </a:lnTo>
                  <a:lnTo>
                    <a:pt x="47" y="879"/>
                  </a:lnTo>
                  <a:lnTo>
                    <a:pt x="37" y="866"/>
                  </a:lnTo>
                  <a:lnTo>
                    <a:pt x="28" y="852"/>
                  </a:lnTo>
                  <a:lnTo>
                    <a:pt x="21" y="837"/>
                  </a:lnTo>
                  <a:lnTo>
                    <a:pt x="15" y="822"/>
                  </a:lnTo>
                  <a:lnTo>
                    <a:pt x="9" y="807"/>
                  </a:lnTo>
                  <a:lnTo>
                    <a:pt x="5" y="790"/>
                  </a:lnTo>
                  <a:lnTo>
                    <a:pt x="3" y="773"/>
                  </a:lnTo>
                  <a:lnTo>
                    <a:pt x="1" y="755"/>
                  </a:lnTo>
                  <a:lnTo>
                    <a:pt x="0" y="737"/>
                  </a:lnTo>
                  <a:lnTo>
                    <a:pt x="0" y="718"/>
                  </a:lnTo>
                  <a:lnTo>
                    <a:pt x="1" y="697"/>
                  </a:lnTo>
                  <a:lnTo>
                    <a:pt x="2" y="678"/>
                  </a:lnTo>
                  <a:lnTo>
                    <a:pt x="7" y="636"/>
                  </a:lnTo>
                  <a:lnTo>
                    <a:pt x="13" y="592"/>
                  </a:lnTo>
                  <a:lnTo>
                    <a:pt x="32" y="501"/>
                  </a:lnTo>
                  <a:lnTo>
                    <a:pt x="51" y="405"/>
                  </a:lnTo>
                  <a:lnTo>
                    <a:pt x="68" y="312"/>
                  </a:lnTo>
                  <a:lnTo>
                    <a:pt x="84" y="227"/>
                  </a:lnTo>
                  <a:lnTo>
                    <a:pt x="94" y="188"/>
                  </a:lnTo>
                  <a:lnTo>
                    <a:pt x="105" y="153"/>
                  </a:lnTo>
                  <a:lnTo>
                    <a:pt x="110" y="136"/>
                  </a:lnTo>
                  <a:lnTo>
                    <a:pt x="116" y="119"/>
                  </a:lnTo>
                  <a:lnTo>
                    <a:pt x="123" y="104"/>
                  </a:lnTo>
                  <a:lnTo>
                    <a:pt x="130" y="90"/>
                  </a:lnTo>
                  <a:lnTo>
                    <a:pt x="138" y="77"/>
                  </a:lnTo>
                  <a:lnTo>
                    <a:pt x="146" y="65"/>
                  </a:lnTo>
                  <a:lnTo>
                    <a:pt x="155" y="54"/>
                  </a:lnTo>
                  <a:lnTo>
                    <a:pt x="165" y="43"/>
                  </a:lnTo>
                  <a:lnTo>
                    <a:pt x="177" y="33"/>
                  </a:lnTo>
                  <a:lnTo>
                    <a:pt x="188" y="25"/>
                  </a:lnTo>
                  <a:lnTo>
                    <a:pt x="201" y="18"/>
                  </a:lnTo>
                  <a:lnTo>
                    <a:pt x="214" y="12"/>
                  </a:lnTo>
                  <a:lnTo>
                    <a:pt x="229" y="7"/>
                  </a:lnTo>
                  <a:lnTo>
                    <a:pt x="244" y="4"/>
                  </a:lnTo>
                  <a:lnTo>
                    <a:pt x="262" y="1"/>
                  </a:lnTo>
                  <a:lnTo>
                    <a:pt x="280" y="0"/>
                  </a:lnTo>
                  <a:lnTo>
                    <a:pt x="299" y="0"/>
                  </a:lnTo>
                  <a:lnTo>
                    <a:pt x="320" y="1"/>
                  </a:lnTo>
                  <a:lnTo>
                    <a:pt x="343" y="4"/>
                  </a:lnTo>
                  <a:lnTo>
                    <a:pt x="366" y="8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8" name="Freeform 664"/>
            <p:cNvSpPr>
              <a:spLocks/>
            </p:cNvSpPr>
            <p:nvPr/>
          </p:nvSpPr>
          <p:spPr bwMode="auto">
            <a:xfrm>
              <a:off x="2609" y="2826"/>
              <a:ext cx="94" cy="119"/>
            </a:xfrm>
            <a:custGeom>
              <a:avLst/>
              <a:gdLst>
                <a:gd name="T0" fmla="*/ 6 w 754"/>
                <a:gd name="T1" fmla="*/ 0 h 957"/>
                <a:gd name="T2" fmla="*/ 7 w 754"/>
                <a:gd name="T3" fmla="*/ 0 h 957"/>
                <a:gd name="T4" fmla="*/ 7 w 754"/>
                <a:gd name="T5" fmla="*/ 1 h 957"/>
                <a:gd name="T6" fmla="*/ 8 w 754"/>
                <a:gd name="T7" fmla="*/ 1 h 957"/>
                <a:gd name="T8" fmla="*/ 9 w 754"/>
                <a:gd name="T9" fmla="*/ 1 h 957"/>
                <a:gd name="T10" fmla="*/ 9 w 754"/>
                <a:gd name="T11" fmla="*/ 2 h 957"/>
                <a:gd name="T12" fmla="*/ 10 w 754"/>
                <a:gd name="T13" fmla="*/ 2 h 957"/>
                <a:gd name="T14" fmla="*/ 10 w 754"/>
                <a:gd name="T15" fmla="*/ 3 h 957"/>
                <a:gd name="T16" fmla="*/ 11 w 754"/>
                <a:gd name="T17" fmla="*/ 3 h 957"/>
                <a:gd name="T18" fmla="*/ 11 w 754"/>
                <a:gd name="T19" fmla="*/ 4 h 957"/>
                <a:gd name="T20" fmla="*/ 11 w 754"/>
                <a:gd name="T21" fmla="*/ 5 h 957"/>
                <a:gd name="T22" fmla="*/ 11 w 754"/>
                <a:gd name="T23" fmla="*/ 5 h 957"/>
                <a:gd name="T24" fmla="*/ 12 w 754"/>
                <a:gd name="T25" fmla="*/ 6 h 957"/>
                <a:gd name="T26" fmla="*/ 12 w 754"/>
                <a:gd name="T27" fmla="*/ 7 h 957"/>
                <a:gd name="T28" fmla="*/ 12 w 754"/>
                <a:gd name="T29" fmla="*/ 8 h 957"/>
                <a:gd name="T30" fmla="*/ 12 w 754"/>
                <a:gd name="T31" fmla="*/ 8 h 957"/>
                <a:gd name="T32" fmla="*/ 11 w 754"/>
                <a:gd name="T33" fmla="*/ 9 h 957"/>
                <a:gd name="T34" fmla="*/ 11 w 754"/>
                <a:gd name="T35" fmla="*/ 10 h 957"/>
                <a:gd name="T36" fmla="*/ 11 w 754"/>
                <a:gd name="T37" fmla="*/ 11 h 957"/>
                <a:gd name="T38" fmla="*/ 11 w 754"/>
                <a:gd name="T39" fmla="*/ 11 h 957"/>
                <a:gd name="T40" fmla="*/ 10 w 754"/>
                <a:gd name="T41" fmla="*/ 12 h 957"/>
                <a:gd name="T42" fmla="*/ 10 w 754"/>
                <a:gd name="T43" fmla="*/ 12 h 957"/>
                <a:gd name="T44" fmla="*/ 9 w 754"/>
                <a:gd name="T45" fmla="*/ 13 h 957"/>
                <a:gd name="T46" fmla="*/ 9 w 754"/>
                <a:gd name="T47" fmla="*/ 13 h 957"/>
                <a:gd name="T48" fmla="*/ 8 w 754"/>
                <a:gd name="T49" fmla="*/ 14 h 957"/>
                <a:gd name="T50" fmla="*/ 7 w 754"/>
                <a:gd name="T51" fmla="*/ 14 h 957"/>
                <a:gd name="T52" fmla="*/ 7 w 754"/>
                <a:gd name="T53" fmla="*/ 14 h 957"/>
                <a:gd name="T54" fmla="*/ 6 w 754"/>
                <a:gd name="T55" fmla="*/ 15 h 957"/>
                <a:gd name="T56" fmla="*/ 5 w 754"/>
                <a:gd name="T57" fmla="*/ 15 h 957"/>
                <a:gd name="T58" fmla="*/ 5 w 754"/>
                <a:gd name="T59" fmla="*/ 15 h 957"/>
                <a:gd name="T60" fmla="*/ 4 w 754"/>
                <a:gd name="T61" fmla="*/ 15 h 957"/>
                <a:gd name="T62" fmla="*/ 3 w 754"/>
                <a:gd name="T63" fmla="*/ 15 h 957"/>
                <a:gd name="T64" fmla="*/ 2 w 754"/>
                <a:gd name="T65" fmla="*/ 15 h 957"/>
                <a:gd name="T66" fmla="*/ 2 w 754"/>
                <a:gd name="T67" fmla="*/ 14 h 957"/>
                <a:gd name="T68" fmla="*/ 1 w 754"/>
                <a:gd name="T69" fmla="*/ 14 h 957"/>
                <a:gd name="T70" fmla="*/ 1 w 754"/>
                <a:gd name="T71" fmla="*/ 14 h 957"/>
                <a:gd name="T72" fmla="*/ 1 w 754"/>
                <a:gd name="T73" fmla="*/ 13 h 957"/>
                <a:gd name="T74" fmla="*/ 0 w 754"/>
                <a:gd name="T75" fmla="*/ 13 h 957"/>
                <a:gd name="T76" fmla="*/ 0 w 754"/>
                <a:gd name="T77" fmla="*/ 12 h 957"/>
                <a:gd name="T78" fmla="*/ 0 w 754"/>
                <a:gd name="T79" fmla="*/ 12 h 957"/>
                <a:gd name="T80" fmla="*/ 0 w 754"/>
                <a:gd name="T81" fmla="*/ 11 h 957"/>
                <a:gd name="T82" fmla="*/ 0 w 754"/>
                <a:gd name="T83" fmla="*/ 11 h 957"/>
                <a:gd name="T84" fmla="*/ 0 w 754"/>
                <a:gd name="T85" fmla="*/ 10 h 957"/>
                <a:gd name="T86" fmla="*/ 0 w 754"/>
                <a:gd name="T87" fmla="*/ 8 h 957"/>
                <a:gd name="T88" fmla="*/ 1 w 754"/>
                <a:gd name="T89" fmla="*/ 5 h 957"/>
                <a:gd name="T90" fmla="*/ 1 w 754"/>
                <a:gd name="T91" fmla="*/ 3 h 957"/>
                <a:gd name="T92" fmla="*/ 2 w 754"/>
                <a:gd name="T93" fmla="*/ 2 h 957"/>
                <a:gd name="T94" fmla="*/ 2 w 754"/>
                <a:gd name="T95" fmla="*/ 2 h 957"/>
                <a:gd name="T96" fmla="*/ 2 w 754"/>
                <a:gd name="T97" fmla="*/ 1 h 957"/>
                <a:gd name="T98" fmla="*/ 2 w 754"/>
                <a:gd name="T99" fmla="*/ 1 h 957"/>
                <a:gd name="T100" fmla="*/ 3 w 754"/>
                <a:gd name="T101" fmla="*/ 0 h 957"/>
                <a:gd name="T102" fmla="*/ 3 w 754"/>
                <a:gd name="T103" fmla="*/ 0 h 957"/>
                <a:gd name="T104" fmla="*/ 4 w 754"/>
                <a:gd name="T105" fmla="*/ 0 h 957"/>
                <a:gd name="T106" fmla="*/ 4 w 754"/>
                <a:gd name="T107" fmla="*/ 0 h 957"/>
                <a:gd name="T108" fmla="*/ 5 w 754"/>
                <a:gd name="T109" fmla="*/ 0 h 957"/>
                <a:gd name="T110" fmla="*/ 5 w 754"/>
                <a:gd name="T111" fmla="*/ 0 h 95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54"/>
                <a:gd name="T169" fmla="*/ 0 h 957"/>
                <a:gd name="T170" fmla="*/ 754 w 754"/>
                <a:gd name="T171" fmla="*/ 957 h 95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54" h="957">
                  <a:moveTo>
                    <a:pt x="366" y="8"/>
                  </a:moveTo>
                  <a:lnTo>
                    <a:pt x="390" y="13"/>
                  </a:lnTo>
                  <a:lnTo>
                    <a:pt x="414" y="19"/>
                  </a:lnTo>
                  <a:lnTo>
                    <a:pt x="437" y="27"/>
                  </a:lnTo>
                  <a:lnTo>
                    <a:pt x="459" y="35"/>
                  </a:lnTo>
                  <a:lnTo>
                    <a:pt x="481" y="45"/>
                  </a:lnTo>
                  <a:lnTo>
                    <a:pt x="502" y="56"/>
                  </a:lnTo>
                  <a:lnTo>
                    <a:pt x="522" y="68"/>
                  </a:lnTo>
                  <a:lnTo>
                    <a:pt x="542" y="80"/>
                  </a:lnTo>
                  <a:lnTo>
                    <a:pt x="561" y="94"/>
                  </a:lnTo>
                  <a:lnTo>
                    <a:pt x="580" y="108"/>
                  </a:lnTo>
                  <a:lnTo>
                    <a:pt x="597" y="123"/>
                  </a:lnTo>
                  <a:lnTo>
                    <a:pt x="613" y="139"/>
                  </a:lnTo>
                  <a:lnTo>
                    <a:pt x="629" y="156"/>
                  </a:lnTo>
                  <a:lnTo>
                    <a:pt x="645" y="173"/>
                  </a:lnTo>
                  <a:lnTo>
                    <a:pt x="659" y="191"/>
                  </a:lnTo>
                  <a:lnTo>
                    <a:pt x="672" y="209"/>
                  </a:lnTo>
                  <a:lnTo>
                    <a:pt x="684" y="229"/>
                  </a:lnTo>
                  <a:lnTo>
                    <a:pt x="696" y="249"/>
                  </a:lnTo>
                  <a:lnTo>
                    <a:pt x="707" y="269"/>
                  </a:lnTo>
                  <a:lnTo>
                    <a:pt x="716" y="290"/>
                  </a:lnTo>
                  <a:lnTo>
                    <a:pt x="725" y="312"/>
                  </a:lnTo>
                  <a:lnTo>
                    <a:pt x="732" y="334"/>
                  </a:lnTo>
                  <a:lnTo>
                    <a:pt x="739" y="356"/>
                  </a:lnTo>
                  <a:lnTo>
                    <a:pt x="744" y="379"/>
                  </a:lnTo>
                  <a:lnTo>
                    <a:pt x="748" y="402"/>
                  </a:lnTo>
                  <a:lnTo>
                    <a:pt x="751" y="425"/>
                  </a:lnTo>
                  <a:lnTo>
                    <a:pt x="753" y="448"/>
                  </a:lnTo>
                  <a:lnTo>
                    <a:pt x="754" y="472"/>
                  </a:lnTo>
                  <a:lnTo>
                    <a:pt x="754" y="496"/>
                  </a:lnTo>
                  <a:lnTo>
                    <a:pt x="752" y="520"/>
                  </a:lnTo>
                  <a:lnTo>
                    <a:pt x="749" y="545"/>
                  </a:lnTo>
                  <a:lnTo>
                    <a:pt x="745" y="569"/>
                  </a:lnTo>
                  <a:lnTo>
                    <a:pt x="740" y="593"/>
                  </a:lnTo>
                  <a:lnTo>
                    <a:pt x="734" y="616"/>
                  </a:lnTo>
                  <a:lnTo>
                    <a:pt x="726" y="639"/>
                  </a:lnTo>
                  <a:lnTo>
                    <a:pt x="718" y="662"/>
                  </a:lnTo>
                  <a:lnTo>
                    <a:pt x="708" y="683"/>
                  </a:lnTo>
                  <a:lnTo>
                    <a:pt x="697" y="705"/>
                  </a:lnTo>
                  <a:lnTo>
                    <a:pt x="685" y="725"/>
                  </a:lnTo>
                  <a:lnTo>
                    <a:pt x="673" y="744"/>
                  </a:lnTo>
                  <a:lnTo>
                    <a:pt x="660" y="763"/>
                  </a:lnTo>
                  <a:lnTo>
                    <a:pt x="646" y="782"/>
                  </a:lnTo>
                  <a:lnTo>
                    <a:pt x="631" y="800"/>
                  </a:lnTo>
                  <a:lnTo>
                    <a:pt x="614" y="816"/>
                  </a:lnTo>
                  <a:lnTo>
                    <a:pt x="598" y="832"/>
                  </a:lnTo>
                  <a:lnTo>
                    <a:pt x="580" y="847"/>
                  </a:lnTo>
                  <a:lnTo>
                    <a:pt x="562" y="862"/>
                  </a:lnTo>
                  <a:lnTo>
                    <a:pt x="543" y="875"/>
                  </a:lnTo>
                  <a:lnTo>
                    <a:pt x="524" y="887"/>
                  </a:lnTo>
                  <a:lnTo>
                    <a:pt x="504" y="898"/>
                  </a:lnTo>
                  <a:lnTo>
                    <a:pt x="484" y="909"/>
                  </a:lnTo>
                  <a:lnTo>
                    <a:pt x="462" y="918"/>
                  </a:lnTo>
                  <a:lnTo>
                    <a:pt x="441" y="927"/>
                  </a:lnTo>
                  <a:lnTo>
                    <a:pt x="420" y="934"/>
                  </a:lnTo>
                  <a:lnTo>
                    <a:pt x="397" y="940"/>
                  </a:lnTo>
                  <a:lnTo>
                    <a:pt x="374" y="947"/>
                  </a:lnTo>
                  <a:lnTo>
                    <a:pt x="352" y="951"/>
                  </a:lnTo>
                  <a:lnTo>
                    <a:pt x="329" y="954"/>
                  </a:lnTo>
                  <a:lnTo>
                    <a:pt x="304" y="956"/>
                  </a:lnTo>
                  <a:lnTo>
                    <a:pt x="281" y="957"/>
                  </a:lnTo>
                  <a:lnTo>
                    <a:pt x="257" y="957"/>
                  </a:lnTo>
                  <a:lnTo>
                    <a:pt x="232" y="955"/>
                  </a:lnTo>
                  <a:lnTo>
                    <a:pt x="208" y="952"/>
                  </a:lnTo>
                  <a:lnTo>
                    <a:pt x="184" y="948"/>
                  </a:lnTo>
                  <a:lnTo>
                    <a:pt x="160" y="943"/>
                  </a:lnTo>
                  <a:lnTo>
                    <a:pt x="139" y="936"/>
                  </a:lnTo>
                  <a:lnTo>
                    <a:pt x="120" y="929"/>
                  </a:lnTo>
                  <a:lnTo>
                    <a:pt x="102" y="920"/>
                  </a:lnTo>
                  <a:lnTo>
                    <a:pt x="85" y="911"/>
                  </a:lnTo>
                  <a:lnTo>
                    <a:pt x="71" y="901"/>
                  </a:lnTo>
                  <a:lnTo>
                    <a:pt x="58" y="890"/>
                  </a:lnTo>
                  <a:lnTo>
                    <a:pt x="47" y="879"/>
                  </a:lnTo>
                  <a:lnTo>
                    <a:pt x="37" y="866"/>
                  </a:lnTo>
                  <a:lnTo>
                    <a:pt x="28" y="852"/>
                  </a:lnTo>
                  <a:lnTo>
                    <a:pt x="21" y="837"/>
                  </a:lnTo>
                  <a:lnTo>
                    <a:pt x="15" y="822"/>
                  </a:lnTo>
                  <a:lnTo>
                    <a:pt x="9" y="807"/>
                  </a:lnTo>
                  <a:lnTo>
                    <a:pt x="5" y="790"/>
                  </a:lnTo>
                  <a:lnTo>
                    <a:pt x="3" y="773"/>
                  </a:lnTo>
                  <a:lnTo>
                    <a:pt x="1" y="755"/>
                  </a:lnTo>
                  <a:lnTo>
                    <a:pt x="0" y="737"/>
                  </a:lnTo>
                  <a:lnTo>
                    <a:pt x="0" y="718"/>
                  </a:lnTo>
                  <a:lnTo>
                    <a:pt x="1" y="697"/>
                  </a:lnTo>
                  <a:lnTo>
                    <a:pt x="2" y="678"/>
                  </a:lnTo>
                  <a:lnTo>
                    <a:pt x="7" y="636"/>
                  </a:lnTo>
                  <a:lnTo>
                    <a:pt x="13" y="592"/>
                  </a:lnTo>
                  <a:lnTo>
                    <a:pt x="32" y="501"/>
                  </a:lnTo>
                  <a:lnTo>
                    <a:pt x="51" y="405"/>
                  </a:lnTo>
                  <a:lnTo>
                    <a:pt x="68" y="312"/>
                  </a:lnTo>
                  <a:lnTo>
                    <a:pt x="84" y="227"/>
                  </a:lnTo>
                  <a:lnTo>
                    <a:pt x="94" y="188"/>
                  </a:lnTo>
                  <a:lnTo>
                    <a:pt x="105" y="153"/>
                  </a:lnTo>
                  <a:lnTo>
                    <a:pt x="110" y="136"/>
                  </a:lnTo>
                  <a:lnTo>
                    <a:pt x="116" y="119"/>
                  </a:lnTo>
                  <a:lnTo>
                    <a:pt x="123" y="104"/>
                  </a:lnTo>
                  <a:lnTo>
                    <a:pt x="130" y="90"/>
                  </a:lnTo>
                  <a:lnTo>
                    <a:pt x="138" y="77"/>
                  </a:lnTo>
                  <a:lnTo>
                    <a:pt x="146" y="65"/>
                  </a:lnTo>
                  <a:lnTo>
                    <a:pt x="155" y="54"/>
                  </a:lnTo>
                  <a:lnTo>
                    <a:pt x="165" y="43"/>
                  </a:lnTo>
                  <a:lnTo>
                    <a:pt x="177" y="33"/>
                  </a:lnTo>
                  <a:lnTo>
                    <a:pt x="188" y="25"/>
                  </a:lnTo>
                  <a:lnTo>
                    <a:pt x="201" y="18"/>
                  </a:lnTo>
                  <a:lnTo>
                    <a:pt x="214" y="12"/>
                  </a:lnTo>
                  <a:lnTo>
                    <a:pt x="229" y="7"/>
                  </a:lnTo>
                  <a:lnTo>
                    <a:pt x="244" y="4"/>
                  </a:lnTo>
                  <a:lnTo>
                    <a:pt x="262" y="1"/>
                  </a:lnTo>
                  <a:lnTo>
                    <a:pt x="280" y="0"/>
                  </a:lnTo>
                  <a:lnTo>
                    <a:pt x="299" y="0"/>
                  </a:lnTo>
                  <a:lnTo>
                    <a:pt x="320" y="1"/>
                  </a:lnTo>
                  <a:lnTo>
                    <a:pt x="343" y="4"/>
                  </a:lnTo>
                  <a:lnTo>
                    <a:pt x="366" y="8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9" name="Freeform 665"/>
            <p:cNvSpPr>
              <a:spLocks/>
            </p:cNvSpPr>
            <p:nvPr/>
          </p:nvSpPr>
          <p:spPr bwMode="auto">
            <a:xfrm>
              <a:off x="2794" y="2932"/>
              <a:ext cx="102" cy="117"/>
            </a:xfrm>
            <a:custGeom>
              <a:avLst/>
              <a:gdLst>
                <a:gd name="T0" fmla="*/ 10 w 817"/>
                <a:gd name="T1" fmla="*/ 14 h 944"/>
                <a:gd name="T2" fmla="*/ 9 w 817"/>
                <a:gd name="T3" fmla="*/ 14 h 944"/>
                <a:gd name="T4" fmla="*/ 9 w 817"/>
                <a:gd name="T5" fmla="*/ 14 h 944"/>
                <a:gd name="T6" fmla="*/ 8 w 817"/>
                <a:gd name="T7" fmla="*/ 15 h 944"/>
                <a:gd name="T8" fmla="*/ 7 w 817"/>
                <a:gd name="T9" fmla="*/ 15 h 944"/>
                <a:gd name="T10" fmla="*/ 6 w 817"/>
                <a:gd name="T11" fmla="*/ 14 h 944"/>
                <a:gd name="T12" fmla="*/ 6 w 817"/>
                <a:gd name="T13" fmla="*/ 14 h 944"/>
                <a:gd name="T14" fmla="*/ 5 w 817"/>
                <a:gd name="T15" fmla="*/ 14 h 944"/>
                <a:gd name="T16" fmla="*/ 4 w 817"/>
                <a:gd name="T17" fmla="*/ 14 h 944"/>
                <a:gd name="T18" fmla="*/ 4 w 817"/>
                <a:gd name="T19" fmla="*/ 14 h 944"/>
                <a:gd name="T20" fmla="*/ 3 w 817"/>
                <a:gd name="T21" fmla="*/ 13 h 944"/>
                <a:gd name="T22" fmla="*/ 2 w 817"/>
                <a:gd name="T23" fmla="*/ 13 h 944"/>
                <a:gd name="T24" fmla="*/ 2 w 817"/>
                <a:gd name="T25" fmla="*/ 12 h 944"/>
                <a:gd name="T26" fmla="*/ 1 w 817"/>
                <a:gd name="T27" fmla="*/ 12 h 944"/>
                <a:gd name="T28" fmla="*/ 1 w 817"/>
                <a:gd name="T29" fmla="*/ 11 h 944"/>
                <a:gd name="T30" fmla="*/ 1 w 817"/>
                <a:gd name="T31" fmla="*/ 10 h 944"/>
                <a:gd name="T32" fmla="*/ 0 w 817"/>
                <a:gd name="T33" fmla="*/ 10 h 944"/>
                <a:gd name="T34" fmla="*/ 0 w 817"/>
                <a:gd name="T35" fmla="*/ 9 h 944"/>
                <a:gd name="T36" fmla="*/ 0 w 817"/>
                <a:gd name="T37" fmla="*/ 8 h 944"/>
                <a:gd name="T38" fmla="*/ 0 w 817"/>
                <a:gd name="T39" fmla="*/ 8 h 944"/>
                <a:gd name="T40" fmla="*/ 0 w 817"/>
                <a:gd name="T41" fmla="*/ 7 h 944"/>
                <a:gd name="T42" fmla="*/ 0 w 817"/>
                <a:gd name="T43" fmla="*/ 6 h 944"/>
                <a:gd name="T44" fmla="*/ 0 w 817"/>
                <a:gd name="T45" fmla="*/ 5 h 944"/>
                <a:gd name="T46" fmla="*/ 0 w 817"/>
                <a:gd name="T47" fmla="*/ 5 h 944"/>
                <a:gd name="T48" fmla="*/ 1 w 817"/>
                <a:gd name="T49" fmla="*/ 4 h 944"/>
                <a:gd name="T50" fmla="*/ 1 w 817"/>
                <a:gd name="T51" fmla="*/ 3 h 944"/>
                <a:gd name="T52" fmla="*/ 1 w 817"/>
                <a:gd name="T53" fmla="*/ 3 h 944"/>
                <a:gd name="T54" fmla="*/ 2 w 817"/>
                <a:gd name="T55" fmla="*/ 2 h 944"/>
                <a:gd name="T56" fmla="*/ 2 w 817"/>
                <a:gd name="T57" fmla="*/ 2 h 944"/>
                <a:gd name="T58" fmla="*/ 3 w 817"/>
                <a:gd name="T59" fmla="*/ 1 h 944"/>
                <a:gd name="T60" fmla="*/ 3 w 817"/>
                <a:gd name="T61" fmla="*/ 1 h 944"/>
                <a:gd name="T62" fmla="*/ 4 w 817"/>
                <a:gd name="T63" fmla="*/ 0 h 944"/>
                <a:gd name="T64" fmla="*/ 5 w 817"/>
                <a:gd name="T65" fmla="*/ 0 h 944"/>
                <a:gd name="T66" fmla="*/ 5 w 817"/>
                <a:gd name="T67" fmla="*/ 0 h 944"/>
                <a:gd name="T68" fmla="*/ 6 w 817"/>
                <a:gd name="T69" fmla="*/ 0 h 944"/>
                <a:gd name="T70" fmla="*/ 7 w 817"/>
                <a:gd name="T71" fmla="*/ 0 h 944"/>
                <a:gd name="T72" fmla="*/ 7 w 817"/>
                <a:gd name="T73" fmla="*/ 0 h 944"/>
                <a:gd name="T74" fmla="*/ 8 w 817"/>
                <a:gd name="T75" fmla="*/ 0 h 944"/>
                <a:gd name="T76" fmla="*/ 8 w 817"/>
                <a:gd name="T77" fmla="*/ 1 h 944"/>
                <a:gd name="T78" fmla="*/ 8 w 817"/>
                <a:gd name="T79" fmla="*/ 1 h 944"/>
                <a:gd name="T80" fmla="*/ 9 w 817"/>
                <a:gd name="T81" fmla="*/ 1 h 944"/>
                <a:gd name="T82" fmla="*/ 9 w 817"/>
                <a:gd name="T83" fmla="*/ 2 h 944"/>
                <a:gd name="T84" fmla="*/ 9 w 817"/>
                <a:gd name="T85" fmla="*/ 3 h 944"/>
                <a:gd name="T86" fmla="*/ 10 w 817"/>
                <a:gd name="T87" fmla="*/ 5 h 944"/>
                <a:gd name="T88" fmla="*/ 12 w 817"/>
                <a:gd name="T89" fmla="*/ 7 h 944"/>
                <a:gd name="T90" fmla="*/ 12 w 817"/>
                <a:gd name="T91" fmla="*/ 9 h 944"/>
                <a:gd name="T92" fmla="*/ 13 w 817"/>
                <a:gd name="T93" fmla="*/ 10 h 944"/>
                <a:gd name="T94" fmla="*/ 13 w 817"/>
                <a:gd name="T95" fmla="*/ 11 h 944"/>
                <a:gd name="T96" fmla="*/ 13 w 817"/>
                <a:gd name="T97" fmla="*/ 11 h 944"/>
                <a:gd name="T98" fmla="*/ 13 w 817"/>
                <a:gd name="T99" fmla="*/ 12 h 944"/>
                <a:gd name="T100" fmla="*/ 13 w 817"/>
                <a:gd name="T101" fmla="*/ 12 h 944"/>
                <a:gd name="T102" fmla="*/ 12 w 817"/>
                <a:gd name="T103" fmla="*/ 12 h 944"/>
                <a:gd name="T104" fmla="*/ 12 w 817"/>
                <a:gd name="T105" fmla="*/ 13 h 944"/>
                <a:gd name="T106" fmla="*/ 12 w 817"/>
                <a:gd name="T107" fmla="*/ 13 h 944"/>
                <a:gd name="T108" fmla="*/ 11 w 817"/>
                <a:gd name="T109" fmla="*/ 13 h 944"/>
                <a:gd name="T110" fmla="*/ 11 w 817"/>
                <a:gd name="T111" fmla="*/ 14 h 94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17"/>
                <a:gd name="T169" fmla="*/ 0 h 944"/>
                <a:gd name="T170" fmla="*/ 817 w 817"/>
                <a:gd name="T171" fmla="*/ 944 h 94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17" h="944">
                  <a:moveTo>
                    <a:pt x="667" y="904"/>
                  </a:moveTo>
                  <a:lnTo>
                    <a:pt x="645" y="914"/>
                  </a:lnTo>
                  <a:lnTo>
                    <a:pt x="622" y="922"/>
                  </a:lnTo>
                  <a:lnTo>
                    <a:pt x="598" y="929"/>
                  </a:lnTo>
                  <a:lnTo>
                    <a:pt x="575" y="934"/>
                  </a:lnTo>
                  <a:lnTo>
                    <a:pt x="552" y="938"/>
                  </a:lnTo>
                  <a:lnTo>
                    <a:pt x="528" y="941"/>
                  </a:lnTo>
                  <a:lnTo>
                    <a:pt x="505" y="943"/>
                  </a:lnTo>
                  <a:lnTo>
                    <a:pt x="481" y="944"/>
                  </a:lnTo>
                  <a:lnTo>
                    <a:pt x="459" y="943"/>
                  </a:lnTo>
                  <a:lnTo>
                    <a:pt x="435" y="942"/>
                  </a:lnTo>
                  <a:lnTo>
                    <a:pt x="412" y="939"/>
                  </a:lnTo>
                  <a:lnTo>
                    <a:pt x="389" y="935"/>
                  </a:lnTo>
                  <a:lnTo>
                    <a:pt x="366" y="931"/>
                  </a:lnTo>
                  <a:lnTo>
                    <a:pt x="344" y="925"/>
                  </a:lnTo>
                  <a:lnTo>
                    <a:pt x="323" y="918"/>
                  </a:lnTo>
                  <a:lnTo>
                    <a:pt x="301" y="910"/>
                  </a:lnTo>
                  <a:lnTo>
                    <a:pt x="279" y="900"/>
                  </a:lnTo>
                  <a:lnTo>
                    <a:pt x="259" y="890"/>
                  </a:lnTo>
                  <a:lnTo>
                    <a:pt x="239" y="879"/>
                  </a:lnTo>
                  <a:lnTo>
                    <a:pt x="219" y="868"/>
                  </a:lnTo>
                  <a:lnTo>
                    <a:pt x="200" y="855"/>
                  </a:lnTo>
                  <a:lnTo>
                    <a:pt x="182" y="841"/>
                  </a:lnTo>
                  <a:lnTo>
                    <a:pt x="164" y="826"/>
                  </a:lnTo>
                  <a:lnTo>
                    <a:pt x="147" y="810"/>
                  </a:lnTo>
                  <a:lnTo>
                    <a:pt x="130" y="794"/>
                  </a:lnTo>
                  <a:lnTo>
                    <a:pt x="114" y="776"/>
                  </a:lnTo>
                  <a:lnTo>
                    <a:pt x="100" y="758"/>
                  </a:lnTo>
                  <a:lnTo>
                    <a:pt x="86" y="738"/>
                  </a:lnTo>
                  <a:lnTo>
                    <a:pt x="73" y="719"/>
                  </a:lnTo>
                  <a:lnTo>
                    <a:pt x="60" y="698"/>
                  </a:lnTo>
                  <a:lnTo>
                    <a:pt x="48" y="677"/>
                  </a:lnTo>
                  <a:lnTo>
                    <a:pt x="38" y="654"/>
                  </a:lnTo>
                  <a:lnTo>
                    <a:pt x="29" y="631"/>
                  </a:lnTo>
                  <a:lnTo>
                    <a:pt x="21" y="608"/>
                  </a:lnTo>
                  <a:lnTo>
                    <a:pt x="15" y="585"/>
                  </a:lnTo>
                  <a:lnTo>
                    <a:pt x="9" y="561"/>
                  </a:lnTo>
                  <a:lnTo>
                    <a:pt x="5" y="538"/>
                  </a:lnTo>
                  <a:lnTo>
                    <a:pt x="2" y="515"/>
                  </a:lnTo>
                  <a:lnTo>
                    <a:pt x="0" y="491"/>
                  </a:lnTo>
                  <a:lnTo>
                    <a:pt x="0" y="468"/>
                  </a:lnTo>
                  <a:lnTo>
                    <a:pt x="0" y="445"/>
                  </a:lnTo>
                  <a:lnTo>
                    <a:pt x="2" y="422"/>
                  </a:lnTo>
                  <a:lnTo>
                    <a:pt x="4" y="398"/>
                  </a:lnTo>
                  <a:lnTo>
                    <a:pt x="8" y="376"/>
                  </a:lnTo>
                  <a:lnTo>
                    <a:pt x="13" y="354"/>
                  </a:lnTo>
                  <a:lnTo>
                    <a:pt x="19" y="331"/>
                  </a:lnTo>
                  <a:lnTo>
                    <a:pt x="26" y="309"/>
                  </a:lnTo>
                  <a:lnTo>
                    <a:pt x="34" y="288"/>
                  </a:lnTo>
                  <a:lnTo>
                    <a:pt x="42" y="267"/>
                  </a:lnTo>
                  <a:lnTo>
                    <a:pt x="52" y="245"/>
                  </a:lnTo>
                  <a:lnTo>
                    <a:pt x="63" y="225"/>
                  </a:lnTo>
                  <a:lnTo>
                    <a:pt x="76" y="206"/>
                  </a:lnTo>
                  <a:lnTo>
                    <a:pt x="89" y="187"/>
                  </a:lnTo>
                  <a:lnTo>
                    <a:pt x="103" y="168"/>
                  </a:lnTo>
                  <a:lnTo>
                    <a:pt x="117" y="150"/>
                  </a:lnTo>
                  <a:lnTo>
                    <a:pt x="133" y="133"/>
                  </a:lnTo>
                  <a:lnTo>
                    <a:pt x="150" y="117"/>
                  </a:lnTo>
                  <a:lnTo>
                    <a:pt x="167" y="102"/>
                  </a:lnTo>
                  <a:lnTo>
                    <a:pt x="185" y="86"/>
                  </a:lnTo>
                  <a:lnTo>
                    <a:pt x="204" y="72"/>
                  </a:lnTo>
                  <a:lnTo>
                    <a:pt x="225" y="59"/>
                  </a:lnTo>
                  <a:lnTo>
                    <a:pt x="246" y="47"/>
                  </a:lnTo>
                  <a:lnTo>
                    <a:pt x="267" y="36"/>
                  </a:lnTo>
                  <a:lnTo>
                    <a:pt x="289" y="26"/>
                  </a:lnTo>
                  <a:lnTo>
                    <a:pt x="312" y="17"/>
                  </a:lnTo>
                  <a:lnTo>
                    <a:pt x="333" y="9"/>
                  </a:lnTo>
                  <a:lnTo>
                    <a:pt x="353" y="4"/>
                  </a:lnTo>
                  <a:lnTo>
                    <a:pt x="372" y="1"/>
                  </a:lnTo>
                  <a:lnTo>
                    <a:pt x="392" y="0"/>
                  </a:lnTo>
                  <a:lnTo>
                    <a:pt x="409" y="0"/>
                  </a:lnTo>
                  <a:lnTo>
                    <a:pt x="426" y="2"/>
                  </a:lnTo>
                  <a:lnTo>
                    <a:pt x="442" y="5"/>
                  </a:lnTo>
                  <a:lnTo>
                    <a:pt x="458" y="10"/>
                  </a:lnTo>
                  <a:lnTo>
                    <a:pt x="473" y="17"/>
                  </a:lnTo>
                  <a:lnTo>
                    <a:pt x="487" y="25"/>
                  </a:lnTo>
                  <a:lnTo>
                    <a:pt x="500" y="34"/>
                  </a:lnTo>
                  <a:lnTo>
                    <a:pt x="513" y="44"/>
                  </a:lnTo>
                  <a:lnTo>
                    <a:pt x="525" y="55"/>
                  </a:lnTo>
                  <a:lnTo>
                    <a:pt x="538" y="68"/>
                  </a:lnTo>
                  <a:lnTo>
                    <a:pt x="549" y="81"/>
                  </a:lnTo>
                  <a:lnTo>
                    <a:pt x="560" y="97"/>
                  </a:lnTo>
                  <a:lnTo>
                    <a:pt x="571" y="113"/>
                  </a:lnTo>
                  <a:lnTo>
                    <a:pt x="581" y="129"/>
                  </a:lnTo>
                  <a:lnTo>
                    <a:pt x="591" y="146"/>
                  </a:lnTo>
                  <a:lnTo>
                    <a:pt x="612" y="184"/>
                  </a:lnTo>
                  <a:lnTo>
                    <a:pt x="630" y="223"/>
                  </a:lnTo>
                  <a:lnTo>
                    <a:pt x="667" y="309"/>
                  </a:lnTo>
                  <a:lnTo>
                    <a:pt x="705" y="399"/>
                  </a:lnTo>
                  <a:lnTo>
                    <a:pt x="743" y="486"/>
                  </a:lnTo>
                  <a:lnTo>
                    <a:pt x="777" y="565"/>
                  </a:lnTo>
                  <a:lnTo>
                    <a:pt x="791" y="603"/>
                  </a:lnTo>
                  <a:lnTo>
                    <a:pt x="803" y="638"/>
                  </a:lnTo>
                  <a:lnTo>
                    <a:pt x="808" y="655"/>
                  </a:lnTo>
                  <a:lnTo>
                    <a:pt x="811" y="672"/>
                  </a:lnTo>
                  <a:lnTo>
                    <a:pt x="814" y="688"/>
                  </a:lnTo>
                  <a:lnTo>
                    <a:pt x="816" y="704"/>
                  </a:lnTo>
                  <a:lnTo>
                    <a:pt x="817" y="719"/>
                  </a:lnTo>
                  <a:lnTo>
                    <a:pt x="817" y="734"/>
                  </a:lnTo>
                  <a:lnTo>
                    <a:pt x="816" y="749"/>
                  </a:lnTo>
                  <a:lnTo>
                    <a:pt x="813" y="763"/>
                  </a:lnTo>
                  <a:lnTo>
                    <a:pt x="810" y="777"/>
                  </a:lnTo>
                  <a:lnTo>
                    <a:pt x="805" y="790"/>
                  </a:lnTo>
                  <a:lnTo>
                    <a:pt x="798" y="803"/>
                  </a:lnTo>
                  <a:lnTo>
                    <a:pt x="791" y="816"/>
                  </a:lnTo>
                  <a:lnTo>
                    <a:pt x="781" y="829"/>
                  </a:lnTo>
                  <a:lnTo>
                    <a:pt x="771" y="841"/>
                  </a:lnTo>
                  <a:lnTo>
                    <a:pt x="757" y="852"/>
                  </a:lnTo>
                  <a:lnTo>
                    <a:pt x="743" y="863"/>
                  </a:lnTo>
                  <a:lnTo>
                    <a:pt x="727" y="874"/>
                  </a:lnTo>
                  <a:lnTo>
                    <a:pt x="709" y="884"/>
                  </a:lnTo>
                  <a:lnTo>
                    <a:pt x="690" y="895"/>
                  </a:lnTo>
                  <a:lnTo>
                    <a:pt x="667" y="904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0" name="Freeform 666"/>
            <p:cNvSpPr>
              <a:spLocks/>
            </p:cNvSpPr>
            <p:nvPr/>
          </p:nvSpPr>
          <p:spPr bwMode="auto">
            <a:xfrm>
              <a:off x="2794" y="2932"/>
              <a:ext cx="102" cy="117"/>
            </a:xfrm>
            <a:custGeom>
              <a:avLst/>
              <a:gdLst>
                <a:gd name="T0" fmla="*/ 10 w 817"/>
                <a:gd name="T1" fmla="*/ 14 h 944"/>
                <a:gd name="T2" fmla="*/ 9 w 817"/>
                <a:gd name="T3" fmla="*/ 14 h 944"/>
                <a:gd name="T4" fmla="*/ 9 w 817"/>
                <a:gd name="T5" fmla="*/ 14 h 944"/>
                <a:gd name="T6" fmla="*/ 8 w 817"/>
                <a:gd name="T7" fmla="*/ 15 h 944"/>
                <a:gd name="T8" fmla="*/ 7 w 817"/>
                <a:gd name="T9" fmla="*/ 15 h 944"/>
                <a:gd name="T10" fmla="*/ 6 w 817"/>
                <a:gd name="T11" fmla="*/ 14 h 944"/>
                <a:gd name="T12" fmla="*/ 6 w 817"/>
                <a:gd name="T13" fmla="*/ 14 h 944"/>
                <a:gd name="T14" fmla="*/ 5 w 817"/>
                <a:gd name="T15" fmla="*/ 14 h 944"/>
                <a:gd name="T16" fmla="*/ 4 w 817"/>
                <a:gd name="T17" fmla="*/ 14 h 944"/>
                <a:gd name="T18" fmla="*/ 4 w 817"/>
                <a:gd name="T19" fmla="*/ 14 h 944"/>
                <a:gd name="T20" fmla="*/ 3 w 817"/>
                <a:gd name="T21" fmla="*/ 13 h 944"/>
                <a:gd name="T22" fmla="*/ 2 w 817"/>
                <a:gd name="T23" fmla="*/ 13 h 944"/>
                <a:gd name="T24" fmla="*/ 2 w 817"/>
                <a:gd name="T25" fmla="*/ 12 h 944"/>
                <a:gd name="T26" fmla="*/ 1 w 817"/>
                <a:gd name="T27" fmla="*/ 12 h 944"/>
                <a:gd name="T28" fmla="*/ 1 w 817"/>
                <a:gd name="T29" fmla="*/ 11 h 944"/>
                <a:gd name="T30" fmla="*/ 1 w 817"/>
                <a:gd name="T31" fmla="*/ 10 h 944"/>
                <a:gd name="T32" fmla="*/ 0 w 817"/>
                <a:gd name="T33" fmla="*/ 10 h 944"/>
                <a:gd name="T34" fmla="*/ 0 w 817"/>
                <a:gd name="T35" fmla="*/ 9 h 944"/>
                <a:gd name="T36" fmla="*/ 0 w 817"/>
                <a:gd name="T37" fmla="*/ 8 h 944"/>
                <a:gd name="T38" fmla="*/ 0 w 817"/>
                <a:gd name="T39" fmla="*/ 8 h 944"/>
                <a:gd name="T40" fmla="*/ 0 w 817"/>
                <a:gd name="T41" fmla="*/ 7 h 944"/>
                <a:gd name="T42" fmla="*/ 0 w 817"/>
                <a:gd name="T43" fmla="*/ 6 h 944"/>
                <a:gd name="T44" fmla="*/ 0 w 817"/>
                <a:gd name="T45" fmla="*/ 5 h 944"/>
                <a:gd name="T46" fmla="*/ 0 w 817"/>
                <a:gd name="T47" fmla="*/ 5 h 944"/>
                <a:gd name="T48" fmla="*/ 1 w 817"/>
                <a:gd name="T49" fmla="*/ 4 h 944"/>
                <a:gd name="T50" fmla="*/ 1 w 817"/>
                <a:gd name="T51" fmla="*/ 3 h 944"/>
                <a:gd name="T52" fmla="*/ 1 w 817"/>
                <a:gd name="T53" fmla="*/ 3 h 944"/>
                <a:gd name="T54" fmla="*/ 2 w 817"/>
                <a:gd name="T55" fmla="*/ 2 h 944"/>
                <a:gd name="T56" fmla="*/ 2 w 817"/>
                <a:gd name="T57" fmla="*/ 2 h 944"/>
                <a:gd name="T58" fmla="*/ 3 w 817"/>
                <a:gd name="T59" fmla="*/ 1 h 944"/>
                <a:gd name="T60" fmla="*/ 3 w 817"/>
                <a:gd name="T61" fmla="*/ 1 h 944"/>
                <a:gd name="T62" fmla="*/ 4 w 817"/>
                <a:gd name="T63" fmla="*/ 0 h 944"/>
                <a:gd name="T64" fmla="*/ 5 w 817"/>
                <a:gd name="T65" fmla="*/ 0 h 944"/>
                <a:gd name="T66" fmla="*/ 5 w 817"/>
                <a:gd name="T67" fmla="*/ 0 h 944"/>
                <a:gd name="T68" fmla="*/ 6 w 817"/>
                <a:gd name="T69" fmla="*/ 0 h 944"/>
                <a:gd name="T70" fmla="*/ 7 w 817"/>
                <a:gd name="T71" fmla="*/ 0 h 944"/>
                <a:gd name="T72" fmla="*/ 7 w 817"/>
                <a:gd name="T73" fmla="*/ 0 h 944"/>
                <a:gd name="T74" fmla="*/ 8 w 817"/>
                <a:gd name="T75" fmla="*/ 0 h 944"/>
                <a:gd name="T76" fmla="*/ 8 w 817"/>
                <a:gd name="T77" fmla="*/ 1 h 944"/>
                <a:gd name="T78" fmla="*/ 8 w 817"/>
                <a:gd name="T79" fmla="*/ 1 h 944"/>
                <a:gd name="T80" fmla="*/ 9 w 817"/>
                <a:gd name="T81" fmla="*/ 1 h 944"/>
                <a:gd name="T82" fmla="*/ 9 w 817"/>
                <a:gd name="T83" fmla="*/ 2 h 944"/>
                <a:gd name="T84" fmla="*/ 9 w 817"/>
                <a:gd name="T85" fmla="*/ 3 h 944"/>
                <a:gd name="T86" fmla="*/ 10 w 817"/>
                <a:gd name="T87" fmla="*/ 5 h 944"/>
                <a:gd name="T88" fmla="*/ 12 w 817"/>
                <a:gd name="T89" fmla="*/ 7 h 944"/>
                <a:gd name="T90" fmla="*/ 12 w 817"/>
                <a:gd name="T91" fmla="*/ 9 h 944"/>
                <a:gd name="T92" fmla="*/ 13 w 817"/>
                <a:gd name="T93" fmla="*/ 10 h 944"/>
                <a:gd name="T94" fmla="*/ 13 w 817"/>
                <a:gd name="T95" fmla="*/ 11 h 944"/>
                <a:gd name="T96" fmla="*/ 13 w 817"/>
                <a:gd name="T97" fmla="*/ 11 h 944"/>
                <a:gd name="T98" fmla="*/ 13 w 817"/>
                <a:gd name="T99" fmla="*/ 12 h 944"/>
                <a:gd name="T100" fmla="*/ 13 w 817"/>
                <a:gd name="T101" fmla="*/ 12 h 944"/>
                <a:gd name="T102" fmla="*/ 12 w 817"/>
                <a:gd name="T103" fmla="*/ 12 h 944"/>
                <a:gd name="T104" fmla="*/ 12 w 817"/>
                <a:gd name="T105" fmla="*/ 13 h 944"/>
                <a:gd name="T106" fmla="*/ 12 w 817"/>
                <a:gd name="T107" fmla="*/ 13 h 944"/>
                <a:gd name="T108" fmla="*/ 11 w 817"/>
                <a:gd name="T109" fmla="*/ 13 h 944"/>
                <a:gd name="T110" fmla="*/ 11 w 817"/>
                <a:gd name="T111" fmla="*/ 14 h 94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17"/>
                <a:gd name="T169" fmla="*/ 0 h 944"/>
                <a:gd name="T170" fmla="*/ 817 w 817"/>
                <a:gd name="T171" fmla="*/ 944 h 94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17" h="944">
                  <a:moveTo>
                    <a:pt x="667" y="904"/>
                  </a:moveTo>
                  <a:lnTo>
                    <a:pt x="645" y="914"/>
                  </a:lnTo>
                  <a:lnTo>
                    <a:pt x="622" y="922"/>
                  </a:lnTo>
                  <a:lnTo>
                    <a:pt x="598" y="929"/>
                  </a:lnTo>
                  <a:lnTo>
                    <a:pt x="575" y="934"/>
                  </a:lnTo>
                  <a:lnTo>
                    <a:pt x="552" y="938"/>
                  </a:lnTo>
                  <a:lnTo>
                    <a:pt x="528" y="941"/>
                  </a:lnTo>
                  <a:lnTo>
                    <a:pt x="505" y="943"/>
                  </a:lnTo>
                  <a:lnTo>
                    <a:pt x="481" y="944"/>
                  </a:lnTo>
                  <a:lnTo>
                    <a:pt x="459" y="943"/>
                  </a:lnTo>
                  <a:lnTo>
                    <a:pt x="435" y="942"/>
                  </a:lnTo>
                  <a:lnTo>
                    <a:pt x="412" y="939"/>
                  </a:lnTo>
                  <a:lnTo>
                    <a:pt x="389" y="935"/>
                  </a:lnTo>
                  <a:lnTo>
                    <a:pt x="366" y="931"/>
                  </a:lnTo>
                  <a:lnTo>
                    <a:pt x="344" y="925"/>
                  </a:lnTo>
                  <a:lnTo>
                    <a:pt x="323" y="918"/>
                  </a:lnTo>
                  <a:lnTo>
                    <a:pt x="301" y="910"/>
                  </a:lnTo>
                  <a:lnTo>
                    <a:pt x="279" y="900"/>
                  </a:lnTo>
                  <a:lnTo>
                    <a:pt x="259" y="890"/>
                  </a:lnTo>
                  <a:lnTo>
                    <a:pt x="239" y="879"/>
                  </a:lnTo>
                  <a:lnTo>
                    <a:pt x="219" y="868"/>
                  </a:lnTo>
                  <a:lnTo>
                    <a:pt x="200" y="855"/>
                  </a:lnTo>
                  <a:lnTo>
                    <a:pt x="182" y="841"/>
                  </a:lnTo>
                  <a:lnTo>
                    <a:pt x="164" y="826"/>
                  </a:lnTo>
                  <a:lnTo>
                    <a:pt x="147" y="810"/>
                  </a:lnTo>
                  <a:lnTo>
                    <a:pt x="130" y="794"/>
                  </a:lnTo>
                  <a:lnTo>
                    <a:pt x="114" y="776"/>
                  </a:lnTo>
                  <a:lnTo>
                    <a:pt x="100" y="758"/>
                  </a:lnTo>
                  <a:lnTo>
                    <a:pt x="86" y="738"/>
                  </a:lnTo>
                  <a:lnTo>
                    <a:pt x="73" y="719"/>
                  </a:lnTo>
                  <a:lnTo>
                    <a:pt x="60" y="698"/>
                  </a:lnTo>
                  <a:lnTo>
                    <a:pt x="48" y="677"/>
                  </a:lnTo>
                  <a:lnTo>
                    <a:pt x="38" y="654"/>
                  </a:lnTo>
                  <a:lnTo>
                    <a:pt x="29" y="631"/>
                  </a:lnTo>
                  <a:lnTo>
                    <a:pt x="21" y="608"/>
                  </a:lnTo>
                  <a:lnTo>
                    <a:pt x="15" y="585"/>
                  </a:lnTo>
                  <a:lnTo>
                    <a:pt x="9" y="561"/>
                  </a:lnTo>
                  <a:lnTo>
                    <a:pt x="5" y="538"/>
                  </a:lnTo>
                  <a:lnTo>
                    <a:pt x="2" y="515"/>
                  </a:lnTo>
                  <a:lnTo>
                    <a:pt x="0" y="491"/>
                  </a:lnTo>
                  <a:lnTo>
                    <a:pt x="0" y="468"/>
                  </a:lnTo>
                  <a:lnTo>
                    <a:pt x="0" y="445"/>
                  </a:lnTo>
                  <a:lnTo>
                    <a:pt x="2" y="422"/>
                  </a:lnTo>
                  <a:lnTo>
                    <a:pt x="4" y="398"/>
                  </a:lnTo>
                  <a:lnTo>
                    <a:pt x="8" y="376"/>
                  </a:lnTo>
                  <a:lnTo>
                    <a:pt x="13" y="354"/>
                  </a:lnTo>
                  <a:lnTo>
                    <a:pt x="19" y="331"/>
                  </a:lnTo>
                  <a:lnTo>
                    <a:pt x="26" y="309"/>
                  </a:lnTo>
                  <a:lnTo>
                    <a:pt x="34" y="288"/>
                  </a:lnTo>
                  <a:lnTo>
                    <a:pt x="42" y="267"/>
                  </a:lnTo>
                  <a:lnTo>
                    <a:pt x="52" y="245"/>
                  </a:lnTo>
                  <a:lnTo>
                    <a:pt x="63" y="225"/>
                  </a:lnTo>
                  <a:lnTo>
                    <a:pt x="76" y="206"/>
                  </a:lnTo>
                  <a:lnTo>
                    <a:pt x="89" y="187"/>
                  </a:lnTo>
                  <a:lnTo>
                    <a:pt x="103" y="168"/>
                  </a:lnTo>
                  <a:lnTo>
                    <a:pt x="117" y="150"/>
                  </a:lnTo>
                  <a:lnTo>
                    <a:pt x="133" y="133"/>
                  </a:lnTo>
                  <a:lnTo>
                    <a:pt x="150" y="117"/>
                  </a:lnTo>
                  <a:lnTo>
                    <a:pt x="167" y="102"/>
                  </a:lnTo>
                  <a:lnTo>
                    <a:pt x="185" y="86"/>
                  </a:lnTo>
                  <a:lnTo>
                    <a:pt x="204" y="72"/>
                  </a:lnTo>
                  <a:lnTo>
                    <a:pt x="225" y="59"/>
                  </a:lnTo>
                  <a:lnTo>
                    <a:pt x="246" y="47"/>
                  </a:lnTo>
                  <a:lnTo>
                    <a:pt x="267" y="36"/>
                  </a:lnTo>
                  <a:lnTo>
                    <a:pt x="289" y="26"/>
                  </a:lnTo>
                  <a:lnTo>
                    <a:pt x="312" y="17"/>
                  </a:lnTo>
                  <a:lnTo>
                    <a:pt x="333" y="9"/>
                  </a:lnTo>
                  <a:lnTo>
                    <a:pt x="353" y="4"/>
                  </a:lnTo>
                  <a:lnTo>
                    <a:pt x="372" y="1"/>
                  </a:lnTo>
                  <a:lnTo>
                    <a:pt x="392" y="0"/>
                  </a:lnTo>
                  <a:lnTo>
                    <a:pt x="409" y="0"/>
                  </a:lnTo>
                  <a:lnTo>
                    <a:pt x="426" y="2"/>
                  </a:lnTo>
                  <a:lnTo>
                    <a:pt x="442" y="5"/>
                  </a:lnTo>
                  <a:lnTo>
                    <a:pt x="458" y="10"/>
                  </a:lnTo>
                  <a:lnTo>
                    <a:pt x="473" y="17"/>
                  </a:lnTo>
                  <a:lnTo>
                    <a:pt x="487" y="25"/>
                  </a:lnTo>
                  <a:lnTo>
                    <a:pt x="500" y="34"/>
                  </a:lnTo>
                  <a:lnTo>
                    <a:pt x="513" y="44"/>
                  </a:lnTo>
                  <a:lnTo>
                    <a:pt x="525" y="55"/>
                  </a:lnTo>
                  <a:lnTo>
                    <a:pt x="538" y="68"/>
                  </a:lnTo>
                  <a:lnTo>
                    <a:pt x="549" y="81"/>
                  </a:lnTo>
                  <a:lnTo>
                    <a:pt x="560" y="97"/>
                  </a:lnTo>
                  <a:lnTo>
                    <a:pt x="571" y="113"/>
                  </a:lnTo>
                  <a:lnTo>
                    <a:pt x="581" y="129"/>
                  </a:lnTo>
                  <a:lnTo>
                    <a:pt x="591" y="146"/>
                  </a:lnTo>
                  <a:lnTo>
                    <a:pt x="612" y="184"/>
                  </a:lnTo>
                  <a:lnTo>
                    <a:pt x="630" y="223"/>
                  </a:lnTo>
                  <a:lnTo>
                    <a:pt x="667" y="309"/>
                  </a:lnTo>
                  <a:lnTo>
                    <a:pt x="705" y="399"/>
                  </a:lnTo>
                  <a:lnTo>
                    <a:pt x="743" y="486"/>
                  </a:lnTo>
                  <a:lnTo>
                    <a:pt x="777" y="565"/>
                  </a:lnTo>
                  <a:lnTo>
                    <a:pt x="791" y="603"/>
                  </a:lnTo>
                  <a:lnTo>
                    <a:pt x="803" y="638"/>
                  </a:lnTo>
                  <a:lnTo>
                    <a:pt x="808" y="655"/>
                  </a:lnTo>
                  <a:lnTo>
                    <a:pt x="811" y="672"/>
                  </a:lnTo>
                  <a:lnTo>
                    <a:pt x="814" y="688"/>
                  </a:lnTo>
                  <a:lnTo>
                    <a:pt x="816" y="704"/>
                  </a:lnTo>
                  <a:lnTo>
                    <a:pt x="817" y="719"/>
                  </a:lnTo>
                  <a:lnTo>
                    <a:pt x="817" y="734"/>
                  </a:lnTo>
                  <a:lnTo>
                    <a:pt x="816" y="749"/>
                  </a:lnTo>
                  <a:lnTo>
                    <a:pt x="813" y="763"/>
                  </a:lnTo>
                  <a:lnTo>
                    <a:pt x="810" y="777"/>
                  </a:lnTo>
                  <a:lnTo>
                    <a:pt x="805" y="790"/>
                  </a:lnTo>
                  <a:lnTo>
                    <a:pt x="798" y="803"/>
                  </a:lnTo>
                  <a:lnTo>
                    <a:pt x="791" y="816"/>
                  </a:lnTo>
                  <a:lnTo>
                    <a:pt x="781" y="829"/>
                  </a:lnTo>
                  <a:lnTo>
                    <a:pt x="771" y="841"/>
                  </a:lnTo>
                  <a:lnTo>
                    <a:pt x="757" y="852"/>
                  </a:lnTo>
                  <a:lnTo>
                    <a:pt x="743" y="863"/>
                  </a:lnTo>
                  <a:lnTo>
                    <a:pt x="727" y="874"/>
                  </a:lnTo>
                  <a:lnTo>
                    <a:pt x="709" y="884"/>
                  </a:lnTo>
                  <a:lnTo>
                    <a:pt x="690" y="895"/>
                  </a:lnTo>
                  <a:lnTo>
                    <a:pt x="667" y="904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1" name="Freeform 667"/>
            <p:cNvSpPr>
              <a:spLocks/>
            </p:cNvSpPr>
            <p:nvPr/>
          </p:nvSpPr>
          <p:spPr bwMode="auto">
            <a:xfrm>
              <a:off x="2564" y="3275"/>
              <a:ext cx="93" cy="120"/>
            </a:xfrm>
            <a:custGeom>
              <a:avLst/>
              <a:gdLst>
                <a:gd name="T0" fmla="*/ 6 w 745"/>
                <a:gd name="T1" fmla="*/ 0 h 957"/>
                <a:gd name="T2" fmla="*/ 6 w 745"/>
                <a:gd name="T3" fmla="*/ 0 h 957"/>
                <a:gd name="T4" fmla="*/ 7 w 745"/>
                <a:gd name="T5" fmla="*/ 1 h 957"/>
                <a:gd name="T6" fmla="*/ 8 w 745"/>
                <a:gd name="T7" fmla="*/ 1 h 957"/>
                <a:gd name="T8" fmla="*/ 8 w 745"/>
                <a:gd name="T9" fmla="*/ 1 h 957"/>
                <a:gd name="T10" fmla="*/ 9 w 745"/>
                <a:gd name="T11" fmla="*/ 2 h 957"/>
                <a:gd name="T12" fmla="*/ 9 w 745"/>
                <a:gd name="T13" fmla="*/ 2 h 957"/>
                <a:gd name="T14" fmla="*/ 10 w 745"/>
                <a:gd name="T15" fmla="*/ 3 h 957"/>
                <a:gd name="T16" fmla="*/ 10 w 745"/>
                <a:gd name="T17" fmla="*/ 3 h 957"/>
                <a:gd name="T18" fmla="*/ 11 w 745"/>
                <a:gd name="T19" fmla="*/ 4 h 957"/>
                <a:gd name="T20" fmla="*/ 11 w 745"/>
                <a:gd name="T21" fmla="*/ 5 h 957"/>
                <a:gd name="T22" fmla="*/ 11 w 745"/>
                <a:gd name="T23" fmla="*/ 5 h 957"/>
                <a:gd name="T24" fmla="*/ 11 w 745"/>
                <a:gd name="T25" fmla="*/ 6 h 957"/>
                <a:gd name="T26" fmla="*/ 12 w 745"/>
                <a:gd name="T27" fmla="*/ 7 h 957"/>
                <a:gd name="T28" fmla="*/ 12 w 745"/>
                <a:gd name="T29" fmla="*/ 8 h 957"/>
                <a:gd name="T30" fmla="*/ 12 w 745"/>
                <a:gd name="T31" fmla="*/ 8 h 957"/>
                <a:gd name="T32" fmla="*/ 11 w 745"/>
                <a:gd name="T33" fmla="*/ 9 h 957"/>
                <a:gd name="T34" fmla="*/ 11 w 745"/>
                <a:gd name="T35" fmla="*/ 10 h 957"/>
                <a:gd name="T36" fmla="*/ 11 w 745"/>
                <a:gd name="T37" fmla="*/ 11 h 957"/>
                <a:gd name="T38" fmla="*/ 11 w 745"/>
                <a:gd name="T39" fmla="*/ 11 h 957"/>
                <a:gd name="T40" fmla="*/ 10 w 745"/>
                <a:gd name="T41" fmla="*/ 12 h 957"/>
                <a:gd name="T42" fmla="*/ 10 w 745"/>
                <a:gd name="T43" fmla="*/ 12 h 957"/>
                <a:gd name="T44" fmla="*/ 9 w 745"/>
                <a:gd name="T45" fmla="*/ 13 h 957"/>
                <a:gd name="T46" fmla="*/ 9 w 745"/>
                <a:gd name="T47" fmla="*/ 13 h 957"/>
                <a:gd name="T48" fmla="*/ 8 w 745"/>
                <a:gd name="T49" fmla="*/ 14 h 957"/>
                <a:gd name="T50" fmla="*/ 8 w 745"/>
                <a:gd name="T51" fmla="*/ 14 h 957"/>
                <a:gd name="T52" fmla="*/ 7 w 745"/>
                <a:gd name="T53" fmla="*/ 15 h 957"/>
                <a:gd name="T54" fmla="*/ 6 w 745"/>
                <a:gd name="T55" fmla="*/ 15 h 957"/>
                <a:gd name="T56" fmla="*/ 6 w 745"/>
                <a:gd name="T57" fmla="*/ 15 h 957"/>
                <a:gd name="T58" fmla="*/ 5 w 745"/>
                <a:gd name="T59" fmla="*/ 15 h 957"/>
                <a:gd name="T60" fmla="*/ 4 w 745"/>
                <a:gd name="T61" fmla="*/ 15 h 957"/>
                <a:gd name="T62" fmla="*/ 3 w 745"/>
                <a:gd name="T63" fmla="*/ 15 h 957"/>
                <a:gd name="T64" fmla="*/ 3 w 745"/>
                <a:gd name="T65" fmla="*/ 15 h 957"/>
                <a:gd name="T66" fmla="*/ 2 w 745"/>
                <a:gd name="T67" fmla="*/ 15 h 957"/>
                <a:gd name="T68" fmla="*/ 1 w 745"/>
                <a:gd name="T69" fmla="*/ 14 h 957"/>
                <a:gd name="T70" fmla="*/ 1 w 745"/>
                <a:gd name="T71" fmla="*/ 14 h 957"/>
                <a:gd name="T72" fmla="*/ 1 w 745"/>
                <a:gd name="T73" fmla="*/ 14 h 957"/>
                <a:gd name="T74" fmla="*/ 0 w 745"/>
                <a:gd name="T75" fmla="*/ 13 h 957"/>
                <a:gd name="T76" fmla="*/ 0 w 745"/>
                <a:gd name="T77" fmla="*/ 13 h 957"/>
                <a:gd name="T78" fmla="*/ 0 w 745"/>
                <a:gd name="T79" fmla="*/ 12 h 957"/>
                <a:gd name="T80" fmla="*/ 0 w 745"/>
                <a:gd name="T81" fmla="*/ 12 h 957"/>
                <a:gd name="T82" fmla="*/ 0 w 745"/>
                <a:gd name="T83" fmla="*/ 11 h 957"/>
                <a:gd name="T84" fmla="*/ 0 w 745"/>
                <a:gd name="T85" fmla="*/ 10 h 957"/>
                <a:gd name="T86" fmla="*/ 0 w 745"/>
                <a:gd name="T87" fmla="*/ 8 h 957"/>
                <a:gd name="T88" fmla="*/ 1 w 745"/>
                <a:gd name="T89" fmla="*/ 5 h 957"/>
                <a:gd name="T90" fmla="*/ 1 w 745"/>
                <a:gd name="T91" fmla="*/ 3 h 957"/>
                <a:gd name="T92" fmla="*/ 1 w 745"/>
                <a:gd name="T93" fmla="*/ 2 h 957"/>
                <a:gd name="T94" fmla="*/ 1 w 745"/>
                <a:gd name="T95" fmla="*/ 2 h 957"/>
                <a:gd name="T96" fmla="*/ 2 w 745"/>
                <a:gd name="T97" fmla="*/ 1 h 957"/>
                <a:gd name="T98" fmla="*/ 2 w 745"/>
                <a:gd name="T99" fmla="*/ 1 h 957"/>
                <a:gd name="T100" fmla="*/ 2 w 745"/>
                <a:gd name="T101" fmla="*/ 1 h 957"/>
                <a:gd name="T102" fmla="*/ 3 w 745"/>
                <a:gd name="T103" fmla="*/ 0 h 957"/>
                <a:gd name="T104" fmla="*/ 3 w 745"/>
                <a:gd name="T105" fmla="*/ 0 h 957"/>
                <a:gd name="T106" fmla="*/ 4 w 745"/>
                <a:gd name="T107" fmla="*/ 0 h 957"/>
                <a:gd name="T108" fmla="*/ 4 w 745"/>
                <a:gd name="T109" fmla="*/ 0 h 957"/>
                <a:gd name="T110" fmla="*/ 5 w 745"/>
                <a:gd name="T111" fmla="*/ 0 h 95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45"/>
                <a:gd name="T169" fmla="*/ 0 h 957"/>
                <a:gd name="T170" fmla="*/ 745 w 745"/>
                <a:gd name="T171" fmla="*/ 957 h 95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45" h="957">
                  <a:moveTo>
                    <a:pt x="339" y="5"/>
                  </a:moveTo>
                  <a:lnTo>
                    <a:pt x="363" y="10"/>
                  </a:lnTo>
                  <a:lnTo>
                    <a:pt x="388" y="15"/>
                  </a:lnTo>
                  <a:lnTo>
                    <a:pt x="411" y="23"/>
                  </a:lnTo>
                  <a:lnTo>
                    <a:pt x="433" y="30"/>
                  </a:lnTo>
                  <a:lnTo>
                    <a:pt x="456" y="39"/>
                  </a:lnTo>
                  <a:lnTo>
                    <a:pt x="477" y="49"/>
                  </a:lnTo>
                  <a:lnTo>
                    <a:pt x="498" y="60"/>
                  </a:lnTo>
                  <a:lnTo>
                    <a:pt x="517" y="71"/>
                  </a:lnTo>
                  <a:lnTo>
                    <a:pt x="538" y="84"/>
                  </a:lnTo>
                  <a:lnTo>
                    <a:pt x="556" y="97"/>
                  </a:lnTo>
                  <a:lnTo>
                    <a:pt x="574" y="113"/>
                  </a:lnTo>
                  <a:lnTo>
                    <a:pt x="591" y="128"/>
                  </a:lnTo>
                  <a:lnTo>
                    <a:pt x="608" y="144"/>
                  </a:lnTo>
                  <a:lnTo>
                    <a:pt x="624" y="160"/>
                  </a:lnTo>
                  <a:lnTo>
                    <a:pt x="639" y="177"/>
                  </a:lnTo>
                  <a:lnTo>
                    <a:pt x="652" y="196"/>
                  </a:lnTo>
                  <a:lnTo>
                    <a:pt x="665" y="215"/>
                  </a:lnTo>
                  <a:lnTo>
                    <a:pt x="678" y="234"/>
                  </a:lnTo>
                  <a:lnTo>
                    <a:pt x="689" y="254"/>
                  </a:lnTo>
                  <a:lnTo>
                    <a:pt x="700" y="276"/>
                  </a:lnTo>
                  <a:lnTo>
                    <a:pt x="709" y="296"/>
                  </a:lnTo>
                  <a:lnTo>
                    <a:pt x="717" y="318"/>
                  </a:lnTo>
                  <a:lnTo>
                    <a:pt x="724" y="339"/>
                  </a:lnTo>
                  <a:lnTo>
                    <a:pt x="730" y="363"/>
                  </a:lnTo>
                  <a:lnTo>
                    <a:pt x="735" y="385"/>
                  </a:lnTo>
                  <a:lnTo>
                    <a:pt x="739" y="408"/>
                  </a:lnTo>
                  <a:lnTo>
                    <a:pt x="742" y="432"/>
                  </a:lnTo>
                  <a:lnTo>
                    <a:pt x="744" y="455"/>
                  </a:lnTo>
                  <a:lnTo>
                    <a:pt x="745" y="479"/>
                  </a:lnTo>
                  <a:lnTo>
                    <a:pt x="744" y="503"/>
                  </a:lnTo>
                  <a:lnTo>
                    <a:pt x="742" y="528"/>
                  </a:lnTo>
                  <a:lnTo>
                    <a:pt x="739" y="552"/>
                  </a:lnTo>
                  <a:lnTo>
                    <a:pt x="735" y="576"/>
                  </a:lnTo>
                  <a:lnTo>
                    <a:pt x="729" y="601"/>
                  </a:lnTo>
                  <a:lnTo>
                    <a:pt x="722" y="623"/>
                  </a:lnTo>
                  <a:lnTo>
                    <a:pt x="715" y="646"/>
                  </a:lnTo>
                  <a:lnTo>
                    <a:pt x="706" y="669"/>
                  </a:lnTo>
                  <a:lnTo>
                    <a:pt x="696" y="690"/>
                  </a:lnTo>
                  <a:lnTo>
                    <a:pt x="686" y="710"/>
                  </a:lnTo>
                  <a:lnTo>
                    <a:pt x="673" y="730"/>
                  </a:lnTo>
                  <a:lnTo>
                    <a:pt x="660" y="750"/>
                  </a:lnTo>
                  <a:lnTo>
                    <a:pt x="647" y="769"/>
                  </a:lnTo>
                  <a:lnTo>
                    <a:pt x="633" y="787"/>
                  </a:lnTo>
                  <a:lnTo>
                    <a:pt x="617" y="804"/>
                  </a:lnTo>
                  <a:lnTo>
                    <a:pt x="602" y="820"/>
                  </a:lnTo>
                  <a:lnTo>
                    <a:pt x="584" y="837"/>
                  </a:lnTo>
                  <a:lnTo>
                    <a:pt x="567" y="851"/>
                  </a:lnTo>
                  <a:lnTo>
                    <a:pt x="549" y="865"/>
                  </a:lnTo>
                  <a:lnTo>
                    <a:pt x="530" y="878"/>
                  </a:lnTo>
                  <a:lnTo>
                    <a:pt x="510" y="890"/>
                  </a:lnTo>
                  <a:lnTo>
                    <a:pt x="490" y="901"/>
                  </a:lnTo>
                  <a:lnTo>
                    <a:pt x="470" y="912"/>
                  </a:lnTo>
                  <a:lnTo>
                    <a:pt x="449" y="922"/>
                  </a:lnTo>
                  <a:lnTo>
                    <a:pt x="426" y="930"/>
                  </a:lnTo>
                  <a:lnTo>
                    <a:pt x="405" y="937"/>
                  </a:lnTo>
                  <a:lnTo>
                    <a:pt x="383" y="943"/>
                  </a:lnTo>
                  <a:lnTo>
                    <a:pt x="359" y="948"/>
                  </a:lnTo>
                  <a:lnTo>
                    <a:pt x="336" y="952"/>
                  </a:lnTo>
                  <a:lnTo>
                    <a:pt x="313" y="955"/>
                  </a:lnTo>
                  <a:lnTo>
                    <a:pt x="289" y="957"/>
                  </a:lnTo>
                  <a:lnTo>
                    <a:pt x="265" y="957"/>
                  </a:lnTo>
                  <a:lnTo>
                    <a:pt x="241" y="957"/>
                  </a:lnTo>
                  <a:lnTo>
                    <a:pt x="217" y="955"/>
                  </a:lnTo>
                  <a:lnTo>
                    <a:pt x="192" y="952"/>
                  </a:lnTo>
                  <a:lnTo>
                    <a:pt x="169" y="947"/>
                  </a:lnTo>
                  <a:lnTo>
                    <a:pt x="147" y="942"/>
                  </a:lnTo>
                  <a:lnTo>
                    <a:pt x="127" y="935"/>
                  </a:lnTo>
                  <a:lnTo>
                    <a:pt x="109" y="928"/>
                  </a:lnTo>
                  <a:lnTo>
                    <a:pt x="93" y="919"/>
                  </a:lnTo>
                  <a:lnTo>
                    <a:pt x="78" y="909"/>
                  </a:lnTo>
                  <a:lnTo>
                    <a:pt x="65" y="898"/>
                  </a:lnTo>
                  <a:lnTo>
                    <a:pt x="52" y="887"/>
                  </a:lnTo>
                  <a:lnTo>
                    <a:pt x="42" y="875"/>
                  </a:lnTo>
                  <a:lnTo>
                    <a:pt x="33" y="862"/>
                  </a:lnTo>
                  <a:lnTo>
                    <a:pt x="25" y="848"/>
                  </a:lnTo>
                  <a:lnTo>
                    <a:pt x="18" y="833"/>
                  </a:lnTo>
                  <a:lnTo>
                    <a:pt x="13" y="817"/>
                  </a:lnTo>
                  <a:lnTo>
                    <a:pt x="8" y="801"/>
                  </a:lnTo>
                  <a:lnTo>
                    <a:pt x="5" y="784"/>
                  </a:lnTo>
                  <a:lnTo>
                    <a:pt x="3" y="766"/>
                  </a:lnTo>
                  <a:lnTo>
                    <a:pt x="1" y="747"/>
                  </a:lnTo>
                  <a:lnTo>
                    <a:pt x="0" y="728"/>
                  </a:lnTo>
                  <a:lnTo>
                    <a:pt x="0" y="709"/>
                  </a:lnTo>
                  <a:lnTo>
                    <a:pt x="1" y="689"/>
                  </a:lnTo>
                  <a:lnTo>
                    <a:pt x="4" y="646"/>
                  </a:lnTo>
                  <a:lnTo>
                    <a:pt x="9" y="603"/>
                  </a:lnTo>
                  <a:lnTo>
                    <a:pt x="23" y="511"/>
                  </a:lnTo>
                  <a:lnTo>
                    <a:pt x="39" y="414"/>
                  </a:lnTo>
                  <a:lnTo>
                    <a:pt x="52" y="320"/>
                  </a:lnTo>
                  <a:lnTo>
                    <a:pt x="67" y="235"/>
                  </a:lnTo>
                  <a:lnTo>
                    <a:pt x="74" y="196"/>
                  </a:lnTo>
                  <a:lnTo>
                    <a:pt x="83" y="159"/>
                  </a:lnTo>
                  <a:lnTo>
                    <a:pt x="88" y="143"/>
                  </a:lnTo>
                  <a:lnTo>
                    <a:pt x="94" y="127"/>
                  </a:lnTo>
                  <a:lnTo>
                    <a:pt x="100" y="112"/>
                  </a:lnTo>
                  <a:lnTo>
                    <a:pt x="106" y="96"/>
                  </a:lnTo>
                  <a:lnTo>
                    <a:pt x="114" y="83"/>
                  </a:lnTo>
                  <a:lnTo>
                    <a:pt x="122" y="71"/>
                  </a:lnTo>
                  <a:lnTo>
                    <a:pt x="130" y="59"/>
                  </a:lnTo>
                  <a:lnTo>
                    <a:pt x="141" y="48"/>
                  </a:lnTo>
                  <a:lnTo>
                    <a:pt x="151" y="39"/>
                  </a:lnTo>
                  <a:lnTo>
                    <a:pt x="162" y="30"/>
                  </a:lnTo>
                  <a:lnTo>
                    <a:pt x="175" y="23"/>
                  </a:lnTo>
                  <a:lnTo>
                    <a:pt x="188" y="15"/>
                  </a:lnTo>
                  <a:lnTo>
                    <a:pt x="202" y="10"/>
                  </a:lnTo>
                  <a:lnTo>
                    <a:pt x="219" y="6"/>
                  </a:lnTo>
                  <a:lnTo>
                    <a:pt x="235" y="2"/>
                  </a:lnTo>
                  <a:lnTo>
                    <a:pt x="253" y="1"/>
                  </a:lnTo>
                  <a:lnTo>
                    <a:pt x="272" y="0"/>
                  </a:lnTo>
                  <a:lnTo>
                    <a:pt x="294" y="0"/>
                  </a:lnTo>
                  <a:lnTo>
                    <a:pt x="316" y="2"/>
                  </a:lnTo>
                  <a:lnTo>
                    <a:pt x="339" y="5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2" name="Freeform 668"/>
            <p:cNvSpPr>
              <a:spLocks/>
            </p:cNvSpPr>
            <p:nvPr/>
          </p:nvSpPr>
          <p:spPr bwMode="auto">
            <a:xfrm>
              <a:off x="2564" y="3275"/>
              <a:ext cx="93" cy="120"/>
            </a:xfrm>
            <a:custGeom>
              <a:avLst/>
              <a:gdLst>
                <a:gd name="T0" fmla="*/ 6 w 745"/>
                <a:gd name="T1" fmla="*/ 0 h 957"/>
                <a:gd name="T2" fmla="*/ 6 w 745"/>
                <a:gd name="T3" fmla="*/ 0 h 957"/>
                <a:gd name="T4" fmla="*/ 7 w 745"/>
                <a:gd name="T5" fmla="*/ 1 h 957"/>
                <a:gd name="T6" fmla="*/ 8 w 745"/>
                <a:gd name="T7" fmla="*/ 1 h 957"/>
                <a:gd name="T8" fmla="*/ 8 w 745"/>
                <a:gd name="T9" fmla="*/ 1 h 957"/>
                <a:gd name="T10" fmla="*/ 9 w 745"/>
                <a:gd name="T11" fmla="*/ 2 h 957"/>
                <a:gd name="T12" fmla="*/ 9 w 745"/>
                <a:gd name="T13" fmla="*/ 2 h 957"/>
                <a:gd name="T14" fmla="*/ 10 w 745"/>
                <a:gd name="T15" fmla="*/ 3 h 957"/>
                <a:gd name="T16" fmla="*/ 10 w 745"/>
                <a:gd name="T17" fmla="*/ 3 h 957"/>
                <a:gd name="T18" fmla="*/ 11 w 745"/>
                <a:gd name="T19" fmla="*/ 4 h 957"/>
                <a:gd name="T20" fmla="*/ 11 w 745"/>
                <a:gd name="T21" fmla="*/ 5 h 957"/>
                <a:gd name="T22" fmla="*/ 11 w 745"/>
                <a:gd name="T23" fmla="*/ 5 h 957"/>
                <a:gd name="T24" fmla="*/ 11 w 745"/>
                <a:gd name="T25" fmla="*/ 6 h 957"/>
                <a:gd name="T26" fmla="*/ 12 w 745"/>
                <a:gd name="T27" fmla="*/ 7 h 957"/>
                <a:gd name="T28" fmla="*/ 12 w 745"/>
                <a:gd name="T29" fmla="*/ 8 h 957"/>
                <a:gd name="T30" fmla="*/ 12 w 745"/>
                <a:gd name="T31" fmla="*/ 8 h 957"/>
                <a:gd name="T32" fmla="*/ 11 w 745"/>
                <a:gd name="T33" fmla="*/ 9 h 957"/>
                <a:gd name="T34" fmla="*/ 11 w 745"/>
                <a:gd name="T35" fmla="*/ 10 h 957"/>
                <a:gd name="T36" fmla="*/ 11 w 745"/>
                <a:gd name="T37" fmla="*/ 11 h 957"/>
                <a:gd name="T38" fmla="*/ 11 w 745"/>
                <a:gd name="T39" fmla="*/ 11 h 957"/>
                <a:gd name="T40" fmla="*/ 10 w 745"/>
                <a:gd name="T41" fmla="*/ 12 h 957"/>
                <a:gd name="T42" fmla="*/ 10 w 745"/>
                <a:gd name="T43" fmla="*/ 12 h 957"/>
                <a:gd name="T44" fmla="*/ 9 w 745"/>
                <a:gd name="T45" fmla="*/ 13 h 957"/>
                <a:gd name="T46" fmla="*/ 9 w 745"/>
                <a:gd name="T47" fmla="*/ 13 h 957"/>
                <a:gd name="T48" fmla="*/ 8 w 745"/>
                <a:gd name="T49" fmla="*/ 14 h 957"/>
                <a:gd name="T50" fmla="*/ 8 w 745"/>
                <a:gd name="T51" fmla="*/ 14 h 957"/>
                <a:gd name="T52" fmla="*/ 7 w 745"/>
                <a:gd name="T53" fmla="*/ 15 h 957"/>
                <a:gd name="T54" fmla="*/ 6 w 745"/>
                <a:gd name="T55" fmla="*/ 15 h 957"/>
                <a:gd name="T56" fmla="*/ 6 w 745"/>
                <a:gd name="T57" fmla="*/ 15 h 957"/>
                <a:gd name="T58" fmla="*/ 5 w 745"/>
                <a:gd name="T59" fmla="*/ 15 h 957"/>
                <a:gd name="T60" fmla="*/ 4 w 745"/>
                <a:gd name="T61" fmla="*/ 15 h 957"/>
                <a:gd name="T62" fmla="*/ 3 w 745"/>
                <a:gd name="T63" fmla="*/ 15 h 957"/>
                <a:gd name="T64" fmla="*/ 3 w 745"/>
                <a:gd name="T65" fmla="*/ 15 h 957"/>
                <a:gd name="T66" fmla="*/ 2 w 745"/>
                <a:gd name="T67" fmla="*/ 15 h 957"/>
                <a:gd name="T68" fmla="*/ 1 w 745"/>
                <a:gd name="T69" fmla="*/ 14 h 957"/>
                <a:gd name="T70" fmla="*/ 1 w 745"/>
                <a:gd name="T71" fmla="*/ 14 h 957"/>
                <a:gd name="T72" fmla="*/ 1 w 745"/>
                <a:gd name="T73" fmla="*/ 14 h 957"/>
                <a:gd name="T74" fmla="*/ 0 w 745"/>
                <a:gd name="T75" fmla="*/ 13 h 957"/>
                <a:gd name="T76" fmla="*/ 0 w 745"/>
                <a:gd name="T77" fmla="*/ 13 h 957"/>
                <a:gd name="T78" fmla="*/ 0 w 745"/>
                <a:gd name="T79" fmla="*/ 12 h 957"/>
                <a:gd name="T80" fmla="*/ 0 w 745"/>
                <a:gd name="T81" fmla="*/ 12 h 957"/>
                <a:gd name="T82" fmla="*/ 0 w 745"/>
                <a:gd name="T83" fmla="*/ 11 h 957"/>
                <a:gd name="T84" fmla="*/ 0 w 745"/>
                <a:gd name="T85" fmla="*/ 10 h 957"/>
                <a:gd name="T86" fmla="*/ 0 w 745"/>
                <a:gd name="T87" fmla="*/ 8 h 957"/>
                <a:gd name="T88" fmla="*/ 1 w 745"/>
                <a:gd name="T89" fmla="*/ 5 h 957"/>
                <a:gd name="T90" fmla="*/ 1 w 745"/>
                <a:gd name="T91" fmla="*/ 3 h 957"/>
                <a:gd name="T92" fmla="*/ 1 w 745"/>
                <a:gd name="T93" fmla="*/ 2 h 957"/>
                <a:gd name="T94" fmla="*/ 1 w 745"/>
                <a:gd name="T95" fmla="*/ 2 h 957"/>
                <a:gd name="T96" fmla="*/ 2 w 745"/>
                <a:gd name="T97" fmla="*/ 1 h 957"/>
                <a:gd name="T98" fmla="*/ 2 w 745"/>
                <a:gd name="T99" fmla="*/ 1 h 957"/>
                <a:gd name="T100" fmla="*/ 2 w 745"/>
                <a:gd name="T101" fmla="*/ 1 h 957"/>
                <a:gd name="T102" fmla="*/ 3 w 745"/>
                <a:gd name="T103" fmla="*/ 0 h 957"/>
                <a:gd name="T104" fmla="*/ 3 w 745"/>
                <a:gd name="T105" fmla="*/ 0 h 957"/>
                <a:gd name="T106" fmla="*/ 4 w 745"/>
                <a:gd name="T107" fmla="*/ 0 h 957"/>
                <a:gd name="T108" fmla="*/ 4 w 745"/>
                <a:gd name="T109" fmla="*/ 0 h 957"/>
                <a:gd name="T110" fmla="*/ 5 w 745"/>
                <a:gd name="T111" fmla="*/ 0 h 95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45"/>
                <a:gd name="T169" fmla="*/ 0 h 957"/>
                <a:gd name="T170" fmla="*/ 745 w 745"/>
                <a:gd name="T171" fmla="*/ 957 h 95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45" h="957">
                  <a:moveTo>
                    <a:pt x="339" y="5"/>
                  </a:moveTo>
                  <a:lnTo>
                    <a:pt x="363" y="10"/>
                  </a:lnTo>
                  <a:lnTo>
                    <a:pt x="388" y="15"/>
                  </a:lnTo>
                  <a:lnTo>
                    <a:pt x="411" y="23"/>
                  </a:lnTo>
                  <a:lnTo>
                    <a:pt x="433" y="30"/>
                  </a:lnTo>
                  <a:lnTo>
                    <a:pt x="456" y="39"/>
                  </a:lnTo>
                  <a:lnTo>
                    <a:pt x="477" y="49"/>
                  </a:lnTo>
                  <a:lnTo>
                    <a:pt x="498" y="60"/>
                  </a:lnTo>
                  <a:lnTo>
                    <a:pt x="517" y="71"/>
                  </a:lnTo>
                  <a:lnTo>
                    <a:pt x="538" y="84"/>
                  </a:lnTo>
                  <a:lnTo>
                    <a:pt x="556" y="97"/>
                  </a:lnTo>
                  <a:lnTo>
                    <a:pt x="574" y="113"/>
                  </a:lnTo>
                  <a:lnTo>
                    <a:pt x="591" y="128"/>
                  </a:lnTo>
                  <a:lnTo>
                    <a:pt x="608" y="144"/>
                  </a:lnTo>
                  <a:lnTo>
                    <a:pt x="624" y="160"/>
                  </a:lnTo>
                  <a:lnTo>
                    <a:pt x="639" y="177"/>
                  </a:lnTo>
                  <a:lnTo>
                    <a:pt x="652" y="196"/>
                  </a:lnTo>
                  <a:lnTo>
                    <a:pt x="665" y="215"/>
                  </a:lnTo>
                  <a:lnTo>
                    <a:pt x="678" y="234"/>
                  </a:lnTo>
                  <a:lnTo>
                    <a:pt x="689" y="254"/>
                  </a:lnTo>
                  <a:lnTo>
                    <a:pt x="700" y="276"/>
                  </a:lnTo>
                  <a:lnTo>
                    <a:pt x="709" y="296"/>
                  </a:lnTo>
                  <a:lnTo>
                    <a:pt x="717" y="318"/>
                  </a:lnTo>
                  <a:lnTo>
                    <a:pt x="724" y="339"/>
                  </a:lnTo>
                  <a:lnTo>
                    <a:pt x="730" y="363"/>
                  </a:lnTo>
                  <a:lnTo>
                    <a:pt x="735" y="385"/>
                  </a:lnTo>
                  <a:lnTo>
                    <a:pt x="739" y="408"/>
                  </a:lnTo>
                  <a:lnTo>
                    <a:pt x="742" y="432"/>
                  </a:lnTo>
                  <a:lnTo>
                    <a:pt x="744" y="455"/>
                  </a:lnTo>
                  <a:lnTo>
                    <a:pt x="745" y="479"/>
                  </a:lnTo>
                  <a:lnTo>
                    <a:pt x="744" y="503"/>
                  </a:lnTo>
                  <a:lnTo>
                    <a:pt x="742" y="528"/>
                  </a:lnTo>
                  <a:lnTo>
                    <a:pt x="739" y="552"/>
                  </a:lnTo>
                  <a:lnTo>
                    <a:pt x="735" y="576"/>
                  </a:lnTo>
                  <a:lnTo>
                    <a:pt x="729" y="601"/>
                  </a:lnTo>
                  <a:lnTo>
                    <a:pt x="722" y="623"/>
                  </a:lnTo>
                  <a:lnTo>
                    <a:pt x="715" y="646"/>
                  </a:lnTo>
                  <a:lnTo>
                    <a:pt x="706" y="669"/>
                  </a:lnTo>
                  <a:lnTo>
                    <a:pt x="696" y="690"/>
                  </a:lnTo>
                  <a:lnTo>
                    <a:pt x="686" y="710"/>
                  </a:lnTo>
                  <a:lnTo>
                    <a:pt x="673" y="730"/>
                  </a:lnTo>
                  <a:lnTo>
                    <a:pt x="660" y="750"/>
                  </a:lnTo>
                  <a:lnTo>
                    <a:pt x="647" y="769"/>
                  </a:lnTo>
                  <a:lnTo>
                    <a:pt x="633" y="787"/>
                  </a:lnTo>
                  <a:lnTo>
                    <a:pt x="617" y="804"/>
                  </a:lnTo>
                  <a:lnTo>
                    <a:pt x="602" y="820"/>
                  </a:lnTo>
                  <a:lnTo>
                    <a:pt x="584" y="837"/>
                  </a:lnTo>
                  <a:lnTo>
                    <a:pt x="567" y="851"/>
                  </a:lnTo>
                  <a:lnTo>
                    <a:pt x="549" y="865"/>
                  </a:lnTo>
                  <a:lnTo>
                    <a:pt x="530" y="878"/>
                  </a:lnTo>
                  <a:lnTo>
                    <a:pt x="510" y="890"/>
                  </a:lnTo>
                  <a:lnTo>
                    <a:pt x="490" y="901"/>
                  </a:lnTo>
                  <a:lnTo>
                    <a:pt x="470" y="912"/>
                  </a:lnTo>
                  <a:lnTo>
                    <a:pt x="449" y="922"/>
                  </a:lnTo>
                  <a:lnTo>
                    <a:pt x="426" y="930"/>
                  </a:lnTo>
                  <a:lnTo>
                    <a:pt x="405" y="937"/>
                  </a:lnTo>
                  <a:lnTo>
                    <a:pt x="383" y="943"/>
                  </a:lnTo>
                  <a:lnTo>
                    <a:pt x="359" y="948"/>
                  </a:lnTo>
                  <a:lnTo>
                    <a:pt x="336" y="952"/>
                  </a:lnTo>
                  <a:lnTo>
                    <a:pt x="313" y="955"/>
                  </a:lnTo>
                  <a:lnTo>
                    <a:pt x="289" y="957"/>
                  </a:lnTo>
                  <a:lnTo>
                    <a:pt x="265" y="957"/>
                  </a:lnTo>
                  <a:lnTo>
                    <a:pt x="241" y="957"/>
                  </a:lnTo>
                  <a:lnTo>
                    <a:pt x="217" y="955"/>
                  </a:lnTo>
                  <a:lnTo>
                    <a:pt x="192" y="952"/>
                  </a:lnTo>
                  <a:lnTo>
                    <a:pt x="169" y="947"/>
                  </a:lnTo>
                  <a:lnTo>
                    <a:pt x="147" y="942"/>
                  </a:lnTo>
                  <a:lnTo>
                    <a:pt x="127" y="935"/>
                  </a:lnTo>
                  <a:lnTo>
                    <a:pt x="109" y="928"/>
                  </a:lnTo>
                  <a:lnTo>
                    <a:pt x="93" y="919"/>
                  </a:lnTo>
                  <a:lnTo>
                    <a:pt x="78" y="909"/>
                  </a:lnTo>
                  <a:lnTo>
                    <a:pt x="65" y="898"/>
                  </a:lnTo>
                  <a:lnTo>
                    <a:pt x="52" y="887"/>
                  </a:lnTo>
                  <a:lnTo>
                    <a:pt x="42" y="875"/>
                  </a:lnTo>
                  <a:lnTo>
                    <a:pt x="33" y="862"/>
                  </a:lnTo>
                  <a:lnTo>
                    <a:pt x="25" y="848"/>
                  </a:lnTo>
                  <a:lnTo>
                    <a:pt x="18" y="833"/>
                  </a:lnTo>
                  <a:lnTo>
                    <a:pt x="13" y="817"/>
                  </a:lnTo>
                  <a:lnTo>
                    <a:pt x="8" y="801"/>
                  </a:lnTo>
                  <a:lnTo>
                    <a:pt x="5" y="784"/>
                  </a:lnTo>
                  <a:lnTo>
                    <a:pt x="3" y="766"/>
                  </a:lnTo>
                  <a:lnTo>
                    <a:pt x="1" y="747"/>
                  </a:lnTo>
                  <a:lnTo>
                    <a:pt x="0" y="728"/>
                  </a:lnTo>
                  <a:lnTo>
                    <a:pt x="0" y="709"/>
                  </a:lnTo>
                  <a:lnTo>
                    <a:pt x="1" y="689"/>
                  </a:lnTo>
                  <a:lnTo>
                    <a:pt x="4" y="646"/>
                  </a:lnTo>
                  <a:lnTo>
                    <a:pt x="9" y="603"/>
                  </a:lnTo>
                  <a:lnTo>
                    <a:pt x="23" y="511"/>
                  </a:lnTo>
                  <a:lnTo>
                    <a:pt x="39" y="414"/>
                  </a:lnTo>
                  <a:lnTo>
                    <a:pt x="52" y="320"/>
                  </a:lnTo>
                  <a:lnTo>
                    <a:pt x="67" y="235"/>
                  </a:lnTo>
                  <a:lnTo>
                    <a:pt x="74" y="196"/>
                  </a:lnTo>
                  <a:lnTo>
                    <a:pt x="83" y="159"/>
                  </a:lnTo>
                  <a:lnTo>
                    <a:pt x="88" y="143"/>
                  </a:lnTo>
                  <a:lnTo>
                    <a:pt x="94" y="127"/>
                  </a:lnTo>
                  <a:lnTo>
                    <a:pt x="100" y="112"/>
                  </a:lnTo>
                  <a:lnTo>
                    <a:pt x="106" y="96"/>
                  </a:lnTo>
                  <a:lnTo>
                    <a:pt x="114" y="83"/>
                  </a:lnTo>
                  <a:lnTo>
                    <a:pt x="122" y="71"/>
                  </a:lnTo>
                  <a:lnTo>
                    <a:pt x="130" y="59"/>
                  </a:lnTo>
                  <a:lnTo>
                    <a:pt x="141" y="48"/>
                  </a:lnTo>
                  <a:lnTo>
                    <a:pt x="151" y="39"/>
                  </a:lnTo>
                  <a:lnTo>
                    <a:pt x="162" y="30"/>
                  </a:lnTo>
                  <a:lnTo>
                    <a:pt x="175" y="23"/>
                  </a:lnTo>
                  <a:lnTo>
                    <a:pt x="188" y="15"/>
                  </a:lnTo>
                  <a:lnTo>
                    <a:pt x="202" y="10"/>
                  </a:lnTo>
                  <a:lnTo>
                    <a:pt x="219" y="6"/>
                  </a:lnTo>
                  <a:lnTo>
                    <a:pt x="235" y="2"/>
                  </a:lnTo>
                  <a:lnTo>
                    <a:pt x="253" y="1"/>
                  </a:lnTo>
                  <a:lnTo>
                    <a:pt x="272" y="0"/>
                  </a:lnTo>
                  <a:lnTo>
                    <a:pt x="294" y="0"/>
                  </a:lnTo>
                  <a:lnTo>
                    <a:pt x="316" y="2"/>
                  </a:lnTo>
                  <a:lnTo>
                    <a:pt x="339" y="5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3" name="Freeform 669"/>
            <p:cNvSpPr>
              <a:spLocks/>
            </p:cNvSpPr>
            <p:nvPr/>
          </p:nvSpPr>
          <p:spPr bwMode="auto">
            <a:xfrm>
              <a:off x="2204" y="2682"/>
              <a:ext cx="103" cy="120"/>
            </a:xfrm>
            <a:custGeom>
              <a:avLst/>
              <a:gdLst>
                <a:gd name="T0" fmla="*/ 9 w 828"/>
                <a:gd name="T1" fmla="*/ 0 h 960"/>
                <a:gd name="T2" fmla="*/ 10 w 828"/>
                <a:gd name="T3" fmla="*/ 0 h 960"/>
                <a:gd name="T4" fmla="*/ 10 w 828"/>
                <a:gd name="T5" fmla="*/ 1 h 960"/>
                <a:gd name="T6" fmla="*/ 11 w 828"/>
                <a:gd name="T7" fmla="*/ 1 h 960"/>
                <a:gd name="T8" fmla="*/ 11 w 828"/>
                <a:gd name="T9" fmla="*/ 2 h 960"/>
                <a:gd name="T10" fmla="*/ 12 w 828"/>
                <a:gd name="T11" fmla="*/ 2 h 960"/>
                <a:gd name="T12" fmla="*/ 12 w 828"/>
                <a:gd name="T13" fmla="*/ 2 h 960"/>
                <a:gd name="T14" fmla="*/ 12 w 828"/>
                <a:gd name="T15" fmla="*/ 3 h 960"/>
                <a:gd name="T16" fmla="*/ 13 w 828"/>
                <a:gd name="T17" fmla="*/ 4 h 960"/>
                <a:gd name="T18" fmla="*/ 13 w 828"/>
                <a:gd name="T19" fmla="*/ 4 h 960"/>
                <a:gd name="T20" fmla="*/ 13 w 828"/>
                <a:gd name="T21" fmla="*/ 5 h 960"/>
                <a:gd name="T22" fmla="*/ 13 w 828"/>
                <a:gd name="T23" fmla="*/ 6 h 960"/>
                <a:gd name="T24" fmla="*/ 13 w 828"/>
                <a:gd name="T25" fmla="*/ 6 h 960"/>
                <a:gd name="T26" fmla="*/ 13 w 828"/>
                <a:gd name="T27" fmla="*/ 7 h 960"/>
                <a:gd name="T28" fmla="*/ 12 w 828"/>
                <a:gd name="T29" fmla="*/ 8 h 960"/>
                <a:gd name="T30" fmla="*/ 12 w 828"/>
                <a:gd name="T31" fmla="*/ 9 h 960"/>
                <a:gd name="T32" fmla="*/ 11 w 828"/>
                <a:gd name="T33" fmla="*/ 11 h 960"/>
                <a:gd name="T34" fmla="*/ 11 w 828"/>
                <a:gd name="T35" fmla="*/ 13 h 960"/>
                <a:gd name="T36" fmla="*/ 10 w 828"/>
                <a:gd name="T37" fmla="*/ 13 h 960"/>
                <a:gd name="T38" fmla="*/ 10 w 828"/>
                <a:gd name="T39" fmla="*/ 14 h 960"/>
                <a:gd name="T40" fmla="*/ 10 w 828"/>
                <a:gd name="T41" fmla="*/ 14 h 960"/>
                <a:gd name="T42" fmla="*/ 9 w 828"/>
                <a:gd name="T43" fmla="*/ 15 h 960"/>
                <a:gd name="T44" fmla="*/ 9 w 828"/>
                <a:gd name="T45" fmla="*/ 15 h 960"/>
                <a:gd name="T46" fmla="*/ 9 w 828"/>
                <a:gd name="T47" fmla="*/ 15 h 960"/>
                <a:gd name="T48" fmla="*/ 8 w 828"/>
                <a:gd name="T49" fmla="*/ 15 h 960"/>
                <a:gd name="T50" fmla="*/ 8 w 828"/>
                <a:gd name="T51" fmla="*/ 15 h 960"/>
                <a:gd name="T52" fmla="*/ 7 w 828"/>
                <a:gd name="T53" fmla="*/ 15 h 960"/>
                <a:gd name="T54" fmla="*/ 6 w 828"/>
                <a:gd name="T55" fmla="*/ 15 h 960"/>
                <a:gd name="T56" fmla="*/ 6 w 828"/>
                <a:gd name="T57" fmla="*/ 15 h 960"/>
                <a:gd name="T58" fmla="*/ 5 w 828"/>
                <a:gd name="T59" fmla="*/ 15 h 960"/>
                <a:gd name="T60" fmla="*/ 4 w 828"/>
                <a:gd name="T61" fmla="*/ 14 h 960"/>
                <a:gd name="T62" fmla="*/ 4 w 828"/>
                <a:gd name="T63" fmla="*/ 14 h 960"/>
                <a:gd name="T64" fmla="*/ 3 w 828"/>
                <a:gd name="T65" fmla="*/ 14 h 960"/>
                <a:gd name="T66" fmla="*/ 2 w 828"/>
                <a:gd name="T67" fmla="*/ 13 h 960"/>
                <a:gd name="T68" fmla="*/ 2 w 828"/>
                <a:gd name="T69" fmla="*/ 13 h 960"/>
                <a:gd name="T70" fmla="*/ 1 w 828"/>
                <a:gd name="T71" fmla="*/ 12 h 960"/>
                <a:gd name="T72" fmla="*/ 1 w 828"/>
                <a:gd name="T73" fmla="*/ 12 h 960"/>
                <a:gd name="T74" fmla="*/ 1 w 828"/>
                <a:gd name="T75" fmla="*/ 11 h 960"/>
                <a:gd name="T76" fmla="*/ 0 w 828"/>
                <a:gd name="T77" fmla="*/ 10 h 960"/>
                <a:gd name="T78" fmla="*/ 0 w 828"/>
                <a:gd name="T79" fmla="*/ 10 h 960"/>
                <a:gd name="T80" fmla="*/ 0 w 828"/>
                <a:gd name="T81" fmla="*/ 9 h 960"/>
                <a:gd name="T82" fmla="*/ 0 w 828"/>
                <a:gd name="T83" fmla="*/ 8 h 960"/>
                <a:gd name="T84" fmla="*/ 0 w 828"/>
                <a:gd name="T85" fmla="*/ 7 h 960"/>
                <a:gd name="T86" fmla="*/ 0 w 828"/>
                <a:gd name="T87" fmla="*/ 7 h 960"/>
                <a:gd name="T88" fmla="*/ 0 w 828"/>
                <a:gd name="T89" fmla="*/ 6 h 960"/>
                <a:gd name="T90" fmla="*/ 0 w 828"/>
                <a:gd name="T91" fmla="*/ 5 h 960"/>
                <a:gd name="T92" fmla="*/ 1 w 828"/>
                <a:gd name="T93" fmla="*/ 4 h 960"/>
                <a:gd name="T94" fmla="*/ 1 w 828"/>
                <a:gd name="T95" fmla="*/ 4 h 960"/>
                <a:gd name="T96" fmla="*/ 1 w 828"/>
                <a:gd name="T97" fmla="*/ 3 h 960"/>
                <a:gd name="T98" fmla="*/ 2 w 828"/>
                <a:gd name="T99" fmla="*/ 3 h 960"/>
                <a:gd name="T100" fmla="*/ 2 w 828"/>
                <a:gd name="T101" fmla="*/ 2 h 960"/>
                <a:gd name="T102" fmla="*/ 3 w 828"/>
                <a:gd name="T103" fmla="*/ 2 h 960"/>
                <a:gd name="T104" fmla="*/ 3 w 828"/>
                <a:gd name="T105" fmla="*/ 1 h 960"/>
                <a:gd name="T106" fmla="*/ 4 w 828"/>
                <a:gd name="T107" fmla="*/ 1 h 960"/>
                <a:gd name="T108" fmla="*/ 5 w 828"/>
                <a:gd name="T109" fmla="*/ 1 h 960"/>
                <a:gd name="T110" fmla="*/ 5 w 828"/>
                <a:gd name="T111" fmla="*/ 0 h 960"/>
                <a:gd name="T112" fmla="*/ 6 w 828"/>
                <a:gd name="T113" fmla="*/ 0 h 960"/>
                <a:gd name="T114" fmla="*/ 7 w 828"/>
                <a:gd name="T115" fmla="*/ 0 h 960"/>
                <a:gd name="T116" fmla="*/ 8 w 828"/>
                <a:gd name="T117" fmla="*/ 0 h 960"/>
                <a:gd name="T118" fmla="*/ 8 w 828"/>
                <a:gd name="T119" fmla="*/ 0 h 96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828"/>
                <a:gd name="T181" fmla="*/ 0 h 960"/>
                <a:gd name="T182" fmla="*/ 828 w 828"/>
                <a:gd name="T183" fmla="*/ 960 h 96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828" h="960">
                  <a:moveTo>
                    <a:pt x="566" y="8"/>
                  </a:moveTo>
                  <a:lnTo>
                    <a:pt x="590" y="13"/>
                  </a:lnTo>
                  <a:lnTo>
                    <a:pt x="612" y="19"/>
                  </a:lnTo>
                  <a:lnTo>
                    <a:pt x="633" y="26"/>
                  </a:lnTo>
                  <a:lnTo>
                    <a:pt x="654" y="34"/>
                  </a:lnTo>
                  <a:lnTo>
                    <a:pt x="673" y="44"/>
                  </a:lnTo>
                  <a:lnTo>
                    <a:pt x="691" y="54"/>
                  </a:lnTo>
                  <a:lnTo>
                    <a:pt x="707" y="66"/>
                  </a:lnTo>
                  <a:lnTo>
                    <a:pt x="724" y="79"/>
                  </a:lnTo>
                  <a:lnTo>
                    <a:pt x="738" y="92"/>
                  </a:lnTo>
                  <a:lnTo>
                    <a:pt x="751" y="106"/>
                  </a:lnTo>
                  <a:lnTo>
                    <a:pt x="764" y="121"/>
                  </a:lnTo>
                  <a:lnTo>
                    <a:pt x="775" y="137"/>
                  </a:lnTo>
                  <a:lnTo>
                    <a:pt x="785" y="154"/>
                  </a:lnTo>
                  <a:lnTo>
                    <a:pt x="794" y="172"/>
                  </a:lnTo>
                  <a:lnTo>
                    <a:pt x="802" y="190"/>
                  </a:lnTo>
                  <a:lnTo>
                    <a:pt x="809" y="209"/>
                  </a:lnTo>
                  <a:lnTo>
                    <a:pt x="815" y="229"/>
                  </a:lnTo>
                  <a:lnTo>
                    <a:pt x="820" y="250"/>
                  </a:lnTo>
                  <a:lnTo>
                    <a:pt x="823" y="270"/>
                  </a:lnTo>
                  <a:lnTo>
                    <a:pt x="826" y="292"/>
                  </a:lnTo>
                  <a:lnTo>
                    <a:pt x="827" y="315"/>
                  </a:lnTo>
                  <a:lnTo>
                    <a:pt x="828" y="337"/>
                  </a:lnTo>
                  <a:lnTo>
                    <a:pt x="827" y="361"/>
                  </a:lnTo>
                  <a:lnTo>
                    <a:pt x="826" y="384"/>
                  </a:lnTo>
                  <a:lnTo>
                    <a:pt x="824" y="409"/>
                  </a:lnTo>
                  <a:lnTo>
                    <a:pt x="820" y="433"/>
                  </a:lnTo>
                  <a:lnTo>
                    <a:pt x="816" y="458"/>
                  </a:lnTo>
                  <a:lnTo>
                    <a:pt x="811" y="484"/>
                  </a:lnTo>
                  <a:lnTo>
                    <a:pt x="804" y="510"/>
                  </a:lnTo>
                  <a:lnTo>
                    <a:pt x="797" y="536"/>
                  </a:lnTo>
                  <a:lnTo>
                    <a:pt x="788" y="563"/>
                  </a:lnTo>
                  <a:lnTo>
                    <a:pt x="779" y="589"/>
                  </a:lnTo>
                  <a:lnTo>
                    <a:pt x="743" y="688"/>
                  </a:lnTo>
                  <a:lnTo>
                    <a:pt x="711" y="772"/>
                  </a:lnTo>
                  <a:lnTo>
                    <a:pt x="696" y="809"/>
                  </a:lnTo>
                  <a:lnTo>
                    <a:pt x="680" y="841"/>
                  </a:lnTo>
                  <a:lnTo>
                    <a:pt x="672" y="856"/>
                  </a:lnTo>
                  <a:lnTo>
                    <a:pt x="663" y="869"/>
                  </a:lnTo>
                  <a:lnTo>
                    <a:pt x="654" y="883"/>
                  </a:lnTo>
                  <a:lnTo>
                    <a:pt x="645" y="894"/>
                  </a:lnTo>
                  <a:lnTo>
                    <a:pt x="635" y="905"/>
                  </a:lnTo>
                  <a:lnTo>
                    <a:pt x="625" y="915"/>
                  </a:lnTo>
                  <a:lnTo>
                    <a:pt x="614" y="924"/>
                  </a:lnTo>
                  <a:lnTo>
                    <a:pt x="603" y="931"/>
                  </a:lnTo>
                  <a:lnTo>
                    <a:pt x="590" y="938"/>
                  </a:lnTo>
                  <a:lnTo>
                    <a:pt x="578" y="944"/>
                  </a:lnTo>
                  <a:lnTo>
                    <a:pt x="564" y="949"/>
                  </a:lnTo>
                  <a:lnTo>
                    <a:pt x="549" y="953"/>
                  </a:lnTo>
                  <a:lnTo>
                    <a:pt x="533" y="957"/>
                  </a:lnTo>
                  <a:lnTo>
                    <a:pt x="517" y="959"/>
                  </a:lnTo>
                  <a:lnTo>
                    <a:pt x="500" y="960"/>
                  </a:lnTo>
                  <a:lnTo>
                    <a:pt x="480" y="960"/>
                  </a:lnTo>
                  <a:lnTo>
                    <a:pt x="461" y="959"/>
                  </a:lnTo>
                  <a:lnTo>
                    <a:pt x="440" y="957"/>
                  </a:lnTo>
                  <a:lnTo>
                    <a:pt x="418" y="953"/>
                  </a:lnTo>
                  <a:lnTo>
                    <a:pt x="393" y="949"/>
                  </a:lnTo>
                  <a:lnTo>
                    <a:pt x="370" y="944"/>
                  </a:lnTo>
                  <a:lnTo>
                    <a:pt x="346" y="938"/>
                  </a:lnTo>
                  <a:lnTo>
                    <a:pt x="323" y="931"/>
                  </a:lnTo>
                  <a:lnTo>
                    <a:pt x="300" y="923"/>
                  </a:lnTo>
                  <a:lnTo>
                    <a:pt x="279" y="913"/>
                  </a:lnTo>
                  <a:lnTo>
                    <a:pt x="258" y="903"/>
                  </a:lnTo>
                  <a:lnTo>
                    <a:pt x="237" y="892"/>
                  </a:lnTo>
                  <a:lnTo>
                    <a:pt x="217" y="880"/>
                  </a:lnTo>
                  <a:lnTo>
                    <a:pt x="198" y="865"/>
                  </a:lnTo>
                  <a:lnTo>
                    <a:pt x="180" y="852"/>
                  </a:lnTo>
                  <a:lnTo>
                    <a:pt x="162" y="837"/>
                  </a:lnTo>
                  <a:lnTo>
                    <a:pt x="145" y="821"/>
                  </a:lnTo>
                  <a:lnTo>
                    <a:pt x="129" y="805"/>
                  </a:lnTo>
                  <a:lnTo>
                    <a:pt x="114" y="787"/>
                  </a:lnTo>
                  <a:lnTo>
                    <a:pt x="100" y="769"/>
                  </a:lnTo>
                  <a:lnTo>
                    <a:pt x="85" y="751"/>
                  </a:lnTo>
                  <a:lnTo>
                    <a:pt x="73" y="732"/>
                  </a:lnTo>
                  <a:lnTo>
                    <a:pt x="61" y="711"/>
                  </a:lnTo>
                  <a:lnTo>
                    <a:pt x="51" y="691"/>
                  </a:lnTo>
                  <a:lnTo>
                    <a:pt x="41" y="671"/>
                  </a:lnTo>
                  <a:lnTo>
                    <a:pt x="32" y="650"/>
                  </a:lnTo>
                  <a:lnTo>
                    <a:pt x="25" y="627"/>
                  </a:lnTo>
                  <a:lnTo>
                    <a:pt x="17" y="605"/>
                  </a:lnTo>
                  <a:lnTo>
                    <a:pt x="12" y="583"/>
                  </a:lnTo>
                  <a:lnTo>
                    <a:pt x="7" y="560"/>
                  </a:lnTo>
                  <a:lnTo>
                    <a:pt x="4" y="536"/>
                  </a:lnTo>
                  <a:lnTo>
                    <a:pt x="2" y="513"/>
                  </a:lnTo>
                  <a:lnTo>
                    <a:pt x="0" y="490"/>
                  </a:lnTo>
                  <a:lnTo>
                    <a:pt x="1" y="465"/>
                  </a:lnTo>
                  <a:lnTo>
                    <a:pt x="2" y="441"/>
                  </a:lnTo>
                  <a:lnTo>
                    <a:pt x="4" y="417"/>
                  </a:lnTo>
                  <a:lnTo>
                    <a:pt x="8" y="393"/>
                  </a:lnTo>
                  <a:lnTo>
                    <a:pt x="13" y="368"/>
                  </a:lnTo>
                  <a:lnTo>
                    <a:pt x="19" y="345"/>
                  </a:lnTo>
                  <a:lnTo>
                    <a:pt x="27" y="322"/>
                  </a:lnTo>
                  <a:lnTo>
                    <a:pt x="36" y="299"/>
                  </a:lnTo>
                  <a:lnTo>
                    <a:pt x="45" y="278"/>
                  </a:lnTo>
                  <a:lnTo>
                    <a:pt x="55" y="257"/>
                  </a:lnTo>
                  <a:lnTo>
                    <a:pt x="67" y="236"/>
                  </a:lnTo>
                  <a:lnTo>
                    <a:pt x="79" y="216"/>
                  </a:lnTo>
                  <a:lnTo>
                    <a:pt x="92" y="197"/>
                  </a:lnTo>
                  <a:lnTo>
                    <a:pt x="107" y="179"/>
                  </a:lnTo>
                  <a:lnTo>
                    <a:pt x="121" y="161"/>
                  </a:lnTo>
                  <a:lnTo>
                    <a:pt x="137" y="144"/>
                  </a:lnTo>
                  <a:lnTo>
                    <a:pt x="153" y="128"/>
                  </a:lnTo>
                  <a:lnTo>
                    <a:pt x="170" y="113"/>
                  </a:lnTo>
                  <a:lnTo>
                    <a:pt x="189" y="99"/>
                  </a:lnTo>
                  <a:lnTo>
                    <a:pt x="207" y="85"/>
                  </a:lnTo>
                  <a:lnTo>
                    <a:pt x="226" y="73"/>
                  </a:lnTo>
                  <a:lnTo>
                    <a:pt x="246" y="60"/>
                  </a:lnTo>
                  <a:lnTo>
                    <a:pt x="267" y="50"/>
                  </a:lnTo>
                  <a:lnTo>
                    <a:pt x="288" y="40"/>
                  </a:lnTo>
                  <a:lnTo>
                    <a:pt x="309" y="31"/>
                  </a:lnTo>
                  <a:lnTo>
                    <a:pt x="331" y="24"/>
                  </a:lnTo>
                  <a:lnTo>
                    <a:pt x="353" y="17"/>
                  </a:lnTo>
                  <a:lnTo>
                    <a:pt x="375" y="11"/>
                  </a:lnTo>
                  <a:lnTo>
                    <a:pt x="398" y="7"/>
                  </a:lnTo>
                  <a:lnTo>
                    <a:pt x="422" y="4"/>
                  </a:lnTo>
                  <a:lnTo>
                    <a:pt x="445" y="1"/>
                  </a:lnTo>
                  <a:lnTo>
                    <a:pt x="469" y="0"/>
                  </a:lnTo>
                  <a:lnTo>
                    <a:pt x="493" y="0"/>
                  </a:lnTo>
                  <a:lnTo>
                    <a:pt x="517" y="2"/>
                  </a:lnTo>
                  <a:lnTo>
                    <a:pt x="541" y="4"/>
                  </a:lnTo>
                  <a:lnTo>
                    <a:pt x="566" y="8"/>
                  </a:lnTo>
                  <a:close/>
                </a:path>
              </a:pathLst>
            </a:custGeom>
            <a:solidFill>
              <a:srgbClr val="E3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4" name="Freeform 670"/>
            <p:cNvSpPr>
              <a:spLocks/>
            </p:cNvSpPr>
            <p:nvPr/>
          </p:nvSpPr>
          <p:spPr bwMode="auto">
            <a:xfrm>
              <a:off x="2204" y="2682"/>
              <a:ext cx="103" cy="120"/>
            </a:xfrm>
            <a:custGeom>
              <a:avLst/>
              <a:gdLst>
                <a:gd name="T0" fmla="*/ 9 w 828"/>
                <a:gd name="T1" fmla="*/ 0 h 960"/>
                <a:gd name="T2" fmla="*/ 10 w 828"/>
                <a:gd name="T3" fmla="*/ 0 h 960"/>
                <a:gd name="T4" fmla="*/ 10 w 828"/>
                <a:gd name="T5" fmla="*/ 1 h 960"/>
                <a:gd name="T6" fmla="*/ 11 w 828"/>
                <a:gd name="T7" fmla="*/ 1 h 960"/>
                <a:gd name="T8" fmla="*/ 11 w 828"/>
                <a:gd name="T9" fmla="*/ 2 h 960"/>
                <a:gd name="T10" fmla="*/ 12 w 828"/>
                <a:gd name="T11" fmla="*/ 2 h 960"/>
                <a:gd name="T12" fmla="*/ 12 w 828"/>
                <a:gd name="T13" fmla="*/ 2 h 960"/>
                <a:gd name="T14" fmla="*/ 12 w 828"/>
                <a:gd name="T15" fmla="*/ 3 h 960"/>
                <a:gd name="T16" fmla="*/ 13 w 828"/>
                <a:gd name="T17" fmla="*/ 4 h 960"/>
                <a:gd name="T18" fmla="*/ 13 w 828"/>
                <a:gd name="T19" fmla="*/ 4 h 960"/>
                <a:gd name="T20" fmla="*/ 13 w 828"/>
                <a:gd name="T21" fmla="*/ 5 h 960"/>
                <a:gd name="T22" fmla="*/ 13 w 828"/>
                <a:gd name="T23" fmla="*/ 6 h 960"/>
                <a:gd name="T24" fmla="*/ 13 w 828"/>
                <a:gd name="T25" fmla="*/ 6 h 960"/>
                <a:gd name="T26" fmla="*/ 13 w 828"/>
                <a:gd name="T27" fmla="*/ 7 h 960"/>
                <a:gd name="T28" fmla="*/ 12 w 828"/>
                <a:gd name="T29" fmla="*/ 8 h 960"/>
                <a:gd name="T30" fmla="*/ 12 w 828"/>
                <a:gd name="T31" fmla="*/ 9 h 960"/>
                <a:gd name="T32" fmla="*/ 11 w 828"/>
                <a:gd name="T33" fmla="*/ 11 h 960"/>
                <a:gd name="T34" fmla="*/ 11 w 828"/>
                <a:gd name="T35" fmla="*/ 13 h 960"/>
                <a:gd name="T36" fmla="*/ 10 w 828"/>
                <a:gd name="T37" fmla="*/ 13 h 960"/>
                <a:gd name="T38" fmla="*/ 10 w 828"/>
                <a:gd name="T39" fmla="*/ 14 h 960"/>
                <a:gd name="T40" fmla="*/ 10 w 828"/>
                <a:gd name="T41" fmla="*/ 14 h 960"/>
                <a:gd name="T42" fmla="*/ 9 w 828"/>
                <a:gd name="T43" fmla="*/ 15 h 960"/>
                <a:gd name="T44" fmla="*/ 9 w 828"/>
                <a:gd name="T45" fmla="*/ 15 h 960"/>
                <a:gd name="T46" fmla="*/ 9 w 828"/>
                <a:gd name="T47" fmla="*/ 15 h 960"/>
                <a:gd name="T48" fmla="*/ 8 w 828"/>
                <a:gd name="T49" fmla="*/ 15 h 960"/>
                <a:gd name="T50" fmla="*/ 8 w 828"/>
                <a:gd name="T51" fmla="*/ 15 h 960"/>
                <a:gd name="T52" fmla="*/ 7 w 828"/>
                <a:gd name="T53" fmla="*/ 15 h 960"/>
                <a:gd name="T54" fmla="*/ 6 w 828"/>
                <a:gd name="T55" fmla="*/ 15 h 960"/>
                <a:gd name="T56" fmla="*/ 6 w 828"/>
                <a:gd name="T57" fmla="*/ 15 h 960"/>
                <a:gd name="T58" fmla="*/ 5 w 828"/>
                <a:gd name="T59" fmla="*/ 15 h 960"/>
                <a:gd name="T60" fmla="*/ 4 w 828"/>
                <a:gd name="T61" fmla="*/ 14 h 960"/>
                <a:gd name="T62" fmla="*/ 4 w 828"/>
                <a:gd name="T63" fmla="*/ 14 h 960"/>
                <a:gd name="T64" fmla="*/ 3 w 828"/>
                <a:gd name="T65" fmla="*/ 14 h 960"/>
                <a:gd name="T66" fmla="*/ 2 w 828"/>
                <a:gd name="T67" fmla="*/ 13 h 960"/>
                <a:gd name="T68" fmla="*/ 2 w 828"/>
                <a:gd name="T69" fmla="*/ 13 h 960"/>
                <a:gd name="T70" fmla="*/ 1 w 828"/>
                <a:gd name="T71" fmla="*/ 12 h 960"/>
                <a:gd name="T72" fmla="*/ 1 w 828"/>
                <a:gd name="T73" fmla="*/ 12 h 960"/>
                <a:gd name="T74" fmla="*/ 1 w 828"/>
                <a:gd name="T75" fmla="*/ 11 h 960"/>
                <a:gd name="T76" fmla="*/ 0 w 828"/>
                <a:gd name="T77" fmla="*/ 10 h 960"/>
                <a:gd name="T78" fmla="*/ 0 w 828"/>
                <a:gd name="T79" fmla="*/ 10 h 960"/>
                <a:gd name="T80" fmla="*/ 0 w 828"/>
                <a:gd name="T81" fmla="*/ 9 h 960"/>
                <a:gd name="T82" fmla="*/ 0 w 828"/>
                <a:gd name="T83" fmla="*/ 8 h 960"/>
                <a:gd name="T84" fmla="*/ 0 w 828"/>
                <a:gd name="T85" fmla="*/ 7 h 960"/>
                <a:gd name="T86" fmla="*/ 0 w 828"/>
                <a:gd name="T87" fmla="*/ 7 h 960"/>
                <a:gd name="T88" fmla="*/ 0 w 828"/>
                <a:gd name="T89" fmla="*/ 6 h 960"/>
                <a:gd name="T90" fmla="*/ 0 w 828"/>
                <a:gd name="T91" fmla="*/ 5 h 960"/>
                <a:gd name="T92" fmla="*/ 1 w 828"/>
                <a:gd name="T93" fmla="*/ 4 h 960"/>
                <a:gd name="T94" fmla="*/ 1 w 828"/>
                <a:gd name="T95" fmla="*/ 4 h 960"/>
                <a:gd name="T96" fmla="*/ 1 w 828"/>
                <a:gd name="T97" fmla="*/ 3 h 960"/>
                <a:gd name="T98" fmla="*/ 2 w 828"/>
                <a:gd name="T99" fmla="*/ 3 h 960"/>
                <a:gd name="T100" fmla="*/ 2 w 828"/>
                <a:gd name="T101" fmla="*/ 2 h 960"/>
                <a:gd name="T102" fmla="*/ 3 w 828"/>
                <a:gd name="T103" fmla="*/ 2 h 960"/>
                <a:gd name="T104" fmla="*/ 3 w 828"/>
                <a:gd name="T105" fmla="*/ 1 h 960"/>
                <a:gd name="T106" fmla="*/ 4 w 828"/>
                <a:gd name="T107" fmla="*/ 1 h 960"/>
                <a:gd name="T108" fmla="*/ 5 w 828"/>
                <a:gd name="T109" fmla="*/ 1 h 960"/>
                <a:gd name="T110" fmla="*/ 5 w 828"/>
                <a:gd name="T111" fmla="*/ 0 h 960"/>
                <a:gd name="T112" fmla="*/ 6 w 828"/>
                <a:gd name="T113" fmla="*/ 0 h 960"/>
                <a:gd name="T114" fmla="*/ 7 w 828"/>
                <a:gd name="T115" fmla="*/ 0 h 960"/>
                <a:gd name="T116" fmla="*/ 8 w 828"/>
                <a:gd name="T117" fmla="*/ 0 h 960"/>
                <a:gd name="T118" fmla="*/ 8 w 828"/>
                <a:gd name="T119" fmla="*/ 0 h 96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828"/>
                <a:gd name="T181" fmla="*/ 0 h 960"/>
                <a:gd name="T182" fmla="*/ 828 w 828"/>
                <a:gd name="T183" fmla="*/ 960 h 96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828" h="960">
                  <a:moveTo>
                    <a:pt x="566" y="8"/>
                  </a:moveTo>
                  <a:lnTo>
                    <a:pt x="590" y="13"/>
                  </a:lnTo>
                  <a:lnTo>
                    <a:pt x="612" y="19"/>
                  </a:lnTo>
                  <a:lnTo>
                    <a:pt x="633" y="26"/>
                  </a:lnTo>
                  <a:lnTo>
                    <a:pt x="654" y="34"/>
                  </a:lnTo>
                  <a:lnTo>
                    <a:pt x="673" y="44"/>
                  </a:lnTo>
                  <a:lnTo>
                    <a:pt x="691" y="54"/>
                  </a:lnTo>
                  <a:lnTo>
                    <a:pt x="707" y="66"/>
                  </a:lnTo>
                  <a:lnTo>
                    <a:pt x="724" y="79"/>
                  </a:lnTo>
                  <a:lnTo>
                    <a:pt x="738" y="92"/>
                  </a:lnTo>
                  <a:lnTo>
                    <a:pt x="751" y="106"/>
                  </a:lnTo>
                  <a:lnTo>
                    <a:pt x="764" y="121"/>
                  </a:lnTo>
                  <a:lnTo>
                    <a:pt x="775" y="137"/>
                  </a:lnTo>
                  <a:lnTo>
                    <a:pt x="785" y="154"/>
                  </a:lnTo>
                  <a:lnTo>
                    <a:pt x="794" y="172"/>
                  </a:lnTo>
                  <a:lnTo>
                    <a:pt x="802" y="190"/>
                  </a:lnTo>
                  <a:lnTo>
                    <a:pt x="809" y="209"/>
                  </a:lnTo>
                  <a:lnTo>
                    <a:pt x="815" y="229"/>
                  </a:lnTo>
                  <a:lnTo>
                    <a:pt x="820" y="250"/>
                  </a:lnTo>
                  <a:lnTo>
                    <a:pt x="823" y="270"/>
                  </a:lnTo>
                  <a:lnTo>
                    <a:pt x="826" y="292"/>
                  </a:lnTo>
                  <a:lnTo>
                    <a:pt x="827" y="315"/>
                  </a:lnTo>
                  <a:lnTo>
                    <a:pt x="828" y="337"/>
                  </a:lnTo>
                  <a:lnTo>
                    <a:pt x="827" y="361"/>
                  </a:lnTo>
                  <a:lnTo>
                    <a:pt x="826" y="384"/>
                  </a:lnTo>
                  <a:lnTo>
                    <a:pt x="824" y="409"/>
                  </a:lnTo>
                  <a:lnTo>
                    <a:pt x="820" y="433"/>
                  </a:lnTo>
                  <a:lnTo>
                    <a:pt x="816" y="458"/>
                  </a:lnTo>
                  <a:lnTo>
                    <a:pt x="811" y="484"/>
                  </a:lnTo>
                  <a:lnTo>
                    <a:pt x="804" y="510"/>
                  </a:lnTo>
                  <a:lnTo>
                    <a:pt x="797" y="536"/>
                  </a:lnTo>
                  <a:lnTo>
                    <a:pt x="788" y="563"/>
                  </a:lnTo>
                  <a:lnTo>
                    <a:pt x="779" y="589"/>
                  </a:lnTo>
                  <a:lnTo>
                    <a:pt x="743" y="688"/>
                  </a:lnTo>
                  <a:lnTo>
                    <a:pt x="711" y="772"/>
                  </a:lnTo>
                  <a:lnTo>
                    <a:pt x="696" y="809"/>
                  </a:lnTo>
                  <a:lnTo>
                    <a:pt x="680" y="841"/>
                  </a:lnTo>
                  <a:lnTo>
                    <a:pt x="672" y="856"/>
                  </a:lnTo>
                  <a:lnTo>
                    <a:pt x="663" y="869"/>
                  </a:lnTo>
                  <a:lnTo>
                    <a:pt x="654" y="883"/>
                  </a:lnTo>
                  <a:lnTo>
                    <a:pt x="645" y="894"/>
                  </a:lnTo>
                  <a:lnTo>
                    <a:pt x="635" y="905"/>
                  </a:lnTo>
                  <a:lnTo>
                    <a:pt x="625" y="915"/>
                  </a:lnTo>
                  <a:lnTo>
                    <a:pt x="614" y="924"/>
                  </a:lnTo>
                  <a:lnTo>
                    <a:pt x="603" y="931"/>
                  </a:lnTo>
                  <a:lnTo>
                    <a:pt x="590" y="938"/>
                  </a:lnTo>
                  <a:lnTo>
                    <a:pt x="578" y="944"/>
                  </a:lnTo>
                  <a:lnTo>
                    <a:pt x="564" y="949"/>
                  </a:lnTo>
                  <a:lnTo>
                    <a:pt x="549" y="953"/>
                  </a:lnTo>
                  <a:lnTo>
                    <a:pt x="533" y="957"/>
                  </a:lnTo>
                  <a:lnTo>
                    <a:pt x="517" y="959"/>
                  </a:lnTo>
                  <a:lnTo>
                    <a:pt x="500" y="960"/>
                  </a:lnTo>
                  <a:lnTo>
                    <a:pt x="480" y="960"/>
                  </a:lnTo>
                  <a:lnTo>
                    <a:pt x="461" y="959"/>
                  </a:lnTo>
                  <a:lnTo>
                    <a:pt x="440" y="957"/>
                  </a:lnTo>
                  <a:lnTo>
                    <a:pt x="418" y="953"/>
                  </a:lnTo>
                  <a:lnTo>
                    <a:pt x="393" y="949"/>
                  </a:lnTo>
                  <a:lnTo>
                    <a:pt x="370" y="944"/>
                  </a:lnTo>
                  <a:lnTo>
                    <a:pt x="346" y="938"/>
                  </a:lnTo>
                  <a:lnTo>
                    <a:pt x="323" y="931"/>
                  </a:lnTo>
                  <a:lnTo>
                    <a:pt x="300" y="923"/>
                  </a:lnTo>
                  <a:lnTo>
                    <a:pt x="279" y="913"/>
                  </a:lnTo>
                  <a:lnTo>
                    <a:pt x="258" y="903"/>
                  </a:lnTo>
                  <a:lnTo>
                    <a:pt x="237" y="892"/>
                  </a:lnTo>
                  <a:lnTo>
                    <a:pt x="217" y="880"/>
                  </a:lnTo>
                  <a:lnTo>
                    <a:pt x="198" y="865"/>
                  </a:lnTo>
                  <a:lnTo>
                    <a:pt x="180" y="852"/>
                  </a:lnTo>
                  <a:lnTo>
                    <a:pt x="162" y="837"/>
                  </a:lnTo>
                  <a:lnTo>
                    <a:pt x="145" y="821"/>
                  </a:lnTo>
                  <a:lnTo>
                    <a:pt x="129" y="805"/>
                  </a:lnTo>
                  <a:lnTo>
                    <a:pt x="114" y="787"/>
                  </a:lnTo>
                  <a:lnTo>
                    <a:pt x="100" y="769"/>
                  </a:lnTo>
                  <a:lnTo>
                    <a:pt x="85" y="751"/>
                  </a:lnTo>
                  <a:lnTo>
                    <a:pt x="73" y="732"/>
                  </a:lnTo>
                  <a:lnTo>
                    <a:pt x="61" y="711"/>
                  </a:lnTo>
                  <a:lnTo>
                    <a:pt x="51" y="691"/>
                  </a:lnTo>
                  <a:lnTo>
                    <a:pt x="41" y="671"/>
                  </a:lnTo>
                  <a:lnTo>
                    <a:pt x="32" y="650"/>
                  </a:lnTo>
                  <a:lnTo>
                    <a:pt x="25" y="627"/>
                  </a:lnTo>
                  <a:lnTo>
                    <a:pt x="17" y="605"/>
                  </a:lnTo>
                  <a:lnTo>
                    <a:pt x="12" y="583"/>
                  </a:lnTo>
                  <a:lnTo>
                    <a:pt x="7" y="560"/>
                  </a:lnTo>
                  <a:lnTo>
                    <a:pt x="4" y="536"/>
                  </a:lnTo>
                  <a:lnTo>
                    <a:pt x="2" y="513"/>
                  </a:lnTo>
                  <a:lnTo>
                    <a:pt x="0" y="490"/>
                  </a:lnTo>
                  <a:lnTo>
                    <a:pt x="1" y="465"/>
                  </a:lnTo>
                  <a:lnTo>
                    <a:pt x="2" y="441"/>
                  </a:lnTo>
                  <a:lnTo>
                    <a:pt x="4" y="417"/>
                  </a:lnTo>
                  <a:lnTo>
                    <a:pt x="8" y="393"/>
                  </a:lnTo>
                  <a:lnTo>
                    <a:pt x="13" y="368"/>
                  </a:lnTo>
                  <a:lnTo>
                    <a:pt x="19" y="345"/>
                  </a:lnTo>
                  <a:lnTo>
                    <a:pt x="27" y="322"/>
                  </a:lnTo>
                  <a:lnTo>
                    <a:pt x="36" y="299"/>
                  </a:lnTo>
                  <a:lnTo>
                    <a:pt x="45" y="278"/>
                  </a:lnTo>
                  <a:lnTo>
                    <a:pt x="55" y="257"/>
                  </a:lnTo>
                  <a:lnTo>
                    <a:pt x="67" y="236"/>
                  </a:lnTo>
                  <a:lnTo>
                    <a:pt x="79" y="216"/>
                  </a:lnTo>
                  <a:lnTo>
                    <a:pt x="92" y="197"/>
                  </a:lnTo>
                  <a:lnTo>
                    <a:pt x="107" y="179"/>
                  </a:lnTo>
                  <a:lnTo>
                    <a:pt x="121" y="161"/>
                  </a:lnTo>
                  <a:lnTo>
                    <a:pt x="137" y="144"/>
                  </a:lnTo>
                  <a:lnTo>
                    <a:pt x="153" y="128"/>
                  </a:lnTo>
                  <a:lnTo>
                    <a:pt x="170" y="113"/>
                  </a:lnTo>
                  <a:lnTo>
                    <a:pt x="189" y="99"/>
                  </a:lnTo>
                  <a:lnTo>
                    <a:pt x="207" y="85"/>
                  </a:lnTo>
                  <a:lnTo>
                    <a:pt x="226" y="73"/>
                  </a:lnTo>
                  <a:lnTo>
                    <a:pt x="246" y="60"/>
                  </a:lnTo>
                  <a:lnTo>
                    <a:pt x="267" y="50"/>
                  </a:lnTo>
                  <a:lnTo>
                    <a:pt x="288" y="40"/>
                  </a:lnTo>
                  <a:lnTo>
                    <a:pt x="309" y="31"/>
                  </a:lnTo>
                  <a:lnTo>
                    <a:pt x="331" y="24"/>
                  </a:lnTo>
                  <a:lnTo>
                    <a:pt x="353" y="17"/>
                  </a:lnTo>
                  <a:lnTo>
                    <a:pt x="375" y="11"/>
                  </a:lnTo>
                  <a:lnTo>
                    <a:pt x="398" y="7"/>
                  </a:lnTo>
                  <a:lnTo>
                    <a:pt x="422" y="4"/>
                  </a:lnTo>
                  <a:lnTo>
                    <a:pt x="445" y="1"/>
                  </a:lnTo>
                  <a:lnTo>
                    <a:pt x="469" y="0"/>
                  </a:lnTo>
                  <a:lnTo>
                    <a:pt x="493" y="0"/>
                  </a:lnTo>
                  <a:lnTo>
                    <a:pt x="517" y="2"/>
                  </a:lnTo>
                  <a:lnTo>
                    <a:pt x="541" y="4"/>
                  </a:lnTo>
                  <a:lnTo>
                    <a:pt x="566" y="8"/>
                  </a:lnTo>
                  <a:close/>
                </a:path>
              </a:pathLst>
            </a:custGeom>
            <a:noFill/>
            <a:ln w="10">
              <a:solidFill>
                <a:srgbClr val="EF7F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5" name="Freeform 671"/>
            <p:cNvSpPr>
              <a:spLocks/>
            </p:cNvSpPr>
            <p:nvPr/>
          </p:nvSpPr>
          <p:spPr bwMode="auto">
            <a:xfrm>
              <a:off x="2900" y="1874"/>
              <a:ext cx="98" cy="119"/>
            </a:xfrm>
            <a:custGeom>
              <a:avLst/>
              <a:gdLst>
                <a:gd name="T0" fmla="*/ 3 w 787"/>
                <a:gd name="T1" fmla="*/ 0 h 951"/>
                <a:gd name="T2" fmla="*/ 3 w 787"/>
                <a:gd name="T3" fmla="*/ 0 h 951"/>
                <a:gd name="T4" fmla="*/ 4 w 787"/>
                <a:gd name="T5" fmla="*/ 0 h 951"/>
                <a:gd name="T6" fmla="*/ 5 w 787"/>
                <a:gd name="T7" fmla="*/ 0 h 951"/>
                <a:gd name="T8" fmla="*/ 5 w 787"/>
                <a:gd name="T9" fmla="*/ 0 h 951"/>
                <a:gd name="T10" fmla="*/ 6 w 787"/>
                <a:gd name="T11" fmla="*/ 0 h 951"/>
                <a:gd name="T12" fmla="*/ 7 w 787"/>
                <a:gd name="T13" fmla="*/ 0 h 951"/>
                <a:gd name="T14" fmla="*/ 8 w 787"/>
                <a:gd name="T15" fmla="*/ 1 h 951"/>
                <a:gd name="T16" fmla="*/ 8 w 787"/>
                <a:gd name="T17" fmla="*/ 1 h 951"/>
                <a:gd name="T18" fmla="*/ 9 w 787"/>
                <a:gd name="T19" fmla="*/ 1 h 951"/>
                <a:gd name="T20" fmla="*/ 9 w 787"/>
                <a:gd name="T21" fmla="*/ 2 h 951"/>
                <a:gd name="T22" fmla="*/ 10 w 787"/>
                <a:gd name="T23" fmla="*/ 2 h 951"/>
                <a:gd name="T24" fmla="*/ 10 w 787"/>
                <a:gd name="T25" fmla="*/ 3 h 951"/>
                <a:gd name="T26" fmla="*/ 11 w 787"/>
                <a:gd name="T27" fmla="*/ 3 h 951"/>
                <a:gd name="T28" fmla="*/ 11 w 787"/>
                <a:gd name="T29" fmla="*/ 4 h 951"/>
                <a:gd name="T30" fmla="*/ 12 w 787"/>
                <a:gd name="T31" fmla="*/ 5 h 951"/>
                <a:gd name="T32" fmla="*/ 12 w 787"/>
                <a:gd name="T33" fmla="*/ 5 h 951"/>
                <a:gd name="T34" fmla="*/ 12 w 787"/>
                <a:gd name="T35" fmla="*/ 6 h 951"/>
                <a:gd name="T36" fmla="*/ 12 w 787"/>
                <a:gd name="T37" fmla="*/ 7 h 951"/>
                <a:gd name="T38" fmla="*/ 12 w 787"/>
                <a:gd name="T39" fmla="*/ 8 h 951"/>
                <a:gd name="T40" fmla="*/ 12 w 787"/>
                <a:gd name="T41" fmla="*/ 8 h 951"/>
                <a:gd name="T42" fmla="*/ 12 w 787"/>
                <a:gd name="T43" fmla="*/ 9 h 951"/>
                <a:gd name="T44" fmla="*/ 12 w 787"/>
                <a:gd name="T45" fmla="*/ 10 h 951"/>
                <a:gd name="T46" fmla="*/ 12 w 787"/>
                <a:gd name="T47" fmla="*/ 10 h 951"/>
                <a:gd name="T48" fmla="*/ 11 w 787"/>
                <a:gd name="T49" fmla="*/ 11 h 951"/>
                <a:gd name="T50" fmla="*/ 11 w 787"/>
                <a:gd name="T51" fmla="*/ 12 h 951"/>
                <a:gd name="T52" fmla="*/ 11 w 787"/>
                <a:gd name="T53" fmla="*/ 12 h 951"/>
                <a:gd name="T54" fmla="*/ 10 w 787"/>
                <a:gd name="T55" fmla="*/ 13 h 951"/>
                <a:gd name="T56" fmla="*/ 10 w 787"/>
                <a:gd name="T57" fmla="*/ 13 h 951"/>
                <a:gd name="T58" fmla="*/ 9 w 787"/>
                <a:gd name="T59" fmla="*/ 14 h 951"/>
                <a:gd name="T60" fmla="*/ 8 w 787"/>
                <a:gd name="T61" fmla="*/ 14 h 951"/>
                <a:gd name="T62" fmla="*/ 8 w 787"/>
                <a:gd name="T63" fmla="*/ 14 h 951"/>
                <a:gd name="T64" fmla="*/ 7 w 787"/>
                <a:gd name="T65" fmla="*/ 15 h 951"/>
                <a:gd name="T66" fmla="*/ 6 w 787"/>
                <a:gd name="T67" fmla="*/ 15 h 951"/>
                <a:gd name="T68" fmla="*/ 6 w 787"/>
                <a:gd name="T69" fmla="*/ 15 h 951"/>
                <a:gd name="T70" fmla="*/ 5 w 787"/>
                <a:gd name="T71" fmla="*/ 15 h 951"/>
                <a:gd name="T72" fmla="*/ 5 w 787"/>
                <a:gd name="T73" fmla="*/ 15 h 951"/>
                <a:gd name="T74" fmla="*/ 4 w 787"/>
                <a:gd name="T75" fmla="*/ 15 h 951"/>
                <a:gd name="T76" fmla="*/ 4 w 787"/>
                <a:gd name="T77" fmla="*/ 14 h 951"/>
                <a:gd name="T78" fmla="*/ 3 w 787"/>
                <a:gd name="T79" fmla="*/ 14 h 951"/>
                <a:gd name="T80" fmla="*/ 3 w 787"/>
                <a:gd name="T81" fmla="*/ 14 h 951"/>
                <a:gd name="T82" fmla="*/ 3 w 787"/>
                <a:gd name="T83" fmla="*/ 13 h 951"/>
                <a:gd name="T84" fmla="*/ 2 w 787"/>
                <a:gd name="T85" fmla="*/ 13 h 951"/>
                <a:gd name="T86" fmla="*/ 2 w 787"/>
                <a:gd name="T87" fmla="*/ 12 h 951"/>
                <a:gd name="T88" fmla="*/ 2 w 787"/>
                <a:gd name="T89" fmla="*/ 11 h 951"/>
                <a:gd name="T90" fmla="*/ 1 w 787"/>
                <a:gd name="T91" fmla="*/ 10 h 951"/>
                <a:gd name="T92" fmla="*/ 1 w 787"/>
                <a:gd name="T93" fmla="*/ 9 h 951"/>
                <a:gd name="T94" fmla="*/ 0 w 787"/>
                <a:gd name="T95" fmla="*/ 7 h 951"/>
                <a:gd name="T96" fmla="*/ 0 w 787"/>
                <a:gd name="T97" fmla="*/ 6 h 951"/>
                <a:gd name="T98" fmla="*/ 0 w 787"/>
                <a:gd name="T99" fmla="*/ 5 h 951"/>
                <a:gd name="T100" fmla="*/ 0 w 787"/>
                <a:gd name="T101" fmla="*/ 5 h 951"/>
                <a:gd name="T102" fmla="*/ 0 w 787"/>
                <a:gd name="T103" fmla="*/ 4 h 951"/>
                <a:gd name="T104" fmla="*/ 0 w 787"/>
                <a:gd name="T105" fmla="*/ 3 h 951"/>
                <a:gd name="T106" fmla="*/ 0 w 787"/>
                <a:gd name="T107" fmla="*/ 3 h 951"/>
                <a:gd name="T108" fmla="*/ 0 w 787"/>
                <a:gd name="T109" fmla="*/ 2 h 951"/>
                <a:gd name="T110" fmla="*/ 1 w 787"/>
                <a:gd name="T111" fmla="*/ 1 h 951"/>
                <a:gd name="T112" fmla="*/ 1 w 787"/>
                <a:gd name="T113" fmla="*/ 1 h 951"/>
                <a:gd name="T114" fmla="*/ 2 w 787"/>
                <a:gd name="T115" fmla="*/ 1 h 95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787"/>
                <a:gd name="T175" fmla="*/ 0 h 951"/>
                <a:gd name="T176" fmla="*/ 787 w 787"/>
                <a:gd name="T177" fmla="*/ 951 h 95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787" h="951">
                  <a:moveTo>
                    <a:pt x="145" y="28"/>
                  </a:moveTo>
                  <a:lnTo>
                    <a:pt x="169" y="20"/>
                  </a:lnTo>
                  <a:lnTo>
                    <a:pt x="192" y="14"/>
                  </a:lnTo>
                  <a:lnTo>
                    <a:pt x="216" y="9"/>
                  </a:lnTo>
                  <a:lnTo>
                    <a:pt x="240" y="5"/>
                  </a:lnTo>
                  <a:lnTo>
                    <a:pt x="263" y="2"/>
                  </a:lnTo>
                  <a:lnTo>
                    <a:pt x="287" y="0"/>
                  </a:lnTo>
                  <a:lnTo>
                    <a:pt x="311" y="0"/>
                  </a:lnTo>
                  <a:lnTo>
                    <a:pt x="334" y="0"/>
                  </a:lnTo>
                  <a:lnTo>
                    <a:pt x="357" y="2"/>
                  </a:lnTo>
                  <a:lnTo>
                    <a:pt x="380" y="5"/>
                  </a:lnTo>
                  <a:lnTo>
                    <a:pt x="403" y="9"/>
                  </a:lnTo>
                  <a:lnTo>
                    <a:pt x="425" y="14"/>
                  </a:lnTo>
                  <a:lnTo>
                    <a:pt x="447" y="20"/>
                  </a:lnTo>
                  <a:lnTo>
                    <a:pt x="470" y="27"/>
                  </a:lnTo>
                  <a:lnTo>
                    <a:pt x="491" y="36"/>
                  </a:lnTo>
                  <a:lnTo>
                    <a:pt x="512" y="45"/>
                  </a:lnTo>
                  <a:lnTo>
                    <a:pt x="533" y="56"/>
                  </a:lnTo>
                  <a:lnTo>
                    <a:pt x="553" y="67"/>
                  </a:lnTo>
                  <a:lnTo>
                    <a:pt x="572" y="79"/>
                  </a:lnTo>
                  <a:lnTo>
                    <a:pt x="591" y="92"/>
                  </a:lnTo>
                  <a:lnTo>
                    <a:pt x="610" y="106"/>
                  </a:lnTo>
                  <a:lnTo>
                    <a:pt x="627" y="121"/>
                  </a:lnTo>
                  <a:lnTo>
                    <a:pt x="644" y="137"/>
                  </a:lnTo>
                  <a:lnTo>
                    <a:pt x="660" y="154"/>
                  </a:lnTo>
                  <a:lnTo>
                    <a:pt x="675" y="171"/>
                  </a:lnTo>
                  <a:lnTo>
                    <a:pt x="691" y="189"/>
                  </a:lnTo>
                  <a:lnTo>
                    <a:pt x="704" y="208"/>
                  </a:lnTo>
                  <a:lnTo>
                    <a:pt x="717" y="229"/>
                  </a:lnTo>
                  <a:lnTo>
                    <a:pt x="729" y="249"/>
                  </a:lnTo>
                  <a:lnTo>
                    <a:pt x="740" y="271"/>
                  </a:lnTo>
                  <a:lnTo>
                    <a:pt x="749" y="294"/>
                  </a:lnTo>
                  <a:lnTo>
                    <a:pt x="758" y="316"/>
                  </a:lnTo>
                  <a:lnTo>
                    <a:pt x="767" y="339"/>
                  </a:lnTo>
                  <a:lnTo>
                    <a:pt x="773" y="363"/>
                  </a:lnTo>
                  <a:lnTo>
                    <a:pt x="779" y="387"/>
                  </a:lnTo>
                  <a:lnTo>
                    <a:pt x="783" y="410"/>
                  </a:lnTo>
                  <a:lnTo>
                    <a:pt x="785" y="433"/>
                  </a:lnTo>
                  <a:lnTo>
                    <a:pt x="787" y="458"/>
                  </a:lnTo>
                  <a:lnTo>
                    <a:pt x="787" y="481"/>
                  </a:lnTo>
                  <a:lnTo>
                    <a:pt x="787" y="504"/>
                  </a:lnTo>
                  <a:lnTo>
                    <a:pt x="785" y="527"/>
                  </a:lnTo>
                  <a:lnTo>
                    <a:pt x="782" y="551"/>
                  </a:lnTo>
                  <a:lnTo>
                    <a:pt x="778" y="573"/>
                  </a:lnTo>
                  <a:lnTo>
                    <a:pt x="773" y="595"/>
                  </a:lnTo>
                  <a:lnTo>
                    <a:pt x="767" y="618"/>
                  </a:lnTo>
                  <a:lnTo>
                    <a:pt x="759" y="640"/>
                  </a:lnTo>
                  <a:lnTo>
                    <a:pt x="751" y="661"/>
                  </a:lnTo>
                  <a:lnTo>
                    <a:pt x="741" y="682"/>
                  </a:lnTo>
                  <a:lnTo>
                    <a:pt x="731" y="703"/>
                  </a:lnTo>
                  <a:lnTo>
                    <a:pt x="720" y="723"/>
                  </a:lnTo>
                  <a:lnTo>
                    <a:pt x="708" y="742"/>
                  </a:lnTo>
                  <a:lnTo>
                    <a:pt x="695" y="761"/>
                  </a:lnTo>
                  <a:lnTo>
                    <a:pt x="680" y="780"/>
                  </a:lnTo>
                  <a:lnTo>
                    <a:pt x="665" y="797"/>
                  </a:lnTo>
                  <a:lnTo>
                    <a:pt x="650" y="814"/>
                  </a:lnTo>
                  <a:lnTo>
                    <a:pt x="633" y="830"/>
                  </a:lnTo>
                  <a:lnTo>
                    <a:pt x="616" y="845"/>
                  </a:lnTo>
                  <a:lnTo>
                    <a:pt x="597" y="861"/>
                  </a:lnTo>
                  <a:lnTo>
                    <a:pt x="578" y="874"/>
                  </a:lnTo>
                  <a:lnTo>
                    <a:pt x="558" y="887"/>
                  </a:lnTo>
                  <a:lnTo>
                    <a:pt x="538" y="899"/>
                  </a:lnTo>
                  <a:lnTo>
                    <a:pt x="516" y="910"/>
                  </a:lnTo>
                  <a:lnTo>
                    <a:pt x="494" y="920"/>
                  </a:lnTo>
                  <a:lnTo>
                    <a:pt x="471" y="928"/>
                  </a:lnTo>
                  <a:lnTo>
                    <a:pt x="447" y="936"/>
                  </a:lnTo>
                  <a:lnTo>
                    <a:pt x="426" y="943"/>
                  </a:lnTo>
                  <a:lnTo>
                    <a:pt x="405" y="947"/>
                  </a:lnTo>
                  <a:lnTo>
                    <a:pt x="386" y="950"/>
                  </a:lnTo>
                  <a:lnTo>
                    <a:pt x="366" y="951"/>
                  </a:lnTo>
                  <a:lnTo>
                    <a:pt x="348" y="951"/>
                  </a:lnTo>
                  <a:lnTo>
                    <a:pt x="331" y="949"/>
                  </a:lnTo>
                  <a:lnTo>
                    <a:pt x="315" y="946"/>
                  </a:lnTo>
                  <a:lnTo>
                    <a:pt x="299" y="942"/>
                  </a:lnTo>
                  <a:lnTo>
                    <a:pt x="284" y="936"/>
                  </a:lnTo>
                  <a:lnTo>
                    <a:pt x="271" y="930"/>
                  </a:lnTo>
                  <a:lnTo>
                    <a:pt x="258" y="922"/>
                  </a:lnTo>
                  <a:lnTo>
                    <a:pt x="245" y="914"/>
                  </a:lnTo>
                  <a:lnTo>
                    <a:pt x="233" y="905"/>
                  </a:lnTo>
                  <a:lnTo>
                    <a:pt x="221" y="895"/>
                  </a:lnTo>
                  <a:lnTo>
                    <a:pt x="210" y="884"/>
                  </a:lnTo>
                  <a:lnTo>
                    <a:pt x="200" y="872"/>
                  </a:lnTo>
                  <a:lnTo>
                    <a:pt x="191" y="860"/>
                  </a:lnTo>
                  <a:lnTo>
                    <a:pt x="182" y="846"/>
                  </a:lnTo>
                  <a:lnTo>
                    <a:pt x="173" y="833"/>
                  </a:lnTo>
                  <a:lnTo>
                    <a:pt x="157" y="805"/>
                  </a:lnTo>
                  <a:lnTo>
                    <a:pt x="141" y="774"/>
                  </a:lnTo>
                  <a:lnTo>
                    <a:pt x="127" y="743"/>
                  </a:lnTo>
                  <a:lnTo>
                    <a:pt x="115" y="713"/>
                  </a:lnTo>
                  <a:lnTo>
                    <a:pt x="103" y="681"/>
                  </a:lnTo>
                  <a:lnTo>
                    <a:pt x="91" y="650"/>
                  </a:lnTo>
                  <a:lnTo>
                    <a:pt x="79" y="618"/>
                  </a:lnTo>
                  <a:lnTo>
                    <a:pt x="64" y="581"/>
                  </a:lnTo>
                  <a:lnTo>
                    <a:pt x="51" y="541"/>
                  </a:lnTo>
                  <a:lnTo>
                    <a:pt x="38" y="498"/>
                  </a:lnTo>
                  <a:lnTo>
                    <a:pt x="26" y="452"/>
                  </a:lnTo>
                  <a:lnTo>
                    <a:pt x="15" y="406"/>
                  </a:lnTo>
                  <a:lnTo>
                    <a:pt x="11" y="383"/>
                  </a:lnTo>
                  <a:lnTo>
                    <a:pt x="7" y="359"/>
                  </a:lnTo>
                  <a:lnTo>
                    <a:pt x="4" y="336"/>
                  </a:lnTo>
                  <a:lnTo>
                    <a:pt x="2" y="313"/>
                  </a:lnTo>
                  <a:lnTo>
                    <a:pt x="1" y="289"/>
                  </a:lnTo>
                  <a:lnTo>
                    <a:pt x="0" y="266"/>
                  </a:lnTo>
                  <a:lnTo>
                    <a:pt x="1" y="244"/>
                  </a:lnTo>
                  <a:lnTo>
                    <a:pt x="3" y="222"/>
                  </a:lnTo>
                  <a:lnTo>
                    <a:pt x="6" y="200"/>
                  </a:lnTo>
                  <a:lnTo>
                    <a:pt x="10" y="179"/>
                  </a:lnTo>
                  <a:lnTo>
                    <a:pt x="16" y="160"/>
                  </a:lnTo>
                  <a:lnTo>
                    <a:pt x="23" y="141"/>
                  </a:lnTo>
                  <a:lnTo>
                    <a:pt x="32" y="122"/>
                  </a:lnTo>
                  <a:lnTo>
                    <a:pt x="43" y="105"/>
                  </a:lnTo>
                  <a:lnTo>
                    <a:pt x="55" y="89"/>
                  </a:lnTo>
                  <a:lnTo>
                    <a:pt x="70" y="74"/>
                  </a:lnTo>
                  <a:lnTo>
                    <a:pt x="86" y="61"/>
                  </a:lnTo>
                  <a:lnTo>
                    <a:pt x="103" y="48"/>
                  </a:lnTo>
                  <a:lnTo>
                    <a:pt x="123" y="37"/>
                  </a:lnTo>
                  <a:lnTo>
                    <a:pt x="145" y="28"/>
                  </a:lnTo>
                  <a:close/>
                </a:path>
              </a:pathLst>
            </a:custGeom>
            <a:solidFill>
              <a:srgbClr val="008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6" name="Freeform 672"/>
            <p:cNvSpPr>
              <a:spLocks/>
            </p:cNvSpPr>
            <p:nvPr/>
          </p:nvSpPr>
          <p:spPr bwMode="auto">
            <a:xfrm>
              <a:off x="2900" y="1874"/>
              <a:ext cx="98" cy="119"/>
            </a:xfrm>
            <a:custGeom>
              <a:avLst/>
              <a:gdLst>
                <a:gd name="T0" fmla="*/ 3 w 787"/>
                <a:gd name="T1" fmla="*/ 0 h 951"/>
                <a:gd name="T2" fmla="*/ 3 w 787"/>
                <a:gd name="T3" fmla="*/ 0 h 951"/>
                <a:gd name="T4" fmla="*/ 4 w 787"/>
                <a:gd name="T5" fmla="*/ 0 h 951"/>
                <a:gd name="T6" fmla="*/ 5 w 787"/>
                <a:gd name="T7" fmla="*/ 0 h 951"/>
                <a:gd name="T8" fmla="*/ 5 w 787"/>
                <a:gd name="T9" fmla="*/ 0 h 951"/>
                <a:gd name="T10" fmla="*/ 6 w 787"/>
                <a:gd name="T11" fmla="*/ 0 h 951"/>
                <a:gd name="T12" fmla="*/ 7 w 787"/>
                <a:gd name="T13" fmla="*/ 0 h 951"/>
                <a:gd name="T14" fmla="*/ 8 w 787"/>
                <a:gd name="T15" fmla="*/ 1 h 951"/>
                <a:gd name="T16" fmla="*/ 8 w 787"/>
                <a:gd name="T17" fmla="*/ 1 h 951"/>
                <a:gd name="T18" fmla="*/ 9 w 787"/>
                <a:gd name="T19" fmla="*/ 1 h 951"/>
                <a:gd name="T20" fmla="*/ 9 w 787"/>
                <a:gd name="T21" fmla="*/ 2 h 951"/>
                <a:gd name="T22" fmla="*/ 10 w 787"/>
                <a:gd name="T23" fmla="*/ 2 h 951"/>
                <a:gd name="T24" fmla="*/ 10 w 787"/>
                <a:gd name="T25" fmla="*/ 3 h 951"/>
                <a:gd name="T26" fmla="*/ 11 w 787"/>
                <a:gd name="T27" fmla="*/ 3 h 951"/>
                <a:gd name="T28" fmla="*/ 11 w 787"/>
                <a:gd name="T29" fmla="*/ 4 h 951"/>
                <a:gd name="T30" fmla="*/ 12 w 787"/>
                <a:gd name="T31" fmla="*/ 5 h 951"/>
                <a:gd name="T32" fmla="*/ 12 w 787"/>
                <a:gd name="T33" fmla="*/ 5 h 951"/>
                <a:gd name="T34" fmla="*/ 12 w 787"/>
                <a:gd name="T35" fmla="*/ 6 h 951"/>
                <a:gd name="T36" fmla="*/ 12 w 787"/>
                <a:gd name="T37" fmla="*/ 7 h 951"/>
                <a:gd name="T38" fmla="*/ 12 w 787"/>
                <a:gd name="T39" fmla="*/ 8 h 951"/>
                <a:gd name="T40" fmla="*/ 12 w 787"/>
                <a:gd name="T41" fmla="*/ 8 h 951"/>
                <a:gd name="T42" fmla="*/ 12 w 787"/>
                <a:gd name="T43" fmla="*/ 9 h 951"/>
                <a:gd name="T44" fmla="*/ 12 w 787"/>
                <a:gd name="T45" fmla="*/ 10 h 951"/>
                <a:gd name="T46" fmla="*/ 12 w 787"/>
                <a:gd name="T47" fmla="*/ 10 h 951"/>
                <a:gd name="T48" fmla="*/ 11 w 787"/>
                <a:gd name="T49" fmla="*/ 11 h 951"/>
                <a:gd name="T50" fmla="*/ 11 w 787"/>
                <a:gd name="T51" fmla="*/ 12 h 951"/>
                <a:gd name="T52" fmla="*/ 11 w 787"/>
                <a:gd name="T53" fmla="*/ 12 h 951"/>
                <a:gd name="T54" fmla="*/ 10 w 787"/>
                <a:gd name="T55" fmla="*/ 13 h 951"/>
                <a:gd name="T56" fmla="*/ 10 w 787"/>
                <a:gd name="T57" fmla="*/ 13 h 951"/>
                <a:gd name="T58" fmla="*/ 9 w 787"/>
                <a:gd name="T59" fmla="*/ 14 h 951"/>
                <a:gd name="T60" fmla="*/ 8 w 787"/>
                <a:gd name="T61" fmla="*/ 14 h 951"/>
                <a:gd name="T62" fmla="*/ 8 w 787"/>
                <a:gd name="T63" fmla="*/ 14 h 951"/>
                <a:gd name="T64" fmla="*/ 7 w 787"/>
                <a:gd name="T65" fmla="*/ 15 h 951"/>
                <a:gd name="T66" fmla="*/ 6 w 787"/>
                <a:gd name="T67" fmla="*/ 15 h 951"/>
                <a:gd name="T68" fmla="*/ 6 w 787"/>
                <a:gd name="T69" fmla="*/ 15 h 951"/>
                <a:gd name="T70" fmla="*/ 5 w 787"/>
                <a:gd name="T71" fmla="*/ 15 h 951"/>
                <a:gd name="T72" fmla="*/ 5 w 787"/>
                <a:gd name="T73" fmla="*/ 15 h 951"/>
                <a:gd name="T74" fmla="*/ 4 w 787"/>
                <a:gd name="T75" fmla="*/ 15 h 951"/>
                <a:gd name="T76" fmla="*/ 4 w 787"/>
                <a:gd name="T77" fmla="*/ 14 h 951"/>
                <a:gd name="T78" fmla="*/ 3 w 787"/>
                <a:gd name="T79" fmla="*/ 14 h 951"/>
                <a:gd name="T80" fmla="*/ 3 w 787"/>
                <a:gd name="T81" fmla="*/ 14 h 951"/>
                <a:gd name="T82" fmla="*/ 3 w 787"/>
                <a:gd name="T83" fmla="*/ 13 h 951"/>
                <a:gd name="T84" fmla="*/ 2 w 787"/>
                <a:gd name="T85" fmla="*/ 13 h 951"/>
                <a:gd name="T86" fmla="*/ 2 w 787"/>
                <a:gd name="T87" fmla="*/ 12 h 951"/>
                <a:gd name="T88" fmla="*/ 2 w 787"/>
                <a:gd name="T89" fmla="*/ 11 h 951"/>
                <a:gd name="T90" fmla="*/ 1 w 787"/>
                <a:gd name="T91" fmla="*/ 10 h 951"/>
                <a:gd name="T92" fmla="*/ 1 w 787"/>
                <a:gd name="T93" fmla="*/ 9 h 951"/>
                <a:gd name="T94" fmla="*/ 0 w 787"/>
                <a:gd name="T95" fmla="*/ 7 h 951"/>
                <a:gd name="T96" fmla="*/ 0 w 787"/>
                <a:gd name="T97" fmla="*/ 6 h 951"/>
                <a:gd name="T98" fmla="*/ 0 w 787"/>
                <a:gd name="T99" fmla="*/ 5 h 951"/>
                <a:gd name="T100" fmla="*/ 0 w 787"/>
                <a:gd name="T101" fmla="*/ 5 h 951"/>
                <a:gd name="T102" fmla="*/ 0 w 787"/>
                <a:gd name="T103" fmla="*/ 4 h 951"/>
                <a:gd name="T104" fmla="*/ 0 w 787"/>
                <a:gd name="T105" fmla="*/ 3 h 951"/>
                <a:gd name="T106" fmla="*/ 0 w 787"/>
                <a:gd name="T107" fmla="*/ 3 h 951"/>
                <a:gd name="T108" fmla="*/ 0 w 787"/>
                <a:gd name="T109" fmla="*/ 2 h 951"/>
                <a:gd name="T110" fmla="*/ 1 w 787"/>
                <a:gd name="T111" fmla="*/ 1 h 951"/>
                <a:gd name="T112" fmla="*/ 1 w 787"/>
                <a:gd name="T113" fmla="*/ 1 h 951"/>
                <a:gd name="T114" fmla="*/ 2 w 787"/>
                <a:gd name="T115" fmla="*/ 1 h 95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787"/>
                <a:gd name="T175" fmla="*/ 0 h 951"/>
                <a:gd name="T176" fmla="*/ 787 w 787"/>
                <a:gd name="T177" fmla="*/ 951 h 95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787" h="951">
                  <a:moveTo>
                    <a:pt x="145" y="28"/>
                  </a:moveTo>
                  <a:lnTo>
                    <a:pt x="169" y="20"/>
                  </a:lnTo>
                  <a:lnTo>
                    <a:pt x="192" y="14"/>
                  </a:lnTo>
                  <a:lnTo>
                    <a:pt x="216" y="9"/>
                  </a:lnTo>
                  <a:lnTo>
                    <a:pt x="240" y="5"/>
                  </a:lnTo>
                  <a:lnTo>
                    <a:pt x="263" y="2"/>
                  </a:lnTo>
                  <a:lnTo>
                    <a:pt x="287" y="0"/>
                  </a:lnTo>
                  <a:lnTo>
                    <a:pt x="311" y="0"/>
                  </a:lnTo>
                  <a:lnTo>
                    <a:pt x="334" y="0"/>
                  </a:lnTo>
                  <a:lnTo>
                    <a:pt x="357" y="2"/>
                  </a:lnTo>
                  <a:lnTo>
                    <a:pt x="380" y="5"/>
                  </a:lnTo>
                  <a:lnTo>
                    <a:pt x="403" y="9"/>
                  </a:lnTo>
                  <a:lnTo>
                    <a:pt x="425" y="14"/>
                  </a:lnTo>
                  <a:lnTo>
                    <a:pt x="447" y="20"/>
                  </a:lnTo>
                  <a:lnTo>
                    <a:pt x="470" y="27"/>
                  </a:lnTo>
                  <a:lnTo>
                    <a:pt x="491" y="36"/>
                  </a:lnTo>
                  <a:lnTo>
                    <a:pt x="512" y="45"/>
                  </a:lnTo>
                  <a:lnTo>
                    <a:pt x="533" y="56"/>
                  </a:lnTo>
                  <a:lnTo>
                    <a:pt x="553" y="67"/>
                  </a:lnTo>
                  <a:lnTo>
                    <a:pt x="572" y="79"/>
                  </a:lnTo>
                  <a:lnTo>
                    <a:pt x="591" y="92"/>
                  </a:lnTo>
                  <a:lnTo>
                    <a:pt x="610" y="106"/>
                  </a:lnTo>
                  <a:lnTo>
                    <a:pt x="627" y="121"/>
                  </a:lnTo>
                  <a:lnTo>
                    <a:pt x="644" y="137"/>
                  </a:lnTo>
                  <a:lnTo>
                    <a:pt x="660" y="154"/>
                  </a:lnTo>
                  <a:lnTo>
                    <a:pt x="675" y="171"/>
                  </a:lnTo>
                  <a:lnTo>
                    <a:pt x="691" y="189"/>
                  </a:lnTo>
                  <a:lnTo>
                    <a:pt x="704" y="208"/>
                  </a:lnTo>
                  <a:lnTo>
                    <a:pt x="717" y="229"/>
                  </a:lnTo>
                  <a:lnTo>
                    <a:pt x="729" y="249"/>
                  </a:lnTo>
                  <a:lnTo>
                    <a:pt x="740" y="271"/>
                  </a:lnTo>
                  <a:lnTo>
                    <a:pt x="749" y="294"/>
                  </a:lnTo>
                  <a:lnTo>
                    <a:pt x="758" y="316"/>
                  </a:lnTo>
                  <a:lnTo>
                    <a:pt x="767" y="339"/>
                  </a:lnTo>
                  <a:lnTo>
                    <a:pt x="773" y="363"/>
                  </a:lnTo>
                  <a:lnTo>
                    <a:pt x="779" y="387"/>
                  </a:lnTo>
                  <a:lnTo>
                    <a:pt x="783" y="410"/>
                  </a:lnTo>
                  <a:lnTo>
                    <a:pt x="785" y="433"/>
                  </a:lnTo>
                  <a:lnTo>
                    <a:pt x="787" y="458"/>
                  </a:lnTo>
                  <a:lnTo>
                    <a:pt x="787" y="481"/>
                  </a:lnTo>
                  <a:lnTo>
                    <a:pt x="787" y="504"/>
                  </a:lnTo>
                  <a:lnTo>
                    <a:pt x="785" y="527"/>
                  </a:lnTo>
                  <a:lnTo>
                    <a:pt x="782" y="551"/>
                  </a:lnTo>
                  <a:lnTo>
                    <a:pt x="778" y="573"/>
                  </a:lnTo>
                  <a:lnTo>
                    <a:pt x="773" y="595"/>
                  </a:lnTo>
                  <a:lnTo>
                    <a:pt x="767" y="618"/>
                  </a:lnTo>
                  <a:lnTo>
                    <a:pt x="759" y="640"/>
                  </a:lnTo>
                  <a:lnTo>
                    <a:pt x="751" y="661"/>
                  </a:lnTo>
                  <a:lnTo>
                    <a:pt x="741" y="682"/>
                  </a:lnTo>
                  <a:lnTo>
                    <a:pt x="731" y="703"/>
                  </a:lnTo>
                  <a:lnTo>
                    <a:pt x="720" y="723"/>
                  </a:lnTo>
                  <a:lnTo>
                    <a:pt x="708" y="742"/>
                  </a:lnTo>
                  <a:lnTo>
                    <a:pt x="695" y="761"/>
                  </a:lnTo>
                  <a:lnTo>
                    <a:pt x="680" y="780"/>
                  </a:lnTo>
                  <a:lnTo>
                    <a:pt x="665" y="797"/>
                  </a:lnTo>
                  <a:lnTo>
                    <a:pt x="650" y="814"/>
                  </a:lnTo>
                  <a:lnTo>
                    <a:pt x="633" y="830"/>
                  </a:lnTo>
                  <a:lnTo>
                    <a:pt x="616" y="845"/>
                  </a:lnTo>
                  <a:lnTo>
                    <a:pt x="597" y="861"/>
                  </a:lnTo>
                  <a:lnTo>
                    <a:pt x="578" y="874"/>
                  </a:lnTo>
                  <a:lnTo>
                    <a:pt x="558" y="887"/>
                  </a:lnTo>
                  <a:lnTo>
                    <a:pt x="538" y="899"/>
                  </a:lnTo>
                  <a:lnTo>
                    <a:pt x="516" y="910"/>
                  </a:lnTo>
                  <a:lnTo>
                    <a:pt x="494" y="920"/>
                  </a:lnTo>
                  <a:lnTo>
                    <a:pt x="471" y="928"/>
                  </a:lnTo>
                  <a:lnTo>
                    <a:pt x="447" y="936"/>
                  </a:lnTo>
                  <a:lnTo>
                    <a:pt x="426" y="943"/>
                  </a:lnTo>
                  <a:lnTo>
                    <a:pt x="405" y="947"/>
                  </a:lnTo>
                  <a:lnTo>
                    <a:pt x="386" y="950"/>
                  </a:lnTo>
                  <a:lnTo>
                    <a:pt x="366" y="951"/>
                  </a:lnTo>
                  <a:lnTo>
                    <a:pt x="348" y="951"/>
                  </a:lnTo>
                  <a:lnTo>
                    <a:pt x="331" y="949"/>
                  </a:lnTo>
                  <a:lnTo>
                    <a:pt x="315" y="946"/>
                  </a:lnTo>
                  <a:lnTo>
                    <a:pt x="299" y="942"/>
                  </a:lnTo>
                  <a:lnTo>
                    <a:pt x="284" y="936"/>
                  </a:lnTo>
                  <a:lnTo>
                    <a:pt x="271" y="930"/>
                  </a:lnTo>
                  <a:lnTo>
                    <a:pt x="258" y="922"/>
                  </a:lnTo>
                  <a:lnTo>
                    <a:pt x="245" y="914"/>
                  </a:lnTo>
                  <a:lnTo>
                    <a:pt x="233" y="905"/>
                  </a:lnTo>
                  <a:lnTo>
                    <a:pt x="221" y="895"/>
                  </a:lnTo>
                  <a:lnTo>
                    <a:pt x="210" y="884"/>
                  </a:lnTo>
                  <a:lnTo>
                    <a:pt x="200" y="872"/>
                  </a:lnTo>
                  <a:lnTo>
                    <a:pt x="191" y="860"/>
                  </a:lnTo>
                  <a:lnTo>
                    <a:pt x="182" y="846"/>
                  </a:lnTo>
                  <a:lnTo>
                    <a:pt x="173" y="833"/>
                  </a:lnTo>
                  <a:lnTo>
                    <a:pt x="157" y="805"/>
                  </a:lnTo>
                  <a:lnTo>
                    <a:pt x="141" y="774"/>
                  </a:lnTo>
                  <a:lnTo>
                    <a:pt x="127" y="743"/>
                  </a:lnTo>
                  <a:lnTo>
                    <a:pt x="115" y="713"/>
                  </a:lnTo>
                  <a:lnTo>
                    <a:pt x="103" y="681"/>
                  </a:lnTo>
                  <a:lnTo>
                    <a:pt x="91" y="650"/>
                  </a:lnTo>
                  <a:lnTo>
                    <a:pt x="79" y="618"/>
                  </a:lnTo>
                  <a:lnTo>
                    <a:pt x="64" y="581"/>
                  </a:lnTo>
                  <a:lnTo>
                    <a:pt x="51" y="541"/>
                  </a:lnTo>
                  <a:lnTo>
                    <a:pt x="38" y="498"/>
                  </a:lnTo>
                  <a:lnTo>
                    <a:pt x="26" y="452"/>
                  </a:lnTo>
                  <a:lnTo>
                    <a:pt x="15" y="406"/>
                  </a:lnTo>
                  <a:lnTo>
                    <a:pt x="11" y="383"/>
                  </a:lnTo>
                  <a:lnTo>
                    <a:pt x="7" y="359"/>
                  </a:lnTo>
                  <a:lnTo>
                    <a:pt x="4" y="336"/>
                  </a:lnTo>
                  <a:lnTo>
                    <a:pt x="2" y="313"/>
                  </a:lnTo>
                  <a:lnTo>
                    <a:pt x="1" y="289"/>
                  </a:lnTo>
                  <a:lnTo>
                    <a:pt x="0" y="266"/>
                  </a:lnTo>
                  <a:lnTo>
                    <a:pt x="1" y="244"/>
                  </a:lnTo>
                  <a:lnTo>
                    <a:pt x="3" y="222"/>
                  </a:lnTo>
                  <a:lnTo>
                    <a:pt x="6" y="200"/>
                  </a:lnTo>
                  <a:lnTo>
                    <a:pt x="10" y="179"/>
                  </a:lnTo>
                  <a:lnTo>
                    <a:pt x="16" y="160"/>
                  </a:lnTo>
                  <a:lnTo>
                    <a:pt x="23" y="141"/>
                  </a:lnTo>
                  <a:lnTo>
                    <a:pt x="32" y="122"/>
                  </a:lnTo>
                  <a:lnTo>
                    <a:pt x="43" y="105"/>
                  </a:lnTo>
                  <a:lnTo>
                    <a:pt x="55" y="89"/>
                  </a:lnTo>
                  <a:lnTo>
                    <a:pt x="70" y="74"/>
                  </a:lnTo>
                  <a:lnTo>
                    <a:pt x="86" y="61"/>
                  </a:lnTo>
                  <a:lnTo>
                    <a:pt x="103" y="48"/>
                  </a:lnTo>
                  <a:lnTo>
                    <a:pt x="123" y="37"/>
                  </a:lnTo>
                  <a:lnTo>
                    <a:pt x="145" y="28"/>
                  </a:lnTo>
                  <a:close/>
                </a:path>
              </a:pathLst>
            </a:custGeom>
            <a:noFill/>
            <a:ln w="10">
              <a:solidFill>
                <a:srgbClr val="A2D9F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90" name="TextBox 681"/>
          <p:cNvSpPr txBox="1">
            <a:spLocks noChangeArrowheads="1"/>
          </p:cNvSpPr>
          <p:nvPr/>
        </p:nvSpPr>
        <p:spPr bwMode="auto">
          <a:xfrm>
            <a:off x="992435" y="3255368"/>
            <a:ext cx="297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sz="1200" dirty="0">
                <a:latin typeface="+mj-lt"/>
              </a:rPr>
              <a:t>—</a:t>
            </a:r>
            <a:r>
              <a:rPr lang="en-US" sz="1200" dirty="0">
                <a:latin typeface="+mj-lt"/>
              </a:rPr>
              <a:t> </a:t>
            </a:r>
            <a:r>
              <a:rPr lang="ru-RU" sz="1200" dirty="0">
                <a:latin typeface="+mj-lt"/>
              </a:rPr>
              <a:t>упаковка </a:t>
            </a:r>
            <a:r>
              <a:rPr lang="ru-RU" sz="1200" dirty="0" err="1">
                <a:latin typeface="+mj-lt"/>
              </a:rPr>
              <a:t>неоптимальна</a:t>
            </a:r>
            <a:endParaRPr lang="en-US" sz="1200" dirty="0">
              <a:latin typeface="+mj-lt"/>
            </a:endParaRPr>
          </a:p>
          <a:p>
            <a:pPr eaLnBrk="1" hangingPunct="1"/>
            <a:r>
              <a:rPr lang="en-US" sz="1200" dirty="0">
                <a:latin typeface="+mj-lt"/>
              </a:rPr>
              <a:t>— </a:t>
            </a:r>
            <a:r>
              <a:rPr lang="ru-RU" sz="1200" dirty="0">
                <a:latin typeface="+mj-lt"/>
              </a:rPr>
              <a:t>упаковка близка к </a:t>
            </a:r>
            <a:r>
              <a:rPr lang="ru-RU" sz="1200" dirty="0" err="1">
                <a:latin typeface="+mj-lt"/>
              </a:rPr>
              <a:t>нативной</a:t>
            </a:r>
            <a:endParaRPr lang="en-US" sz="1200" dirty="0">
              <a:latin typeface="+mj-lt"/>
            </a:endParaRPr>
          </a:p>
        </p:txBody>
      </p:sp>
      <p:sp>
        <p:nvSpPr>
          <p:cNvPr id="691" name="TextBox 682"/>
          <p:cNvSpPr txBox="1">
            <a:spLocks noChangeArrowheads="1"/>
          </p:cNvSpPr>
          <p:nvPr/>
        </p:nvSpPr>
        <p:spPr bwMode="auto">
          <a:xfrm>
            <a:off x="1503590" y="1918250"/>
            <a:ext cx="9786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</a:t>
            </a:r>
            <a:r>
              <a:rPr lang="ru-RU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косяк</a:t>
            </a:r>
          </a:p>
        </p:txBody>
      </p:sp>
      <p:sp>
        <p:nvSpPr>
          <p:cNvPr id="692" name="TextBox 683"/>
          <p:cNvSpPr txBox="1">
            <a:spLocks noChangeArrowheads="1"/>
          </p:cNvSpPr>
          <p:nvPr/>
        </p:nvSpPr>
        <p:spPr bwMode="auto">
          <a:xfrm>
            <a:off x="3412059" y="1918250"/>
            <a:ext cx="12917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i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</a:t>
            </a:r>
            <a:r>
              <a:rPr lang="ru-RU" sz="2400" baseline="-25000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нативный</a:t>
            </a:r>
            <a:endParaRPr lang="ru-RU" sz="24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693" name="TextBox 684"/>
          <p:cNvSpPr txBox="1">
            <a:spLocks noChangeArrowheads="1"/>
          </p:cNvSpPr>
          <p:nvPr/>
        </p:nvSpPr>
        <p:spPr bwMode="auto">
          <a:xfrm>
            <a:off x="2529671" y="1825917"/>
            <a:ext cx="9361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600" b="1" dirty="0">
                <a:latin typeface="+mj-lt"/>
              </a:rPr>
              <a:t>&lt;&lt;</a:t>
            </a:r>
            <a:endParaRPr lang="ru-RU" sz="3600" b="1" baseline="-25000" dirty="0">
              <a:latin typeface="+mj-lt"/>
            </a:endParaRPr>
          </a:p>
        </p:txBody>
      </p:sp>
      <p:sp>
        <p:nvSpPr>
          <p:cNvPr id="695" name="Прямоугольник 694"/>
          <p:cNvSpPr/>
          <p:nvPr/>
        </p:nvSpPr>
        <p:spPr>
          <a:xfrm>
            <a:off x="796553" y="3330229"/>
            <a:ext cx="142875" cy="1428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696" name="Прямоугольник 695"/>
          <p:cNvSpPr/>
          <p:nvPr/>
        </p:nvSpPr>
        <p:spPr>
          <a:xfrm>
            <a:off x="796553" y="3544541"/>
            <a:ext cx="142875" cy="14287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697" name="Дуга 696"/>
          <p:cNvSpPr/>
          <p:nvPr/>
        </p:nvSpPr>
        <p:spPr>
          <a:xfrm rot="14828110" flipH="1">
            <a:off x="1328635" y="1900325"/>
            <a:ext cx="357188" cy="428625"/>
          </a:xfrm>
          <a:prstGeom prst="arc">
            <a:avLst/>
          </a:prstGeom>
          <a:ln w="190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698" name="Text Box 6"/>
          <p:cNvSpPr txBox="1">
            <a:spLocks noChangeArrowheads="1"/>
          </p:cNvSpPr>
          <p:nvPr/>
        </p:nvSpPr>
        <p:spPr bwMode="auto">
          <a:xfrm>
            <a:off x="8194484" y="1090354"/>
            <a:ext cx="37436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Идентификация моделей, близких к нативной структуре</a:t>
            </a: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699" name="Рисунок 698" descr="Rotamers.wm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226" y="682546"/>
            <a:ext cx="3593069" cy="353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0" name="TextBox 699"/>
          <p:cNvSpPr txBox="1"/>
          <p:nvPr/>
        </p:nvSpPr>
        <p:spPr>
          <a:xfrm>
            <a:off x="8032727" y="2050698"/>
            <a:ext cx="76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C00000"/>
                </a:solidFill>
                <a:latin typeface="+mj-lt"/>
              </a:rPr>
              <a:t>S</a:t>
            </a:r>
            <a:r>
              <a:rPr lang="en-US" baseline="30000" dirty="0" err="1">
                <a:solidFill>
                  <a:srgbClr val="C00000"/>
                </a:solidFill>
                <a:latin typeface="+mj-lt"/>
              </a:rPr>
              <a:t>mem</a:t>
            </a:r>
            <a:endParaRPr lang="ru-RU" baseline="30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01" name="TextBox 700"/>
          <p:cNvSpPr txBox="1"/>
          <p:nvPr/>
        </p:nvSpPr>
        <p:spPr>
          <a:xfrm>
            <a:off x="7021294" y="601246"/>
            <a:ext cx="96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2060"/>
                </a:solidFill>
                <a:latin typeface="+mj-lt"/>
              </a:rPr>
              <a:t>3D-1D</a:t>
            </a:r>
            <a:endParaRPr lang="ru-RU" baseline="300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702" name="TextBox 701"/>
          <p:cNvSpPr txBox="1"/>
          <p:nvPr/>
        </p:nvSpPr>
        <p:spPr>
          <a:xfrm>
            <a:off x="5872486" y="826564"/>
            <a:ext cx="1218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# </a:t>
            </a:r>
            <a:r>
              <a:rPr lang="ru-RU" sz="1200" dirty="0">
                <a:latin typeface="+mj-lt"/>
              </a:rPr>
              <a:t>моделей</a:t>
            </a:r>
          </a:p>
        </p:txBody>
      </p:sp>
      <p:sp>
        <p:nvSpPr>
          <p:cNvPr id="703" name="Text Box 6"/>
          <p:cNvSpPr txBox="1">
            <a:spLocks noChangeArrowheads="1"/>
          </p:cNvSpPr>
          <p:nvPr/>
        </p:nvSpPr>
        <p:spPr bwMode="auto">
          <a:xfrm>
            <a:off x="808117" y="3874987"/>
            <a:ext cx="39406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Оптимальный выбор «шаблона»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</a:t>
            </a:r>
            <a:b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Хорошая корреляция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ОФМБ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×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СКО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. </a:t>
            </a:r>
          </a:p>
        </p:txBody>
      </p:sp>
      <p:pic>
        <p:nvPicPr>
          <p:cNvPr id="704" name="Picture 82" descr="aqp_model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65" y="4390278"/>
            <a:ext cx="4162424" cy="2467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5" name="Text Box 18"/>
          <p:cNvSpPr txBox="1">
            <a:spLocks noChangeArrowheads="1"/>
          </p:cNvSpPr>
          <p:nvPr/>
        </p:nvSpPr>
        <p:spPr bwMode="auto">
          <a:xfrm>
            <a:off x="4764360" y="6279704"/>
            <a:ext cx="2831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sz="1200" i="0" dirty="0">
                <a:latin typeface="+mj-lt"/>
              </a:rPr>
              <a:t>Модели аквапорина-1, простроенные на основе различных шаблонов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72473" y="5229201"/>
            <a:ext cx="51480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Chugunov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A.O. </a:t>
            </a:r>
            <a:r>
              <a:rPr lang="en-US" sz="1000" i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et al.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(2007). A method to assess packing quality of transmembrane </a:t>
            </a:r>
            <a:r>
              <a:rPr lang="el-GR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α-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helices in proteins. I. Parameterization using structural data. </a:t>
            </a:r>
            <a:r>
              <a:rPr lang="en-US" sz="1000" i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J. Chem.</a:t>
            </a:r>
            <a:r>
              <a:rPr lang="en-US" sz="1000" i="1" dirty="0">
                <a:solidFill>
                  <a:schemeClr val="accent6">
                    <a:lumMod val="75000"/>
                  </a:schemeClr>
                </a:solidFill>
              </a:rPr>
              <a:t>  </a:t>
            </a:r>
            <a:r>
              <a:rPr lang="en-US" sz="1000" i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Inf. Model.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47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, 1150–1162 </a:t>
            </a:r>
            <a:r>
              <a:rPr lang="ru-RU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и 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… II. Validation by “correct vs. misleading” test.</a:t>
            </a:r>
            <a:b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</a:br>
            <a:r>
              <a:rPr lang="en-US" sz="1000" i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J. Chem. Inf. Model.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47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, 1163–1170.</a:t>
            </a:r>
          </a:p>
          <a:p>
            <a:endParaRPr lang="ru-RU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31732CC1-322E-4344-B8EA-96AA102C8BBA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23111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97" grpId="0" animBg="1"/>
      <p:bldP spid="698" grpId="0"/>
      <p:bldP spid="700" grpId="0"/>
      <p:bldP spid="701" grpId="0"/>
      <p:bldP spid="702" grpId="0"/>
      <p:bldP spid="703" grpId="0"/>
      <p:bldP spid="705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215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Моделирование рецептора</a:t>
            </a:r>
            <a:r>
              <a:rPr lang="en-US" sz="3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VIPR1 (GPCR B)</a:t>
            </a:r>
            <a:endParaRPr lang="en-US" sz="22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552154" y="836613"/>
            <a:ext cx="6311324" cy="404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Работа проводилась в рамках проекта по дизайну пары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«</a:t>
            </a:r>
            <a:r>
              <a:rPr lang="ru-RU" sz="1600" i="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неорецептор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» 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VPAC1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/ 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«</a:t>
            </a:r>
            <a:r>
              <a:rPr lang="ru-RU" sz="1600" i="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неолиганд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» для терапии дендритными клетками воспалительных и аутоиммунных заболеваний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2400" i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GPCR </a:t>
            </a:r>
            <a:r>
              <a:rPr lang="ru-RU" sz="2400" i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семейства</a:t>
            </a:r>
            <a:r>
              <a:rPr lang="en-US" sz="2400" i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B —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Рецепторы пептидных гормонов 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(≈15 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членов</a:t>
            </a:r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)</a:t>
            </a:r>
          </a:p>
          <a:p>
            <a:pPr marL="361950" indent="-180975" eaLnBrk="1" hangingPunct="1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Крупный 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N-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концевой (внеклеточный) домен «захватывает» пептидный </a:t>
            </a:r>
            <a:r>
              <a:rPr lang="ru-RU" sz="1400" i="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лиганд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из раствора</a:t>
            </a: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361950" indent="-180975" eaLnBrk="1" hangingPunct="1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Чрезвычайно низкое сходство последовательности с рецепторами 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GPCR A 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в ТМ-домене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; </a:t>
            </a:r>
            <a:r>
              <a:rPr lang="ru-RU" sz="12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однако </a:t>
            </a:r>
            <a:r>
              <a:rPr lang="ru-RU" sz="1200" i="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семиспиральная</a:t>
            </a:r>
            <a:r>
              <a:rPr lang="ru-RU" sz="12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укладка сохраняется</a:t>
            </a:r>
            <a:endParaRPr lang="en-US" sz="12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361950" indent="-180975" eaLnBrk="1" hangingPunct="1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Видимо, отличный от 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GPCR-A 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механизм активации рецептора</a:t>
            </a: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4" name="Прямоугольник 23"/>
          <p:cNvSpPr/>
          <p:nvPr/>
        </p:nvSpPr>
        <p:spPr bwMode="auto">
          <a:xfrm rot="20469501">
            <a:off x="7221829" y="3725916"/>
            <a:ext cx="3896663" cy="2571768"/>
          </a:xfrm>
          <a:prstGeom prst="rect">
            <a:avLst/>
          </a:prstGeom>
          <a:solidFill>
            <a:srgbClr val="FFFF99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127000"/>
          </a:effectLst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pic>
        <p:nvPicPr>
          <p:cNvPr id="25" name="Рисунок 24" descr="rh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10A8E1"/>
              </a:clrFrom>
              <a:clrTo>
                <a:srgbClr val="10A8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511" y="357188"/>
            <a:ext cx="8166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Рисунок 25" descr="tm-ec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10A8E1"/>
              </a:clrFrom>
              <a:clrTo>
                <a:srgbClr val="10A8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511" y="357188"/>
            <a:ext cx="8166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 rot="4299096">
            <a:off x="7112562" y="5314951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 i="0">
                <a:solidFill>
                  <a:srgbClr val="FFFF99"/>
                </a:solidFill>
                <a:latin typeface="Arial Narrow" pitchFamily="34" charset="0"/>
              </a:rPr>
              <a:t>Cell membrane</a:t>
            </a:r>
            <a:endParaRPr lang="ru-RU" sz="1400" i="0">
              <a:solidFill>
                <a:srgbClr val="FFFF99"/>
              </a:solidFill>
              <a:latin typeface="Arial Narrow" pitchFamily="34" charset="0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 rot="20422636">
            <a:off x="7406250" y="4017963"/>
            <a:ext cx="877887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i="0">
                <a:solidFill>
                  <a:srgbClr val="FFFF99"/>
                </a:solidFill>
                <a:latin typeface="Arial Narrow" pitchFamily="34" charset="0"/>
              </a:rPr>
              <a:t>Extracellular</a:t>
            </a: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endParaRPr lang="en-US" sz="1200" i="0">
              <a:solidFill>
                <a:srgbClr val="FFFF99"/>
              </a:solidFill>
              <a:latin typeface="Arial Narrow" pitchFamily="34" charset="0"/>
            </a:endParaRPr>
          </a:p>
          <a:p>
            <a:pPr eaLnBrk="1" hangingPunct="1"/>
            <a:r>
              <a:rPr lang="en-US" sz="1200" i="0">
                <a:solidFill>
                  <a:srgbClr val="FFFF99"/>
                </a:solidFill>
                <a:latin typeface="Arial Narrow" pitchFamily="34" charset="0"/>
              </a:rPr>
              <a:t>Cytoplasmic</a:t>
            </a:r>
            <a:endParaRPr lang="ru-RU" sz="1200" i="0">
              <a:solidFill>
                <a:srgbClr val="FFFF99"/>
              </a:solidFill>
              <a:latin typeface="Arial Narrow" pitchFamily="34" charset="0"/>
            </a:endParaRPr>
          </a:p>
        </p:txBody>
      </p:sp>
      <p:sp>
        <p:nvSpPr>
          <p:cNvPr id="29" name="Полилиния 28"/>
          <p:cNvSpPr>
            <a:spLocks noChangeArrowheads="1"/>
          </p:cNvSpPr>
          <p:nvPr/>
        </p:nvSpPr>
        <p:spPr bwMode="auto">
          <a:xfrm>
            <a:off x="9277912" y="2093914"/>
            <a:ext cx="1323975" cy="1436687"/>
          </a:xfrm>
          <a:custGeom>
            <a:avLst/>
            <a:gdLst>
              <a:gd name="T0" fmla="*/ 533400 w 1323975"/>
              <a:gd name="T1" fmla="*/ 1058862 h 1436687"/>
              <a:gd name="T2" fmla="*/ 1228725 w 1323975"/>
              <a:gd name="T3" fmla="*/ 906462 h 1436687"/>
              <a:gd name="T4" fmla="*/ 1104900 w 1323975"/>
              <a:gd name="T5" fmla="*/ 68262 h 1436687"/>
              <a:gd name="T6" fmla="*/ 438150 w 1323975"/>
              <a:gd name="T7" fmla="*/ 496887 h 1436687"/>
              <a:gd name="T8" fmla="*/ 38100 w 1323975"/>
              <a:gd name="T9" fmla="*/ 1106487 h 1436687"/>
              <a:gd name="T10" fmla="*/ 209550 w 1323975"/>
              <a:gd name="T11" fmla="*/ 1392237 h 1436687"/>
              <a:gd name="T12" fmla="*/ 247650 w 1323975"/>
              <a:gd name="T13" fmla="*/ 1373187 h 14366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23975"/>
              <a:gd name="T22" fmla="*/ 0 h 1436687"/>
              <a:gd name="T23" fmla="*/ 1323975 w 1323975"/>
              <a:gd name="T24" fmla="*/ 1436687 h 14366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23975" h="1436687">
                <a:moveTo>
                  <a:pt x="533400" y="1058862"/>
                </a:moveTo>
                <a:cubicBezTo>
                  <a:pt x="833437" y="1065212"/>
                  <a:pt x="1133475" y="1071562"/>
                  <a:pt x="1228725" y="906462"/>
                </a:cubicBezTo>
                <a:cubicBezTo>
                  <a:pt x="1323975" y="741362"/>
                  <a:pt x="1236662" y="136524"/>
                  <a:pt x="1104900" y="68262"/>
                </a:cubicBezTo>
                <a:cubicBezTo>
                  <a:pt x="973138" y="0"/>
                  <a:pt x="615950" y="323850"/>
                  <a:pt x="438150" y="496887"/>
                </a:cubicBezTo>
                <a:cubicBezTo>
                  <a:pt x="260350" y="669924"/>
                  <a:pt x="76200" y="957262"/>
                  <a:pt x="38100" y="1106487"/>
                </a:cubicBezTo>
                <a:cubicBezTo>
                  <a:pt x="0" y="1255712"/>
                  <a:pt x="174625" y="1347787"/>
                  <a:pt x="209550" y="1392237"/>
                </a:cubicBezTo>
                <a:cubicBezTo>
                  <a:pt x="244475" y="1436687"/>
                  <a:pt x="246062" y="1404937"/>
                  <a:pt x="247650" y="1373187"/>
                </a:cubicBezTo>
              </a:path>
            </a:pathLst>
          </a:custGeom>
          <a:noFill/>
          <a:ln w="28575" algn="ctr">
            <a:solidFill>
              <a:srgbClr val="FFFF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9768449" y="2214563"/>
            <a:ext cx="64135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6400" i="0">
                <a:solidFill>
                  <a:srgbClr val="FFFF99"/>
                </a:solidFill>
              </a:rPr>
              <a:t>?</a:t>
            </a:r>
            <a:endParaRPr lang="ru-RU" sz="6400" i="0">
              <a:solidFill>
                <a:srgbClr val="FFFF99"/>
              </a:solidFill>
            </a:endParaRPr>
          </a:p>
        </p:txBody>
      </p:sp>
      <p:sp>
        <p:nvSpPr>
          <p:cNvPr id="31" name="Дуга 30"/>
          <p:cNvSpPr/>
          <p:nvPr/>
        </p:nvSpPr>
        <p:spPr bwMode="auto">
          <a:xfrm>
            <a:off x="7339575" y="1143000"/>
            <a:ext cx="2071687" cy="1143000"/>
          </a:xfrm>
          <a:prstGeom prst="arc">
            <a:avLst>
              <a:gd name="adj1" fmla="val 10936781"/>
              <a:gd name="adj2" fmla="val 21368408"/>
            </a:avLst>
          </a:prstGeom>
          <a:noFill/>
          <a:ln w="28575" cap="flat" cmpd="sng" algn="ctr">
            <a:solidFill>
              <a:srgbClr val="FFFF99"/>
            </a:solidFill>
            <a:prstDash val="dash"/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9196949" y="714376"/>
            <a:ext cx="64135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6400" i="0">
                <a:solidFill>
                  <a:srgbClr val="FFFF99"/>
                </a:solidFill>
              </a:rPr>
              <a:t>?</a:t>
            </a:r>
            <a:endParaRPr lang="ru-RU" sz="6400" i="0">
              <a:solidFill>
                <a:srgbClr val="FFFF99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2628" y="4571342"/>
            <a:ext cx="474739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GPCR A — </a:t>
            </a:r>
            <a:r>
              <a:rPr lang="ru-RU" sz="1600" dirty="0">
                <a:solidFill>
                  <a:srgbClr val="0070C0"/>
                </a:solidFill>
                <a:latin typeface="+mj-lt"/>
              </a:rPr>
              <a:t>шаблон для ТМ-домена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:</a:t>
            </a:r>
          </a:p>
          <a:p>
            <a:pPr marL="361950" indent="-180975"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0070C0"/>
                </a:solidFill>
                <a:latin typeface="+mj-lt"/>
              </a:rPr>
              <a:t>Родопсин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 (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rgbClr val="0070C0"/>
                </a:solidFill>
                <a:latin typeface="+mj-lt"/>
              </a:rPr>
              <a:t>темновая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» форма или связывающая 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G-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белок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)</a:t>
            </a:r>
          </a:p>
          <a:p>
            <a:pPr marL="361950" indent="-180975">
              <a:buFont typeface="Wingdings" pitchFamily="2" charset="2"/>
              <a:buChar char="§"/>
              <a:defRPr/>
            </a:pPr>
            <a:r>
              <a:rPr lang="el-GR" sz="1200" dirty="0">
                <a:solidFill>
                  <a:srgbClr val="0070C0"/>
                </a:solidFill>
                <a:latin typeface="+mj-lt"/>
              </a:rPr>
              <a:t>β</a:t>
            </a:r>
            <a:r>
              <a:rPr lang="en-US" sz="1200" baseline="-25000" dirty="0">
                <a:solidFill>
                  <a:srgbClr val="0070C0"/>
                </a:solidFill>
                <a:latin typeface="+mj-lt"/>
              </a:rPr>
              <a:t>1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- 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и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l-GR" sz="1200" dirty="0">
                <a:solidFill>
                  <a:srgbClr val="0070C0"/>
                </a:solidFill>
                <a:latin typeface="+mj-lt"/>
              </a:rPr>
              <a:t>β</a:t>
            </a:r>
            <a:r>
              <a:rPr lang="en-US" sz="1200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-</a:t>
            </a:r>
            <a:r>
              <a:rPr lang="ru-RU" sz="1200" dirty="0" err="1">
                <a:solidFill>
                  <a:srgbClr val="0070C0"/>
                </a:solidFill>
                <a:latin typeface="+mj-lt"/>
              </a:rPr>
              <a:t>адренорецепторы</a:t>
            </a:r>
            <a:endParaRPr lang="en-US" sz="1200" dirty="0">
              <a:solidFill>
                <a:srgbClr val="0070C0"/>
              </a:solidFill>
              <a:latin typeface="+mj-lt"/>
            </a:endParaRPr>
          </a:p>
          <a:p>
            <a:pPr marL="361950" indent="-180975">
              <a:buFont typeface="Wingdings" pitchFamily="2" charset="2"/>
              <a:buChar char="§"/>
              <a:defRPr/>
            </a:pPr>
            <a:r>
              <a:rPr lang="ru-RU" sz="1200" dirty="0" err="1">
                <a:solidFill>
                  <a:srgbClr val="0070C0"/>
                </a:solidFill>
                <a:latin typeface="+mj-lt"/>
              </a:rPr>
              <a:t>Аденозиновый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 рецептор</a:t>
            </a:r>
            <a:endParaRPr lang="en-US" sz="1200" dirty="0">
              <a:solidFill>
                <a:srgbClr val="0070C0"/>
              </a:solidFill>
              <a:latin typeface="+mj-lt"/>
            </a:endParaRPr>
          </a:p>
          <a:p>
            <a:pPr marL="361950" indent="-180975">
              <a:buFont typeface="Wingdings" pitchFamily="2" charset="2"/>
              <a:buChar char="§"/>
              <a:defRPr/>
            </a:pPr>
            <a:endParaRPr lang="en-US" sz="1200" dirty="0">
              <a:solidFill>
                <a:srgbClr val="0070C0"/>
              </a:solidFill>
              <a:latin typeface="+mj-lt"/>
            </a:endParaRPr>
          </a:p>
          <a:p>
            <a:pPr marL="180975" indent="-180975">
              <a:defRPr/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GPCR B </a:t>
            </a:r>
            <a:r>
              <a:rPr lang="ru-RU" sz="1600" dirty="0">
                <a:solidFill>
                  <a:srgbClr val="0070C0"/>
                </a:solidFill>
                <a:latin typeface="+mj-lt"/>
              </a:rPr>
              <a:t>внеклеточный домен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PACR–PACAP</a:t>
            </a:r>
            <a:r>
              <a:rPr lang="en-US" sz="1000" dirty="0">
                <a:solidFill>
                  <a:srgbClr val="0070C0"/>
                </a:solidFill>
                <a:latin typeface="+mj-lt"/>
              </a:rPr>
              <a:t>, 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GIPR–GIP</a:t>
            </a:r>
            <a:r>
              <a:rPr lang="en-US" sz="1000" dirty="0">
                <a:solidFill>
                  <a:srgbClr val="0070C0"/>
                </a:solidFill>
                <a:latin typeface="+mj-lt"/>
              </a:rPr>
              <a:t>, 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GLP1R–Exendin-4</a:t>
            </a:r>
            <a:r>
              <a:rPr lang="en-US" sz="1000" dirty="0">
                <a:solidFill>
                  <a:srgbClr val="0070C0"/>
                </a:solidFill>
                <a:latin typeface="+mj-lt"/>
              </a:rPr>
              <a:t>, 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mCRFR2</a:t>
            </a:r>
            <a:r>
              <a:rPr lang="el-GR" sz="1200" dirty="0">
                <a:solidFill>
                  <a:srgbClr val="0070C0"/>
                </a:solidFill>
                <a:latin typeface="+mj-lt"/>
              </a:rPr>
              <a:t>β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–</a:t>
            </a:r>
            <a:r>
              <a:rPr lang="en-US" sz="1200" dirty="0" err="1">
                <a:solidFill>
                  <a:srgbClr val="0070C0"/>
                </a:solidFill>
                <a:latin typeface="+mj-lt"/>
              </a:rPr>
              <a:t>Astressin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, PTH1R (engineered)–PTH</a:t>
            </a:r>
            <a:endParaRPr lang="en-US" sz="1000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36" name="Рисунок 35" descr="tm-ec-peptide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10A8E1"/>
              </a:clrFrom>
              <a:clrTo>
                <a:srgbClr val="10A8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636" y="360000"/>
            <a:ext cx="8166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Счетверенная стрелка 32"/>
          <p:cNvSpPr/>
          <p:nvPr/>
        </p:nvSpPr>
        <p:spPr bwMode="auto">
          <a:xfrm>
            <a:off x="8339699" y="3357564"/>
            <a:ext cx="785812" cy="714375"/>
          </a:xfrm>
          <a:prstGeom prst="quadArrow">
            <a:avLst>
              <a:gd name="adj1" fmla="val 17167"/>
              <a:gd name="adj2" fmla="val 19834"/>
              <a:gd name="adj3" fmla="val 20833"/>
            </a:avLst>
          </a:prstGeom>
          <a:solidFill>
            <a:srgbClr val="FFFF99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7768199" y="3214688"/>
            <a:ext cx="64135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6400" i="0">
                <a:solidFill>
                  <a:srgbClr val="FFFF99"/>
                </a:solidFill>
              </a:rPr>
              <a:t>?</a:t>
            </a:r>
            <a:endParaRPr lang="ru-RU" sz="6400" i="0">
              <a:solidFill>
                <a:srgbClr val="FFFF9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9CB993-5527-4CB5-9E83-E2007D2D2358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68517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215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3D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-модель рецептора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VIPR1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52154" y="836614"/>
            <a:ext cx="84241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ru-RU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Проблемы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:</a:t>
            </a:r>
          </a:p>
          <a:p>
            <a:pPr marL="285750" indent="-285750" eaLnBrk="1" hangingPunct="1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Идентичность с любым доступным шаблоном очень низка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(~10–12%): 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«сумеречная зона»</a:t>
            </a:r>
            <a:endParaRPr lang="en-US" sz="1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285750" indent="-285750" eaLnBrk="1" hangingPunct="1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Аминокислотные выравнивания 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GPCR A-B </a:t>
            </a:r>
            <a: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в литературе драматически расходятся</a:t>
            </a:r>
            <a:r>
              <a:rPr lang="en-US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: </a:t>
            </a:r>
            <a:br>
              <a:rPr lang="ru-RU" sz="1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r>
              <a:rPr lang="ru-RU" sz="1400" i="0" dirty="0">
                <a:solidFill>
                  <a:srgbClr val="0070C0"/>
                </a:solidFill>
                <a:latin typeface="+mn-lt"/>
              </a:rPr>
              <a:t>проблема а</a:t>
            </a:r>
            <a:r>
              <a:rPr lang="en-US" sz="1400" i="0" dirty="0">
                <a:solidFill>
                  <a:srgbClr val="0070C0"/>
                </a:solidFill>
                <a:latin typeface="+mn-lt"/>
              </a:rPr>
              <a:t>/</a:t>
            </a:r>
            <a:r>
              <a:rPr lang="ru-RU" sz="1400" i="0" dirty="0">
                <a:solidFill>
                  <a:srgbClr val="0070C0"/>
                </a:solidFill>
                <a:latin typeface="+mn-lt"/>
              </a:rPr>
              <a:t>к выравнивания для </a:t>
            </a:r>
            <a:r>
              <a:rPr lang="en-US" sz="1400" i="0" dirty="0">
                <a:solidFill>
                  <a:srgbClr val="0070C0"/>
                </a:solidFill>
                <a:latin typeface="+mn-lt"/>
              </a:rPr>
              <a:t>GPCR B </a:t>
            </a:r>
            <a:r>
              <a:rPr lang="ru-RU" sz="1400" i="0" dirty="0">
                <a:solidFill>
                  <a:srgbClr val="0070C0"/>
                </a:solidFill>
                <a:latin typeface="+mn-lt"/>
              </a:rPr>
              <a:t>особенно актуальна</a:t>
            </a:r>
            <a:endParaRPr lang="en-US" sz="1400" i="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52922" y="2000250"/>
            <a:ext cx="3005951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TM1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TI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G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GL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S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LAT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L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LVATAILSLFR      (1)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  YTIGYGLSLATLLVATAILSLFR    (2)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 YTIGYGLSLATLLVATAILSLFR     (3)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    YTIGYGLSLATLLVATAILSLFR  (4)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WQFSMLAAYMFLLIMLGFPI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FLTLYVTVQ   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52922" y="3050852"/>
            <a:ext cx="300595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TM2</a:t>
            </a:r>
          </a:p>
          <a:p>
            <a:pPr eaLnBrk="1" hangingPunct="1"/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NYI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MHLFISFIL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AAAVFI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KD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           (1)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RNYIHMHLFISFILRAAAVFIKD       (2)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  PLNYILLNLAVA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LFMVFGGFTTTLYTSLH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52922" y="3768726"/>
            <a:ext cx="31470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TM3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AAMVFFQ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CVMA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F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LLV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L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YL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YTLL     (single)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NLEGFFATLGGEIALWSLVVLAIE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R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YVVV    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52922" y="4422775"/>
            <a:ext cx="300595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TM4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 KYFWGYILIG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W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GV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STFTMVWTIAR   (1)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KYFWGYILIGWGVPSTFTMVWTIAR         (4)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     NHAIMGVAFT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VMALACAAPPLV    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52922" y="5197475"/>
            <a:ext cx="3005951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TM5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   SL</a:t>
            </a:r>
            <a:r>
              <a:rPr lang="en-US" sz="1000" i="0" dirty="0">
                <a:solidFill>
                  <a:srgbClr val="009900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WIIKG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ILTSILV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N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FILFICIIR(1)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     SLWWIIKGPILTSILVNFILFICIIR (3)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SLWWIIKGPILTSILVNFILFICIIR        (4)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    NESFVIYMFVVHFII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P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LIVIFFCYGQ  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054897" y="2000251"/>
            <a:ext cx="28648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TM6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RLARS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LL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I</a:t>
            </a:r>
            <a:r>
              <a:rPr lang="en-US" sz="1000" b="1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FGVHYIMFAFFPDN  (single)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EKEVTRMVIIMVIAFLICWL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P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YAGVAFY 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054897" y="3050853"/>
            <a:ext cx="28648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 b="1" i="0" dirty="0">
                <a:latin typeface="Consolas" pitchFamily="49" charset="0"/>
                <a:cs typeface="Consolas" pitchFamily="49" charset="0"/>
              </a:rPr>
              <a:t>TM7</a:t>
            </a:r>
          </a:p>
          <a:p>
            <a:pPr eaLnBrk="1" hangingPunct="1"/>
            <a:r>
              <a:rPr lang="en-US" sz="1000" i="0" dirty="0">
                <a:latin typeface="Consolas" pitchFamily="49" charset="0"/>
                <a:cs typeface="Consolas" pitchFamily="49" charset="0"/>
              </a:rPr>
              <a:t>  MVFELVVGS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F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Q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GFV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V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AILYCFL</a:t>
            </a:r>
            <a:r>
              <a:rPr lang="en-US" sz="1000" b="1" i="0" dirty="0">
                <a:latin typeface="Consolas" pitchFamily="49" charset="0"/>
                <a:cs typeface="Consolas" pitchFamily="49" charset="0"/>
              </a:rPr>
              <a:t>N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G</a:t>
            </a:r>
            <a:r>
              <a:rPr lang="en-US" sz="1000" i="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</a:t>
            </a:r>
            <a:r>
              <a:rPr lang="en-US" sz="1000" i="0" dirty="0">
                <a:latin typeface="Consolas" pitchFamily="49" charset="0"/>
                <a:cs typeface="Consolas" pitchFamily="49" charset="0"/>
              </a:rPr>
              <a:t>VQ (single)</a:t>
            </a:r>
          </a:p>
          <a:p>
            <a:pPr eaLnBrk="1" hangingPunct="1"/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IFMTIPAFFAKTSAVY</a:t>
            </a:r>
            <a:r>
              <a:rPr lang="en-US" sz="1000" b="1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PVIYIMM      (</a:t>
            </a:r>
            <a:r>
              <a:rPr lang="en-US" sz="1000" i="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opsd</a:t>
            </a:r>
            <a:r>
              <a:rPr lang="en-US" sz="1000" i="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ru-RU" sz="1000" i="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51384" y="6215064"/>
            <a:ext cx="38884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ru-RU" sz="1200" b="1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«</a:t>
            </a:r>
            <a:r>
              <a:rPr lang="ru-RU" sz="1200" b="1" i="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Референсные</a:t>
            </a:r>
            <a:r>
              <a:rPr lang="ru-RU" sz="1200" b="1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» остатки</a:t>
            </a:r>
            <a:r>
              <a:rPr lang="ru-RU" sz="1200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в каждом подсемействе</a:t>
            </a:r>
            <a:endParaRPr lang="en-US" sz="1200" i="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pPr eaLnBrk="1" hangingPunct="1"/>
            <a:r>
              <a:rPr lang="ru-RU" sz="1200" i="0" dirty="0">
                <a:solidFill>
                  <a:srgbClr val="FF0000"/>
                </a:solidFill>
                <a:latin typeface="+mj-lt"/>
              </a:rPr>
              <a:t>Функционально важные остатки</a:t>
            </a:r>
            <a:r>
              <a:rPr lang="en-US" sz="1200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r>
              <a:rPr lang="ru-RU" sz="1200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для рецептора </a:t>
            </a:r>
            <a:r>
              <a:rPr lang="en-US" sz="1200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VIPR1</a:t>
            </a:r>
            <a:endParaRPr lang="ru-RU" sz="1200" i="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293656" y="3714750"/>
            <a:ext cx="30155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4×2×1×2×3×1×1=48 </a:t>
            </a:r>
            <a:r>
              <a:rPr lang="ru-RU" sz="1600" i="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вариантов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2904" y="4143376"/>
            <a:ext cx="5214937" cy="20928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Какое выравнивание или комбинация лучше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  <a:p>
            <a:pPr>
              <a:defRPr/>
            </a:pPr>
            <a:r>
              <a:rPr lang="ru-RU" sz="1400" i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Необходимо использовать совместно разные подходы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:</a:t>
            </a:r>
          </a:p>
          <a:p>
            <a:pPr marL="447675" indent="-266700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Оптимальное положение функциональных остатков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47675" indent="-266700">
              <a:buFont typeface="Wingdings" pitchFamily="2" charset="2"/>
              <a:buChar char="§"/>
              <a:defRPr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“</a:t>
            </a: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Вариабельная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”</a:t>
            </a: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организация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МБ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47675" indent="-266700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Гидрофобные стороны </a:t>
            </a:r>
            <a:r>
              <a:rPr lang="el-GR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α</a:t>
            </a: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-спиралей — в мембрану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447675" indent="-266700">
              <a:buFont typeface="Wingdings" pitchFamily="2" charset="2"/>
              <a:buChar char="§"/>
              <a:defRPr/>
            </a:pP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Общие принципы упаковки МБ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180975" indent="-180975">
              <a:buFont typeface="Wingdings" pitchFamily="2" charset="2"/>
              <a:buChar char="§"/>
              <a:defRPr/>
            </a:pPr>
            <a:endParaRPr lang="en-US" sz="14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marL="180975" indent="-180975" algn="ctr">
              <a:defRPr/>
            </a:pPr>
            <a:r>
              <a:rPr lang="ru-RU" sz="1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ОФМБ</a:t>
            </a:r>
            <a:endParaRPr lang="en-US" sz="14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C55A0-ADF7-433E-BD47-AD06DEEA498A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68952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2339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ТМ-домен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VIPR1: 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«итоговое» выравнивание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92312" y="1124744"/>
            <a:ext cx="5577168" cy="344709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TM1 OPSD:  WQF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SMLAAYMFLLIMLGFPI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FLTLYVT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VQHKKLR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SVKTG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Y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TI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Y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GL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S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LAT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LVATAILSLF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R</a:t>
            </a:r>
            <a:r>
              <a:rPr lang="en-US" sz="1200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KLH</a:t>
            </a:r>
            <a:r>
              <a:rPr lang="en-US" sz="1200" b="1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C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---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TM2 OPSD:  T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PLNYILLNLAVA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D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LFMVFGGFTTTLY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TSLHGY--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-</a:t>
            </a:r>
            <a:r>
              <a:rPr lang="en-US" sz="1200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T</a:t>
            </a:r>
            <a:r>
              <a:rPr lang="en-US" sz="1200" b="1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R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NYIHM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H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LFISFIL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R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AAAVFI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KD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LA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FDSGESD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TM3 OPSD:  -FVFGPTGC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NLEGFFATLGGEIALWSLVVLAIE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R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YV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VVCKPM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Q</a:t>
            </a:r>
            <a:r>
              <a:rPr lang="en-US" sz="1200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C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SEGSVG</a:t>
            </a:r>
            <a:r>
              <a:rPr lang="en-US" sz="1200" b="1" dirty="0">
                <a:solidFill>
                  <a:srgbClr val="F79646"/>
                </a:solidFill>
                <a:latin typeface="Lucida Console"/>
                <a:ea typeface="Calibri"/>
                <a:cs typeface="Times New Roman"/>
              </a:rPr>
              <a:t>C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K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AAMVFFQ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Y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CVMA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W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LLV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E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YL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YTLLA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V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--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TM4 OPSD:  SNFRFGE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NHAIMGVAFT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W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VMALACAAPPLV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GWSRYIPEGMQCSCG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-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SFFSERKY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FWGYILI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GW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GV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STFTMVWTIA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RIHFEDYG------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TM5 OPSD:  IDYYTPHEETN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NESFVIYMFVVHFII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LIVIFFCYGQ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LVFTVKEA-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--------</a:t>
            </a:r>
            <a:r>
              <a:rPr lang="en-US" sz="1200" b="1" dirty="0">
                <a:solidFill>
                  <a:srgbClr val="F79646"/>
                </a:solidFill>
                <a:latin typeface="Lucida Console"/>
                <a:ea typeface="Calibri"/>
                <a:cs typeface="Times New Roman"/>
              </a:rPr>
              <a:t>C</a:t>
            </a:r>
            <a:r>
              <a:rPr lang="en-US" sz="1200" b="1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W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DTINSS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dirty="0">
                <a:solidFill>
                  <a:srgbClr val="00B05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W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WIIKG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ILTSILV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FILFICI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IR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IL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LQ</a:t>
            </a:r>
            <a:r>
              <a:rPr lang="en-US" sz="1200" b="1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K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TM6 OPSD:  AAQQQESATTQKA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EKEVTRMVIIMVIAFLICWL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YAGVAFY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IFTH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RPPD</a:t>
            </a:r>
            <a:r>
              <a:rPr lang="en-US" sz="1200" dirty="0">
                <a:solidFill>
                  <a:srgbClr val="FF0000"/>
                </a:solidFill>
                <a:latin typeface="Lucida Console"/>
                <a:ea typeface="Calibri"/>
                <a:cs typeface="Times New Roman"/>
              </a:rPr>
              <a:t>IRKS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DSSP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Y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S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R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LA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R</a:t>
            </a:r>
            <a:r>
              <a:rPr lang="en-US" sz="1200" dirty="0">
                <a:solidFill>
                  <a:srgbClr val="00B05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S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T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LL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I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VHYIMFAFFP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DNF---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defRPr/>
            </a:pPr>
            <a:r>
              <a:rPr lang="en-US" sz="1200" dirty="0">
                <a:latin typeface="Lucida Console"/>
                <a:ea typeface="Calibri"/>
                <a:cs typeface="Times New Roman"/>
              </a:rPr>
              <a:t>TM7 OPSD:  QGSDF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GPIFMTIPAFFAKTSAVY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PVIYIMMN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KQFRNCMVTTLCCGK</a:t>
            </a:r>
            <a:br>
              <a:rPr lang="en-US" sz="1200" dirty="0">
                <a:latin typeface="Lucida Console"/>
                <a:ea typeface="Calibri"/>
                <a:cs typeface="Times New Roman"/>
              </a:rPr>
            </a:br>
            <a:r>
              <a:rPr lang="en-US" sz="1200" dirty="0">
                <a:latin typeface="Lucida Console"/>
                <a:ea typeface="Calibri"/>
                <a:cs typeface="Times New Roman"/>
              </a:rPr>
              <a:t>    VIPR1: ----KPEVKMVFE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LVVGS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F</a:t>
            </a:r>
            <a:r>
              <a:rPr lang="en-US" sz="1200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Q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GFV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V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AILYCFL</a:t>
            </a:r>
            <a:r>
              <a:rPr lang="en-US" sz="1200" b="1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N</a:t>
            </a:r>
            <a:r>
              <a:rPr lang="en-US" sz="1200" dirty="0"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G</a:t>
            </a:r>
            <a:r>
              <a:rPr lang="en-US" sz="1200" b="1" dirty="0">
                <a:solidFill>
                  <a:srgbClr val="FF0000"/>
                </a:solidFill>
                <a:highlight>
                  <a:srgbClr val="C0C0C0"/>
                </a:highlight>
                <a:latin typeface="Lucida Console"/>
                <a:ea typeface="Calibri"/>
                <a:cs typeface="Times New Roman"/>
              </a:rPr>
              <a:t>E</a:t>
            </a:r>
            <a:r>
              <a:rPr lang="en-US" sz="1200" b="1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V</a:t>
            </a:r>
            <a:r>
              <a:rPr lang="en-US" sz="1200" dirty="0">
                <a:solidFill>
                  <a:srgbClr val="00B050"/>
                </a:solidFill>
                <a:latin typeface="Lucida Console"/>
                <a:ea typeface="Calibri"/>
                <a:cs typeface="Times New Roman"/>
              </a:rPr>
              <a:t>QAELRRKWRRW</a:t>
            </a:r>
            <a:r>
              <a:rPr lang="en-US" sz="1200" dirty="0">
                <a:latin typeface="Lucida Console"/>
                <a:ea typeface="Calibri"/>
                <a:cs typeface="Times New Roman"/>
              </a:rPr>
              <a:t>-</a:t>
            </a:r>
            <a:endParaRPr lang="ru-RU" sz="1200" dirty="0">
              <a:latin typeface="Lucida Console"/>
              <a:ea typeface="Calibri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92313" y="4869161"/>
            <a:ext cx="8136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6">
                    <a:lumMod val="50000"/>
                  </a:schemeClr>
                </a:solidFill>
              </a:rPr>
              <a:t>Корректность выбранного выравнивания подтверждается значениями ОФМБ модели, а также динамически-усредненным значением ОФМБ для «итоговой» и «рабочих» моделей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06B4D-8241-42FD-BC0C-450D578B7674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198628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3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D-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модель ТМ-домена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VIPR1</a:t>
            </a:r>
          </a:p>
        </p:txBody>
      </p:sp>
      <p:pic>
        <p:nvPicPr>
          <p:cNvPr id="66" name="Рисунок 6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68272"/>
            <a:ext cx="9144000" cy="621711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375420" y="579474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C6600"/>
                </a:solidFill>
                <a:latin typeface="+mj-lt"/>
              </a:rPr>
              <a:t>TM1</a:t>
            </a:r>
            <a:endParaRPr lang="ru-RU" dirty="0">
              <a:solidFill>
                <a:srgbClr val="CC6600"/>
              </a:solidFill>
              <a:latin typeface="+mj-lt"/>
            </a:endParaRPr>
          </a:p>
        </p:txBody>
      </p:sp>
      <p:cxnSp>
        <p:nvCxnSpPr>
          <p:cNvPr id="69" name="Прямая со стрелкой 68"/>
          <p:cNvCxnSpPr/>
          <p:nvPr/>
        </p:nvCxnSpPr>
        <p:spPr>
          <a:xfrm flipH="1" flipV="1">
            <a:off x="2491565" y="5390708"/>
            <a:ext cx="74427" cy="404036"/>
          </a:xfrm>
          <a:prstGeom prst="straightConnector1">
            <a:avLst/>
          </a:prstGeom>
          <a:ln w="19050">
            <a:solidFill>
              <a:srgbClr val="CC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H="1" flipV="1">
            <a:off x="3575721" y="5195780"/>
            <a:ext cx="96056" cy="333151"/>
          </a:xfrm>
          <a:prstGeom prst="straightConnector1">
            <a:avLst/>
          </a:prstGeom>
          <a:ln w="19050">
            <a:solidFill>
              <a:srgbClr val="00CC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431705" y="552893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66"/>
                </a:solidFill>
                <a:latin typeface="+mj-lt"/>
              </a:rPr>
              <a:t>TM2</a:t>
            </a:r>
            <a:endParaRPr lang="ru-RU" dirty="0">
              <a:solidFill>
                <a:srgbClr val="00CC66"/>
              </a:solidFill>
              <a:latin typeface="+mj-lt"/>
            </a:endParaRPr>
          </a:p>
        </p:txBody>
      </p:sp>
      <p:cxnSp>
        <p:nvCxnSpPr>
          <p:cNvPr id="77" name="Прямая со стрелкой 76"/>
          <p:cNvCxnSpPr/>
          <p:nvPr/>
        </p:nvCxnSpPr>
        <p:spPr>
          <a:xfrm flipV="1">
            <a:off x="4330996" y="5547021"/>
            <a:ext cx="36813" cy="460374"/>
          </a:xfrm>
          <a:prstGeom prst="straightConnector1">
            <a:avLst/>
          </a:prstGeom>
          <a:ln w="190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028669" y="600739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+mj-lt"/>
              </a:rPr>
              <a:t>TM4</a:t>
            </a:r>
            <a:endParaRPr lang="ru-RU" dirty="0">
              <a:solidFill>
                <a:srgbClr val="FFFF00"/>
              </a:solidFill>
              <a:latin typeface="+mj-lt"/>
            </a:endParaRPr>
          </a:p>
        </p:txBody>
      </p:sp>
      <p:cxnSp>
        <p:nvCxnSpPr>
          <p:cNvPr id="80" name="Прямая со стрелкой 79"/>
          <p:cNvCxnSpPr/>
          <p:nvPr/>
        </p:nvCxnSpPr>
        <p:spPr>
          <a:xfrm flipH="1" flipV="1">
            <a:off x="4943872" y="5408800"/>
            <a:ext cx="96056" cy="333151"/>
          </a:xfrm>
          <a:prstGeom prst="straightConnector1">
            <a:avLst/>
          </a:prstGeom>
          <a:ln w="19050">
            <a:solidFill>
              <a:srgbClr val="99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799857" y="573486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66FF"/>
                </a:solidFill>
                <a:latin typeface="+mj-lt"/>
              </a:rPr>
              <a:t>TM3</a:t>
            </a:r>
            <a:endParaRPr lang="ru-RU" dirty="0">
              <a:solidFill>
                <a:srgbClr val="9966FF"/>
              </a:solidFill>
              <a:latin typeface="+mj-lt"/>
            </a:endParaRPr>
          </a:p>
        </p:txBody>
      </p:sp>
      <p:cxnSp>
        <p:nvCxnSpPr>
          <p:cNvPr id="82" name="Прямая со стрелкой 81"/>
          <p:cNvCxnSpPr/>
          <p:nvPr/>
        </p:nvCxnSpPr>
        <p:spPr>
          <a:xfrm flipH="1">
            <a:off x="5388586" y="1412776"/>
            <a:ext cx="59343" cy="360040"/>
          </a:xfrm>
          <a:prstGeom prst="straightConnector1">
            <a:avLst/>
          </a:prstGeom>
          <a:ln w="19050">
            <a:solidFill>
              <a:srgbClr val="FF66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246690" y="1061533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6699"/>
                </a:solidFill>
                <a:latin typeface="+mj-lt"/>
              </a:rPr>
              <a:t>TM5</a:t>
            </a:r>
            <a:endParaRPr lang="ru-RU" dirty="0">
              <a:solidFill>
                <a:srgbClr val="FF6699"/>
              </a:solidFill>
              <a:latin typeface="+mj-lt"/>
            </a:endParaRPr>
          </a:p>
        </p:txBody>
      </p:sp>
      <p:cxnSp>
        <p:nvCxnSpPr>
          <p:cNvPr id="85" name="Прямая со стрелкой 84"/>
          <p:cNvCxnSpPr/>
          <p:nvPr/>
        </p:nvCxnSpPr>
        <p:spPr>
          <a:xfrm flipH="1">
            <a:off x="4511825" y="1054192"/>
            <a:ext cx="59343" cy="360040"/>
          </a:xfrm>
          <a:prstGeom prst="straightConnector1">
            <a:avLst/>
          </a:prstGeom>
          <a:ln w="19050">
            <a:solidFill>
              <a:srgbClr val="00C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511825" y="841336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FF"/>
                </a:solidFill>
                <a:latin typeface="+mj-lt"/>
              </a:rPr>
              <a:t>TM6</a:t>
            </a:r>
            <a:endParaRPr lang="ru-RU" dirty="0">
              <a:solidFill>
                <a:srgbClr val="00CCFF"/>
              </a:solidFill>
              <a:latin typeface="+mj-lt"/>
            </a:endParaRPr>
          </a:p>
        </p:txBody>
      </p:sp>
      <p:cxnSp>
        <p:nvCxnSpPr>
          <p:cNvPr id="87" name="Прямая со стрелкой 86"/>
          <p:cNvCxnSpPr/>
          <p:nvPr/>
        </p:nvCxnSpPr>
        <p:spPr>
          <a:xfrm flipH="1">
            <a:off x="3372362" y="1026002"/>
            <a:ext cx="59343" cy="36004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899060" y="80907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TM7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758053" y="198884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C6600"/>
                </a:solidFill>
                <a:latin typeface="+mj-lt"/>
              </a:rPr>
              <a:t>TM1</a:t>
            </a:r>
            <a:endParaRPr lang="ru-RU" dirty="0">
              <a:solidFill>
                <a:srgbClr val="CC6600"/>
              </a:solidFill>
              <a:latin typeface="+mj-lt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68009" y="359216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66"/>
                </a:solidFill>
                <a:latin typeface="+mj-lt"/>
              </a:rPr>
              <a:t>TM2</a:t>
            </a:r>
            <a:endParaRPr lang="ru-RU" dirty="0">
              <a:solidFill>
                <a:srgbClr val="00CC66"/>
              </a:solidFill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608169" y="4077072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66FF"/>
                </a:solidFill>
                <a:latin typeface="+mj-lt"/>
              </a:rPr>
              <a:t>TM3</a:t>
            </a:r>
            <a:endParaRPr lang="ru-RU" dirty="0">
              <a:solidFill>
                <a:srgbClr val="9966FF"/>
              </a:solidFill>
              <a:latin typeface="+mj-lt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826121" y="3951597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+mj-lt"/>
              </a:rPr>
              <a:t>TM4</a:t>
            </a:r>
            <a:endParaRPr lang="ru-RU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027743" y="1021356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6699"/>
                </a:solidFill>
                <a:latin typeface="+mj-lt"/>
              </a:rPr>
              <a:t>TM5</a:t>
            </a:r>
            <a:endParaRPr lang="ru-RU" dirty="0">
              <a:solidFill>
                <a:srgbClr val="FF6699"/>
              </a:solidFill>
              <a:latin typeface="+mj-lt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544273" y="80907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+mj-lt"/>
              </a:rPr>
              <a:t>TM6</a:t>
            </a:r>
            <a:endParaRPr lang="ru-RU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248129" y="1218223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TM7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52185" y="6228602"/>
            <a:ext cx="2923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Линейная «триада»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rgbClr val="0070C0"/>
                </a:solidFill>
                <a:latin typeface="+mj-lt"/>
              </a:rPr>
              <a:t>R188@TM2–Q380@TM7–N229@TM3</a:t>
            </a:r>
            <a:endParaRPr lang="ru-RU" sz="1400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883" y="3429000"/>
            <a:ext cx="4932040" cy="2096574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1992312" y="660838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1" hangingPunct="1"/>
            <a:r>
              <a:rPr lang="en-US" sz="1200" dirty="0" err="1">
                <a:solidFill>
                  <a:srgbClr val="786C71">
                    <a:lumMod val="75000"/>
                  </a:srgbClr>
                </a:solidFill>
                <a:latin typeface="Trebuchet MS"/>
              </a:rPr>
              <a:t>Chugunov</a:t>
            </a:r>
            <a:r>
              <a:rPr lang="en-US" sz="1200" dirty="0">
                <a:solidFill>
                  <a:srgbClr val="786C71">
                    <a:lumMod val="75000"/>
                  </a:srgbClr>
                </a:solidFill>
                <a:latin typeface="Trebuchet MS"/>
              </a:rPr>
              <a:t> A.O.</a:t>
            </a:r>
            <a:r>
              <a:rPr lang="ru-RU" sz="1200" dirty="0">
                <a:solidFill>
                  <a:srgbClr val="786C71">
                    <a:lumMod val="75000"/>
                  </a:srgbClr>
                </a:solidFill>
                <a:latin typeface="Trebuchet MS"/>
              </a:rPr>
              <a:t> </a:t>
            </a:r>
            <a:r>
              <a:rPr lang="en-US" sz="1200" i="1" dirty="0">
                <a:solidFill>
                  <a:srgbClr val="786C71">
                    <a:lumMod val="75000"/>
                  </a:srgbClr>
                </a:solidFill>
                <a:latin typeface="Trebuchet MS"/>
              </a:rPr>
              <a:t>et al.</a:t>
            </a:r>
            <a:r>
              <a:rPr lang="en-US" sz="1200" dirty="0">
                <a:solidFill>
                  <a:srgbClr val="786C71">
                    <a:lumMod val="75000"/>
                  </a:srgbClr>
                </a:solidFill>
                <a:latin typeface="Trebuchet MS"/>
              </a:rPr>
              <a:t> (2010). Mol. Pharm. </a:t>
            </a:r>
            <a:r>
              <a:rPr lang="en-US" sz="1200" b="1" dirty="0">
                <a:solidFill>
                  <a:srgbClr val="786C71">
                    <a:lumMod val="75000"/>
                  </a:srgbClr>
                </a:solidFill>
                <a:latin typeface="Trebuchet MS"/>
              </a:rPr>
              <a:t>78</a:t>
            </a:r>
            <a:r>
              <a:rPr lang="en-US" sz="1200" dirty="0">
                <a:solidFill>
                  <a:srgbClr val="786C71">
                    <a:lumMod val="75000"/>
                  </a:srgbClr>
                </a:solidFill>
                <a:latin typeface="Trebuchet MS"/>
              </a:rPr>
              <a:t>, 394-401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5B20BB-C610-4DBA-A795-630D321B2447}"/>
              </a:ext>
            </a:extLst>
          </p:cNvPr>
          <p:cNvSpPr txBox="1"/>
          <p:nvPr/>
        </p:nvSpPr>
        <p:spPr>
          <a:xfrm>
            <a:off x="9058672" y="0"/>
            <a:ext cx="3074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Оценка «качества»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121822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7608168" y="287338"/>
            <a:ext cx="403244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«Профпригодность» 3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D-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моделей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белков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29" name="Рисунок 4" descr="Fig.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3999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7680176" y="5254948"/>
            <a:ext cx="2880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dirty="0">
                <a:latin typeface="+mj-lt"/>
              </a:rPr>
              <a:t>В левой части рисунка — наложенные структуры ядерных рецепторов в зависимости от идентичности к </a:t>
            </a:r>
            <a:r>
              <a:rPr lang="ru-RU" sz="1200" dirty="0" err="1">
                <a:solidFill>
                  <a:srgbClr val="C00000"/>
                </a:solidFill>
                <a:latin typeface="+mj-lt"/>
              </a:rPr>
              <a:t>прогестероновому</a:t>
            </a:r>
            <a:r>
              <a:rPr lang="ru-RU" sz="1200" dirty="0">
                <a:solidFill>
                  <a:srgbClr val="C00000"/>
                </a:solidFill>
                <a:latin typeface="+mj-lt"/>
              </a:rPr>
              <a:t> рецептору</a:t>
            </a:r>
            <a:r>
              <a:rPr lang="ru-RU" sz="1200" dirty="0">
                <a:latin typeface="+mj-lt"/>
              </a:rPr>
              <a:t>:</a:t>
            </a:r>
            <a:endParaRPr lang="en-US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ru-RU" sz="1200" dirty="0">
                <a:latin typeface="+mj-lt"/>
              </a:rPr>
              <a:t>54% — </a:t>
            </a:r>
            <a:r>
              <a:rPr lang="ru-RU" sz="1200" dirty="0">
                <a:solidFill>
                  <a:srgbClr val="0B592E"/>
                </a:solidFill>
                <a:latin typeface="+mj-lt"/>
              </a:rPr>
              <a:t>глюкокортикоидный рецептор</a:t>
            </a:r>
            <a:endParaRPr lang="en-US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ru-RU" sz="1200" dirty="0">
                <a:latin typeface="+mj-lt"/>
              </a:rPr>
              <a:t>24% — </a:t>
            </a:r>
            <a:r>
              <a:rPr lang="ru-RU" sz="1200" dirty="0" err="1">
                <a:solidFill>
                  <a:srgbClr val="7030A0"/>
                </a:solidFill>
                <a:latin typeface="+mj-lt"/>
              </a:rPr>
              <a:t>эстрогеновый</a:t>
            </a:r>
            <a:r>
              <a:rPr lang="ru-RU" sz="1200" dirty="0">
                <a:solidFill>
                  <a:srgbClr val="7030A0"/>
                </a:solidFill>
                <a:latin typeface="+mj-lt"/>
              </a:rPr>
              <a:t> рецептор α</a:t>
            </a:r>
            <a:endParaRPr lang="en-US" sz="12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ru-RU" sz="1200" dirty="0">
                <a:latin typeface="+mj-lt"/>
              </a:rPr>
              <a:t>15% — </a:t>
            </a:r>
            <a:r>
              <a:rPr lang="ru-RU" sz="1200" dirty="0">
                <a:solidFill>
                  <a:srgbClr val="0070C0"/>
                </a:solidFill>
                <a:latin typeface="+mj-lt"/>
              </a:rPr>
              <a:t>рецептор </a:t>
            </a:r>
            <a:r>
              <a:rPr lang="ru-RU" sz="1200" dirty="0" err="1">
                <a:solidFill>
                  <a:srgbClr val="0070C0"/>
                </a:solidFill>
                <a:latin typeface="+mj-lt"/>
              </a:rPr>
              <a:t>трийодтиронина</a:t>
            </a:r>
            <a:endParaRPr lang="ru-RU" sz="12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20233" y="0"/>
            <a:ext cx="31005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Применение моделей белков</a:t>
            </a:r>
          </a:p>
        </p:txBody>
      </p:sp>
    </p:spTree>
    <p:extLst>
      <p:ext uri="{BB962C8B-B14F-4D97-AF65-F5344CB8AC3E}">
        <p14:creationId xmlns:p14="http://schemas.microsoft.com/office/powerpoint/2010/main" val="3205984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1384" y="287339"/>
            <a:ext cx="943304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Применение 3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D-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моделей белков в драг-дизайне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5" name="Рисунок 5" descr="applications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26" y="1128676"/>
            <a:ext cx="11421484" cy="424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E07743-B337-47CD-A0ED-3C0FA954A6E5}"/>
              </a:ext>
            </a:extLst>
          </p:cNvPr>
          <p:cNvSpPr txBox="1"/>
          <p:nvPr/>
        </p:nvSpPr>
        <p:spPr>
          <a:xfrm>
            <a:off x="9020233" y="0"/>
            <a:ext cx="31005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Применение моделей белков</a:t>
            </a:r>
          </a:p>
        </p:txBody>
      </p:sp>
    </p:spTree>
    <p:extLst>
      <p:ext uri="{BB962C8B-B14F-4D97-AF65-F5344CB8AC3E}">
        <p14:creationId xmlns:p14="http://schemas.microsoft.com/office/powerpoint/2010/main" val="3345065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634505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Предсказание структуры и общество</a:t>
            </a:r>
          </a:p>
        </p:txBody>
      </p:sp>
      <p:pic>
        <p:nvPicPr>
          <p:cNvPr id="6" name="Рисунок 5" descr="sheetoutofplac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3263107"/>
            <a:ext cx="5527055" cy="3247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23392" y="1000126"/>
            <a:ext cx="1000911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  <a:defRPr/>
            </a:pPr>
            <a:r>
              <a:rPr lang="ru-RU" sz="2000" kern="0" dirty="0">
                <a:latin typeface="+mn-lt"/>
              </a:rPr>
              <a:t>Дух соревнования: «Экспертиза методов по предсказанию структуры </a:t>
            </a:r>
            <a:r>
              <a:rPr lang="ru-RU" sz="2000" kern="0" dirty="0" err="1">
                <a:latin typeface="+mn-lt"/>
              </a:rPr>
              <a:t>белк</a:t>
            </a:r>
            <a:r>
              <a:rPr lang="en-US" sz="2000" kern="0" dirty="0">
                <a:latin typeface="+mn-lt"/>
              </a:rPr>
              <a:t>á» (CASP, Critical Assessment of Techniques for Protein Structure Prediction)</a:t>
            </a:r>
            <a:endParaRPr lang="ru-RU" sz="2000" kern="0" dirty="0">
              <a:latin typeface="+mn-lt"/>
            </a:endParaRPr>
          </a:p>
          <a:p>
            <a:pPr marL="285750" indent="-285750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i="1" kern="0" dirty="0">
                <a:latin typeface="+mn-lt"/>
              </a:rPr>
              <a:t>Цель:</a:t>
            </a:r>
            <a:r>
              <a:rPr lang="ru-RU" sz="1600" kern="0" dirty="0">
                <a:latin typeface="+mn-lt"/>
              </a:rPr>
              <a:t> оценить прогресс в области теоретического предсказания строения белков</a:t>
            </a:r>
          </a:p>
          <a:p>
            <a:pPr marL="285750" indent="-285750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i="1" kern="0" dirty="0">
                <a:latin typeface="+mn-lt"/>
              </a:rPr>
              <a:t>Периодичность:</a:t>
            </a:r>
            <a:r>
              <a:rPr lang="ru-RU" sz="1600" kern="0" dirty="0">
                <a:latin typeface="+mn-lt"/>
              </a:rPr>
              <a:t> раз в два года</a:t>
            </a:r>
          </a:p>
          <a:p>
            <a:pPr marL="285750" indent="-285750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i="1" kern="0" dirty="0">
                <a:latin typeface="+mn-lt"/>
              </a:rPr>
              <a:t>Мишени:</a:t>
            </a:r>
            <a:r>
              <a:rPr lang="ru-RU" sz="1600" kern="0" dirty="0">
                <a:latin typeface="+mn-lt"/>
              </a:rPr>
              <a:t> как правило, «трудные» случаи, не имеющие близкородственных структурных гомологов</a:t>
            </a:r>
          </a:p>
          <a:p>
            <a:pPr marL="285750" indent="-285750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i="1" kern="0" dirty="0">
                <a:latin typeface="+mn-lt"/>
              </a:rPr>
              <a:t>Результаты:</a:t>
            </a:r>
            <a:r>
              <a:rPr lang="ru-RU" sz="1600" kern="0" dirty="0">
                <a:latin typeface="+mn-lt"/>
              </a:rPr>
              <a:t> Люди (эксперты) справляются с задачей намного лучше, чем сервера-«предсказатели» из-за использования своего рода интуиции.</a:t>
            </a:r>
          </a:p>
          <a:p>
            <a:pPr eaLnBrk="0" hangingPunct="0">
              <a:spcBef>
                <a:spcPct val="20000"/>
              </a:spcBef>
              <a:defRPr/>
            </a:pPr>
            <a:endParaRPr lang="ru-RU" sz="2400" kern="0" dirty="0">
              <a:latin typeface="+mn-lt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ru-RU" sz="2400" kern="0" dirty="0">
                <a:latin typeface="+mn-lt"/>
              </a:rPr>
              <a:t>Игра в </a:t>
            </a:r>
            <a:r>
              <a:rPr lang="ru-RU" sz="2400" kern="0" dirty="0" err="1">
                <a:latin typeface="+mn-lt"/>
              </a:rPr>
              <a:t>фолдинг</a:t>
            </a:r>
            <a:endParaRPr lang="ru-RU" sz="2400" kern="0" dirty="0">
              <a:latin typeface="+mn-lt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n-US" sz="2400" u="sng" kern="0" dirty="0">
                <a:latin typeface="+mn-lt"/>
              </a:rPr>
              <a:t>http://fold.it</a:t>
            </a:r>
            <a:endParaRPr lang="ru-RU" sz="24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672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2E21F07F-9AF6-4B9E-87BA-E9EE011CB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05" y="287338"/>
            <a:ext cx="107180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AlphaFold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 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тятя, тятя, нейросети заменили продавца!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631F93-0B56-96D9-C072-6986A1605F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473" y="3323411"/>
            <a:ext cx="4867072" cy="27377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F5FF81-239A-1DEC-A71B-9AEAFFFBD542}"/>
              </a:ext>
            </a:extLst>
          </p:cNvPr>
          <p:cNvSpPr txBox="1"/>
          <p:nvPr/>
        </p:nvSpPr>
        <p:spPr>
          <a:xfrm>
            <a:off x="6060380" y="1584176"/>
            <a:ext cx="4356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itchFamily="18" charset="0"/>
              <a:ea typeface="+mn-ea"/>
              <a:cs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10AD2-DBE6-DF86-D56C-831C25BB7BBA}"/>
              </a:ext>
            </a:extLst>
          </p:cNvPr>
          <p:cNvSpPr txBox="1"/>
          <p:nvPr/>
        </p:nvSpPr>
        <p:spPr>
          <a:xfrm>
            <a:off x="1028700" y="1399510"/>
            <a:ext cx="1099468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ru-RU" dirty="0">
                <a:cs typeface="Times New Roman" panose="02020603050405020304" pitchFamily="18" charset="0"/>
              </a:rPr>
              <a:t>В соревновании </a:t>
            </a:r>
            <a:r>
              <a:rPr lang="en-US" dirty="0">
                <a:cs typeface="Times New Roman" panose="02020603050405020304" pitchFamily="18" charset="0"/>
              </a:rPr>
              <a:t>CASP13 (</a:t>
            </a:r>
            <a:r>
              <a:rPr lang="ru-RU" dirty="0">
                <a:cs typeface="Times New Roman" panose="02020603050405020304" pitchFamily="18" charset="0"/>
              </a:rPr>
              <a:t>2018</a:t>
            </a:r>
            <a:r>
              <a:rPr lang="en-US" dirty="0">
                <a:cs typeface="Times New Roman" panose="02020603050405020304" pitchFamily="18" charset="0"/>
              </a:rPr>
              <a:t>)</a:t>
            </a:r>
            <a:r>
              <a:rPr lang="ru-RU" dirty="0">
                <a:cs typeface="Times New Roman" panose="02020603050405020304" pitchFamily="18" charset="0"/>
              </a:rPr>
              <a:t> «новичок» </a:t>
            </a:r>
            <a:r>
              <a:rPr lang="en-US" dirty="0" err="1">
                <a:cs typeface="Times New Roman" panose="02020603050405020304" pitchFamily="18" charset="0"/>
              </a:rPr>
              <a:t>AlphaFold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ru-RU" dirty="0">
                <a:cs typeface="Times New Roman" panose="02020603050405020304" pitchFamily="18" charset="0"/>
              </a:rPr>
              <a:t>(</a:t>
            </a:r>
            <a:r>
              <a:rPr lang="en-US" dirty="0">
                <a:cs typeface="Times New Roman" panose="02020603050405020304" pitchFamily="18" charset="0"/>
              </a:rPr>
              <a:t>v. 1</a:t>
            </a:r>
            <a:r>
              <a:rPr lang="ru-RU" dirty="0">
                <a:cs typeface="Times New Roman" panose="02020603050405020304" pitchFamily="18" charset="0"/>
              </a:rPr>
              <a:t>) внезапно показал </a:t>
            </a:r>
            <a:br>
              <a:rPr lang="ru-RU" dirty="0">
                <a:cs typeface="Times New Roman" panose="02020603050405020304" pitchFamily="18" charset="0"/>
              </a:rPr>
            </a:br>
            <a:r>
              <a:rPr lang="ru-RU" dirty="0">
                <a:cs typeface="Times New Roman" panose="02020603050405020304" pitchFamily="18" charset="0"/>
              </a:rPr>
              <a:t>самую высокую точность предсказаний: ❬</a:t>
            </a:r>
            <a:r>
              <a:rPr lang="en-US" dirty="0">
                <a:cs typeface="Times New Roman" panose="02020603050405020304" pitchFamily="18" charset="0"/>
              </a:rPr>
              <a:t>GDT</a:t>
            </a:r>
            <a:r>
              <a:rPr lang="ru-RU" dirty="0">
                <a:cs typeface="Times New Roman" panose="02020603050405020304" pitchFamily="18" charset="0"/>
              </a:rPr>
              <a:t>❭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75%</a:t>
            </a:r>
            <a:endParaRPr lang="ru-RU" dirty="0"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ru-RU" dirty="0"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+mj-lt"/>
                <a:cs typeface="Times New Roman" panose="02020603050405020304" pitchFamily="18" charset="0"/>
              </a:rPr>
              <a:t>Два года спустя (в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CASP14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) шаблон был вторично порван: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AF2 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показал среднее качество моделей</a:t>
            </a:r>
            <a:br>
              <a:rPr lang="ru-RU" dirty="0">
                <a:latin typeface="+mj-lt"/>
                <a:cs typeface="Times New Roman" panose="02020603050405020304" pitchFamily="18" charset="0"/>
              </a:rPr>
            </a:br>
            <a:r>
              <a:rPr lang="ru-RU" dirty="0">
                <a:latin typeface="+mj-lt"/>
                <a:cs typeface="Times New Roman" panose="02020603050405020304" pitchFamily="18" charset="0"/>
              </a:rPr>
              <a:t>❬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GDT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❭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≈ 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90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%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, выдавая «атомную точность» и сильно оторвавшись от конкурентов</a:t>
            </a: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ru-RU" dirty="0">
              <a:latin typeface="+mj-lt"/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AF2 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строится на нейросети-«трансформере», предсказывающей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3D-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структуру белков напрямую из последовательности, без непосредственного использования шаблона</a:t>
            </a:r>
            <a:r>
              <a:rPr lang="en-US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*</a:t>
            </a:r>
            <a:endParaRPr lang="ru-RU" dirty="0">
              <a:solidFill>
                <a:srgbClr val="C00000"/>
              </a:solidFill>
              <a:latin typeface="+mj-lt"/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ru-RU" dirty="0">
              <a:solidFill>
                <a:srgbClr val="C00000"/>
              </a:solidFill>
              <a:latin typeface="+mj-lt"/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ru-RU" sz="1400" dirty="0">
                <a:latin typeface="+mj-lt"/>
                <a:cs typeface="Times New Roman" panose="02020603050405020304" pitchFamily="18" charset="0"/>
              </a:rPr>
              <a:t>Вместе с 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EMBL </a:t>
            </a:r>
            <a:r>
              <a:rPr lang="ru-RU" sz="1400" dirty="0">
                <a:latin typeface="+mj-lt"/>
                <a:cs typeface="Times New Roman" panose="02020603050405020304" pitchFamily="18" charset="0"/>
              </a:rPr>
              <a:t>выпущена </a:t>
            </a:r>
            <a:r>
              <a:rPr lang="en-US" sz="1400" dirty="0" err="1">
                <a:latin typeface="+mj-lt"/>
                <a:cs typeface="Times New Roman" panose="02020603050405020304" pitchFamily="18" charset="0"/>
                <a:hlinkClick r:id="rId4"/>
              </a:rPr>
              <a:t>AlphaFold</a:t>
            </a:r>
            <a:r>
              <a:rPr lang="en-US" sz="1400" dirty="0">
                <a:latin typeface="+mj-lt"/>
                <a:cs typeface="Times New Roman" panose="02020603050405020304" pitchFamily="18" charset="0"/>
                <a:hlinkClick r:id="rId4"/>
              </a:rPr>
              <a:t> Database</a:t>
            </a:r>
            <a:r>
              <a:rPr lang="ru-RU" sz="1400" dirty="0">
                <a:latin typeface="+mj-lt"/>
                <a:cs typeface="Times New Roman" panose="02020603050405020304" pitchFamily="18" charset="0"/>
              </a:rPr>
              <a:t>, содержащая 200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M</a:t>
            </a:r>
            <a:r>
              <a:rPr lang="ru-RU" sz="1400" dirty="0">
                <a:latin typeface="+mj-lt"/>
                <a:cs typeface="Times New Roman" panose="02020603050405020304" pitchFamily="18" charset="0"/>
              </a:rPr>
              <a:t> (!)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+mj-lt"/>
                <a:cs typeface="Times New Roman" panose="02020603050405020304" pitchFamily="18" charset="0"/>
              </a:rPr>
              <a:t>предсказаний</a:t>
            </a: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ru-RU" sz="1400" dirty="0">
              <a:latin typeface="+mj-lt"/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ru-RU" sz="1400" dirty="0">
                <a:latin typeface="+mj-lt"/>
                <a:cs typeface="Times New Roman" panose="02020603050405020304" pitchFamily="18" charset="0"/>
              </a:rPr>
              <a:t>Тренировка на 170К 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3D-</a:t>
            </a:r>
            <a:r>
              <a:rPr lang="ru-RU" sz="1400" dirty="0">
                <a:latin typeface="+mj-lt"/>
                <a:cs typeface="Times New Roman" panose="02020603050405020304" pitchFamily="18" charset="0"/>
              </a:rPr>
              <a:t>структур белков из 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PDB </a:t>
            </a:r>
            <a:r>
              <a:rPr lang="ru-RU" sz="1400" dirty="0">
                <a:latin typeface="+mj-lt"/>
                <a:cs typeface="Times New Roman" panose="02020603050405020304" pitchFamily="18" charset="0"/>
              </a:rPr>
              <a:t>и содержит 170М параметров</a:t>
            </a:r>
          </a:p>
          <a:p>
            <a:pPr marL="0" lvl="2"/>
            <a:endParaRPr lang="ru-RU" dirty="0">
              <a:latin typeface="+mj-lt"/>
              <a:cs typeface="Times New Roman" panose="02020603050405020304" pitchFamily="18" charset="0"/>
            </a:endParaRPr>
          </a:p>
          <a:p>
            <a:pPr marL="0" lvl="2"/>
            <a:endParaRPr lang="ru-RU" dirty="0">
              <a:latin typeface="+mj-lt"/>
              <a:cs typeface="Times New Roman" panose="02020603050405020304" pitchFamily="18" charset="0"/>
            </a:endParaRPr>
          </a:p>
          <a:p>
            <a:pPr marL="0" lvl="2"/>
            <a:r>
              <a:rPr lang="ru-RU" b="1" dirty="0">
                <a:latin typeface="+mj-lt"/>
                <a:cs typeface="Times New Roman" panose="02020603050405020304" pitchFamily="18" charset="0"/>
              </a:rPr>
              <a:t>Важные аспекты:</a:t>
            </a: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*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Шаблон(ы) используются, хотя они не обязательны</a:t>
            </a:r>
          </a:p>
          <a:p>
            <a:pPr marL="285750" lvl="2" indent="-285750">
              <a:buFont typeface="Wingdings" panose="05000000000000000000" pitchFamily="2" charset="2"/>
              <a:buChar char="§"/>
            </a:pPr>
            <a:endParaRPr lang="ru-RU" dirty="0">
              <a:latin typeface="+mj-lt"/>
              <a:cs typeface="Times New Roman" panose="02020603050405020304" pitchFamily="18" charset="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+mj-lt"/>
                <a:cs typeface="Times New Roman" panose="02020603050405020304" pitchFamily="18" charset="0"/>
              </a:rPr>
              <a:t>Критически важно использование множественных выравниваний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(MSA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) с </a:t>
            </a:r>
            <a:br>
              <a:rPr lang="ru-RU" dirty="0">
                <a:latin typeface="+mj-lt"/>
                <a:cs typeface="Times New Roman" panose="02020603050405020304" pitchFamily="18" charset="0"/>
              </a:rPr>
            </a:br>
            <a:r>
              <a:rPr lang="ru-RU" dirty="0">
                <a:latin typeface="+mj-lt"/>
                <a:cs typeface="Times New Roman" panose="02020603050405020304" pitchFamily="18" charset="0"/>
              </a:rPr>
              <a:t>гигантскими </a:t>
            </a:r>
            <a:r>
              <a:rPr lang="ru-RU" dirty="0" err="1">
                <a:latin typeface="+mj-lt"/>
                <a:cs typeface="Times New Roman" panose="02020603050405020304" pitchFamily="18" charset="0"/>
              </a:rPr>
              <a:t>метагеномными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 базами, которых не было еще 10 лет назад</a:t>
            </a:r>
          </a:p>
        </p:txBody>
      </p:sp>
    </p:spTree>
    <p:extLst>
      <p:ext uri="{BB962C8B-B14F-4D97-AF65-F5344CB8AC3E}">
        <p14:creationId xmlns:p14="http://schemas.microsoft.com/office/powerpoint/2010/main" val="320888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2E21F07F-9AF6-4B9E-87BA-E9EE011CB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05" y="287338"/>
            <a:ext cx="107180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AlphaFold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 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тятя, тятя, нейросети заменили продавца!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5FF81-239A-1DEC-A71B-9AEAFFFBD542}"/>
              </a:ext>
            </a:extLst>
          </p:cNvPr>
          <p:cNvSpPr txBox="1"/>
          <p:nvPr/>
        </p:nvSpPr>
        <p:spPr>
          <a:xfrm>
            <a:off x="6060380" y="1584176"/>
            <a:ext cx="4356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itchFamily="18" charset="0"/>
              <a:ea typeface="+mn-ea"/>
              <a:cs typeface="Arial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6106252-3E85-CDCB-F70A-B629F7266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843224"/>
              </p:ext>
            </p:extLst>
          </p:nvPr>
        </p:nvGraphicFramePr>
        <p:xfrm>
          <a:off x="273304" y="963169"/>
          <a:ext cx="11798171" cy="4173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1498120" imgH="7567920" progId="Photoshop.Image.21">
                  <p:embed/>
                </p:oleObj>
              </mc:Choice>
              <mc:Fallback>
                <p:oleObj name="Image" r:id="rId3" imgW="21498120" imgH="7567920" progId="Photoshop.Image.21">
                  <p:embed/>
                  <p:pic>
                    <p:nvPicPr>
                      <p:cNvPr id="2" name="Объект 1">
                        <a:extLst>
                          <a:ext uri="{FF2B5EF4-FFF2-40B4-BE49-F238E27FC236}">
                            <a16:creationId xmlns:a16="http://schemas.microsoft.com/office/drawing/2014/main" id="{C2F8B9F9-9F68-B86B-F001-A8B0C0BF1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304" y="963169"/>
                        <a:ext cx="11798171" cy="4173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100DA6-9517-A7C8-52EE-392E0B1F5342}"/>
              </a:ext>
            </a:extLst>
          </p:cNvPr>
          <p:cNvSpPr txBox="1"/>
          <p:nvPr/>
        </p:nvSpPr>
        <p:spPr>
          <a:xfrm rot="16200000">
            <a:off x="-925780" y="4833928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Jumper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Nature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 2021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0181E-A322-93D7-2C8E-E4C060868A04}"/>
              </a:ext>
            </a:extLst>
          </p:cNvPr>
          <p:cNvSpPr txBox="1"/>
          <p:nvPr/>
        </p:nvSpPr>
        <p:spPr>
          <a:xfrm>
            <a:off x="1128409" y="4523354"/>
            <a:ext cx="97179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Три главных блока: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Препроцессинг</a:t>
            </a:r>
            <a:r>
              <a:rPr lang="ru-RU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ru-RU" dirty="0"/>
              <a:t>Построение </a:t>
            </a:r>
            <a:r>
              <a:rPr lang="en-US" dirty="0"/>
              <a:t>MSA </a:t>
            </a:r>
            <a:r>
              <a:rPr lang="ru-RU" dirty="0"/>
              <a:t>в «мета-базах» (</a:t>
            </a:r>
            <a:r>
              <a:rPr lang="en-US" dirty="0"/>
              <a:t>“single representation”</a:t>
            </a:r>
            <a:r>
              <a:rPr lang="ru-RU" dirty="0"/>
              <a:t>) и</a:t>
            </a:r>
            <a:endParaRPr lang="en-US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ru-RU" dirty="0"/>
              <a:t>Поиск возможных шаблонов в </a:t>
            </a:r>
            <a:r>
              <a:rPr lang="en-US" dirty="0"/>
              <a:t>PDB </a:t>
            </a:r>
            <a:r>
              <a:rPr lang="ru-RU" dirty="0"/>
              <a:t>(стартовая точка для </a:t>
            </a:r>
            <a:r>
              <a:rPr lang="en-US" dirty="0"/>
              <a:t>“pair representation”</a:t>
            </a:r>
            <a:r>
              <a:rPr lang="ru-RU" dirty="0"/>
              <a:t>)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Evoformer</a:t>
            </a:r>
            <a:r>
              <a:rPr lang="en-US" dirty="0"/>
              <a:t> ×48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трансформер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(взаимно обогащает)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module </a:t>
            </a:r>
            <a:r>
              <a:rPr lang="en-US" dirty="0"/>
              <a:t>×8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генерирует «конечную»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-модель и «качество»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pLDDT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Три-четыре «оборота колеса», повышающих реалистичность модели</a:t>
            </a:r>
          </a:p>
        </p:txBody>
      </p:sp>
    </p:spTree>
    <p:extLst>
      <p:ext uri="{BB962C8B-B14F-4D97-AF65-F5344CB8AC3E}">
        <p14:creationId xmlns:p14="http://schemas.microsoft.com/office/powerpoint/2010/main" val="278742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80FCA1-F9E0-61FA-F782-781AE2B673E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401" y="0"/>
            <a:ext cx="10797197" cy="6858000"/>
          </a:xfrm>
          <a:prstGeom prst="rect">
            <a:avLst/>
          </a:prstGeom>
        </p:spPr>
      </p:pic>
      <p:sp>
        <p:nvSpPr>
          <p:cNvPr id="2" name="Text Box 16">
            <a:extLst>
              <a:ext uri="{FF2B5EF4-FFF2-40B4-BE49-F238E27FC236}">
                <a16:creationId xmlns:a16="http://schemas.microsoft.com/office/drawing/2014/main" id="{F2E417BD-A7BA-576F-0B73-AB82E8AA6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05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AlphaFold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Database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C1A4A-DF48-82F3-6F67-20870683A948}"/>
              </a:ext>
            </a:extLst>
          </p:cNvPr>
          <p:cNvSpPr txBox="1"/>
          <p:nvPr/>
        </p:nvSpPr>
        <p:spPr>
          <a:xfrm rot="16200000">
            <a:off x="8818514" y="351479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 err="1">
                <a:solidFill>
                  <a:srgbClr val="0053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AlphaFold</a:t>
            </a:r>
            <a:r>
              <a:rPr lang="en-US" sz="1400" b="0" i="0" dirty="0">
                <a:solidFill>
                  <a:srgbClr val="0053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reveals the structure of the protein universe</a:t>
            </a:r>
            <a:endParaRPr lang="en-US" sz="1400" b="0" i="0" dirty="0">
              <a:solidFill>
                <a:srgbClr val="0053D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048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4812EC9-F836-DF08-E49B-16991697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02883"/>
            <a:ext cx="10134600" cy="67688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Нельзя просто так взять и придумать такую архитектуру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6BF89-2D5B-2B5E-7038-CC5DDBD95558}"/>
              </a:ext>
            </a:extLst>
          </p:cNvPr>
          <p:cNvSpPr txBox="1"/>
          <p:nvPr/>
        </p:nvSpPr>
        <p:spPr>
          <a:xfrm rot="16200000">
            <a:off x="-2554195" y="3105835"/>
            <a:ext cx="6299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3"/>
              </a:rPr>
              <a:t>Forbes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по случаю вручения Бейкеру,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Хасабису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слева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Джамперу </a:t>
            </a: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(справа)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премии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Breakthrough Prize’2023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B87CF-B47F-0D1B-97D4-F1043647EA3B}"/>
              </a:ext>
            </a:extLst>
          </p:cNvPr>
          <p:cNvSpPr txBox="1"/>
          <p:nvPr/>
        </p:nvSpPr>
        <p:spPr>
          <a:xfrm>
            <a:off x="1471448" y="4876800"/>
            <a:ext cx="8145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Самая сложная наша система: 32 алгоритма, 60 страниц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саплемента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“No silver bullet”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— продвинутый инжиниринг, огромные вычислительные мощности и много-много труда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 человек разных специальностей фигачили пять лет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Обучение заняло две недели на 12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 TPU (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аналог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~1000 GPU)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26" name="Picture 2" descr="Tensor Processing Unit 3.0">
            <a:extLst>
              <a:ext uri="{FF2B5EF4-FFF2-40B4-BE49-F238E27FC236}">
                <a16:creationId xmlns:a16="http://schemas.microsoft.com/office/drawing/2014/main" id="{C3FFF868-3543-F7D5-C94B-D5BC75702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334" y="2465408"/>
            <a:ext cx="3315447" cy="236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64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2339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Выводы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23392" y="842591"/>
            <a:ext cx="10297144" cy="5037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6700" indent="-2667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Современная техника молекулярного моделирования позволяет «заглядывать» в наиболее ранние этапы биологических процессов</a:t>
            </a: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Такая имитация представляет не только фундаментальный интерес, но и служит основой для рациональной модификации и дизайна биологических молекул с практически важными свойствами</a:t>
            </a: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Наиболее крупные белковые молекулы, в случае отсутствия экспериментально определенной пространственной структуры, пока приходится моделировать на основе «шаблонов»</a:t>
            </a: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…но ИИ быстро отвоевывает «поляну»</a:t>
            </a: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Статистические подходы позволяют оптимизировать 3</a:t>
            </a:r>
            <a:r>
              <a:rPr lang="en-US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D-</a:t>
            </a:r>
            <a:r>
              <a:rPr lang="ru-RU" sz="24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структуру крупных белков более эффективно, чем моделирование на основе силовых полей</a:t>
            </a:r>
            <a:endParaRPr lang="en-US" sz="24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7050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Спасибо за внимание!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378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00843B"/>
      </a:hlink>
      <a:folHlink>
        <a:srgbClr val="B2B2B2"/>
      </a:folHlink>
    </a:clrScheme>
    <a:fontScheme name="Требушет / Джорджия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orn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3094</Words>
  <Application>Microsoft Office PowerPoint</Application>
  <PresentationFormat>Широкоэкранный</PresentationFormat>
  <Paragraphs>491</Paragraphs>
  <Slides>36</Slides>
  <Notes>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36</vt:i4>
      </vt:variant>
    </vt:vector>
  </HeadingPairs>
  <TitlesOfParts>
    <vt:vector size="52" baseType="lpstr">
      <vt:lpstr>Arial</vt:lpstr>
      <vt:lpstr>Arial Narrow</vt:lpstr>
      <vt:lpstr>Bembo</vt:lpstr>
      <vt:lpstr>Calibri</vt:lpstr>
      <vt:lpstr>Cambria Math</vt:lpstr>
      <vt:lpstr>Consolas</vt:lpstr>
      <vt:lpstr>Georgia</vt:lpstr>
      <vt:lpstr>Lucida Console</vt:lpstr>
      <vt:lpstr>Times New Roman</vt:lpstr>
      <vt:lpstr>Trebuchet MS</vt:lpstr>
      <vt:lpstr>Wingdings</vt:lpstr>
      <vt:lpstr>Тема Office</vt:lpstr>
      <vt:lpstr>AdornVTI</vt:lpstr>
      <vt:lpstr>Bitmap Image</vt:lpstr>
      <vt:lpstr>Формула</vt:lpstr>
      <vt:lpstr>Image</vt:lpstr>
      <vt:lpstr>Предсказание структуры белков на основе гомологии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Нельзя просто так взять и придумать такую архитектуру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</dc:creator>
  <cp:lastModifiedBy>Антон Чугунов</cp:lastModifiedBy>
  <cp:revision>172</cp:revision>
  <dcterms:created xsi:type="dcterms:W3CDTF">2010-04-27T11:58:13Z</dcterms:created>
  <dcterms:modified xsi:type="dcterms:W3CDTF">2023-10-17T14:14:58Z</dcterms:modified>
</cp:coreProperties>
</file>